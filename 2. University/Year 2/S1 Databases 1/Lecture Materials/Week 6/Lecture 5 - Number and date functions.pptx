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35"/>
  </p:notesMasterIdLst>
  <p:sldIdLst>
    <p:sldId id="581" r:id="rId2"/>
    <p:sldId id="262" r:id="rId3"/>
    <p:sldId id="594" r:id="rId4"/>
    <p:sldId id="597" r:id="rId5"/>
    <p:sldId id="598" r:id="rId6"/>
    <p:sldId id="599" r:id="rId7"/>
    <p:sldId id="600" r:id="rId8"/>
    <p:sldId id="601" r:id="rId9"/>
    <p:sldId id="605" r:id="rId10"/>
    <p:sldId id="272" r:id="rId11"/>
    <p:sldId id="602" r:id="rId12"/>
    <p:sldId id="273" r:id="rId13"/>
    <p:sldId id="274" r:id="rId14"/>
    <p:sldId id="593" r:id="rId15"/>
    <p:sldId id="584" r:id="rId16"/>
    <p:sldId id="595" r:id="rId17"/>
    <p:sldId id="596" r:id="rId18"/>
    <p:sldId id="568" r:id="rId19"/>
    <p:sldId id="603" r:id="rId20"/>
    <p:sldId id="570" r:id="rId21"/>
    <p:sldId id="604" r:id="rId22"/>
    <p:sldId id="277" r:id="rId23"/>
    <p:sldId id="283" r:id="rId24"/>
    <p:sldId id="606" r:id="rId25"/>
    <p:sldId id="402" r:id="rId26"/>
    <p:sldId id="518" r:id="rId27"/>
    <p:sldId id="291" r:id="rId28"/>
    <p:sldId id="564" r:id="rId29"/>
    <p:sldId id="586" r:id="rId30"/>
    <p:sldId id="592" r:id="rId31"/>
    <p:sldId id="587" r:id="rId32"/>
    <p:sldId id="589" r:id="rId33"/>
    <p:sldId id="58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507FF0-8118-3C47-91BC-13C5966661F3}" v="31" dt="2025-10-10T16:14:28.956"/>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6170"/>
  </p:normalViewPr>
  <p:slideViewPr>
    <p:cSldViewPr snapToGrid="0">
      <p:cViewPr>
        <p:scale>
          <a:sx n="110" d="100"/>
          <a:sy n="110" d="100"/>
        </p:scale>
        <p:origin x="1376"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custSel addSld delSld modSld sldOrd">
      <pc:chgData name="Mariana Rocha" userId="0a3173bd-d0ed-4c32-8e4c-b90c820606c5" providerId="ADAL" clId="{DCC3A51D-31E8-5BC6-970B-354B54D5302A}" dt="2025-10-10T16:19:52.896" v="2756" actId="2696"/>
      <pc:docMkLst>
        <pc:docMk/>
      </pc:docMkLst>
      <pc:sldChg chg="add ord">
        <pc:chgData name="Mariana Rocha" userId="0a3173bd-d0ed-4c32-8e4c-b90c820606c5" providerId="ADAL" clId="{DCC3A51D-31E8-5BC6-970B-354B54D5302A}" dt="2025-10-10T12:12:04.470" v="18" actId="20578"/>
        <pc:sldMkLst>
          <pc:docMk/>
          <pc:sldMk cId="4195453093" sldId="262"/>
        </pc:sldMkLst>
      </pc:sldChg>
      <pc:sldChg chg="modSp mod">
        <pc:chgData name="Mariana Rocha" userId="0a3173bd-d0ed-4c32-8e4c-b90c820606c5" providerId="ADAL" clId="{DCC3A51D-31E8-5BC6-970B-354B54D5302A}" dt="2025-10-10T13:53:28.537" v="1481"/>
        <pc:sldMkLst>
          <pc:docMk/>
          <pc:sldMk cId="2363286288" sldId="272"/>
        </pc:sldMkLst>
        <pc:spChg chg="mod">
          <ac:chgData name="Mariana Rocha" userId="0a3173bd-d0ed-4c32-8e4c-b90c820606c5" providerId="ADAL" clId="{DCC3A51D-31E8-5BC6-970B-354B54D5302A}" dt="2025-10-10T12:11:27.114" v="13"/>
          <ac:spMkLst>
            <pc:docMk/>
            <pc:sldMk cId="2363286288" sldId="272"/>
            <ac:spMk id="2" creationId="{4EB24353-9998-66D2-82BC-F17FE2B6E768}"/>
          </ac:spMkLst>
        </pc:spChg>
        <pc:spChg chg="mod">
          <ac:chgData name="Mariana Rocha" userId="0a3173bd-d0ed-4c32-8e4c-b90c820606c5" providerId="ADAL" clId="{DCC3A51D-31E8-5BC6-970B-354B54D5302A}" dt="2025-10-10T12:11:27.114" v="13"/>
          <ac:spMkLst>
            <pc:docMk/>
            <pc:sldMk cId="2363286288" sldId="272"/>
            <ac:spMk id="388104" creationId="{00000000-0000-0000-0000-000000000000}"/>
          </ac:spMkLst>
        </pc:spChg>
        <pc:spChg chg="mod">
          <ac:chgData name="Mariana Rocha" userId="0a3173bd-d0ed-4c32-8e4c-b90c820606c5" providerId="ADAL" clId="{DCC3A51D-31E8-5BC6-970B-354B54D5302A}" dt="2025-10-10T13:53:28.537" v="1481"/>
          <ac:spMkLst>
            <pc:docMk/>
            <pc:sldMk cId="2363286288" sldId="272"/>
            <ac:spMk id="388105" creationId="{00000000-0000-0000-0000-000000000000}"/>
          </ac:spMkLst>
        </pc:spChg>
      </pc:sldChg>
      <pc:sldChg chg="addSp delSp modSp mod ord">
        <pc:chgData name="Mariana Rocha" userId="0a3173bd-d0ed-4c32-8e4c-b90c820606c5" providerId="ADAL" clId="{DCC3A51D-31E8-5BC6-970B-354B54D5302A}" dt="2025-10-10T14:02:46.111" v="1649" actId="20577"/>
        <pc:sldMkLst>
          <pc:docMk/>
          <pc:sldMk cId="2176259186" sldId="273"/>
        </pc:sldMkLst>
        <pc:spChg chg="del mod">
          <ac:chgData name="Mariana Rocha" userId="0a3173bd-d0ed-4c32-8e4c-b90c820606c5" providerId="ADAL" clId="{DCC3A51D-31E8-5BC6-970B-354B54D5302A}" dt="2025-10-10T14:00:26.623" v="1632" actId="478"/>
          <ac:spMkLst>
            <pc:docMk/>
            <pc:sldMk cId="2176259186" sldId="273"/>
            <ac:spMk id="2" creationId="{00000000-0000-0000-0000-000000000000}"/>
          </ac:spMkLst>
        </pc:spChg>
        <pc:spChg chg="mod">
          <ac:chgData name="Mariana Rocha" userId="0a3173bd-d0ed-4c32-8e4c-b90c820606c5" providerId="ADAL" clId="{DCC3A51D-31E8-5BC6-970B-354B54D5302A}" dt="2025-10-10T12:11:27.114" v="13"/>
          <ac:spMkLst>
            <pc:docMk/>
            <pc:sldMk cId="2176259186" sldId="273"/>
            <ac:spMk id="3" creationId="{4361E8F3-5CFF-BA8A-634F-AF57EB86FDF0}"/>
          </ac:spMkLst>
        </pc:spChg>
        <pc:spChg chg="mod">
          <ac:chgData name="Mariana Rocha" userId="0a3173bd-d0ed-4c32-8e4c-b90c820606c5" providerId="ADAL" clId="{DCC3A51D-31E8-5BC6-970B-354B54D5302A}" dt="2025-10-10T14:00:55.693" v="1644"/>
          <ac:spMkLst>
            <pc:docMk/>
            <pc:sldMk cId="2176259186" sldId="273"/>
            <ac:spMk id="5" creationId="{B02DD506-55A1-D6E4-F98E-30A0A5147D90}"/>
          </ac:spMkLst>
        </pc:spChg>
        <pc:spChg chg="add del mod">
          <ac:chgData name="Mariana Rocha" userId="0a3173bd-d0ed-4c32-8e4c-b90c820606c5" providerId="ADAL" clId="{DCC3A51D-31E8-5BC6-970B-354B54D5302A}" dt="2025-10-10T14:02:39.901" v="1645" actId="478"/>
          <ac:spMkLst>
            <pc:docMk/>
            <pc:sldMk cId="2176259186" sldId="273"/>
            <ac:spMk id="7" creationId="{AE8CA64C-380F-BF32-4AC4-68572C4D8F93}"/>
          </ac:spMkLst>
        </pc:spChg>
        <pc:spChg chg="add mod">
          <ac:chgData name="Mariana Rocha" userId="0a3173bd-d0ed-4c32-8e4c-b90c820606c5" providerId="ADAL" clId="{DCC3A51D-31E8-5BC6-970B-354B54D5302A}" dt="2025-10-10T14:02:46.111" v="1649" actId="20577"/>
          <ac:spMkLst>
            <pc:docMk/>
            <pc:sldMk cId="2176259186" sldId="273"/>
            <ac:spMk id="9" creationId="{00D54693-3A28-96EE-75DF-66A0A14627D9}"/>
          </ac:spMkLst>
        </pc:spChg>
        <pc:spChg chg="mod">
          <ac:chgData name="Mariana Rocha" userId="0a3173bd-d0ed-4c32-8e4c-b90c820606c5" providerId="ADAL" clId="{DCC3A51D-31E8-5BC6-970B-354B54D5302A}" dt="2025-10-10T12:11:27.114" v="13"/>
          <ac:spMkLst>
            <pc:docMk/>
            <pc:sldMk cId="2176259186" sldId="273"/>
            <ac:spMk id="390149"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52"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54"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58"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59"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60"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63"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66"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71" creationId="{00000000-0000-0000-0000-000000000000}"/>
          </ac:spMkLst>
        </pc:spChg>
        <pc:spChg chg="del">
          <ac:chgData name="Mariana Rocha" userId="0a3173bd-d0ed-4c32-8e4c-b90c820606c5" providerId="ADAL" clId="{DCC3A51D-31E8-5BC6-970B-354B54D5302A}" dt="2025-10-10T14:00:11.366" v="1626" actId="478"/>
          <ac:spMkLst>
            <pc:docMk/>
            <pc:sldMk cId="2176259186" sldId="273"/>
            <ac:spMk id="390172"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73" creationId="{00000000-0000-0000-0000-000000000000}"/>
          </ac:spMkLst>
        </pc:spChg>
        <pc:spChg chg="del">
          <ac:chgData name="Mariana Rocha" userId="0a3173bd-d0ed-4c32-8e4c-b90c820606c5" providerId="ADAL" clId="{DCC3A51D-31E8-5BC6-970B-354B54D5302A}" dt="2025-10-10T14:00:16.042" v="1627" actId="478"/>
          <ac:spMkLst>
            <pc:docMk/>
            <pc:sldMk cId="2176259186" sldId="273"/>
            <ac:spMk id="390174" creationId="{00000000-0000-0000-0000-000000000000}"/>
          </ac:spMkLst>
        </pc:spChg>
      </pc:sldChg>
      <pc:sldChg chg="modSp del">
        <pc:chgData name="Mariana Rocha" userId="0a3173bd-d0ed-4c32-8e4c-b90c820606c5" providerId="ADAL" clId="{DCC3A51D-31E8-5BC6-970B-354B54D5302A}" dt="2025-10-10T14:02:54.611" v="1650" actId="2696"/>
        <pc:sldMkLst>
          <pc:docMk/>
          <pc:sldMk cId="1800430668" sldId="274"/>
        </pc:sldMkLst>
        <pc:spChg chg="mod">
          <ac:chgData name="Mariana Rocha" userId="0a3173bd-d0ed-4c32-8e4c-b90c820606c5" providerId="ADAL" clId="{DCC3A51D-31E8-5BC6-970B-354B54D5302A}" dt="2025-10-10T12:11:27.114" v="13"/>
          <ac:spMkLst>
            <pc:docMk/>
            <pc:sldMk cId="1800430668" sldId="274"/>
            <ac:spMk id="3" creationId="{92ADF7D1-466B-3594-AA4E-C4A7A1A3DF5E}"/>
          </ac:spMkLst>
        </pc:spChg>
        <pc:spChg chg="mod">
          <ac:chgData name="Mariana Rocha" userId="0a3173bd-d0ed-4c32-8e4c-b90c820606c5" providerId="ADAL" clId="{DCC3A51D-31E8-5BC6-970B-354B54D5302A}" dt="2025-10-10T12:11:27.114" v="13"/>
          <ac:spMkLst>
            <pc:docMk/>
            <pc:sldMk cId="1800430668" sldId="274"/>
            <ac:spMk id="392216" creationId="{00000000-0000-0000-0000-000000000000}"/>
          </ac:spMkLst>
        </pc:spChg>
      </pc:sldChg>
      <pc:sldChg chg="addSp delSp modSp add mod">
        <pc:chgData name="Mariana Rocha" userId="0a3173bd-d0ed-4c32-8e4c-b90c820606c5" providerId="ADAL" clId="{DCC3A51D-31E8-5BC6-970B-354B54D5302A}" dt="2025-10-10T14:12:15.753" v="1680" actId="1076"/>
        <pc:sldMkLst>
          <pc:docMk/>
          <pc:sldMk cId="2020535214" sldId="274"/>
        </pc:sldMkLst>
        <pc:spChg chg="del mod">
          <ac:chgData name="Mariana Rocha" userId="0a3173bd-d0ed-4c32-8e4c-b90c820606c5" providerId="ADAL" clId="{DCC3A51D-31E8-5BC6-970B-354B54D5302A}" dt="2025-10-10T14:11:33.416" v="1669" actId="478"/>
          <ac:spMkLst>
            <pc:docMk/>
            <pc:sldMk cId="2020535214" sldId="274"/>
            <ac:spMk id="2" creationId="{00000000-0000-0000-0000-000000000000}"/>
          </ac:spMkLst>
        </pc:spChg>
        <pc:spChg chg="mod">
          <ac:chgData name="Mariana Rocha" userId="0a3173bd-d0ed-4c32-8e4c-b90c820606c5" providerId="ADAL" clId="{DCC3A51D-31E8-5BC6-970B-354B54D5302A}" dt="2025-10-10T14:12:08.282" v="1679" actId="12"/>
          <ac:spMkLst>
            <pc:docMk/>
            <pc:sldMk cId="2020535214" sldId="274"/>
            <ac:spMk id="4" creationId="{B5A9D48F-AAFD-EED9-673E-4E0970D496A7}"/>
          </ac:spMkLst>
        </pc:spChg>
        <pc:spChg chg="add mod">
          <ac:chgData name="Mariana Rocha" userId="0a3173bd-d0ed-4c32-8e4c-b90c820606c5" providerId="ADAL" clId="{DCC3A51D-31E8-5BC6-970B-354B54D5302A}" dt="2025-10-10T14:12:15.753" v="1680" actId="1076"/>
          <ac:spMkLst>
            <pc:docMk/>
            <pc:sldMk cId="2020535214" sldId="274"/>
            <ac:spMk id="6" creationId="{D453D3F3-4DAF-5856-BCC1-6E89C08BD567}"/>
          </ac:spMkLst>
        </pc:spChg>
        <pc:spChg chg="del">
          <ac:chgData name="Mariana Rocha" userId="0a3173bd-d0ed-4c32-8e4c-b90c820606c5" providerId="ADAL" clId="{DCC3A51D-31E8-5BC6-970B-354B54D5302A}" dt="2025-10-10T14:03:54.823" v="1660" actId="478"/>
          <ac:spMkLst>
            <pc:docMk/>
            <pc:sldMk cId="2020535214" sldId="274"/>
            <ac:spMk id="392227"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29"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30"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33"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35" creationId="{00000000-0000-0000-0000-000000000000}"/>
          </ac:spMkLst>
        </pc:spChg>
        <pc:spChg chg="del">
          <ac:chgData name="Mariana Rocha" userId="0a3173bd-d0ed-4c32-8e4c-b90c820606c5" providerId="ADAL" clId="{DCC3A51D-31E8-5BC6-970B-354B54D5302A}" dt="2025-10-10T14:03:58.929" v="1663" actId="478"/>
          <ac:spMkLst>
            <pc:docMk/>
            <pc:sldMk cId="2020535214" sldId="274"/>
            <ac:spMk id="392236" creationId="{00000000-0000-0000-0000-000000000000}"/>
          </ac:spMkLst>
        </pc:spChg>
        <pc:spChg chg="del">
          <ac:chgData name="Mariana Rocha" userId="0a3173bd-d0ed-4c32-8e4c-b90c820606c5" providerId="ADAL" clId="{DCC3A51D-31E8-5BC6-970B-354B54D5302A}" dt="2025-10-10T14:03:56.320" v="1661" actId="478"/>
          <ac:spMkLst>
            <pc:docMk/>
            <pc:sldMk cId="2020535214" sldId="274"/>
            <ac:spMk id="392237" creationId="{00000000-0000-0000-0000-000000000000}"/>
          </ac:spMkLst>
        </pc:spChg>
        <pc:spChg chg="del">
          <ac:chgData name="Mariana Rocha" userId="0a3173bd-d0ed-4c32-8e4c-b90c820606c5" providerId="ADAL" clId="{DCC3A51D-31E8-5BC6-970B-354B54D5302A}" dt="2025-10-10T14:03:57.601" v="1662" actId="478"/>
          <ac:spMkLst>
            <pc:docMk/>
            <pc:sldMk cId="2020535214" sldId="274"/>
            <ac:spMk id="392238"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39"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41"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42"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45" creationId="{00000000-0000-0000-0000-000000000000}"/>
          </ac:spMkLst>
        </pc:spChg>
        <pc:spChg chg="del">
          <ac:chgData name="Mariana Rocha" userId="0a3173bd-d0ed-4c32-8e4c-b90c820606c5" providerId="ADAL" clId="{DCC3A51D-31E8-5BC6-970B-354B54D5302A}" dt="2025-10-10T14:03:54.823" v="1660" actId="478"/>
          <ac:spMkLst>
            <pc:docMk/>
            <pc:sldMk cId="2020535214" sldId="274"/>
            <ac:spMk id="392246" creationId="{00000000-0000-0000-0000-000000000000}"/>
          </ac:spMkLst>
        </pc:spChg>
      </pc:sldChg>
      <pc:sldChg chg="addSp delSp modSp mod">
        <pc:chgData name="Mariana Rocha" userId="0a3173bd-d0ed-4c32-8e4c-b90c820606c5" providerId="ADAL" clId="{DCC3A51D-31E8-5BC6-970B-354B54D5302A}" dt="2025-10-10T15:56:48.478" v="2496" actId="1076"/>
        <pc:sldMkLst>
          <pc:docMk/>
          <pc:sldMk cId="1197066714" sldId="277"/>
        </pc:sldMkLst>
        <pc:spChg chg="mod">
          <ac:chgData name="Mariana Rocha" userId="0a3173bd-d0ed-4c32-8e4c-b90c820606c5" providerId="ADAL" clId="{DCC3A51D-31E8-5BC6-970B-354B54D5302A}" dt="2025-10-10T12:11:27.114" v="13"/>
          <ac:spMkLst>
            <pc:docMk/>
            <pc:sldMk cId="1197066714" sldId="277"/>
            <ac:spMk id="2" creationId="{447E6E09-B03D-DC7C-F9FF-CB1E179A9A63}"/>
          </ac:spMkLst>
        </pc:spChg>
        <pc:spChg chg="del">
          <ac:chgData name="Mariana Rocha" userId="0a3173bd-d0ed-4c32-8e4c-b90c820606c5" providerId="ADAL" clId="{DCC3A51D-31E8-5BC6-970B-354B54D5302A}" dt="2025-10-10T14:51:00.250" v="2129" actId="478"/>
          <ac:spMkLst>
            <pc:docMk/>
            <pc:sldMk cId="1197066714" sldId="277"/>
            <ac:spMk id="3" creationId="{DA56B266-D6C6-F4C9-8CCF-CCEAECDC6EF4}"/>
          </ac:spMkLst>
        </pc:spChg>
        <pc:spChg chg="add del mod">
          <ac:chgData name="Mariana Rocha" userId="0a3173bd-d0ed-4c32-8e4c-b90c820606c5" providerId="ADAL" clId="{DCC3A51D-31E8-5BC6-970B-354B54D5302A}" dt="2025-10-10T15:56:33.834" v="2489" actId="478"/>
          <ac:spMkLst>
            <pc:docMk/>
            <pc:sldMk cId="1197066714" sldId="277"/>
            <ac:spMk id="5" creationId="{3CA95C16-88C1-B82F-5AF6-039ECC0E82A0}"/>
          </ac:spMkLst>
        </pc:spChg>
        <pc:spChg chg="add mod">
          <ac:chgData name="Mariana Rocha" userId="0a3173bd-d0ed-4c32-8e4c-b90c820606c5" providerId="ADAL" clId="{DCC3A51D-31E8-5BC6-970B-354B54D5302A}" dt="2025-10-10T15:56:48.478" v="2496" actId="1076"/>
          <ac:spMkLst>
            <pc:docMk/>
            <pc:sldMk cId="1197066714" sldId="277"/>
            <ac:spMk id="7" creationId="{0C754953-3AA8-1152-F19E-4711AB1FBD4C}"/>
          </ac:spMkLst>
        </pc:spChg>
        <pc:spChg chg="mod">
          <ac:chgData name="Mariana Rocha" userId="0a3173bd-d0ed-4c32-8e4c-b90c820606c5" providerId="ADAL" clId="{DCC3A51D-31E8-5BC6-970B-354B54D5302A}" dt="2025-10-10T15:56:45.727" v="2495" actId="14100"/>
          <ac:spMkLst>
            <pc:docMk/>
            <pc:sldMk cId="1197066714" sldId="277"/>
            <ac:spMk id="400389" creationId="{00000000-0000-0000-0000-000000000000}"/>
          </ac:spMkLst>
        </pc:spChg>
      </pc:sldChg>
      <pc:sldChg chg="modSp del">
        <pc:chgData name="Mariana Rocha" userId="0a3173bd-d0ed-4c32-8e4c-b90c820606c5" providerId="ADAL" clId="{DCC3A51D-31E8-5BC6-970B-354B54D5302A}" dt="2025-10-10T14:57:47.547" v="2466" actId="2696"/>
        <pc:sldMkLst>
          <pc:docMk/>
          <pc:sldMk cId="2046346046" sldId="278"/>
        </pc:sldMkLst>
        <pc:spChg chg="mod">
          <ac:chgData name="Mariana Rocha" userId="0a3173bd-d0ed-4c32-8e4c-b90c820606c5" providerId="ADAL" clId="{DCC3A51D-31E8-5BC6-970B-354B54D5302A}" dt="2025-10-10T12:11:27.114" v="13"/>
          <ac:spMkLst>
            <pc:docMk/>
            <pc:sldMk cId="2046346046" sldId="278"/>
            <ac:spMk id="2" creationId="{90D746BE-43E2-AE31-3DDE-C38F470A9520}"/>
          </ac:spMkLst>
        </pc:spChg>
      </pc:sldChg>
      <pc:sldChg chg="modSp">
        <pc:chgData name="Mariana Rocha" userId="0a3173bd-d0ed-4c32-8e4c-b90c820606c5" providerId="ADAL" clId="{DCC3A51D-31E8-5BC6-970B-354B54D5302A}" dt="2025-10-10T12:11:27.114" v="13"/>
        <pc:sldMkLst>
          <pc:docMk/>
          <pc:sldMk cId="2094133130" sldId="283"/>
        </pc:sldMkLst>
        <pc:spChg chg="mod">
          <ac:chgData name="Mariana Rocha" userId="0a3173bd-d0ed-4c32-8e4c-b90c820606c5" providerId="ADAL" clId="{DCC3A51D-31E8-5BC6-970B-354B54D5302A}" dt="2025-10-10T12:11:27.114" v="13"/>
          <ac:spMkLst>
            <pc:docMk/>
            <pc:sldMk cId="2094133130" sldId="283"/>
            <ac:spMk id="2" creationId="{53FF6162-E470-05EC-3BEE-F93A7E0061B9}"/>
          </ac:spMkLst>
        </pc:spChg>
        <pc:spChg chg="mod">
          <ac:chgData name="Mariana Rocha" userId="0a3173bd-d0ed-4c32-8e4c-b90c820606c5" providerId="ADAL" clId="{DCC3A51D-31E8-5BC6-970B-354B54D5302A}" dt="2025-10-10T12:11:27.114" v="13"/>
          <ac:spMkLst>
            <pc:docMk/>
            <pc:sldMk cId="2094133130" sldId="283"/>
            <ac:spMk id="412683" creationId="{00000000-0000-0000-0000-000000000000}"/>
          </ac:spMkLst>
        </pc:spChg>
      </pc:sldChg>
      <pc:sldChg chg="modSp mod">
        <pc:chgData name="Mariana Rocha" userId="0a3173bd-d0ed-4c32-8e4c-b90c820606c5" providerId="ADAL" clId="{DCC3A51D-31E8-5BC6-970B-354B54D5302A}" dt="2025-10-10T12:11:27.481" v="16" actId="27636"/>
        <pc:sldMkLst>
          <pc:docMk/>
          <pc:sldMk cId="1042698545" sldId="291"/>
        </pc:sldMkLst>
        <pc:spChg chg="mod">
          <ac:chgData name="Mariana Rocha" userId="0a3173bd-d0ed-4c32-8e4c-b90c820606c5" providerId="ADAL" clId="{DCC3A51D-31E8-5BC6-970B-354B54D5302A}" dt="2025-10-10T12:11:27.114" v="13"/>
          <ac:spMkLst>
            <pc:docMk/>
            <pc:sldMk cId="1042698545" sldId="291"/>
            <ac:spMk id="2" creationId="{64FF963D-003D-2275-E1E6-117975247F1F}"/>
          </ac:spMkLst>
        </pc:spChg>
        <pc:spChg chg="mod">
          <ac:chgData name="Mariana Rocha" userId="0a3173bd-d0ed-4c32-8e4c-b90c820606c5" providerId="ADAL" clId="{DCC3A51D-31E8-5BC6-970B-354B54D5302A}" dt="2025-10-10T12:11:27.114" v="13"/>
          <ac:spMkLst>
            <pc:docMk/>
            <pc:sldMk cId="1042698545" sldId="291"/>
            <ac:spMk id="437280" creationId="{00000000-0000-0000-0000-000000000000}"/>
          </ac:spMkLst>
        </pc:spChg>
        <pc:spChg chg="mod">
          <ac:chgData name="Mariana Rocha" userId="0a3173bd-d0ed-4c32-8e4c-b90c820606c5" providerId="ADAL" clId="{DCC3A51D-31E8-5BC6-970B-354B54D5302A}" dt="2025-10-10T12:11:27.481" v="16" actId="27636"/>
          <ac:spMkLst>
            <pc:docMk/>
            <pc:sldMk cId="1042698545" sldId="291"/>
            <ac:spMk id="437281" creationId="{00000000-0000-0000-0000-000000000000}"/>
          </ac:spMkLst>
        </pc:spChg>
      </pc:sldChg>
      <pc:sldChg chg="addSp delSp modSp mod">
        <pc:chgData name="Mariana Rocha" userId="0a3173bd-d0ed-4c32-8e4c-b90c820606c5" providerId="ADAL" clId="{DCC3A51D-31E8-5BC6-970B-354B54D5302A}" dt="2025-10-10T16:09:50.788" v="2722" actId="1076"/>
        <pc:sldMkLst>
          <pc:docMk/>
          <pc:sldMk cId="1883263306" sldId="402"/>
        </pc:sldMkLst>
        <pc:spChg chg="mod">
          <ac:chgData name="Mariana Rocha" userId="0a3173bd-d0ed-4c32-8e4c-b90c820606c5" providerId="ADAL" clId="{DCC3A51D-31E8-5BC6-970B-354B54D5302A}" dt="2025-10-10T12:11:27.114" v="13"/>
          <ac:spMkLst>
            <pc:docMk/>
            <pc:sldMk cId="1883263306" sldId="402"/>
            <ac:spMk id="2" creationId="{338290EF-1D0C-4023-5858-E63BC0D2DA17}"/>
          </ac:spMkLst>
        </pc:spChg>
        <pc:spChg chg="del">
          <ac:chgData name="Mariana Rocha" userId="0a3173bd-d0ed-4c32-8e4c-b90c820606c5" providerId="ADAL" clId="{DCC3A51D-31E8-5BC6-970B-354B54D5302A}" dt="2025-10-10T16:07:20.706" v="2695" actId="478"/>
          <ac:spMkLst>
            <pc:docMk/>
            <pc:sldMk cId="1883263306" sldId="402"/>
            <ac:spMk id="4" creationId="{8E726B89-820A-6C77-E042-EA693EA136A1}"/>
          </ac:spMkLst>
        </pc:spChg>
        <pc:spChg chg="add del mod">
          <ac:chgData name="Mariana Rocha" userId="0a3173bd-d0ed-4c32-8e4c-b90c820606c5" providerId="ADAL" clId="{DCC3A51D-31E8-5BC6-970B-354B54D5302A}" dt="2025-10-10T16:08:54.863" v="2705" actId="478"/>
          <ac:spMkLst>
            <pc:docMk/>
            <pc:sldMk cId="1883263306" sldId="402"/>
            <ac:spMk id="5" creationId="{C2BCB302-D4CA-7616-7C44-220BEDB3116B}"/>
          </ac:spMkLst>
        </pc:spChg>
        <pc:spChg chg="mod">
          <ac:chgData name="Mariana Rocha" userId="0a3173bd-d0ed-4c32-8e4c-b90c820606c5" providerId="ADAL" clId="{DCC3A51D-31E8-5BC6-970B-354B54D5302A}" dt="2025-10-10T16:09:48.454" v="2721" actId="14100"/>
          <ac:spMkLst>
            <pc:docMk/>
            <pc:sldMk cId="1883263306" sldId="402"/>
            <ac:spMk id="8" creationId="{B7081207-B9CA-8F5F-15E2-A710E50514C4}"/>
          </ac:spMkLst>
        </pc:spChg>
        <pc:spChg chg="add mod">
          <ac:chgData name="Mariana Rocha" userId="0a3173bd-d0ed-4c32-8e4c-b90c820606c5" providerId="ADAL" clId="{DCC3A51D-31E8-5BC6-970B-354B54D5302A}" dt="2025-10-10T16:09:50.788" v="2722" actId="1076"/>
          <ac:spMkLst>
            <pc:docMk/>
            <pc:sldMk cId="1883263306" sldId="402"/>
            <ac:spMk id="9" creationId="{91227399-32D3-0534-C05B-BA5857E5C7E2}"/>
          </ac:spMkLst>
        </pc:spChg>
        <pc:spChg chg="add mod">
          <ac:chgData name="Mariana Rocha" userId="0a3173bd-d0ed-4c32-8e4c-b90c820606c5" providerId="ADAL" clId="{DCC3A51D-31E8-5BC6-970B-354B54D5302A}" dt="2025-10-10T16:09:40.157" v="2718" actId="1076"/>
          <ac:spMkLst>
            <pc:docMk/>
            <pc:sldMk cId="1883263306" sldId="402"/>
            <ac:spMk id="11" creationId="{7A074415-7F40-26C0-6524-EB298EE6247A}"/>
          </ac:spMkLst>
        </pc:spChg>
        <pc:spChg chg="mod">
          <ac:chgData name="Mariana Rocha" userId="0a3173bd-d0ed-4c32-8e4c-b90c820606c5" providerId="ADAL" clId="{DCC3A51D-31E8-5BC6-970B-354B54D5302A}" dt="2025-10-10T12:11:27.114" v="13"/>
          <ac:spMkLst>
            <pc:docMk/>
            <pc:sldMk cId="1883263306" sldId="402"/>
            <ac:spMk id="435213" creationId="{00000000-0000-0000-0000-000000000000}"/>
          </ac:spMkLst>
        </pc:spChg>
        <pc:picChg chg="del">
          <ac:chgData name="Mariana Rocha" userId="0a3173bd-d0ed-4c32-8e4c-b90c820606c5" providerId="ADAL" clId="{DCC3A51D-31E8-5BC6-970B-354B54D5302A}" dt="2025-10-10T16:07:18.925" v="2694" actId="478"/>
          <ac:picMkLst>
            <pc:docMk/>
            <pc:sldMk cId="1883263306" sldId="402"/>
            <ac:picMk id="6" creationId="{168ED329-AA07-F922-90B4-95F37C42BD76}"/>
          </ac:picMkLst>
        </pc:picChg>
      </pc:sldChg>
      <pc:sldChg chg="modSp del">
        <pc:chgData name="Mariana Rocha" userId="0a3173bd-d0ed-4c32-8e4c-b90c820606c5" providerId="ADAL" clId="{DCC3A51D-31E8-5BC6-970B-354B54D5302A}" dt="2025-10-10T16:09:57.924" v="2723" actId="2696"/>
        <pc:sldMkLst>
          <pc:docMk/>
          <pc:sldMk cId="3141638590" sldId="424"/>
        </pc:sldMkLst>
        <pc:spChg chg="mod">
          <ac:chgData name="Mariana Rocha" userId="0a3173bd-d0ed-4c32-8e4c-b90c820606c5" providerId="ADAL" clId="{DCC3A51D-31E8-5BC6-970B-354B54D5302A}" dt="2025-10-10T12:11:27.114" v="13"/>
          <ac:spMkLst>
            <pc:docMk/>
            <pc:sldMk cId="3141638590" sldId="424"/>
            <ac:spMk id="2" creationId="{49CAE202-580A-94CD-EF23-0A1603C58A13}"/>
          </ac:spMkLst>
        </pc:spChg>
        <pc:spChg chg="mod">
          <ac:chgData name="Mariana Rocha" userId="0a3173bd-d0ed-4c32-8e4c-b90c820606c5" providerId="ADAL" clId="{DCC3A51D-31E8-5BC6-970B-354B54D5302A}" dt="2025-10-10T12:11:27.114" v="13"/>
          <ac:spMkLst>
            <pc:docMk/>
            <pc:sldMk cId="3141638590" sldId="424"/>
            <ac:spMk id="435213" creationId="{00000000-0000-0000-0000-000000000000}"/>
          </ac:spMkLst>
        </pc:spChg>
      </pc:sldChg>
      <pc:sldChg chg="modSp add del">
        <pc:chgData name="Mariana Rocha" userId="0a3173bd-d0ed-4c32-8e4c-b90c820606c5" providerId="ADAL" clId="{DCC3A51D-31E8-5BC6-970B-354B54D5302A}" dt="2025-10-10T14:58:02.437" v="2472" actId="2696"/>
        <pc:sldMkLst>
          <pc:docMk/>
          <pc:sldMk cId="3092446178" sldId="517"/>
        </pc:sldMkLst>
        <pc:spChg chg="mod">
          <ac:chgData name="Mariana Rocha" userId="0a3173bd-d0ed-4c32-8e4c-b90c820606c5" providerId="ADAL" clId="{DCC3A51D-31E8-5BC6-970B-354B54D5302A}" dt="2025-10-10T12:11:27.114" v="13"/>
          <ac:spMkLst>
            <pc:docMk/>
            <pc:sldMk cId="3092446178" sldId="517"/>
            <ac:spMk id="3" creationId="{85FA5366-7384-53A8-0C87-18C8A7B9637B}"/>
          </ac:spMkLst>
        </pc:spChg>
      </pc:sldChg>
      <pc:sldChg chg="modSp">
        <pc:chgData name="Mariana Rocha" userId="0a3173bd-d0ed-4c32-8e4c-b90c820606c5" providerId="ADAL" clId="{DCC3A51D-31E8-5BC6-970B-354B54D5302A}" dt="2025-10-10T12:11:27.114" v="13"/>
        <pc:sldMkLst>
          <pc:docMk/>
          <pc:sldMk cId="565734657" sldId="518"/>
        </pc:sldMkLst>
        <pc:spChg chg="mod">
          <ac:chgData name="Mariana Rocha" userId="0a3173bd-d0ed-4c32-8e4c-b90c820606c5" providerId="ADAL" clId="{DCC3A51D-31E8-5BC6-970B-354B54D5302A}" dt="2025-10-10T12:11:27.114" v="13"/>
          <ac:spMkLst>
            <pc:docMk/>
            <pc:sldMk cId="565734657" sldId="518"/>
            <ac:spMk id="2" creationId="{00000000-0000-0000-0000-000000000000}"/>
          </ac:spMkLst>
        </pc:spChg>
        <pc:spChg chg="mod">
          <ac:chgData name="Mariana Rocha" userId="0a3173bd-d0ed-4c32-8e4c-b90c820606c5" providerId="ADAL" clId="{DCC3A51D-31E8-5BC6-970B-354B54D5302A}" dt="2025-10-10T12:11:27.114" v="13"/>
          <ac:spMkLst>
            <pc:docMk/>
            <pc:sldMk cId="565734657" sldId="518"/>
            <ac:spMk id="5" creationId="{9B57D489-F310-A513-7961-3020764F36EA}"/>
          </ac:spMkLst>
        </pc:spChg>
      </pc:sldChg>
      <pc:sldChg chg="addSp delSp modSp mod">
        <pc:chgData name="Mariana Rocha" userId="0a3173bd-d0ed-4c32-8e4c-b90c820606c5" providerId="ADAL" clId="{DCC3A51D-31E8-5BC6-970B-354B54D5302A}" dt="2025-10-10T16:11:25.561" v="2728" actId="403"/>
        <pc:sldMkLst>
          <pc:docMk/>
          <pc:sldMk cId="1088461056" sldId="564"/>
        </pc:sldMkLst>
        <pc:spChg chg="mod">
          <ac:chgData name="Mariana Rocha" userId="0a3173bd-d0ed-4c32-8e4c-b90c820606c5" providerId="ADAL" clId="{DCC3A51D-31E8-5BC6-970B-354B54D5302A}" dt="2025-10-10T12:11:27.114" v="13"/>
          <ac:spMkLst>
            <pc:docMk/>
            <pc:sldMk cId="1088461056" sldId="564"/>
            <ac:spMk id="2" creationId="{551A199D-E334-4822-91E2-6CD970000408}"/>
          </ac:spMkLst>
        </pc:spChg>
        <pc:spChg chg="add mod">
          <ac:chgData name="Mariana Rocha" userId="0a3173bd-d0ed-4c32-8e4c-b90c820606c5" providerId="ADAL" clId="{DCC3A51D-31E8-5BC6-970B-354B54D5302A}" dt="2025-10-10T16:11:25.561" v="2728" actId="403"/>
          <ac:spMkLst>
            <pc:docMk/>
            <pc:sldMk cId="1088461056" sldId="564"/>
            <ac:spMk id="4" creationId="{8F902AFB-A596-50D9-9291-FF47F2B353E9}"/>
          </ac:spMkLst>
        </pc:spChg>
        <pc:spChg chg="del">
          <ac:chgData name="Mariana Rocha" userId="0a3173bd-d0ed-4c32-8e4c-b90c820606c5" providerId="ADAL" clId="{DCC3A51D-31E8-5BC6-970B-354B54D5302A}" dt="2025-10-10T16:11:15.528" v="2724" actId="478"/>
          <ac:spMkLst>
            <pc:docMk/>
            <pc:sldMk cId="1088461056" sldId="564"/>
            <ac:spMk id="5" creationId="{517111B8-7ACC-B9C8-D649-0E9DBD4D398C}"/>
          </ac:spMkLst>
        </pc:spChg>
        <pc:spChg chg="mod">
          <ac:chgData name="Mariana Rocha" userId="0a3173bd-d0ed-4c32-8e4c-b90c820606c5" providerId="ADAL" clId="{DCC3A51D-31E8-5BC6-970B-354B54D5302A}" dt="2025-10-10T12:11:27.114" v="13"/>
          <ac:spMkLst>
            <pc:docMk/>
            <pc:sldMk cId="1088461056" sldId="564"/>
            <ac:spMk id="439307" creationId="{00000000-0000-0000-0000-000000000000}"/>
          </ac:spMkLst>
        </pc:spChg>
      </pc:sldChg>
      <pc:sldChg chg="modSp del">
        <pc:chgData name="Mariana Rocha" userId="0a3173bd-d0ed-4c32-8e4c-b90c820606c5" providerId="ADAL" clId="{DCC3A51D-31E8-5BC6-970B-354B54D5302A}" dt="2025-10-10T12:44:47.727" v="365" actId="2696"/>
        <pc:sldMkLst>
          <pc:docMk/>
          <pc:sldMk cId="3163474170" sldId="565"/>
        </pc:sldMkLst>
        <pc:spChg chg="mod">
          <ac:chgData name="Mariana Rocha" userId="0a3173bd-d0ed-4c32-8e4c-b90c820606c5" providerId="ADAL" clId="{DCC3A51D-31E8-5BC6-970B-354B54D5302A}" dt="2025-10-10T12:11:27.114" v="13"/>
          <ac:spMkLst>
            <pc:docMk/>
            <pc:sldMk cId="3163474170" sldId="565"/>
            <ac:spMk id="2" creationId="{AE435866-93EB-C17D-AAD8-C57A50BD0656}"/>
          </ac:spMkLst>
        </pc:spChg>
      </pc:sldChg>
      <pc:sldChg chg="modSp del">
        <pc:chgData name="Mariana Rocha" userId="0a3173bd-d0ed-4c32-8e4c-b90c820606c5" providerId="ADAL" clId="{DCC3A51D-31E8-5BC6-970B-354B54D5302A}" dt="2025-10-10T12:44:47.722" v="364" actId="2696"/>
        <pc:sldMkLst>
          <pc:docMk/>
          <pc:sldMk cId="1081851485" sldId="566"/>
        </pc:sldMkLst>
        <pc:spChg chg="mod">
          <ac:chgData name="Mariana Rocha" userId="0a3173bd-d0ed-4c32-8e4c-b90c820606c5" providerId="ADAL" clId="{DCC3A51D-31E8-5BC6-970B-354B54D5302A}" dt="2025-10-10T12:11:27.114" v="13"/>
          <ac:spMkLst>
            <pc:docMk/>
            <pc:sldMk cId="1081851485" sldId="566"/>
            <ac:spMk id="2" creationId="{299A387F-9A12-60B5-8AF8-ACD45F63711C}"/>
          </ac:spMkLst>
        </pc:spChg>
      </pc:sldChg>
      <pc:sldChg chg="modSp del">
        <pc:chgData name="Mariana Rocha" userId="0a3173bd-d0ed-4c32-8e4c-b90c820606c5" providerId="ADAL" clId="{DCC3A51D-31E8-5BC6-970B-354B54D5302A}" dt="2025-10-10T12:44:47.699" v="363" actId="2696"/>
        <pc:sldMkLst>
          <pc:docMk/>
          <pc:sldMk cId="4291529640" sldId="567"/>
        </pc:sldMkLst>
        <pc:spChg chg="mod">
          <ac:chgData name="Mariana Rocha" userId="0a3173bd-d0ed-4c32-8e4c-b90c820606c5" providerId="ADAL" clId="{DCC3A51D-31E8-5BC6-970B-354B54D5302A}" dt="2025-10-10T12:11:27.114" v="13"/>
          <ac:spMkLst>
            <pc:docMk/>
            <pc:sldMk cId="4291529640" sldId="567"/>
            <ac:spMk id="3" creationId="{50C6BE4F-44C5-CF99-B846-0FB862DA0D12}"/>
          </ac:spMkLst>
        </pc:spChg>
      </pc:sldChg>
      <pc:sldChg chg="addSp delSp modSp mod">
        <pc:chgData name="Mariana Rocha" userId="0a3173bd-d0ed-4c32-8e4c-b90c820606c5" providerId="ADAL" clId="{DCC3A51D-31E8-5BC6-970B-354B54D5302A}" dt="2025-10-10T14:28:09.354" v="2048" actId="1076"/>
        <pc:sldMkLst>
          <pc:docMk/>
          <pc:sldMk cId="2368254055" sldId="568"/>
        </pc:sldMkLst>
        <pc:spChg chg="mod">
          <ac:chgData name="Mariana Rocha" userId="0a3173bd-d0ed-4c32-8e4c-b90c820606c5" providerId="ADAL" clId="{DCC3A51D-31E8-5BC6-970B-354B54D5302A}" dt="2025-10-10T12:11:27.114" v="13"/>
          <ac:spMkLst>
            <pc:docMk/>
            <pc:sldMk cId="2368254055" sldId="568"/>
            <ac:spMk id="2" creationId="{A23167CA-E40B-4578-97E9-60EF88E0C745}"/>
          </ac:spMkLst>
        </pc:spChg>
        <pc:spChg chg="del">
          <ac:chgData name="Mariana Rocha" userId="0a3173bd-d0ed-4c32-8e4c-b90c820606c5" providerId="ADAL" clId="{DCC3A51D-31E8-5BC6-970B-354B54D5302A}" dt="2025-10-10T14:13:01.882" v="1687" actId="478"/>
          <ac:spMkLst>
            <pc:docMk/>
            <pc:sldMk cId="2368254055" sldId="568"/>
            <ac:spMk id="3" creationId="{6F7937BC-DF83-3A67-BE06-17A5BC9A90EF}"/>
          </ac:spMkLst>
        </pc:spChg>
        <pc:spChg chg="add del mod">
          <ac:chgData name="Mariana Rocha" userId="0a3173bd-d0ed-4c32-8e4c-b90c820606c5" providerId="ADAL" clId="{DCC3A51D-31E8-5BC6-970B-354B54D5302A}" dt="2025-10-10T14:15:53.728" v="1699" actId="478"/>
          <ac:spMkLst>
            <pc:docMk/>
            <pc:sldMk cId="2368254055" sldId="568"/>
            <ac:spMk id="5" creationId="{0C514038-1ADE-11EE-717D-7B6C7A60067B}"/>
          </ac:spMkLst>
        </pc:spChg>
        <pc:spChg chg="add mod">
          <ac:chgData name="Mariana Rocha" userId="0a3173bd-d0ed-4c32-8e4c-b90c820606c5" providerId="ADAL" clId="{DCC3A51D-31E8-5BC6-970B-354B54D5302A}" dt="2025-10-10T14:28:09.354" v="2048" actId="1076"/>
          <ac:spMkLst>
            <pc:docMk/>
            <pc:sldMk cId="2368254055" sldId="568"/>
            <ac:spMk id="7" creationId="{683D7F88-FE0B-6CEB-2E06-69B79392B6F0}"/>
          </ac:spMkLst>
        </pc:spChg>
        <pc:spChg chg="mod">
          <ac:chgData name="Mariana Rocha" userId="0a3173bd-d0ed-4c32-8e4c-b90c820606c5" providerId="ADAL" clId="{DCC3A51D-31E8-5BC6-970B-354B54D5302A}" dt="2025-10-10T14:26:50.843" v="1733" actId="20577"/>
          <ac:spMkLst>
            <pc:docMk/>
            <pc:sldMk cId="2368254055" sldId="568"/>
            <ac:spMk id="398344" creationId="{00000000-0000-0000-0000-000000000000}"/>
          </ac:spMkLst>
        </pc:spChg>
        <pc:spChg chg="mod">
          <ac:chgData name="Mariana Rocha" userId="0a3173bd-d0ed-4c32-8e4c-b90c820606c5" providerId="ADAL" clId="{DCC3A51D-31E8-5BC6-970B-354B54D5302A}" dt="2025-10-10T14:28:05.909" v="2047" actId="14100"/>
          <ac:spMkLst>
            <pc:docMk/>
            <pc:sldMk cId="2368254055" sldId="568"/>
            <ac:spMk id="398345" creationId="{00000000-0000-0000-0000-000000000000}"/>
          </ac:spMkLst>
        </pc:spChg>
      </pc:sldChg>
      <pc:sldChg chg="addSp delSp modSp mod">
        <pc:chgData name="Mariana Rocha" userId="0a3173bd-d0ed-4c32-8e4c-b90c820606c5" providerId="ADAL" clId="{DCC3A51D-31E8-5BC6-970B-354B54D5302A}" dt="2025-10-10T14:50:47.681" v="2128" actId="14100"/>
        <pc:sldMkLst>
          <pc:docMk/>
          <pc:sldMk cId="3184238716" sldId="570"/>
        </pc:sldMkLst>
        <pc:spChg chg="mod">
          <ac:chgData name="Mariana Rocha" userId="0a3173bd-d0ed-4c32-8e4c-b90c820606c5" providerId="ADAL" clId="{DCC3A51D-31E8-5BC6-970B-354B54D5302A}" dt="2025-10-10T12:11:27.114" v="13"/>
          <ac:spMkLst>
            <pc:docMk/>
            <pc:sldMk cId="3184238716" sldId="570"/>
            <ac:spMk id="2" creationId="{46E1EF27-DF72-9E7A-4787-4B11555A6FD9}"/>
          </ac:spMkLst>
        </pc:spChg>
        <pc:spChg chg="del">
          <ac:chgData name="Mariana Rocha" userId="0a3173bd-d0ed-4c32-8e4c-b90c820606c5" providerId="ADAL" clId="{DCC3A51D-31E8-5BC6-970B-354B54D5302A}" dt="2025-10-10T14:49:52.714" v="2057" actId="478"/>
          <ac:spMkLst>
            <pc:docMk/>
            <pc:sldMk cId="3184238716" sldId="570"/>
            <ac:spMk id="3" creationId="{6D7AF1A2-9641-B278-8910-37924D110A50}"/>
          </ac:spMkLst>
        </pc:spChg>
        <pc:spChg chg="del mod">
          <ac:chgData name="Mariana Rocha" userId="0a3173bd-d0ed-4c32-8e4c-b90c820606c5" providerId="ADAL" clId="{DCC3A51D-31E8-5BC6-970B-354B54D5302A}" dt="2025-10-10T14:50:24.189" v="2065" actId="478"/>
          <ac:spMkLst>
            <pc:docMk/>
            <pc:sldMk cId="3184238716" sldId="570"/>
            <ac:spMk id="5" creationId="{1F41A345-F754-81CA-D116-CB0C336EE3CD}"/>
          </ac:spMkLst>
        </pc:spChg>
        <pc:spChg chg="del">
          <ac:chgData name="Mariana Rocha" userId="0a3173bd-d0ed-4c32-8e4c-b90c820606c5" providerId="ADAL" clId="{DCC3A51D-31E8-5BC6-970B-354B54D5302A}" dt="2025-10-10T14:49:54.341" v="2058" actId="478"/>
          <ac:spMkLst>
            <pc:docMk/>
            <pc:sldMk cId="3184238716" sldId="570"/>
            <ac:spMk id="6" creationId="{220B77F8-14FA-47CF-3B15-348160B164AC}"/>
          </ac:spMkLst>
        </pc:spChg>
        <pc:spChg chg="add mod">
          <ac:chgData name="Mariana Rocha" userId="0a3173bd-d0ed-4c32-8e4c-b90c820606c5" providerId="ADAL" clId="{DCC3A51D-31E8-5BC6-970B-354B54D5302A}" dt="2025-10-10T14:50:30.614" v="2070" actId="1076"/>
          <ac:spMkLst>
            <pc:docMk/>
            <pc:sldMk cId="3184238716" sldId="570"/>
            <ac:spMk id="7" creationId="{CE88D835-5AB6-20E7-6F34-9254E1A323CF}"/>
          </ac:spMkLst>
        </pc:spChg>
        <pc:spChg chg="mod">
          <ac:chgData name="Mariana Rocha" userId="0a3173bd-d0ed-4c32-8e4c-b90c820606c5" providerId="ADAL" clId="{DCC3A51D-31E8-5BC6-970B-354B54D5302A}" dt="2025-10-10T14:50:47.681" v="2128" actId="14100"/>
          <ac:spMkLst>
            <pc:docMk/>
            <pc:sldMk cId="3184238716" sldId="570"/>
            <ac:spMk id="398345" creationId="{00000000-0000-0000-0000-000000000000}"/>
          </ac:spMkLst>
        </pc:spChg>
      </pc:sldChg>
      <pc:sldChg chg="modSp add del">
        <pc:chgData name="Mariana Rocha" userId="0a3173bd-d0ed-4c32-8e4c-b90c820606c5" providerId="ADAL" clId="{DCC3A51D-31E8-5BC6-970B-354B54D5302A}" dt="2025-10-10T14:55:52.630" v="2362" actId="2696"/>
        <pc:sldMkLst>
          <pc:docMk/>
          <pc:sldMk cId="2801872379" sldId="571"/>
        </pc:sldMkLst>
        <pc:spChg chg="mod">
          <ac:chgData name="Mariana Rocha" userId="0a3173bd-d0ed-4c32-8e4c-b90c820606c5" providerId="ADAL" clId="{DCC3A51D-31E8-5BC6-970B-354B54D5302A}" dt="2025-10-10T12:11:27.114" v="13"/>
          <ac:spMkLst>
            <pc:docMk/>
            <pc:sldMk cId="2801872379" sldId="571"/>
            <ac:spMk id="2" creationId="{AC30BA41-B3B2-FEC1-A825-105B2181C9C8}"/>
          </ac:spMkLst>
        </pc:spChg>
        <pc:spChg chg="mod">
          <ac:chgData name="Mariana Rocha" userId="0a3173bd-d0ed-4c32-8e4c-b90c820606c5" providerId="ADAL" clId="{DCC3A51D-31E8-5BC6-970B-354B54D5302A}" dt="2025-10-10T12:11:27.114" v="13"/>
          <ac:spMkLst>
            <pc:docMk/>
            <pc:sldMk cId="2801872379" sldId="571"/>
            <ac:spMk id="400388" creationId="{00000000-0000-0000-0000-000000000000}"/>
          </ac:spMkLst>
        </pc:spChg>
      </pc:sldChg>
      <pc:sldChg chg="modSp mod">
        <pc:chgData name="Mariana Rocha" userId="0a3173bd-d0ed-4c32-8e4c-b90c820606c5" providerId="ADAL" clId="{DCC3A51D-31E8-5BC6-970B-354B54D5302A}" dt="2025-10-10T13:08:18.759" v="441" actId="20577"/>
        <pc:sldMkLst>
          <pc:docMk/>
          <pc:sldMk cId="0" sldId="581"/>
        </pc:sldMkLst>
        <pc:spChg chg="mod">
          <ac:chgData name="Mariana Rocha" userId="0a3173bd-d0ed-4c32-8e4c-b90c820606c5" providerId="ADAL" clId="{DCC3A51D-31E8-5BC6-970B-354B54D5302A}" dt="2025-10-10T13:08:18.759" v="441" actId="20577"/>
          <ac:spMkLst>
            <pc:docMk/>
            <pc:sldMk cId="0" sldId="581"/>
            <ac:spMk id="26" creationId="{2ABE34C9-C9F3-88B9-7DC7-48B60D3134CC}"/>
          </ac:spMkLst>
        </pc:spChg>
      </pc:sldChg>
      <pc:sldChg chg="modSp add mod">
        <pc:chgData name="Mariana Rocha" userId="0a3173bd-d0ed-4c32-8e4c-b90c820606c5" providerId="ADAL" clId="{DCC3A51D-31E8-5BC6-970B-354B54D5302A}" dt="2025-10-10T14:12:29.932" v="1682" actId="27636"/>
        <pc:sldMkLst>
          <pc:docMk/>
          <pc:sldMk cId="700700940" sldId="584"/>
        </pc:sldMkLst>
        <pc:spChg chg="mod">
          <ac:chgData name="Mariana Rocha" userId="0a3173bd-d0ed-4c32-8e4c-b90c820606c5" providerId="ADAL" clId="{DCC3A51D-31E8-5BC6-970B-354B54D5302A}" dt="2025-10-10T14:12:29.932" v="1682" actId="27636"/>
          <ac:spMkLst>
            <pc:docMk/>
            <pc:sldMk cId="700700940" sldId="584"/>
            <ac:spMk id="388105" creationId="{00000000-0000-0000-0000-000000000000}"/>
          </ac:spMkLst>
        </pc:spChg>
      </pc:sldChg>
      <pc:sldChg chg="addSp delSp modSp del mod">
        <pc:chgData name="Mariana Rocha" userId="0a3173bd-d0ed-4c32-8e4c-b90c820606c5" providerId="ADAL" clId="{DCC3A51D-31E8-5BC6-970B-354B54D5302A}" dt="2025-10-10T13:56:18.195" v="1624" actId="2696"/>
        <pc:sldMkLst>
          <pc:docMk/>
          <pc:sldMk cId="4029020660" sldId="584"/>
        </pc:sldMkLst>
        <pc:spChg chg="mod">
          <ac:chgData name="Mariana Rocha" userId="0a3173bd-d0ed-4c32-8e4c-b90c820606c5" providerId="ADAL" clId="{DCC3A51D-31E8-5BC6-970B-354B54D5302A}" dt="2025-10-10T12:11:27.114" v="13"/>
          <ac:spMkLst>
            <pc:docMk/>
            <pc:sldMk cId="4029020660" sldId="584"/>
            <ac:spMk id="2" creationId="{071D9764-B49A-D47D-EA61-F20BE26EEBE1}"/>
          </ac:spMkLst>
        </pc:spChg>
        <pc:spChg chg="del">
          <ac:chgData name="Mariana Rocha" userId="0a3173bd-d0ed-4c32-8e4c-b90c820606c5" providerId="ADAL" clId="{DCC3A51D-31E8-5BC6-970B-354B54D5302A}" dt="2025-10-10T12:13:41.305" v="108" actId="478"/>
          <ac:spMkLst>
            <pc:docMk/>
            <pc:sldMk cId="4029020660" sldId="584"/>
            <ac:spMk id="3" creationId="{C26E1797-2A1F-8AE2-F004-1CA3410BE0AE}"/>
          </ac:spMkLst>
        </pc:spChg>
        <pc:spChg chg="add del mod">
          <ac:chgData name="Mariana Rocha" userId="0a3173bd-d0ed-4c32-8e4c-b90c820606c5" providerId="ADAL" clId="{DCC3A51D-31E8-5BC6-970B-354B54D5302A}" dt="2025-10-10T12:15:56.590" v="114" actId="478"/>
          <ac:spMkLst>
            <pc:docMk/>
            <pc:sldMk cId="4029020660" sldId="584"/>
            <ac:spMk id="7" creationId="{4AA9CA54-15D3-3429-2906-151BDE5721A4}"/>
          </ac:spMkLst>
        </pc:spChg>
        <pc:spChg chg="mod">
          <ac:chgData name="Mariana Rocha" userId="0a3173bd-d0ed-4c32-8e4c-b90c820606c5" providerId="ADAL" clId="{DCC3A51D-31E8-5BC6-970B-354B54D5302A}" dt="2025-10-10T12:11:27.114" v="13"/>
          <ac:spMkLst>
            <pc:docMk/>
            <pc:sldMk cId="4029020660" sldId="584"/>
            <ac:spMk id="388104" creationId="{00000000-0000-0000-0000-000000000000}"/>
          </ac:spMkLst>
        </pc:spChg>
        <pc:spChg chg="mod">
          <ac:chgData name="Mariana Rocha" userId="0a3173bd-d0ed-4c32-8e4c-b90c820606c5" providerId="ADAL" clId="{DCC3A51D-31E8-5BC6-970B-354B54D5302A}" dt="2025-10-10T12:20:28.647" v="146" actId="1076"/>
          <ac:spMkLst>
            <pc:docMk/>
            <pc:sldMk cId="4029020660" sldId="584"/>
            <ac:spMk id="388105" creationId="{00000000-0000-0000-0000-000000000000}"/>
          </ac:spMkLst>
        </pc:spChg>
        <pc:picChg chg="add del mod">
          <ac:chgData name="Mariana Rocha" userId="0a3173bd-d0ed-4c32-8e4c-b90c820606c5" providerId="ADAL" clId="{DCC3A51D-31E8-5BC6-970B-354B54D5302A}" dt="2025-10-10T12:10:01.162" v="4" actId="21"/>
          <ac:picMkLst>
            <pc:docMk/>
            <pc:sldMk cId="4029020660" sldId="584"/>
            <ac:picMk id="5" creationId="{060A243D-A1A5-5237-7FCA-1784947FA6F2}"/>
          </ac:picMkLst>
        </pc:picChg>
      </pc:sldChg>
      <pc:sldChg chg="modSp add del">
        <pc:chgData name="Mariana Rocha" userId="0a3173bd-d0ed-4c32-8e4c-b90c820606c5" providerId="ADAL" clId="{DCC3A51D-31E8-5BC6-970B-354B54D5302A}" dt="2025-10-10T14:57:52.607" v="2469" actId="2696"/>
        <pc:sldMkLst>
          <pc:docMk/>
          <pc:sldMk cId="2749009618" sldId="585"/>
        </pc:sldMkLst>
        <pc:spChg chg="mod">
          <ac:chgData name="Mariana Rocha" userId="0a3173bd-d0ed-4c32-8e4c-b90c820606c5" providerId="ADAL" clId="{DCC3A51D-31E8-5BC6-970B-354B54D5302A}" dt="2025-10-10T12:11:27.114" v="13"/>
          <ac:spMkLst>
            <pc:docMk/>
            <pc:sldMk cId="2749009618" sldId="585"/>
            <ac:spMk id="2" creationId="{6D5D8A7A-9FFF-08AD-F6A8-FDF9CDF167A5}"/>
          </ac:spMkLst>
        </pc:spChg>
      </pc:sldChg>
      <pc:sldChg chg="modSp mod">
        <pc:chgData name="Mariana Rocha" userId="0a3173bd-d0ed-4c32-8e4c-b90c820606c5" providerId="ADAL" clId="{DCC3A51D-31E8-5BC6-970B-354B54D5302A}" dt="2025-10-10T16:17:51.409" v="2751" actId="20577"/>
        <pc:sldMkLst>
          <pc:docMk/>
          <pc:sldMk cId="66870590" sldId="586"/>
        </pc:sldMkLst>
        <pc:spChg chg="mod">
          <ac:chgData name="Mariana Rocha" userId="0a3173bd-d0ed-4c32-8e4c-b90c820606c5" providerId="ADAL" clId="{DCC3A51D-31E8-5BC6-970B-354B54D5302A}" dt="2025-10-10T12:11:27.114" v="13"/>
          <ac:spMkLst>
            <pc:docMk/>
            <pc:sldMk cId="66870590" sldId="586"/>
            <ac:spMk id="2" creationId="{E7F78A55-2167-1518-239A-9362695CF463}"/>
          </ac:spMkLst>
        </pc:spChg>
        <pc:spChg chg="mod">
          <ac:chgData name="Mariana Rocha" userId="0a3173bd-d0ed-4c32-8e4c-b90c820606c5" providerId="ADAL" clId="{DCC3A51D-31E8-5BC6-970B-354B54D5302A}" dt="2025-10-10T16:17:51.409" v="2751" actId="20577"/>
          <ac:spMkLst>
            <pc:docMk/>
            <pc:sldMk cId="66870590" sldId="586"/>
            <ac:spMk id="439307" creationId="{00000000-0000-0000-0000-000000000000}"/>
          </ac:spMkLst>
        </pc:spChg>
      </pc:sldChg>
      <pc:sldChg chg="addSp delSp modSp mod">
        <pc:chgData name="Mariana Rocha" userId="0a3173bd-d0ed-4c32-8e4c-b90c820606c5" providerId="ADAL" clId="{DCC3A51D-31E8-5BC6-970B-354B54D5302A}" dt="2025-10-10T16:14:32.190" v="2740" actId="20577"/>
        <pc:sldMkLst>
          <pc:docMk/>
          <pc:sldMk cId="2871721630" sldId="587"/>
        </pc:sldMkLst>
        <pc:spChg chg="mod">
          <ac:chgData name="Mariana Rocha" userId="0a3173bd-d0ed-4c32-8e4c-b90c820606c5" providerId="ADAL" clId="{DCC3A51D-31E8-5BC6-970B-354B54D5302A}" dt="2025-10-10T12:11:27.114" v="13"/>
          <ac:spMkLst>
            <pc:docMk/>
            <pc:sldMk cId="2871721630" sldId="587"/>
            <ac:spMk id="2" creationId="{89F4C8E5-F227-32E2-44F1-6263E7467A7F}"/>
          </ac:spMkLst>
        </pc:spChg>
        <pc:spChg chg="del">
          <ac:chgData name="Mariana Rocha" userId="0a3173bd-d0ed-4c32-8e4c-b90c820606c5" providerId="ADAL" clId="{DCC3A51D-31E8-5BC6-970B-354B54D5302A}" dt="2025-10-10T16:14:12.523" v="2729" actId="478"/>
          <ac:spMkLst>
            <pc:docMk/>
            <pc:sldMk cId="2871721630" sldId="587"/>
            <ac:spMk id="4" creationId="{866AEF73-60C6-3506-3825-64C07325E6A0}"/>
          </ac:spMkLst>
        </pc:spChg>
        <pc:spChg chg="add mod">
          <ac:chgData name="Mariana Rocha" userId="0a3173bd-d0ed-4c32-8e4c-b90c820606c5" providerId="ADAL" clId="{DCC3A51D-31E8-5BC6-970B-354B54D5302A}" dt="2025-10-10T16:14:21.337" v="2733" actId="20577"/>
          <ac:spMkLst>
            <pc:docMk/>
            <pc:sldMk cId="2871721630" sldId="587"/>
            <ac:spMk id="5" creationId="{28B1E79F-6A89-CB3C-F138-5AA7707A8C38}"/>
          </ac:spMkLst>
        </pc:spChg>
        <pc:spChg chg="add mod">
          <ac:chgData name="Mariana Rocha" userId="0a3173bd-d0ed-4c32-8e4c-b90c820606c5" providerId="ADAL" clId="{DCC3A51D-31E8-5BC6-970B-354B54D5302A}" dt="2025-10-10T16:14:32.190" v="2740" actId="20577"/>
          <ac:spMkLst>
            <pc:docMk/>
            <pc:sldMk cId="2871721630" sldId="587"/>
            <ac:spMk id="6" creationId="{DEC971DA-24EA-0CD2-CBBF-779DD688B26C}"/>
          </ac:spMkLst>
        </pc:spChg>
      </pc:sldChg>
      <pc:sldChg chg="modSp">
        <pc:chgData name="Mariana Rocha" userId="0a3173bd-d0ed-4c32-8e4c-b90c820606c5" providerId="ADAL" clId="{DCC3A51D-31E8-5BC6-970B-354B54D5302A}" dt="2025-10-10T12:11:27.114" v="13"/>
        <pc:sldMkLst>
          <pc:docMk/>
          <pc:sldMk cId="1759516437" sldId="588"/>
        </pc:sldMkLst>
        <pc:spChg chg="mod">
          <ac:chgData name="Mariana Rocha" userId="0a3173bd-d0ed-4c32-8e4c-b90c820606c5" providerId="ADAL" clId="{DCC3A51D-31E8-5BC6-970B-354B54D5302A}" dt="2025-10-10T12:11:27.114" v="13"/>
          <ac:spMkLst>
            <pc:docMk/>
            <pc:sldMk cId="1759516437" sldId="588"/>
            <ac:spMk id="2" creationId="{4F9226D1-9080-5093-D71E-BCA562F5A4A1}"/>
          </ac:spMkLst>
        </pc:spChg>
      </pc:sldChg>
      <pc:sldChg chg="addSp delSp modSp mod">
        <pc:chgData name="Mariana Rocha" userId="0a3173bd-d0ed-4c32-8e4c-b90c820606c5" providerId="ADAL" clId="{DCC3A51D-31E8-5BC6-970B-354B54D5302A}" dt="2025-10-10T16:19:50.577" v="2755" actId="14100"/>
        <pc:sldMkLst>
          <pc:docMk/>
          <pc:sldMk cId="151045152" sldId="589"/>
        </pc:sldMkLst>
        <pc:spChg chg="del mod">
          <ac:chgData name="Mariana Rocha" userId="0a3173bd-d0ed-4c32-8e4c-b90c820606c5" providerId="ADAL" clId="{DCC3A51D-31E8-5BC6-970B-354B54D5302A}" dt="2025-10-10T16:15:59.298" v="2745" actId="478"/>
          <ac:spMkLst>
            <pc:docMk/>
            <pc:sldMk cId="151045152" sldId="589"/>
            <ac:spMk id="2" creationId="{6471CAB3-E8A6-E4E1-8A64-157DFEACD4D4}"/>
          </ac:spMkLst>
        </pc:spChg>
        <pc:spChg chg="del">
          <ac:chgData name="Mariana Rocha" userId="0a3173bd-d0ed-4c32-8e4c-b90c820606c5" providerId="ADAL" clId="{DCC3A51D-31E8-5BC6-970B-354B54D5302A}" dt="2025-10-10T16:15:59.298" v="2745" actId="478"/>
          <ac:spMkLst>
            <pc:docMk/>
            <pc:sldMk cId="151045152" sldId="589"/>
            <ac:spMk id="4" creationId="{1E167575-6B36-823C-6166-B8554001C15E}"/>
          </ac:spMkLst>
        </pc:spChg>
        <pc:spChg chg="del">
          <ac:chgData name="Mariana Rocha" userId="0a3173bd-d0ed-4c32-8e4c-b90c820606c5" providerId="ADAL" clId="{DCC3A51D-31E8-5BC6-970B-354B54D5302A}" dt="2025-10-10T16:15:59.298" v="2745" actId="478"/>
          <ac:spMkLst>
            <pc:docMk/>
            <pc:sldMk cId="151045152" sldId="589"/>
            <ac:spMk id="5" creationId="{D5400411-C841-836E-D45A-EAE13730CDC3}"/>
          </ac:spMkLst>
        </pc:spChg>
        <pc:spChg chg="del">
          <ac:chgData name="Mariana Rocha" userId="0a3173bd-d0ed-4c32-8e4c-b90c820606c5" providerId="ADAL" clId="{DCC3A51D-31E8-5BC6-970B-354B54D5302A}" dt="2025-10-10T16:15:59.298" v="2745" actId="478"/>
          <ac:spMkLst>
            <pc:docMk/>
            <pc:sldMk cId="151045152" sldId="589"/>
            <ac:spMk id="6" creationId="{2A1C974E-DE13-C566-84F9-2D96E92E719A}"/>
          </ac:spMkLst>
        </pc:spChg>
        <pc:spChg chg="add mod">
          <ac:chgData name="Mariana Rocha" userId="0a3173bd-d0ed-4c32-8e4c-b90c820606c5" providerId="ADAL" clId="{DCC3A51D-31E8-5BC6-970B-354B54D5302A}" dt="2025-10-10T16:19:50.577" v="2755" actId="14100"/>
          <ac:spMkLst>
            <pc:docMk/>
            <pc:sldMk cId="151045152" sldId="589"/>
            <ac:spMk id="7" creationId="{E9BAAE6D-7DE2-E00A-23F7-65F678CB85DD}"/>
          </ac:spMkLst>
        </pc:spChg>
      </pc:sldChg>
      <pc:sldChg chg="delSp modSp del mod">
        <pc:chgData name="Mariana Rocha" userId="0a3173bd-d0ed-4c32-8e4c-b90c820606c5" providerId="ADAL" clId="{DCC3A51D-31E8-5BC6-970B-354B54D5302A}" dt="2025-10-10T16:19:52.896" v="2756" actId="2696"/>
        <pc:sldMkLst>
          <pc:docMk/>
          <pc:sldMk cId="528932790" sldId="590"/>
        </pc:sldMkLst>
        <pc:spChg chg="mod">
          <ac:chgData name="Mariana Rocha" userId="0a3173bd-d0ed-4c32-8e4c-b90c820606c5" providerId="ADAL" clId="{DCC3A51D-31E8-5BC6-970B-354B54D5302A}" dt="2025-10-10T12:11:27.114" v="13"/>
          <ac:spMkLst>
            <pc:docMk/>
            <pc:sldMk cId="528932790" sldId="590"/>
            <ac:spMk id="2" creationId="{80964E1C-0048-D81A-AA49-A66CBC3BD328}"/>
          </ac:spMkLst>
        </pc:spChg>
        <pc:spChg chg="del">
          <ac:chgData name="Mariana Rocha" userId="0a3173bd-d0ed-4c32-8e4c-b90c820606c5" providerId="ADAL" clId="{DCC3A51D-31E8-5BC6-970B-354B54D5302A}" dt="2025-10-10T16:16:02.392" v="2746" actId="478"/>
          <ac:spMkLst>
            <pc:docMk/>
            <pc:sldMk cId="528932790" sldId="590"/>
            <ac:spMk id="3" creationId="{9D79F298-339E-3A09-E7BF-727B3AD9402A}"/>
          </ac:spMkLst>
        </pc:spChg>
        <pc:spChg chg="del">
          <ac:chgData name="Mariana Rocha" userId="0a3173bd-d0ed-4c32-8e4c-b90c820606c5" providerId="ADAL" clId="{DCC3A51D-31E8-5BC6-970B-354B54D5302A}" dt="2025-10-10T16:16:02.392" v="2746" actId="478"/>
          <ac:spMkLst>
            <pc:docMk/>
            <pc:sldMk cId="528932790" sldId="590"/>
            <ac:spMk id="6" creationId="{37BE5465-2806-12D4-2D8F-783924ED0E6B}"/>
          </ac:spMkLst>
        </pc:spChg>
        <pc:spChg chg="del">
          <ac:chgData name="Mariana Rocha" userId="0a3173bd-d0ed-4c32-8e4c-b90c820606c5" providerId="ADAL" clId="{DCC3A51D-31E8-5BC6-970B-354B54D5302A}" dt="2025-10-10T16:16:02.392" v="2746" actId="478"/>
          <ac:spMkLst>
            <pc:docMk/>
            <pc:sldMk cId="528932790" sldId="590"/>
            <ac:spMk id="8" creationId="{628A22B0-C521-F158-D325-B7ACFBD2AE3F}"/>
          </ac:spMkLst>
        </pc:spChg>
        <pc:spChg chg="del">
          <ac:chgData name="Mariana Rocha" userId="0a3173bd-d0ed-4c32-8e4c-b90c820606c5" providerId="ADAL" clId="{DCC3A51D-31E8-5BC6-970B-354B54D5302A}" dt="2025-10-10T16:16:02.392" v="2746" actId="478"/>
          <ac:spMkLst>
            <pc:docMk/>
            <pc:sldMk cId="528932790" sldId="590"/>
            <ac:spMk id="10" creationId="{369B10FA-A163-50F7-FAAF-16DB4A352B1D}"/>
          </ac:spMkLst>
        </pc:spChg>
      </pc:sldChg>
      <pc:sldChg chg="modSp del">
        <pc:chgData name="Mariana Rocha" userId="0a3173bd-d0ed-4c32-8e4c-b90c820606c5" providerId="ADAL" clId="{DCC3A51D-31E8-5BC6-970B-354B54D5302A}" dt="2025-10-10T16:16:06.361" v="2747" actId="2696"/>
        <pc:sldMkLst>
          <pc:docMk/>
          <pc:sldMk cId="2620584965" sldId="591"/>
        </pc:sldMkLst>
        <pc:spChg chg="mod">
          <ac:chgData name="Mariana Rocha" userId="0a3173bd-d0ed-4c32-8e4c-b90c820606c5" providerId="ADAL" clId="{DCC3A51D-31E8-5BC6-970B-354B54D5302A}" dt="2025-10-10T12:11:27.114" v="13"/>
          <ac:spMkLst>
            <pc:docMk/>
            <pc:sldMk cId="2620584965" sldId="591"/>
            <ac:spMk id="2" creationId="{23BF7295-190D-A10B-C09B-27862A1E4A6E}"/>
          </ac:spMkLst>
        </pc:spChg>
      </pc:sldChg>
      <pc:sldChg chg="modSp mod">
        <pc:chgData name="Mariana Rocha" userId="0a3173bd-d0ed-4c32-8e4c-b90c820606c5" providerId="ADAL" clId="{DCC3A51D-31E8-5BC6-970B-354B54D5302A}" dt="2025-10-10T16:14:52.381" v="2744" actId="20577"/>
        <pc:sldMkLst>
          <pc:docMk/>
          <pc:sldMk cId="1305457800" sldId="592"/>
        </pc:sldMkLst>
        <pc:spChg chg="mod">
          <ac:chgData name="Mariana Rocha" userId="0a3173bd-d0ed-4c32-8e4c-b90c820606c5" providerId="ADAL" clId="{DCC3A51D-31E8-5BC6-970B-354B54D5302A}" dt="2025-10-10T12:11:27.114" v="13"/>
          <ac:spMkLst>
            <pc:docMk/>
            <pc:sldMk cId="1305457800" sldId="592"/>
            <ac:spMk id="2" creationId="{1523357A-3B75-3667-4B88-3CAA2D4373BD}"/>
          </ac:spMkLst>
        </pc:spChg>
        <pc:spChg chg="mod">
          <ac:chgData name="Mariana Rocha" userId="0a3173bd-d0ed-4c32-8e4c-b90c820606c5" providerId="ADAL" clId="{DCC3A51D-31E8-5BC6-970B-354B54D5302A}" dt="2025-10-10T16:14:52.381" v="2744" actId="20577"/>
          <ac:spMkLst>
            <pc:docMk/>
            <pc:sldMk cId="1305457800" sldId="592"/>
            <ac:spMk id="6" creationId="{E10A03CF-F82A-9B68-B054-19EB033CCF8B}"/>
          </ac:spMkLst>
        </pc:spChg>
      </pc:sldChg>
      <pc:sldChg chg="addSp delSp modSp add mod">
        <pc:chgData name="Mariana Rocha" userId="0a3173bd-d0ed-4c32-8e4c-b90c820606c5" providerId="ADAL" clId="{DCC3A51D-31E8-5BC6-970B-354B54D5302A}" dt="2025-10-10T15:01:31.464" v="2477"/>
        <pc:sldMkLst>
          <pc:docMk/>
          <pc:sldMk cId="1458883042" sldId="593"/>
        </pc:sldMkLst>
        <pc:spChg chg="mod">
          <ac:chgData name="Mariana Rocha" userId="0a3173bd-d0ed-4c32-8e4c-b90c820606c5" providerId="ADAL" clId="{DCC3A51D-31E8-5BC6-970B-354B54D5302A}" dt="2025-10-10T14:03:38.438" v="1659" actId="20577"/>
          <ac:spMkLst>
            <pc:docMk/>
            <pc:sldMk cId="1458883042" sldId="593"/>
            <ac:spMk id="4" creationId="{B0DBF296-1479-5E09-EED5-DC425614F6B8}"/>
          </ac:spMkLst>
        </pc:spChg>
        <pc:spChg chg="add del mod">
          <ac:chgData name="Mariana Rocha" userId="0a3173bd-d0ed-4c32-8e4c-b90c820606c5" providerId="ADAL" clId="{DCC3A51D-31E8-5BC6-970B-354B54D5302A}" dt="2025-10-10T15:01:30.968" v="2476" actId="478"/>
          <ac:spMkLst>
            <pc:docMk/>
            <pc:sldMk cId="1458883042" sldId="593"/>
            <ac:spMk id="5" creationId="{18B8E5D3-89B6-494C-F36A-BF069EA609C1}"/>
          </ac:spMkLst>
        </pc:spChg>
        <pc:spChg chg="add mod">
          <ac:chgData name="Mariana Rocha" userId="0a3173bd-d0ed-4c32-8e4c-b90c820606c5" providerId="ADAL" clId="{DCC3A51D-31E8-5BC6-970B-354B54D5302A}" dt="2025-10-10T15:01:31.464" v="2477"/>
          <ac:spMkLst>
            <pc:docMk/>
            <pc:sldMk cId="1458883042" sldId="593"/>
            <ac:spMk id="6" creationId="{B52B7858-267B-D9E4-C9CC-8144E3A60128}"/>
          </ac:spMkLst>
        </pc:spChg>
        <pc:spChg chg="del">
          <ac:chgData name="Mariana Rocha" userId="0a3173bd-d0ed-4c32-8e4c-b90c820606c5" providerId="ADAL" clId="{DCC3A51D-31E8-5BC6-970B-354B54D5302A}" dt="2025-10-10T15:01:29.414" v="2475" actId="478"/>
          <ac:spMkLst>
            <pc:docMk/>
            <pc:sldMk cId="1458883042" sldId="593"/>
            <ac:spMk id="392216" creationId="{B72E58EE-6CB0-BE00-FD8E-64762CFC3F97}"/>
          </ac:spMkLst>
        </pc:spChg>
      </pc:sldChg>
      <pc:sldChg chg="modSp del">
        <pc:chgData name="Mariana Rocha" userId="0a3173bd-d0ed-4c32-8e4c-b90c820606c5" providerId="ADAL" clId="{DCC3A51D-31E8-5BC6-970B-354B54D5302A}" dt="2025-10-10T14:02:54.611" v="1650" actId="2696"/>
        <pc:sldMkLst>
          <pc:docMk/>
          <pc:sldMk cId="3943332168" sldId="593"/>
        </pc:sldMkLst>
        <pc:spChg chg="mod">
          <ac:chgData name="Mariana Rocha" userId="0a3173bd-d0ed-4c32-8e4c-b90c820606c5" providerId="ADAL" clId="{DCC3A51D-31E8-5BC6-970B-354B54D5302A}" dt="2025-10-10T12:11:27.114" v="13"/>
          <ac:spMkLst>
            <pc:docMk/>
            <pc:sldMk cId="3943332168" sldId="593"/>
            <ac:spMk id="3" creationId="{16657928-DC3B-678A-BCEA-60FD5076C313}"/>
          </ac:spMkLst>
        </pc:spChg>
      </pc:sldChg>
      <pc:sldChg chg="addSp delSp modSp add mod ord">
        <pc:chgData name="Mariana Rocha" userId="0a3173bd-d0ed-4c32-8e4c-b90c820606c5" providerId="ADAL" clId="{DCC3A51D-31E8-5BC6-970B-354B54D5302A}" dt="2025-10-10T12:12:20.489" v="19" actId="20578"/>
        <pc:sldMkLst>
          <pc:docMk/>
          <pc:sldMk cId="2506487983" sldId="594"/>
        </pc:sldMkLst>
        <pc:spChg chg="mod">
          <ac:chgData name="Mariana Rocha" userId="0a3173bd-d0ed-4c32-8e4c-b90c820606c5" providerId="ADAL" clId="{DCC3A51D-31E8-5BC6-970B-354B54D5302A}" dt="2025-10-10T12:11:27.114" v="13"/>
          <ac:spMkLst>
            <pc:docMk/>
            <pc:sldMk cId="2506487983" sldId="594"/>
            <ac:spMk id="2" creationId="{85402C83-36AA-CA8D-9400-1C5973D82849}"/>
          </ac:spMkLst>
        </pc:spChg>
        <pc:spChg chg="add del mod">
          <ac:chgData name="Mariana Rocha" userId="0a3173bd-d0ed-4c32-8e4c-b90c820606c5" providerId="ADAL" clId="{DCC3A51D-31E8-5BC6-970B-354B54D5302A}" dt="2025-10-10T12:10:10.780" v="7" actId="478"/>
          <ac:spMkLst>
            <pc:docMk/>
            <pc:sldMk cId="2506487983" sldId="594"/>
            <ac:spMk id="4" creationId="{394A67DD-60EE-D38E-24B9-FBEB6457A110}"/>
          </ac:spMkLst>
        </pc:spChg>
        <pc:spChg chg="add del mod">
          <ac:chgData name="Mariana Rocha" userId="0a3173bd-d0ed-4c32-8e4c-b90c820606c5" providerId="ADAL" clId="{DCC3A51D-31E8-5BC6-970B-354B54D5302A}" dt="2025-10-10T12:10:13.554" v="8" actId="478"/>
          <ac:spMkLst>
            <pc:docMk/>
            <pc:sldMk cId="2506487983" sldId="594"/>
            <ac:spMk id="5" creationId="{514BA253-7524-6F3A-3C4F-C449648A64D5}"/>
          </ac:spMkLst>
        </pc:spChg>
        <pc:spChg chg="del">
          <ac:chgData name="Mariana Rocha" userId="0a3173bd-d0ed-4c32-8e4c-b90c820606c5" providerId="ADAL" clId="{DCC3A51D-31E8-5BC6-970B-354B54D5302A}" dt="2025-10-10T12:10:09.042" v="6" actId="478"/>
          <ac:spMkLst>
            <pc:docMk/>
            <pc:sldMk cId="2506487983" sldId="594"/>
            <ac:spMk id="388100" creationId="{C0FFE18C-DA25-676A-6CAE-F62C9B631C43}"/>
          </ac:spMkLst>
        </pc:spChg>
        <pc:spChg chg="del">
          <ac:chgData name="Mariana Rocha" userId="0a3173bd-d0ed-4c32-8e4c-b90c820606c5" providerId="ADAL" clId="{DCC3A51D-31E8-5BC6-970B-354B54D5302A}" dt="2025-10-10T12:10:09.042" v="6" actId="478"/>
          <ac:spMkLst>
            <pc:docMk/>
            <pc:sldMk cId="2506487983" sldId="594"/>
            <ac:spMk id="388104" creationId="{6348B701-7486-E32E-E737-EDF75CE8D7DD}"/>
          </ac:spMkLst>
        </pc:spChg>
        <pc:spChg chg="del">
          <ac:chgData name="Mariana Rocha" userId="0a3173bd-d0ed-4c32-8e4c-b90c820606c5" providerId="ADAL" clId="{DCC3A51D-31E8-5BC6-970B-354B54D5302A}" dt="2025-10-10T12:10:09.042" v="6" actId="478"/>
          <ac:spMkLst>
            <pc:docMk/>
            <pc:sldMk cId="2506487983" sldId="594"/>
            <ac:spMk id="388105" creationId="{C2F94DC2-6379-C492-5508-61D60CC9EEC6}"/>
          </ac:spMkLst>
        </pc:spChg>
        <pc:graphicFrameChg chg="del">
          <ac:chgData name="Mariana Rocha" userId="0a3173bd-d0ed-4c32-8e4c-b90c820606c5" providerId="ADAL" clId="{DCC3A51D-31E8-5BC6-970B-354B54D5302A}" dt="2025-10-10T12:10:09.042" v="6" actId="478"/>
          <ac:graphicFrameMkLst>
            <pc:docMk/>
            <pc:sldMk cId="2506487983" sldId="594"/>
            <ac:graphicFrameMk id="388140" creationId="{EABAD02D-E866-84B4-6AAC-FBC51734A571}"/>
          </ac:graphicFrameMkLst>
        </pc:graphicFrameChg>
        <pc:picChg chg="add mod">
          <ac:chgData name="Mariana Rocha" userId="0a3173bd-d0ed-4c32-8e4c-b90c820606c5" providerId="ADAL" clId="{DCC3A51D-31E8-5BC6-970B-354B54D5302A}" dt="2025-10-10T12:10:05.427" v="5"/>
          <ac:picMkLst>
            <pc:docMk/>
            <pc:sldMk cId="2506487983" sldId="594"/>
            <ac:picMk id="3" creationId="{03DFC79B-A47C-4F54-D855-133032C788E4}"/>
          </ac:picMkLst>
        </pc:picChg>
        <pc:picChg chg="add mod">
          <ac:chgData name="Mariana Rocha" userId="0a3173bd-d0ed-4c32-8e4c-b90c820606c5" providerId="ADAL" clId="{DCC3A51D-31E8-5BC6-970B-354B54D5302A}" dt="2025-10-10T12:10:20.771" v="12" actId="1076"/>
          <ac:picMkLst>
            <pc:docMk/>
            <pc:sldMk cId="2506487983" sldId="594"/>
            <ac:picMk id="6" creationId="{A327153B-B4B7-551C-349B-A95901F16B12}"/>
          </ac:picMkLst>
        </pc:picChg>
      </pc:sldChg>
      <pc:sldChg chg="addSp delSp modSp add mod">
        <pc:chgData name="Mariana Rocha" userId="0a3173bd-d0ed-4c32-8e4c-b90c820606c5" providerId="ADAL" clId="{DCC3A51D-31E8-5BC6-970B-354B54D5302A}" dt="2025-10-10T14:12:38.423" v="1684" actId="403"/>
        <pc:sldMkLst>
          <pc:docMk/>
          <pc:sldMk cId="1401915185" sldId="595"/>
        </pc:sldMkLst>
        <pc:spChg chg="add del mod">
          <ac:chgData name="Mariana Rocha" userId="0a3173bd-d0ed-4c32-8e4c-b90c820606c5" providerId="ADAL" clId="{DCC3A51D-31E8-5BC6-970B-354B54D5302A}" dt="2025-10-10T12:20:35.883" v="149" actId="478"/>
          <ac:spMkLst>
            <pc:docMk/>
            <pc:sldMk cId="1401915185" sldId="595"/>
            <ac:spMk id="4" creationId="{26B648CB-F400-2EFC-6145-5A2F777987D7}"/>
          </ac:spMkLst>
        </pc:spChg>
        <pc:spChg chg="add mod">
          <ac:chgData name="Mariana Rocha" userId="0a3173bd-d0ed-4c32-8e4c-b90c820606c5" providerId="ADAL" clId="{DCC3A51D-31E8-5BC6-970B-354B54D5302A}" dt="2025-10-10T12:43:23.551" v="351" actId="255"/>
          <ac:spMkLst>
            <pc:docMk/>
            <pc:sldMk cId="1401915185" sldId="595"/>
            <ac:spMk id="6" creationId="{C330F01B-A47B-FB9D-489A-4579419D7152}"/>
          </ac:spMkLst>
        </pc:spChg>
        <pc:spChg chg="del">
          <ac:chgData name="Mariana Rocha" userId="0a3173bd-d0ed-4c32-8e4c-b90c820606c5" providerId="ADAL" clId="{DCC3A51D-31E8-5BC6-970B-354B54D5302A}" dt="2025-10-10T12:20:34.073" v="148" actId="478"/>
          <ac:spMkLst>
            <pc:docMk/>
            <pc:sldMk cId="1401915185" sldId="595"/>
            <ac:spMk id="388105" creationId="{7546E265-285B-F726-5C0F-C6FE9F556DF1}"/>
          </ac:spMkLst>
        </pc:spChg>
        <pc:graphicFrameChg chg="add mod modGraphic">
          <ac:chgData name="Mariana Rocha" userId="0a3173bd-d0ed-4c32-8e4c-b90c820606c5" providerId="ADAL" clId="{DCC3A51D-31E8-5BC6-970B-354B54D5302A}" dt="2025-10-10T14:12:38.423" v="1684" actId="403"/>
          <ac:graphicFrameMkLst>
            <pc:docMk/>
            <pc:sldMk cId="1401915185" sldId="595"/>
            <ac:graphicFrameMk id="7" creationId="{AED562E5-7A4C-5B2C-3F60-4DEB13552E97}"/>
          </ac:graphicFrameMkLst>
        </pc:graphicFrameChg>
      </pc:sldChg>
      <pc:sldChg chg="addSp delSp modSp add mod">
        <pc:chgData name="Mariana Rocha" userId="0a3173bd-d0ed-4c32-8e4c-b90c820606c5" providerId="ADAL" clId="{DCC3A51D-31E8-5BC6-970B-354B54D5302A}" dt="2025-10-10T14:12:51.217" v="1686" actId="403"/>
        <pc:sldMkLst>
          <pc:docMk/>
          <pc:sldMk cId="2726104267" sldId="596"/>
        </pc:sldMkLst>
        <pc:spChg chg="add mod">
          <ac:chgData name="Mariana Rocha" userId="0a3173bd-d0ed-4c32-8e4c-b90c820606c5" providerId="ADAL" clId="{DCC3A51D-31E8-5BC6-970B-354B54D5302A}" dt="2025-10-10T12:44:13.596" v="360" actId="108"/>
          <ac:spMkLst>
            <pc:docMk/>
            <pc:sldMk cId="2726104267" sldId="596"/>
            <ac:spMk id="4" creationId="{F3BAF753-373D-53B2-A0BA-3C944F545EB7}"/>
          </ac:spMkLst>
        </pc:spChg>
        <pc:spChg chg="del">
          <ac:chgData name="Mariana Rocha" userId="0a3173bd-d0ed-4c32-8e4c-b90c820606c5" providerId="ADAL" clId="{DCC3A51D-31E8-5BC6-970B-354B54D5302A}" dt="2025-10-10T12:43:56.220" v="354" actId="478"/>
          <ac:spMkLst>
            <pc:docMk/>
            <pc:sldMk cId="2726104267" sldId="596"/>
            <ac:spMk id="6" creationId="{ECCFD231-2115-8728-8273-0BD563FB01EA}"/>
          </ac:spMkLst>
        </pc:spChg>
        <pc:graphicFrameChg chg="mod modGraphic">
          <ac:chgData name="Mariana Rocha" userId="0a3173bd-d0ed-4c32-8e4c-b90c820606c5" providerId="ADAL" clId="{DCC3A51D-31E8-5BC6-970B-354B54D5302A}" dt="2025-10-10T14:12:51.217" v="1686" actId="403"/>
          <ac:graphicFrameMkLst>
            <pc:docMk/>
            <pc:sldMk cId="2726104267" sldId="596"/>
            <ac:graphicFrameMk id="7" creationId="{34A618E5-7FFA-50C4-B57C-7C7D6462D223}"/>
          </ac:graphicFrameMkLst>
        </pc:graphicFrameChg>
      </pc:sldChg>
      <pc:sldChg chg="addSp delSp modSp new mod ord">
        <pc:chgData name="Mariana Rocha" userId="0a3173bd-d0ed-4c32-8e4c-b90c820606c5" providerId="ADAL" clId="{DCC3A51D-31E8-5BC6-970B-354B54D5302A}" dt="2025-10-10T14:31:26.152" v="2056" actId="1076"/>
        <pc:sldMkLst>
          <pc:docMk/>
          <pc:sldMk cId="279498605" sldId="597"/>
        </pc:sldMkLst>
        <pc:spChg chg="mod">
          <ac:chgData name="Mariana Rocha" userId="0a3173bd-d0ed-4c32-8e4c-b90c820606c5" providerId="ADAL" clId="{DCC3A51D-31E8-5BC6-970B-354B54D5302A}" dt="2025-10-10T14:31:26.152" v="2056" actId="1076"/>
          <ac:spMkLst>
            <pc:docMk/>
            <pc:sldMk cId="279498605" sldId="597"/>
            <ac:spMk id="2" creationId="{64AAF8A5-BD94-33F8-9D93-BF49D8186B76}"/>
          </ac:spMkLst>
        </pc:spChg>
        <pc:spChg chg="del mod">
          <ac:chgData name="Mariana Rocha" userId="0a3173bd-d0ed-4c32-8e4c-b90c820606c5" providerId="ADAL" clId="{DCC3A51D-31E8-5BC6-970B-354B54D5302A}" dt="2025-10-10T14:31:11.394" v="2052" actId="478"/>
          <ac:spMkLst>
            <pc:docMk/>
            <pc:sldMk cId="279498605" sldId="597"/>
            <ac:spMk id="3" creationId="{D1171436-03D0-AB86-17DA-03A279BDFD63}"/>
          </ac:spMkLst>
        </pc:spChg>
        <pc:spChg chg="add del mod">
          <ac:chgData name="Mariana Rocha" userId="0a3173bd-d0ed-4c32-8e4c-b90c820606c5" providerId="ADAL" clId="{DCC3A51D-31E8-5BC6-970B-354B54D5302A}" dt="2025-10-10T14:31:12.435" v="2053" actId="478"/>
          <ac:spMkLst>
            <pc:docMk/>
            <pc:sldMk cId="279498605" sldId="597"/>
            <ac:spMk id="6" creationId="{68946AE8-56CB-5129-D092-5FCC8E5820AD}"/>
          </ac:spMkLst>
        </pc:spChg>
      </pc:sldChg>
      <pc:sldChg chg="new del">
        <pc:chgData name="Mariana Rocha" userId="0a3173bd-d0ed-4c32-8e4c-b90c820606c5" providerId="ADAL" clId="{DCC3A51D-31E8-5BC6-970B-354B54D5302A}" dt="2025-10-10T12:44:46.222" v="362" actId="680"/>
        <pc:sldMkLst>
          <pc:docMk/>
          <pc:sldMk cId="398899444" sldId="597"/>
        </pc:sldMkLst>
      </pc:sldChg>
      <pc:sldChg chg="addSp modSp add mod">
        <pc:chgData name="Mariana Rocha" userId="0a3173bd-d0ed-4c32-8e4c-b90c820606c5" providerId="ADAL" clId="{DCC3A51D-31E8-5BC6-970B-354B54D5302A}" dt="2025-10-10T13:33:57.384" v="839" actId="1038"/>
        <pc:sldMkLst>
          <pc:docMk/>
          <pc:sldMk cId="3308854446" sldId="598"/>
        </pc:sldMkLst>
        <pc:spChg chg="mod">
          <ac:chgData name="Mariana Rocha" userId="0a3173bd-d0ed-4c32-8e4c-b90c820606c5" providerId="ADAL" clId="{DCC3A51D-31E8-5BC6-970B-354B54D5302A}" dt="2025-10-10T13:11:33.524" v="652" actId="20577"/>
          <ac:spMkLst>
            <pc:docMk/>
            <pc:sldMk cId="3308854446" sldId="598"/>
            <ac:spMk id="2" creationId="{E100E872-1123-0FFA-7728-3CF36F967EC2}"/>
          </ac:spMkLst>
        </pc:spChg>
        <pc:spChg chg="mod">
          <ac:chgData name="Mariana Rocha" userId="0a3173bd-d0ed-4c32-8e4c-b90c820606c5" providerId="ADAL" clId="{DCC3A51D-31E8-5BC6-970B-354B54D5302A}" dt="2025-10-10T13:33:48.027" v="824" actId="14100"/>
          <ac:spMkLst>
            <pc:docMk/>
            <pc:sldMk cId="3308854446" sldId="598"/>
            <ac:spMk id="3" creationId="{0E630460-1821-B8F0-175E-238F3183922E}"/>
          </ac:spMkLst>
        </pc:spChg>
        <pc:spChg chg="add mod">
          <ac:chgData name="Mariana Rocha" userId="0a3173bd-d0ed-4c32-8e4c-b90c820606c5" providerId="ADAL" clId="{DCC3A51D-31E8-5BC6-970B-354B54D5302A}" dt="2025-10-10T13:33:57.384" v="839" actId="1038"/>
          <ac:spMkLst>
            <pc:docMk/>
            <pc:sldMk cId="3308854446" sldId="598"/>
            <ac:spMk id="6" creationId="{BA6E8B78-0D42-3722-E786-1CFB6C9E1A02}"/>
          </ac:spMkLst>
        </pc:spChg>
      </pc:sldChg>
      <pc:sldChg chg="addSp delSp modSp add mod">
        <pc:chgData name="Mariana Rocha" userId="0a3173bd-d0ed-4c32-8e4c-b90c820606c5" providerId="ADAL" clId="{DCC3A51D-31E8-5BC6-970B-354B54D5302A}" dt="2025-10-10T13:48:14.618" v="1394" actId="20577"/>
        <pc:sldMkLst>
          <pc:docMk/>
          <pc:sldMk cId="501295878" sldId="599"/>
        </pc:sldMkLst>
        <pc:spChg chg="mod">
          <ac:chgData name="Mariana Rocha" userId="0a3173bd-d0ed-4c32-8e4c-b90c820606c5" providerId="ADAL" clId="{DCC3A51D-31E8-5BC6-970B-354B54D5302A}" dt="2025-10-10T13:48:14.618" v="1394" actId="20577"/>
          <ac:spMkLst>
            <pc:docMk/>
            <pc:sldMk cId="501295878" sldId="599"/>
            <ac:spMk id="2" creationId="{DF2F0B91-C20F-98C9-8A56-CA8592F18585}"/>
          </ac:spMkLst>
        </pc:spChg>
        <pc:spChg chg="mod">
          <ac:chgData name="Mariana Rocha" userId="0a3173bd-d0ed-4c32-8e4c-b90c820606c5" providerId="ADAL" clId="{DCC3A51D-31E8-5BC6-970B-354B54D5302A}" dt="2025-10-10T13:44:39.646" v="1025" actId="20577"/>
          <ac:spMkLst>
            <pc:docMk/>
            <pc:sldMk cId="501295878" sldId="599"/>
            <ac:spMk id="3" creationId="{752CB52C-A614-417E-9DEC-E697F09CC794}"/>
          </ac:spMkLst>
        </pc:spChg>
        <pc:spChg chg="del">
          <ac:chgData name="Mariana Rocha" userId="0a3173bd-d0ed-4c32-8e4c-b90c820606c5" providerId="ADAL" clId="{DCC3A51D-31E8-5BC6-970B-354B54D5302A}" dt="2025-10-10T13:39:22.396" v="855" actId="478"/>
          <ac:spMkLst>
            <pc:docMk/>
            <pc:sldMk cId="501295878" sldId="599"/>
            <ac:spMk id="6" creationId="{6F3A07A8-1B7B-2B18-0339-8C68A2076E23}"/>
          </ac:spMkLst>
        </pc:spChg>
        <pc:spChg chg="add mod">
          <ac:chgData name="Mariana Rocha" userId="0a3173bd-d0ed-4c32-8e4c-b90c820606c5" providerId="ADAL" clId="{DCC3A51D-31E8-5BC6-970B-354B54D5302A}" dt="2025-10-10T13:39:31.428" v="859" actId="403"/>
          <ac:spMkLst>
            <pc:docMk/>
            <pc:sldMk cId="501295878" sldId="599"/>
            <ac:spMk id="7" creationId="{23450611-22FB-6087-8AB9-1E3DE0894660}"/>
          </ac:spMkLst>
        </pc:spChg>
      </pc:sldChg>
      <pc:sldChg chg="addSp delSp modSp add mod">
        <pc:chgData name="Mariana Rocha" userId="0a3173bd-d0ed-4c32-8e4c-b90c820606c5" providerId="ADAL" clId="{DCC3A51D-31E8-5BC6-970B-354B54D5302A}" dt="2025-10-10T13:48:17.466" v="1396" actId="20577"/>
        <pc:sldMkLst>
          <pc:docMk/>
          <pc:sldMk cId="3017699628" sldId="600"/>
        </pc:sldMkLst>
        <pc:spChg chg="mod">
          <ac:chgData name="Mariana Rocha" userId="0a3173bd-d0ed-4c32-8e4c-b90c820606c5" providerId="ADAL" clId="{DCC3A51D-31E8-5BC6-970B-354B54D5302A}" dt="2025-10-10T13:48:17.466" v="1396" actId="20577"/>
          <ac:spMkLst>
            <pc:docMk/>
            <pc:sldMk cId="3017699628" sldId="600"/>
            <ac:spMk id="2" creationId="{E51A952D-D19E-3781-3C52-B1FDA1C6EC2A}"/>
          </ac:spMkLst>
        </pc:spChg>
        <pc:spChg chg="mod">
          <ac:chgData name="Mariana Rocha" userId="0a3173bd-d0ed-4c32-8e4c-b90c820606c5" providerId="ADAL" clId="{DCC3A51D-31E8-5BC6-970B-354B54D5302A}" dt="2025-10-10T13:45:55.999" v="1183" actId="14100"/>
          <ac:spMkLst>
            <pc:docMk/>
            <pc:sldMk cId="3017699628" sldId="600"/>
            <ac:spMk id="3" creationId="{22E92CEA-5735-4D80-5D97-82A406D8A8DF}"/>
          </ac:spMkLst>
        </pc:spChg>
        <pc:spChg chg="add mod">
          <ac:chgData name="Mariana Rocha" userId="0a3173bd-d0ed-4c32-8e4c-b90c820606c5" providerId="ADAL" clId="{DCC3A51D-31E8-5BC6-970B-354B54D5302A}" dt="2025-10-10T13:46:14.526" v="1190" actId="1076"/>
          <ac:spMkLst>
            <pc:docMk/>
            <pc:sldMk cId="3017699628" sldId="600"/>
            <ac:spMk id="6" creationId="{B96B479C-7B6B-C3BC-C859-B965F5DF1CBF}"/>
          </ac:spMkLst>
        </pc:spChg>
        <pc:spChg chg="del">
          <ac:chgData name="Mariana Rocha" userId="0a3173bd-d0ed-4c32-8e4c-b90c820606c5" providerId="ADAL" clId="{DCC3A51D-31E8-5BC6-970B-354B54D5302A}" dt="2025-10-10T13:45:57.489" v="1184" actId="478"/>
          <ac:spMkLst>
            <pc:docMk/>
            <pc:sldMk cId="3017699628" sldId="600"/>
            <ac:spMk id="7" creationId="{F50D96BC-CC97-4BB5-C921-94BD6DE8E0F7}"/>
          </ac:spMkLst>
        </pc:spChg>
      </pc:sldChg>
      <pc:sldChg chg="modSp add del mod">
        <pc:chgData name="Mariana Rocha" userId="0a3173bd-d0ed-4c32-8e4c-b90c820606c5" providerId="ADAL" clId="{DCC3A51D-31E8-5BC6-970B-354B54D5302A}" dt="2025-10-10T13:48:11.257" v="1392" actId="2696"/>
        <pc:sldMkLst>
          <pc:docMk/>
          <pc:sldMk cId="504993022" sldId="601"/>
        </pc:sldMkLst>
        <pc:spChg chg="mod">
          <ac:chgData name="Mariana Rocha" userId="0a3173bd-d0ed-4c32-8e4c-b90c820606c5" providerId="ADAL" clId="{DCC3A51D-31E8-5BC6-970B-354B54D5302A}" dt="2025-10-10T13:47:05.678" v="1207" actId="20577"/>
          <ac:spMkLst>
            <pc:docMk/>
            <pc:sldMk cId="504993022" sldId="601"/>
            <ac:spMk id="2" creationId="{DE377935-CDEC-F66D-3933-DE2FD201DE8F}"/>
          </ac:spMkLst>
        </pc:spChg>
        <pc:spChg chg="mod">
          <ac:chgData name="Mariana Rocha" userId="0a3173bd-d0ed-4c32-8e4c-b90c820606c5" providerId="ADAL" clId="{DCC3A51D-31E8-5BC6-970B-354B54D5302A}" dt="2025-10-10T13:47:16.809" v="1268" actId="20577"/>
          <ac:spMkLst>
            <pc:docMk/>
            <pc:sldMk cId="504993022" sldId="601"/>
            <ac:spMk id="3" creationId="{1782A6E7-113D-7542-FA22-3F7732EB63F4}"/>
          </ac:spMkLst>
        </pc:spChg>
      </pc:sldChg>
      <pc:sldChg chg="modSp add mod">
        <pc:chgData name="Mariana Rocha" userId="0a3173bd-d0ed-4c32-8e4c-b90c820606c5" providerId="ADAL" clId="{DCC3A51D-31E8-5BC6-970B-354B54D5302A}" dt="2025-10-10T13:48:57.892" v="1460" actId="20577"/>
        <pc:sldMkLst>
          <pc:docMk/>
          <pc:sldMk cId="1332586627" sldId="601"/>
        </pc:sldMkLst>
        <pc:spChg chg="mod">
          <ac:chgData name="Mariana Rocha" userId="0a3173bd-d0ed-4c32-8e4c-b90c820606c5" providerId="ADAL" clId="{DCC3A51D-31E8-5BC6-970B-354B54D5302A}" dt="2025-10-10T13:48:24.786" v="1402" actId="20577"/>
          <ac:spMkLst>
            <pc:docMk/>
            <pc:sldMk cId="1332586627" sldId="601"/>
            <ac:spMk id="2" creationId="{566D0324-E35C-9E58-1177-1514750026B0}"/>
          </ac:spMkLst>
        </pc:spChg>
        <pc:spChg chg="mod">
          <ac:chgData name="Mariana Rocha" userId="0a3173bd-d0ed-4c32-8e4c-b90c820606c5" providerId="ADAL" clId="{DCC3A51D-31E8-5BC6-970B-354B54D5302A}" dt="2025-10-10T13:48:51.993" v="1455" actId="20577"/>
          <ac:spMkLst>
            <pc:docMk/>
            <pc:sldMk cId="1332586627" sldId="601"/>
            <ac:spMk id="3" creationId="{E7C542A9-19C6-00EF-0405-5DD8D97CC4B7}"/>
          </ac:spMkLst>
        </pc:spChg>
        <pc:spChg chg="mod">
          <ac:chgData name="Mariana Rocha" userId="0a3173bd-d0ed-4c32-8e4c-b90c820606c5" providerId="ADAL" clId="{DCC3A51D-31E8-5BC6-970B-354B54D5302A}" dt="2025-10-10T13:48:57.892" v="1460" actId="20577"/>
          <ac:spMkLst>
            <pc:docMk/>
            <pc:sldMk cId="1332586627" sldId="601"/>
            <ac:spMk id="6" creationId="{D44246EF-4927-9F00-4F99-BDEA642E10F7}"/>
          </ac:spMkLst>
        </pc:spChg>
      </pc:sldChg>
      <pc:sldChg chg="addSp delSp modSp add mod">
        <pc:chgData name="Mariana Rocha" userId="0a3173bd-d0ed-4c32-8e4c-b90c820606c5" providerId="ADAL" clId="{DCC3A51D-31E8-5BC6-970B-354B54D5302A}" dt="2025-10-10T13:56:06.169" v="1623" actId="1076"/>
        <pc:sldMkLst>
          <pc:docMk/>
          <pc:sldMk cId="3102339959" sldId="602"/>
        </pc:sldMkLst>
        <pc:spChg chg="add del mod">
          <ac:chgData name="Mariana Rocha" userId="0a3173bd-d0ed-4c32-8e4c-b90c820606c5" providerId="ADAL" clId="{DCC3A51D-31E8-5BC6-970B-354B54D5302A}" dt="2025-10-10T13:51:43.070" v="1466" actId="478"/>
          <ac:spMkLst>
            <pc:docMk/>
            <pc:sldMk cId="3102339959" sldId="602"/>
            <ac:spMk id="4" creationId="{0E9B00E0-4030-A3FE-7497-97DDB2FC4281}"/>
          </ac:spMkLst>
        </pc:spChg>
        <pc:spChg chg="add mod">
          <ac:chgData name="Mariana Rocha" userId="0a3173bd-d0ed-4c32-8e4c-b90c820606c5" providerId="ADAL" clId="{DCC3A51D-31E8-5BC6-970B-354B54D5302A}" dt="2025-10-10T13:54:19.949" v="1612" actId="14100"/>
          <ac:spMkLst>
            <pc:docMk/>
            <pc:sldMk cId="3102339959" sldId="602"/>
            <ac:spMk id="6" creationId="{FA5F9755-EEDB-039D-F64B-6968C70157CC}"/>
          </ac:spMkLst>
        </pc:spChg>
        <pc:spChg chg="add mod">
          <ac:chgData name="Mariana Rocha" userId="0a3173bd-d0ed-4c32-8e4c-b90c820606c5" providerId="ADAL" clId="{DCC3A51D-31E8-5BC6-970B-354B54D5302A}" dt="2025-10-10T13:56:06.169" v="1623" actId="1076"/>
          <ac:spMkLst>
            <pc:docMk/>
            <pc:sldMk cId="3102339959" sldId="602"/>
            <ac:spMk id="8" creationId="{CA9AB1DA-82DC-AF89-7953-B84DC6AE5F46}"/>
          </ac:spMkLst>
        </pc:spChg>
        <pc:spChg chg="add mod">
          <ac:chgData name="Mariana Rocha" userId="0a3173bd-d0ed-4c32-8e4c-b90c820606c5" providerId="ADAL" clId="{DCC3A51D-31E8-5BC6-970B-354B54D5302A}" dt="2025-10-10T13:56:03.985" v="1622" actId="1076"/>
          <ac:spMkLst>
            <pc:docMk/>
            <pc:sldMk cId="3102339959" sldId="602"/>
            <ac:spMk id="10" creationId="{578B3D22-9C7C-97B3-EC72-7D9C30BCEBBF}"/>
          </ac:spMkLst>
        </pc:spChg>
        <pc:spChg chg="del mod">
          <ac:chgData name="Mariana Rocha" userId="0a3173bd-d0ed-4c32-8e4c-b90c820606c5" providerId="ADAL" clId="{DCC3A51D-31E8-5BC6-970B-354B54D5302A}" dt="2025-10-10T13:51:41.983" v="1465" actId="478"/>
          <ac:spMkLst>
            <pc:docMk/>
            <pc:sldMk cId="3102339959" sldId="602"/>
            <ac:spMk id="388105" creationId="{B9F6BAEF-B0D0-1630-36C7-978AA43D0D36}"/>
          </ac:spMkLst>
        </pc:spChg>
        <pc:graphicFrameChg chg="del">
          <ac:chgData name="Mariana Rocha" userId="0a3173bd-d0ed-4c32-8e4c-b90c820606c5" providerId="ADAL" clId="{DCC3A51D-31E8-5BC6-970B-354B54D5302A}" dt="2025-10-10T13:51:44.688" v="1467" actId="478"/>
          <ac:graphicFrameMkLst>
            <pc:docMk/>
            <pc:sldMk cId="3102339959" sldId="602"/>
            <ac:graphicFrameMk id="388140" creationId="{8E610B73-EFEC-69ED-5AD7-FD5DA18D59C4}"/>
          </ac:graphicFrameMkLst>
        </pc:graphicFrameChg>
      </pc:sldChg>
      <pc:sldChg chg="add">
        <pc:chgData name="Mariana Rocha" userId="0a3173bd-d0ed-4c32-8e4c-b90c820606c5" providerId="ADAL" clId="{DCC3A51D-31E8-5BC6-970B-354B54D5302A}" dt="2025-10-10T14:15:44.711" v="1691" actId="2890"/>
        <pc:sldMkLst>
          <pc:docMk/>
          <pc:sldMk cId="4051382981" sldId="603"/>
        </pc:sldMkLst>
      </pc:sldChg>
      <pc:sldChg chg="modSp add del mod">
        <pc:chgData name="Mariana Rocha" userId="0a3173bd-d0ed-4c32-8e4c-b90c820606c5" providerId="ADAL" clId="{DCC3A51D-31E8-5BC6-970B-354B54D5302A}" dt="2025-10-10T14:30:07.714" v="2049" actId="2696"/>
        <pc:sldMkLst>
          <pc:docMk/>
          <pc:sldMk cId="2057247254" sldId="604"/>
        </pc:sldMkLst>
        <pc:spChg chg="mod">
          <ac:chgData name="Mariana Rocha" userId="0a3173bd-d0ed-4c32-8e4c-b90c820606c5" providerId="ADAL" clId="{DCC3A51D-31E8-5BC6-970B-354B54D5302A}" dt="2025-10-10T14:16:06.906" v="1721" actId="20577"/>
          <ac:spMkLst>
            <pc:docMk/>
            <pc:sldMk cId="2057247254" sldId="604"/>
            <ac:spMk id="398344" creationId="{DD4E7C31-EA0A-5F67-EB27-DFCDF77B9696}"/>
          </ac:spMkLst>
        </pc:spChg>
      </pc:sldChg>
      <pc:sldChg chg="addSp delSp modSp add mod ord">
        <pc:chgData name="Mariana Rocha" userId="0a3173bd-d0ed-4c32-8e4c-b90c820606c5" providerId="ADAL" clId="{DCC3A51D-31E8-5BC6-970B-354B54D5302A}" dt="2025-10-10T15:56:27.476" v="2488" actId="20578"/>
        <pc:sldMkLst>
          <pc:docMk/>
          <pc:sldMk cId="3462680130" sldId="604"/>
        </pc:sldMkLst>
        <pc:spChg chg="add mod">
          <ac:chgData name="Mariana Rocha" userId="0a3173bd-d0ed-4c32-8e4c-b90c820606c5" providerId="ADAL" clId="{DCC3A51D-31E8-5BC6-970B-354B54D5302A}" dt="2025-10-10T14:57:23.074" v="2465" actId="14100"/>
          <ac:spMkLst>
            <pc:docMk/>
            <pc:sldMk cId="3462680130" sldId="604"/>
            <ac:spMk id="4" creationId="{0163645B-5C9E-E669-72F1-F8A731671EAA}"/>
          </ac:spMkLst>
        </pc:spChg>
        <pc:spChg chg="del">
          <ac:chgData name="Mariana Rocha" userId="0a3173bd-d0ed-4c32-8e4c-b90c820606c5" providerId="ADAL" clId="{DCC3A51D-31E8-5BC6-970B-354B54D5302A}" dt="2025-10-10T14:56:54.947" v="2364" actId="478"/>
          <ac:spMkLst>
            <pc:docMk/>
            <pc:sldMk cId="3462680130" sldId="604"/>
            <ac:spMk id="7" creationId="{50FD28C1-C118-4055-3105-B558BDF44280}"/>
          </ac:spMkLst>
        </pc:spChg>
        <pc:spChg chg="mod">
          <ac:chgData name="Mariana Rocha" userId="0a3173bd-d0ed-4c32-8e4c-b90c820606c5" providerId="ADAL" clId="{DCC3A51D-31E8-5BC6-970B-354B54D5302A}" dt="2025-10-10T14:57:17.377" v="2462" actId="20577"/>
          <ac:spMkLst>
            <pc:docMk/>
            <pc:sldMk cId="3462680130" sldId="604"/>
            <ac:spMk id="400389" creationId="{78B8B84C-A75D-69E9-902A-21B5D3CE0803}"/>
          </ac:spMkLst>
        </pc:spChg>
      </pc:sldChg>
      <pc:sldChg chg="modSp add del mod">
        <pc:chgData name="Mariana Rocha" userId="0a3173bd-d0ed-4c32-8e4c-b90c820606c5" providerId="ADAL" clId="{DCC3A51D-31E8-5BC6-970B-354B54D5302A}" dt="2025-10-10T14:30:58.001" v="2051" actId="2696"/>
        <pc:sldMkLst>
          <pc:docMk/>
          <pc:sldMk cId="272317801" sldId="605"/>
        </pc:sldMkLst>
        <pc:spChg chg="mod">
          <ac:chgData name="Mariana Rocha" userId="0a3173bd-d0ed-4c32-8e4c-b90c820606c5" providerId="ADAL" clId="{DCC3A51D-31E8-5BC6-970B-354B54D5302A}" dt="2025-10-10T14:16:12.187" v="1725" actId="20577"/>
          <ac:spMkLst>
            <pc:docMk/>
            <pc:sldMk cId="272317801" sldId="605"/>
            <ac:spMk id="398344" creationId="{4AB61391-CD9B-0BCF-F3E7-0531E59E64B8}"/>
          </ac:spMkLst>
        </pc:spChg>
      </pc:sldChg>
      <pc:sldChg chg="addSp delSp modSp add del mod">
        <pc:chgData name="Mariana Rocha" userId="0a3173bd-d0ed-4c32-8e4c-b90c820606c5" providerId="ADAL" clId="{DCC3A51D-31E8-5BC6-970B-354B54D5302A}" dt="2025-10-10T15:54:47.045" v="2478" actId="2696"/>
        <pc:sldMkLst>
          <pc:docMk/>
          <pc:sldMk cId="2317226719" sldId="605"/>
        </pc:sldMkLst>
        <pc:spChg chg="del">
          <ac:chgData name="Mariana Rocha" userId="0a3173bd-d0ed-4c32-8e4c-b90c820606c5" providerId="ADAL" clId="{DCC3A51D-31E8-5BC6-970B-354B54D5302A}" dt="2025-10-10T15:00:12.026" v="2474" actId="478"/>
          <ac:spMkLst>
            <pc:docMk/>
            <pc:sldMk cId="2317226719" sldId="605"/>
            <ac:spMk id="4" creationId="{71C86FD7-38D0-EC46-25BD-BF8941AB338D}"/>
          </ac:spMkLst>
        </pc:spChg>
        <pc:spChg chg="del">
          <ac:chgData name="Mariana Rocha" userId="0a3173bd-d0ed-4c32-8e4c-b90c820606c5" providerId="ADAL" clId="{DCC3A51D-31E8-5BC6-970B-354B54D5302A}" dt="2025-10-10T15:00:12.026" v="2474" actId="478"/>
          <ac:spMkLst>
            <pc:docMk/>
            <pc:sldMk cId="2317226719" sldId="605"/>
            <ac:spMk id="5" creationId="{4FAE0A9E-EF05-B82F-E694-721A17971383}"/>
          </ac:spMkLst>
        </pc:spChg>
        <pc:spChg chg="add mod">
          <ac:chgData name="Mariana Rocha" userId="0a3173bd-d0ed-4c32-8e4c-b90c820606c5" providerId="ADAL" clId="{DCC3A51D-31E8-5BC6-970B-354B54D5302A}" dt="2025-10-10T15:00:12.026" v="2474" actId="478"/>
          <ac:spMkLst>
            <pc:docMk/>
            <pc:sldMk cId="2317226719" sldId="605"/>
            <ac:spMk id="6" creationId="{193FA456-DE05-FD38-1E94-E3D21B4ACFCA}"/>
          </ac:spMkLst>
        </pc:spChg>
        <pc:spChg chg="add mod">
          <ac:chgData name="Mariana Rocha" userId="0a3173bd-d0ed-4c32-8e4c-b90c820606c5" providerId="ADAL" clId="{DCC3A51D-31E8-5BC6-970B-354B54D5302A}" dt="2025-10-10T15:00:12.026" v="2474" actId="478"/>
          <ac:spMkLst>
            <pc:docMk/>
            <pc:sldMk cId="2317226719" sldId="605"/>
            <ac:spMk id="8" creationId="{00E42D7E-3A50-D461-2C8A-E28BE50EC1CB}"/>
          </ac:spMkLst>
        </pc:spChg>
        <pc:spChg chg="del">
          <ac:chgData name="Mariana Rocha" userId="0a3173bd-d0ed-4c32-8e4c-b90c820606c5" providerId="ADAL" clId="{DCC3A51D-31E8-5BC6-970B-354B54D5302A}" dt="2025-10-10T15:00:12.026" v="2474" actId="478"/>
          <ac:spMkLst>
            <pc:docMk/>
            <pc:sldMk cId="2317226719" sldId="605"/>
            <ac:spMk id="400388" creationId="{29BD7C82-AFD5-1AA1-6E23-E298259B3E49}"/>
          </ac:spMkLst>
        </pc:spChg>
        <pc:spChg chg="del">
          <ac:chgData name="Mariana Rocha" userId="0a3173bd-d0ed-4c32-8e4c-b90c820606c5" providerId="ADAL" clId="{DCC3A51D-31E8-5BC6-970B-354B54D5302A}" dt="2025-10-10T15:00:12.026" v="2474" actId="478"/>
          <ac:spMkLst>
            <pc:docMk/>
            <pc:sldMk cId="2317226719" sldId="605"/>
            <ac:spMk id="400389" creationId="{761EE015-13F1-F685-64C2-B9FBA50785EB}"/>
          </ac:spMkLst>
        </pc:spChg>
      </pc:sldChg>
      <pc:sldChg chg="modSp add mod">
        <pc:chgData name="Mariana Rocha" userId="0a3173bd-d0ed-4c32-8e4c-b90c820606c5" providerId="ADAL" clId="{DCC3A51D-31E8-5BC6-970B-354B54D5302A}" dt="2025-10-10T15:55:11.761" v="2487" actId="14100"/>
        <pc:sldMkLst>
          <pc:docMk/>
          <pc:sldMk cId="3980431721" sldId="605"/>
        </pc:sldMkLst>
        <pc:spChg chg="mod">
          <ac:chgData name="Mariana Rocha" userId="0a3173bd-d0ed-4c32-8e4c-b90c820606c5" providerId="ADAL" clId="{DCC3A51D-31E8-5BC6-970B-354B54D5302A}" dt="2025-10-10T15:55:11.761" v="2487" actId="14100"/>
          <ac:spMkLst>
            <pc:docMk/>
            <pc:sldMk cId="3980431721" sldId="605"/>
            <ac:spMk id="2" creationId="{010234A2-FBB0-644A-F92C-AF1B91A7C9A3}"/>
          </ac:spMkLst>
        </pc:spChg>
      </pc:sldChg>
      <pc:sldChg chg="addSp delSp modSp add mod ord">
        <pc:chgData name="Mariana Rocha" userId="0a3173bd-d0ed-4c32-8e4c-b90c820606c5" providerId="ADAL" clId="{DCC3A51D-31E8-5BC6-970B-354B54D5302A}" dt="2025-10-10T16:06:08.935" v="2693" actId="403"/>
        <pc:sldMkLst>
          <pc:docMk/>
          <pc:sldMk cId="2129296771" sldId="606"/>
        </pc:sldMkLst>
        <pc:spChg chg="add mod">
          <ac:chgData name="Mariana Rocha" userId="0a3173bd-d0ed-4c32-8e4c-b90c820606c5" providerId="ADAL" clId="{DCC3A51D-31E8-5BC6-970B-354B54D5302A}" dt="2025-10-10T16:06:08.935" v="2693" actId="403"/>
          <ac:spMkLst>
            <pc:docMk/>
            <pc:sldMk cId="2129296771" sldId="606"/>
            <ac:spMk id="4" creationId="{D07DF6DD-7E56-7A00-DB7F-BE1B29ACBED0}"/>
          </ac:spMkLst>
        </pc:spChg>
        <pc:spChg chg="del">
          <ac:chgData name="Mariana Rocha" userId="0a3173bd-d0ed-4c32-8e4c-b90c820606c5" providerId="ADAL" clId="{DCC3A51D-31E8-5BC6-970B-354B54D5302A}" dt="2025-10-10T15:59:08.027" v="2689" actId="478"/>
          <ac:spMkLst>
            <pc:docMk/>
            <pc:sldMk cId="2129296771" sldId="606"/>
            <ac:spMk id="7" creationId="{E3481DB5-D12C-5A09-1C44-3254FF8AD972}"/>
          </ac:spMkLst>
        </pc:spChg>
        <pc:spChg chg="mod">
          <ac:chgData name="Mariana Rocha" userId="0a3173bd-d0ed-4c32-8e4c-b90c820606c5" providerId="ADAL" clId="{DCC3A51D-31E8-5BC6-970B-354B54D5302A}" dt="2025-10-10T15:58:24.857" v="2511" actId="20577"/>
          <ac:spMkLst>
            <pc:docMk/>
            <pc:sldMk cId="2129296771" sldId="606"/>
            <ac:spMk id="400388" creationId="{9061CBE5-F3C9-C47C-5F58-0653FC0E7A9C}"/>
          </ac:spMkLst>
        </pc:spChg>
        <pc:spChg chg="mod">
          <ac:chgData name="Mariana Rocha" userId="0a3173bd-d0ed-4c32-8e4c-b90c820606c5" providerId="ADAL" clId="{DCC3A51D-31E8-5BC6-970B-354B54D5302A}" dt="2025-10-10T15:59:05.801" v="2688" actId="20577"/>
          <ac:spMkLst>
            <pc:docMk/>
            <pc:sldMk cId="2129296771" sldId="606"/>
            <ac:spMk id="400389" creationId="{F77706DF-DA5E-BC77-EC74-070BF8E390B4}"/>
          </ac:spMkLst>
        </pc:spChg>
      </pc:sldChg>
      <pc:sldChg chg="modSp add del mod">
        <pc:chgData name="Mariana Rocha" userId="0a3173bd-d0ed-4c32-8e4c-b90c820606c5" providerId="ADAL" clId="{DCC3A51D-31E8-5BC6-970B-354B54D5302A}" dt="2025-10-10T14:30:08.396" v="2050" actId="2696"/>
        <pc:sldMkLst>
          <pc:docMk/>
          <pc:sldMk cId="3090944031" sldId="606"/>
        </pc:sldMkLst>
        <pc:spChg chg="mod">
          <ac:chgData name="Mariana Rocha" userId="0a3173bd-d0ed-4c32-8e4c-b90c820606c5" providerId="ADAL" clId="{DCC3A51D-31E8-5BC6-970B-354B54D5302A}" dt="2025-10-10T14:16:30.103" v="1731" actId="20577"/>
          <ac:spMkLst>
            <pc:docMk/>
            <pc:sldMk cId="3090944031" sldId="606"/>
            <ac:spMk id="398344" creationId="{858DE80B-CDA3-B542-B219-F858E528BB9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341DF2-83B8-DC43-B549-11C1221AD725}" type="datetimeFigureOut">
              <a:rPr lang="pt-PT" smtClean="0"/>
              <a:t>10/10/25</a:t>
            </a:fld>
            <a:endParaRPr lang="pt-PT"/>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t-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4C43FC-658F-CF4B-BDB0-4FE56D15E4E9}" type="slidenum">
              <a:rPr lang="pt-PT" smtClean="0"/>
              <a:t>‹#›</a:t>
            </a:fld>
            <a:endParaRPr lang="pt-PT"/>
          </a:p>
        </p:txBody>
      </p:sp>
    </p:spTree>
    <p:extLst>
      <p:ext uri="{BB962C8B-B14F-4D97-AF65-F5344CB8AC3E}">
        <p14:creationId xmlns:p14="http://schemas.microsoft.com/office/powerpoint/2010/main" val="3896587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image" Target="../media/image6.wmf"/></Relationships>
</file>

<file path=ppt/notesSlides/_rels/note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image" Target="../media/image6.wmf"/></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image" Target="../media/image6.wmf"/></Relationships>
</file>

<file path=ppt/notesSlides/_rels/note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8" name="Rectangle 4"/>
          <p:cNvSpPr>
            <a:spLocks noGrp="1" noRot="1" noChangeAspect="1" noChangeArrowheads="1" noTextEdit="1"/>
          </p:cNvSpPr>
          <p:nvPr>
            <p:ph type="sldImg"/>
          </p:nvPr>
        </p:nvSpPr>
        <p:spPr>
          <a:ln/>
        </p:spPr>
      </p:sp>
      <p:sp>
        <p:nvSpPr>
          <p:cNvPr id="374789" name="Rectangle 5"/>
          <p:cNvSpPr>
            <a:spLocks noGrp="1" noChangeArrowheads="1"/>
          </p:cNvSpPr>
          <p:nvPr>
            <p:ph type="body" idx="1"/>
          </p:nvPr>
        </p:nvSpPr>
        <p:spPr/>
        <p:txBody>
          <a:bodyPr/>
          <a:lstStyle/>
          <a:p>
            <a:r>
              <a:rPr lang="en-US" altLang="en-US" dirty="0"/>
              <a:t>Single-Row Functions (continued)</a:t>
            </a:r>
          </a:p>
          <a:p>
            <a:pPr lvl="1"/>
            <a:r>
              <a:rPr lang="en-US" altLang="en-US" dirty="0">
                <a:solidFill>
                  <a:schemeClr val="tx1"/>
                </a:solidFill>
              </a:rPr>
              <a:t>This lesson covers the following single-row functions:</a:t>
            </a:r>
          </a:p>
          <a:p>
            <a:pPr lvl="2"/>
            <a:r>
              <a:rPr lang="en-US" altLang="en-US" b="1" dirty="0">
                <a:solidFill>
                  <a:schemeClr val="tx1"/>
                </a:solidFill>
              </a:rPr>
              <a:t>Character functions</a:t>
            </a:r>
            <a:r>
              <a:rPr lang="en-US" altLang="en-US" b="1" dirty="0">
                <a:solidFill>
                  <a:schemeClr val="tx1"/>
                </a:solidFill>
                <a:latin typeface="Symbol" pitchFamily="18" charset="2"/>
              </a:rPr>
              <a:t>:</a:t>
            </a:r>
            <a:r>
              <a:rPr lang="en-US" altLang="en-US" dirty="0">
                <a:solidFill>
                  <a:schemeClr val="tx1"/>
                </a:solidFill>
                <a:latin typeface="Symbol" pitchFamily="18" charset="2"/>
              </a:rPr>
              <a:t> A</a:t>
            </a:r>
            <a:r>
              <a:rPr lang="en-US" altLang="en-US" dirty="0">
                <a:solidFill>
                  <a:schemeClr val="tx1"/>
                </a:solidFill>
              </a:rPr>
              <a:t>ccept character input and can return both character and number values</a:t>
            </a:r>
          </a:p>
          <a:p>
            <a:pPr lvl="2"/>
            <a:r>
              <a:rPr lang="en-US" altLang="en-US" b="1" dirty="0">
                <a:solidFill>
                  <a:schemeClr val="tx1"/>
                </a:solidFill>
              </a:rPr>
              <a:t>Number functions</a:t>
            </a:r>
            <a:r>
              <a:rPr lang="en-US" altLang="en-US" b="1" dirty="0">
                <a:solidFill>
                  <a:schemeClr val="tx1"/>
                </a:solidFill>
                <a:latin typeface="Symbol" pitchFamily="18" charset="2"/>
              </a:rPr>
              <a:t>:</a:t>
            </a:r>
            <a:r>
              <a:rPr lang="en-US" altLang="en-US" dirty="0">
                <a:solidFill>
                  <a:schemeClr val="tx1"/>
                </a:solidFill>
                <a:latin typeface="Symbol" pitchFamily="18" charset="2"/>
              </a:rPr>
              <a:t> </a:t>
            </a:r>
            <a:r>
              <a:rPr lang="en-US" altLang="en-US" dirty="0">
                <a:solidFill>
                  <a:schemeClr val="tx1"/>
                </a:solidFill>
              </a:rPr>
              <a:t>Accept numeric input and return numeric values</a:t>
            </a:r>
          </a:p>
          <a:p>
            <a:pPr lvl="2"/>
            <a:r>
              <a:rPr lang="en-US" altLang="en-US" b="1" dirty="0">
                <a:solidFill>
                  <a:schemeClr val="tx1"/>
                </a:solidFill>
              </a:rPr>
              <a:t>Date functions</a:t>
            </a:r>
            <a:r>
              <a:rPr lang="en-US" altLang="en-US" b="1" dirty="0">
                <a:solidFill>
                  <a:schemeClr val="tx1"/>
                </a:solidFill>
                <a:latin typeface="Symbol" pitchFamily="18" charset="2"/>
              </a:rPr>
              <a:t>:</a:t>
            </a:r>
            <a:r>
              <a:rPr lang="en-US" altLang="en-US" dirty="0">
                <a:solidFill>
                  <a:schemeClr val="tx1"/>
                </a:solidFill>
                <a:latin typeface="Symbol" pitchFamily="18" charset="2"/>
              </a:rPr>
              <a:t> </a:t>
            </a:r>
            <a:r>
              <a:rPr lang="en-US" altLang="en-US" dirty="0">
                <a:solidFill>
                  <a:schemeClr val="tx1"/>
                </a:solidFill>
              </a:rPr>
              <a:t>Operate on values of the </a:t>
            </a:r>
            <a:r>
              <a:rPr lang="en-US" altLang="en-US" dirty="0">
                <a:solidFill>
                  <a:schemeClr val="tx1"/>
                </a:solidFill>
                <a:latin typeface="Courier New" pitchFamily="49" charset="0"/>
              </a:rPr>
              <a:t>DATE</a:t>
            </a:r>
            <a:r>
              <a:rPr lang="en-US" altLang="en-US" dirty="0">
                <a:solidFill>
                  <a:schemeClr val="tx1"/>
                </a:solidFill>
              </a:rPr>
              <a:t> data type (All date functions return a value of </a:t>
            </a:r>
            <a:r>
              <a:rPr lang="en-US" altLang="en-US" dirty="0">
                <a:solidFill>
                  <a:schemeClr val="tx1"/>
                </a:solidFill>
                <a:latin typeface="Courier New" pitchFamily="49" charset="0"/>
              </a:rPr>
              <a:t>DATE</a:t>
            </a:r>
            <a:r>
              <a:rPr lang="en-US" altLang="en-US" dirty="0">
                <a:solidFill>
                  <a:schemeClr val="tx1"/>
                </a:solidFill>
              </a:rPr>
              <a:t> data type except the </a:t>
            </a:r>
            <a:r>
              <a:rPr lang="en-US" altLang="en-US" dirty="0" err="1">
                <a:solidFill>
                  <a:schemeClr val="tx1"/>
                </a:solidFill>
                <a:latin typeface="Courier New" pitchFamily="49" charset="0"/>
              </a:rPr>
              <a:t>MONTHS_BETWEEN</a:t>
            </a:r>
            <a:r>
              <a:rPr lang="en-US" altLang="en-US" dirty="0">
                <a:solidFill>
                  <a:schemeClr val="tx1"/>
                </a:solidFill>
              </a:rPr>
              <a:t> function, which returns a number.)</a:t>
            </a:r>
          </a:p>
          <a:p>
            <a:pPr lvl="2"/>
            <a:r>
              <a:rPr lang="en-US" altLang="en-US" b="1" dirty="0">
                <a:solidFill>
                  <a:schemeClr val="tx1"/>
                </a:solidFill>
              </a:rPr>
              <a:t>Conversion functions</a:t>
            </a:r>
            <a:r>
              <a:rPr lang="en-US" altLang="en-US" b="1" dirty="0">
                <a:solidFill>
                  <a:schemeClr val="tx1"/>
                </a:solidFill>
                <a:latin typeface="Symbol" pitchFamily="18" charset="2"/>
              </a:rPr>
              <a:t>:</a:t>
            </a:r>
            <a:r>
              <a:rPr lang="en-US" altLang="en-US" dirty="0">
                <a:solidFill>
                  <a:schemeClr val="tx1"/>
                </a:solidFill>
                <a:latin typeface="Symbol" pitchFamily="18" charset="2"/>
              </a:rPr>
              <a:t> </a:t>
            </a:r>
            <a:r>
              <a:rPr lang="en-US" altLang="en-US" dirty="0">
                <a:solidFill>
                  <a:schemeClr val="tx1"/>
                </a:solidFill>
              </a:rPr>
              <a:t>Convert a value from one data type to another</a:t>
            </a:r>
          </a:p>
          <a:p>
            <a:pPr lvl="2"/>
            <a:r>
              <a:rPr lang="en-US" altLang="en-US" b="1" dirty="0">
                <a:solidFill>
                  <a:schemeClr val="tx1"/>
                </a:solidFill>
              </a:rPr>
              <a:t>General functions:</a:t>
            </a:r>
          </a:p>
          <a:p>
            <a:pPr lvl="3"/>
            <a:r>
              <a:rPr lang="en-US" altLang="en-US" dirty="0" err="1">
                <a:solidFill>
                  <a:schemeClr val="tx1"/>
                </a:solidFill>
                <a:latin typeface="Courier New" pitchFamily="49" charset="0"/>
              </a:rPr>
              <a:t>NVL</a:t>
            </a:r>
            <a:endParaRPr lang="en-US" altLang="en-US" dirty="0">
              <a:solidFill>
                <a:schemeClr val="tx1"/>
              </a:solidFill>
              <a:latin typeface="Courier New" pitchFamily="49" charset="0"/>
            </a:endParaRPr>
          </a:p>
          <a:p>
            <a:pPr lvl="3"/>
            <a:r>
              <a:rPr lang="en-US" altLang="en-US" dirty="0">
                <a:solidFill>
                  <a:schemeClr val="tx1"/>
                </a:solidFill>
                <a:latin typeface="Courier New" pitchFamily="49" charset="0"/>
              </a:rPr>
              <a:t>NVL2</a:t>
            </a:r>
          </a:p>
          <a:p>
            <a:pPr lvl="3"/>
            <a:r>
              <a:rPr lang="en-US" altLang="en-US" dirty="0" err="1">
                <a:solidFill>
                  <a:schemeClr val="tx1"/>
                </a:solidFill>
                <a:latin typeface="Courier New" pitchFamily="49" charset="0"/>
              </a:rPr>
              <a:t>NULLIF</a:t>
            </a:r>
            <a:endParaRPr lang="en-US" altLang="en-US" dirty="0">
              <a:solidFill>
                <a:schemeClr val="tx1"/>
              </a:solidFill>
              <a:latin typeface="Courier New" pitchFamily="49" charset="0"/>
            </a:endParaRPr>
          </a:p>
          <a:p>
            <a:pPr lvl="3"/>
            <a:r>
              <a:rPr lang="en-US" altLang="en-US" dirty="0">
                <a:solidFill>
                  <a:schemeClr val="tx1"/>
                </a:solidFill>
                <a:latin typeface="Courier New" pitchFamily="49" charset="0"/>
              </a:rPr>
              <a:t>COALESCE</a:t>
            </a:r>
          </a:p>
          <a:p>
            <a:pPr lvl="3"/>
            <a:r>
              <a:rPr lang="en-US" altLang="en-US" dirty="0">
                <a:solidFill>
                  <a:schemeClr val="tx1"/>
                </a:solidFill>
                <a:latin typeface="Courier New" pitchFamily="49" charset="0"/>
              </a:rPr>
              <a:t>CASE</a:t>
            </a:r>
          </a:p>
          <a:p>
            <a:pPr lvl="3"/>
            <a:r>
              <a:rPr lang="en-US" altLang="en-US" dirty="0">
                <a:solidFill>
                  <a:schemeClr val="tx1"/>
                </a:solidFill>
                <a:latin typeface="Courier New" pitchFamily="49" charset="0"/>
              </a:rPr>
              <a:t>DECODE</a:t>
            </a:r>
            <a:endParaRPr lang="en-US" altLang="en-US" dirty="0">
              <a:solidFill>
                <a:schemeClr val="tx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DA13-8366-AA49-E88E-565A4FED6592}"/>
            </a:ext>
          </a:extLst>
        </p:cNvPr>
        <p:cNvGrpSpPr/>
        <p:nvPr/>
      </p:nvGrpSpPr>
      <p:grpSpPr>
        <a:xfrm>
          <a:off x="0" y="0"/>
          <a:ext cx="0" cy="0"/>
          <a:chOff x="0" y="0"/>
          <a:chExt cx="0" cy="0"/>
        </a:xfrm>
      </p:grpSpPr>
      <p:sp>
        <p:nvSpPr>
          <p:cNvPr id="389125" name="Rectangle 5">
            <a:extLst>
              <a:ext uri="{FF2B5EF4-FFF2-40B4-BE49-F238E27FC236}">
                <a16:creationId xmlns:a16="http://schemas.microsoft.com/office/drawing/2014/main" id="{DC081CEE-5848-64E9-9348-BEF8FABF991B}"/>
              </a:ext>
            </a:extLst>
          </p:cNvPr>
          <p:cNvSpPr>
            <a:spLocks noGrp="1" noRot="1" noChangeAspect="1" noChangeArrowheads="1" noTextEdit="1"/>
          </p:cNvSpPr>
          <p:nvPr>
            <p:ph type="sldImg"/>
          </p:nvPr>
        </p:nvSpPr>
        <p:spPr>
          <a:ln/>
        </p:spPr>
      </p:sp>
      <p:sp>
        <p:nvSpPr>
          <p:cNvPr id="389126" name="Rectangle 6">
            <a:extLst>
              <a:ext uri="{FF2B5EF4-FFF2-40B4-BE49-F238E27FC236}">
                <a16:creationId xmlns:a16="http://schemas.microsoft.com/office/drawing/2014/main" id="{6897C7B2-213D-9DE6-7643-CD7231C133B4}"/>
              </a:ext>
            </a:extLst>
          </p:cNvPr>
          <p:cNvSpPr>
            <a:spLocks noGrp="1" noChangeArrowheads="1"/>
          </p:cNvSpPr>
          <p:nvPr>
            <p:ph type="body" idx="1"/>
          </p:nvPr>
        </p:nvSpPr>
        <p:spPr/>
        <p:txBody>
          <a:bodyPr/>
          <a:lstStyle/>
          <a:p>
            <a:r>
              <a:rPr lang="en-US" altLang="en-US" dirty="0"/>
              <a:t>Number Functions</a:t>
            </a:r>
          </a:p>
          <a:p>
            <a:pPr lvl="1"/>
            <a:r>
              <a:rPr lang="en-US" altLang="en-US" dirty="0">
                <a:solidFill>
                  <a:schemeClr val="tx1"/>
                </a:solidFill>
              </a:rPr>
              <a:t>Number functions accept numeric</a:t>
            </a:r>
            <a:r>
              <a:rPr lang="en-US" altLang="en-US" dirty="0"/>
              <a:t> input and return numeric values. This section describes some of the number functions.</a:t>
            </a:r>
          </a:p>
          <a:p>
            <a:pPr lvl="1"/>
            <a:br>
              <a:rPr lang="en-US" altLang="en-US" b="1" dirty="0"/>
            </a:br>
            <a:r>
              <a:rPr lang="en-US" altLang="en-US" b="1" dirty="0"/>
              <a:t>Note:</a:t>
            </a:r>
            <a:r>
              <a:rPr lang="en-US" altLang="en-US" dirty="0"/>
              <a:t> This list contains only some of the available number functions.</a:t>
            </a:r>
            <a:endParaRPr lang="en-US" altLang="en-US" b="1" dirty="0"/>
          </a:p>
          <a:p>
            <a:pPr lvl="1"/>
            <a:r>
              <a:rPr lang="en-US" altLang="en-US" dirty="0"/>
              <a:t>For more information, see “Number Functions” in </a:t>
            </a:r>
            <a:r>
              <a:rPr lang="en-US" altLang="en-US" i="1" dirty="0"/>
              <a:t>Oracle SQL Reference. </a:t>
            </a:r>
          </a:p>
        </p:txBody>
      </p:sp>
      <p:graphicFrame>
        <p:nvGraphicFramePr>
          <p:cNvPr id="389124" name="Object 4">
            <a:extLst>
              <a:ext uri="{FF2B5EF4-FFF2-40B4-BE49-F238E27FC236}">
                <a16:creationId xmlns:a16="http://schemas.microsoft.com/office/drawing/2014/main" id="{6A18F8EE-AA3E-8178-8A94-472AD5B3DC4E}"/>
              </a:ext>
            </a:extLst>
          </p:cNvPr>
          <p:cNvGraphicFramePr>
            <a:graphicFrameLocks/>
          </p:cNvGraphicFramePr>
          <p:nvPr/>
        </p:nvGraphicFramePr>
        <p:xfrm>
          <a:off x="592713" y="6277518"/>
          <a:ext cx="6045980" cy="1840636"/>
        </p:xfrm>
        <a:graphic>
          <a:graphicData uri="http://schemas.openxmlformats.org/presentationml/2006/ole">
            <mc:AlternateContent xmlns:mc="http://schemas.openxmlformats.org/markup-compatibility/2006">
              <mc:Choice xmlns:v="urn:schemas-microsoft-com:vml" Requires="v">
                <p:oleObj name="Document" r:id="rId3" imgW="6222600" imgH="1720440" progId="Word.Document.8">
                  <p:embed/>
                </p:oleObj>
              </mc:Choice>
              <mc:Fallback>
                <p:oleObj name="Document" r:id="rId3" imgW="6222600" imgH="1720440" progId="Word.Document.8">
                  <p:embed/>
                  <p:pic>
                    <p:nvPicPr>
                      <p:cNvPr id="389124" name="Object 4">
                        <a:extLst>
                          <a:ext uri="{FF2B5EF4-FFF2-40B4-BE49-F238E27FC236}">
                            <a16:creationId xmlns:a16="http://schemas.microsoft.com/office/drawing/2014/main" id="{6A18F8EE-AA3E-8178-8A94-472AD5B3DC4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713" y="6277518"/>
                        <a:ext cx="6045980" cy="184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68016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5" name="Rectangle 5"/>
          <p:cNvSpPr>
            <a:spLocks noGrp="1" noRot="1" noChangeAspect="1" noChangeArrowheads="1" noTextEdit="1"/>
          </p:cNvSpPr>
          <p:nvPr>
            <p:ph type="sldImg"/>
          </p:nvPr>
        </p:nvSpPr>
        <p:spPr>
          <a:ln/>
        </p:spPr>
      </p:sp>
      <p:sp>
        <p:nvSpPr>
          <p:cNvPr id="389126" name="Rectangle 6"/>
          <p:cNvSpPr>
            <a:spLocks noGrp="1" noChangeArrowheads="1"/>
          </p:cNvSpPr>
          <p:nvPr>
            <p:ph type="body" idx="1"/>
          </p:nvPr>
        </p:nvSpPr>
        <p:spPr/>
        <p:txBody>
          <a:bodyPr/>
          <a:lstStyle/>
          <a:p>
            <a:r>
              <a:rPr lang="en-US" altLang="en-US" dirty="0"/>
              <a:t>Number Functions</a:t>
            </a:r>
          </a:p>
          <a:p>
            <a:pPr lvl="1"/>
            <a:r>
              <a:rPr lang="en-US" altLang="en-US" dirty="0">
                <a:solidFill>
                  <a:schemeClr val="tx1"/>
                </a:solidFill>
              </a:rPr>
              <a:t>Number functions accept numeric</a:t>
            </a:r>
            <a:r>
              <a:rPr lang="en-US" altLang="en-US" dirty="0"/>
              <a:t> input and return numeric values. This section describes some of the number functions.</a:t>
            </a:r>
          </a:p>
          <a:p>
            <a:pPr lvl="1"/>
            <a:br>
              <a:rPr lang="en-US" altLang="en-US" b="1" dirty="0"/>
            </a:br>
            <a:r>
              <a:rPr lang="en-US" altLang="en-US" b="1" dirty="0"/>
              <a:t>Note:</a:t>
            </a:r>
            <a:r>
              <a:rPr lang="en-US" altLang="en-US" dirty="0"/>
              <a:t> This list contains only some of the available number functions.</a:t>
            </a:r>
            <a:endParaRPr lang="en-US" altLang="en-US" b="1" dirty="0"/>
          </a:p>
          <a:p>
            <a:pPr lvl="1"/>
            <a:r>
              <a:rPr lang="en-US" altLang="en-US" dirty="0"/>
              <a:t>For more information, see “Number Functions” in </a:t>
            </a:r>
            <a:r>
              <a:rPr lang="en-US" altLang="en-US" i="1" dirty="0"/>
              <a:t>Oracle SQL Reference. </a:t>
            </a:r>
          </a:p>
        </p:txBody>
      </p:sp>
      <p:graphicFrame>
        <p:nvGraphicFramePr>
          <p:cNvPr id="389124" name="Object 4"/>
          <p:cNvGraphicFramePr>
            <a:graphicFrameLocks/>
          </p:cNvGraphicFramePr>
          <p:nvPr/>
        </p:nvGraphicFramePr>
        <p:xfrm>
          <a:off x="592713" y="6277518"/>
          <a:ext cx="6045980" cy="1840636"/>
        </p:xfrm>
        <a:graphic>
          <a:graphicData uri="http://schemas.openxmlformats.org/presentationml/2006/ole">
            <mc:AlternateContent xmlns:mc="http://schemas.openxmlformats.org/markup-compatibility/2006">
              <mc:Choice xmlns:v="urn:schemas-microsoft-com:vml" Requires="v">
                <p:oleObj name="Document" r:id="rId3" imgW="6222600" imgH="1720440" progId="Word.Document.8">
                  <p:embed/>
                </p:oleObj>
              </mc:Choice>
              <mc:Fallback>
                <p:oleObj name="Document" r:id="rId3" imgW="6222600" imgH="1720440" progId="Word.Document.8">
                  <p:embed/>
                  <p:pic>
                    <p:nvPicPr>
                      <p:cNvPr id="38912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713" y="6277518"/>
                        <a:ext cx="6045980" cy="184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9E59B-3D43-5222-491F-4C98DCBDEC33}"/>
            </a:ext>
          </a:extLst>
        </p:cNvPr>
        <p:cNvGrpSpPr/>
        <p:nvPr/>
      </p:nvGrpSpPr>
      <p:grpSpPr>
        <a:xfrm>
          <a:off x="0" y="0"/>
          <a:ext cx="0" cy="0"/>
          <a:chOff x="0" y="0"/>
          <a:chExt cx="0" cy="0"/>
        </a:xfrm>
      </p:grpSpPr>
      <p:sp>
        <p:nvSpPr>
          <p:cNvPr id="389125" name="Rectangle 5">
            <a:extLst>
              <a:ext uri="{FF2B5EF4-FFF2-40B4-BE49-F238E27FC236}">
                <a16:creationId xmlns:a16="http://schemas.microsoft.com/office/drawing/2014/main" id="{70CDEAA7-6100-D0BC-88B6-7BC609C2281C}"/>
              </a:ext>
            </a:extLst>
          </p:cNvPr>
          <p:cNvSpPr>
            <a:spLocks noGrp="1" noRot="1" noChangeAspect="1" noChangeArrowheads="1" noTextEdit="1"/>
          </p:cNvSpPr>
          <p:nvPr>
            <p:ph type="sldImg"/>
          </p:nvPr>
        </p:nvSpPr>
        <p:spPr>
          <a:ln/>
        </p:spPr>
      </p:sp>
      <p:sp>
        <p:nvSpPr>
          <p:cNvPr id="389126" name="Rectangle 6">
            <a:extLst>
              <a:ext uri="{FF2B5EF4-FFF2-40B4-BE49-F238E27FC236}">
                <a16:creationId xmlns:a16="http://schemas.microsoft.com/office/drawing/2014/main" id="{AB8B864C-EC27-F2AE-19C3-4E285FB015B9}"/>
              </a:ext>
            </a:extLst>
          </p:cNvPr>
          <p:cNvSpPr>
            <a:spLocks noGrp="1" noChangeArrowheads="1"/>
          </p:cNvSpPr>
          <p:nvPr>
            <p:ph type="body" idx="1"/>
          </p:nvPr>
        </p:nvSpPr>
        <p:spPr/>
        <p:txBody>
          <a:bodyPr/>
          <a:lstStyle/>
          <a:p>
            <a:r>
              <a:rPr lang="en-US" altLang="en-US" dirty="0"/>
              <a:t>Number Functions</a:t>
            </a:r>
          </a:p>
          <a:p>
            <a:pPr lvl="1"/>
            <a:r>
              <a:rPr lang="en-US" altLang="en-US" dirty="0">
                <a:solidFill>
                  <a:schemeClr val="tx1"/>
                </a:solidFill>
              </a:rPr>
              <a:t>Number functions accept numeric</a:t>
            </a:r>
            <a:r>
              <a:rPr lang="en-US" altLang="en-US" dirty="0"/>
              <a:t> input and return numeric values. This section describes some of the number functions.</a:t>
            </a:r>
          </a:p>
          <a:p>
            <a:pPr lvl="1"/>
            <a:br>
              <a:rPr lang="en-US" altLang="en-US" b="1" dirty="0"/>
            </a:br>
            <a:r>
              <a:rPr lang="en-US" altLang="en-US" b="1" dirty="0"/>
              <a:t>Note:</a:t>
            </a:r>
            <a:r>
              <a:rPr lang="en-US" altLang="en-US" dirty="0"/>
              <a:t> This list contains only some of the available number functions.</a:t>
            </a:r>
            <a:endParaRPr lang="en-US" altLang="en-US" b="1" dirty="0"/>
          </a:p>
          <a:p>
            <a:pPr lvl="1"/>
            <a:r>
              <a:rPr lang="en-US" altLang="en-US" dirty="0"/>
              <a:t>For more information, see “Number Functions” in </a:t>
            </a:r>
            <a:r>
              <a:rPr lang="en-US" altLang="en-US" i="1" dirty="0"/>
              <a:t>Oracle SQL Reference. </a:t>
            </a:r>
          </a:p>
        </p:txBody>
      </p:sp>
      <p:graphicFrame>
        <p:nvGraphicFramePr>
          <p:cNvPr id="389124" name="Object 4">
            <a:extLst>
              <a:ext uri="{FF2B5EF4-FFF2-40B4-BE49-F238E27FC236}">
                <a16:creationId xmlns:a16="http://schemas.microsoft.com/office/drawing/2014/main" id="{EA58487C-33F2-A625-E77C-F2CADD15E685}"/>
              </a:ext>
            </a:extLst>
          </p:cNvPr>
          <p:cNvGraphicFramePr>
            <a:graphicFrameLocks/>
          </p:cNvGraphicFramePr>
          <p:nvPr/>
        </p:nvGraphicFramePr>
        <p:xfrm>
          <a:off x="592713" y="6277518"/>
          <a:ext cx="6045980" cy="1840636"/>
        </p:xfrm>
        <a:graphic>
          <a:graphicData uri="http://schemas.openxmlformats.org/presentationml/2006/ole">
            <mc:AlternateContent xmlns:mc="http://schemas.openxmlformats.org/markup-compatibility/2006">
              <mc:Choice xmlns:v="urn:schemas-microsoft-com:vml" Requires="v">
                <p:oleObj name="Document" r:id="rId3" imgW="6222600" imgH="1720440" progId="Word.Document.8">
                  <p:embed/>
                </p:oleObj>
              </mc:Choice>
              <mc:Fallback>
                <p:oleObj name="Document" r:id="rId3" imgW="6222600" imgH="1720440" progId="Word.Document.8">
                  <p:embed/>
                  <p:pic>
                    <p:nvPicPr>
                      <p:cNvPr id="389124" name="Object 4">
                        <a:extLst>
                          <a:ext uri="{FF2B5EF4-FFF2-40B4-BE49-F238E27FC236}">
                            <a16:creationId xmlns:a16="http://schemas.microsoft.com/office/drawing/2014/main" id="{EA58487C-33F2-A625-E77C-F2CADD15E6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713" y="6277518"/>
                        <a:ext cx="6045980" cy="184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16279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3" name="Rectangle 5"/>
          <p:cNvSpPr>
            <a:spLocks noGrp="1" noRot="1" noChangeAspect="1" noChangeArrowheads="1" noTextEdit="1"/>
          </p:cNvSpPr>
          <p:nvPr>
            <p:ph type="sldImg"/>
          </p:nvPr>
        </p:nvSpPr>
        <p:spPr>
          <a:ln/>
        </p:spPr>
      </p:sp>
      <p:sp>
        <p:nvSpPr>
          <p:cNvPr id="391174" name="Rectangle 6"/>
          <p:cNvSpPr>
            <a:spLocks noGrp="1" noChangeArrowheads="1"/>
          </p:cNvSpPr>
          <p:nvPr>
            <p:ph type="body" idx="1"/>
          </p:nvPr>
        </p:nvSpPr>
        <p:spPr/>
        <p:txBody>
          <a:bodyPr/>
          <a:lstStyle/>
          <a:p>
            <a:r>
              <a:rPr lang="en-US" altLang="en-US" dirty="0">
                <a:latin typeface="Courier New" pitchFamily="49" charset="0"/>
              </a:rPr>
              <a:t>ROUND</a:t>
            </a:r>
            <a:r>
              <a:rPr lang="en-US" altLang="en-US" dirty="0"/>
              <a:t> Function</a:t>
            </a:r>
          </a:p>
          <a:p>
            <a:pPr lvl="1"/>
            <a:r>
              <a:rPr lang="en-US" altLang="en-US" dirty="0">
                <a:solidFill>
                  <a:schemeClr val="tx1"/>
                </a:solidFill>
              </a:rPr>
              <a:t>The </a:t>
            </a:r>
            <a:r>
              <a:rPr lang="en-US" altLang="en-US" dirty="0">
                <a:solidFill>
                  <a:schemeClr val="tx1"/>
                </a:solidFill>
                <a:latin typeface="Courier New" pitchFamily="49" charset="0"/>
              </a:rPr>
              <a:t>ROUND</a:t>
            </a:r>
            <a:r>
              <a:rPr lang="en-US" altLang="en-US" dirty="0">
                <a:solidFill>
                  <a:schemeClr val="tx1"/>
                </a:solidFill>
              </a:rPr>
              <a:t> function rounds the column, expression, or value to </a:t>
            </a:r>
            <a:r>
              <a:rPr lang="en-US" altLang="en-US" i="1" dirty="0">
                <a:solidFill>
                  <a:schemeClr val="tx1"/>
                </a:solidFill>
              </a:rPr>
              <a:t>n</a:t>
            </a:r>
            <a:r>
              <a:rPr lang="en-US" altLang="en-US" dirty="0">
                <a:solidFill>
                  <a:schemeClr val="tx1"/>
                </a:solidFill>
              </a:rPr>
              <a:t> decimal places. </a:t>
            </a:r>
            <a:r>
              <a:rPr lang="en-US" altLang="en-US" dirty="0">
                <a:solidFill>
                  <a:schemeClr val="tx1"/>
                </a:solidFill>
                <a:latin typeface="Times" pitchFamily="18" charset="0"/>
              </a:rPr>
              <a:t>If the second argument is 0 or is missing, the value is rounded to zero decimal places. If the second argument is 2, the value is rounded to two decimal places. Conversely, if the second argument is –2, the value is rounded to two decimal places to the left (rounded to the nearest unit of 10).</a:t>
            </a:r>
          </a:p>
          <a:p>
            <a:pPr lvl="1"/>
            <a:r>
              <a:rPr lang="en-US" altLang="en-US" dirty="0">
                <a:solidFill>
                  <a:schemeClr val="tx1"/>
                </a:solidFill>
              </a:rPr>
              <a:t>The </a:t>
            </a:r>
            <a:r>
              <a:rPr lang="en-US" altLang="en-US" dirty="0">
                <a:solidFill>
                  <a:schemeClr val="tx1"/>
                </a:solidFill>
                <a:latin typeface="Courier New" pitchFamily="49" charset="0"/>
              </a:rPr>
              <a:t>ROUND</a:t>
            </a:r>
            <a:r>
              <a:rPr lang="en-US" altLang="en-US" dirty="0">
                <a:solidFill>
                  <a:schemeClr val="tx1"/>
                </a:solidFill>
              </a:rPr>
              <a:t> function can also be used with date functions. You will see examples later in this lesson.</a:t>
            </a:r>
          </a:p>
          <a:p>
            <a:pPr lvl="1"/>
            <a:r>
              <a:rPr lang="en-US" altLang="en-US" b="1" dirty="0">
                <a:solidFill>
                  <a:schemeClr val="tx1"/>
                </a:solidFill>
                <a:latin typeface="Courier New" pitchFamily="49" charset="0"/>
              </a:rPr>
              <a:t>DUAL</a:t>
            </a:r>
            <a:r>
              <a:rPr lang="en-US" altLang="en-US" b="1" dirty="0">
                <a:solidFill>
                  <a:schemeClr val="tx1"/>
                </a:solidFill>
              </a:rPr>
              <a:t> Table</a:t>
            </a:r>
            <a:endParaRPr lang="en-US" altLang="en-US" dirty="0">
              <a:solidFill>
                <a:schemeClr val="tx1"/>
              </a:solidFill>
            </a:endParaRPr>
          </a:p>
          <a:p>
            <a:pPr lvl="1"/>
            <a:r>
              <a:rPr lang="en-US" altLang="en-US" dirty="0">
                <a:solidFill>
                  <a:schemeClr val="tx1"/>
                </a:solidFill>
              </a:rPr>
              <a:t>The </a:t>
            </a:r>
            <a:r>
              <a:rPr lang="en-US" altLang="en-US" dirty="0">
                <a:solidFill>
                  <a:schemeClr val="tx1"/>
                </a:solidFill>
                <a:latin typeface="Courier New" pitchFamily="49" charset="0"/>
              </a:rPr>
              <a:t>DUAL</a:t>
            </a:r>
            <a:r>
              <a:rPr lang="en-US" altLang="en-US" dirty="0">
                <a:solidFill>
                  <a:schemeClr val="tx1"/>
                </a:solidFill>
              </a:rPr>
              <a:t> table is owned by the user </a:t>
            </a:r>
            <a:r>
              <a:rPr lang="en-US" altLang="en-US" dirty="0">
                <a:solidFill>
                  <a:schemeClr val="tx1"/>
                </a:solidFill>
                <a:latin typeface="Courier New" pitchFamily="49" charset="0"/>
              </a:rPr>
              <a:t>SYS</a:t>
            </a:r>
            <a:r>
              <a:rPr lang="en-US" altLang="en-US" dirty="0">
                <a:solidFill>
                  <a:schemeClr val="tx1"/>
                </a:solidFill>
              </a:rPr>
              <a:t> and can be accessed by all users. It contains one column, </a:t>
            </a:r>
            <a:r>
              <a:rPr lang="en-US" altLang="en-US" dirty="0">
                <a:solidFill>
                  <a:schemeClr val="tx1"/>
                </a:solidFill>
                <a:latin typeface="Courier New" pitchFamily="49" charset="0"/>
              </a:rPr>
              <a:t>DUMMY</a:t>
            </a:r>
            <a:r>
              <a:rPr lang="en-US" altLang="en-US" dirty="0">
                <a:solidFill>
                  <a:schemeClr val="tx1"/>
                </a:solidFill>
              </a:rPr>
              <a:t>, and one row with the value </a:t>
            </a:r>
            <a:r>
              <a:rPr lang="en-US" altLang="en-US" dirty="0">
                <a:solidFill>
                  <a:schemeClr val="tx1"/>
                </a:solidFill>
                <a:latin typeface="Courier New" pitchFamily="49" charset="0"/>
              </a:rPr>
              <a:t>X</a:t>
            </a:r>
            <a:r>
              <a:rPr lang="en-US" altLang="en-US" dirty="0">
                <a:solidFill>
                  <a:schemeClr val="tx1"/>
                </a:solidFill>
              </a:rPr>
              <a:t>. The </a:t>
            </a:r>
            <a:r>
              <a:rPr lang="en-US" altLang="en-US" dirty="0">
                <a:solidFill>
                  <a:schemeClr val="tx1"/>
                </a:solidFill>
                <a:latin typeface="Courier New" pitchFamily="49" charset="0"/>
              </a:rPr>
              <a:t>DUAL</a:t>
            </a:r>
            <a:r>
              <a:rPr lang="en-US" altLang="en-US" dirty="0">
                <a:solidFill>
                  <a:schemeClr val="tx1"/>
                </a:solidFill>
              </a:rPr>
              <a:t> table is useful when you want to return a value once only (for</a:t>
            </a:r>
            <a:r>
              <a:rPr lang="en-US" altLang="en-US" dirty="0"/>
              <a:t> example, the value of a constant, </a:t>
            </a:r>
            <a:r>
              <a:rPr lang="en-US" altLang="en-US" dirty="0" err="1"/>
              <a:t>pseudocolumn</a:t>
            </a:r>
            <a:r>
              <a:rPr lang="en-US" altLang="en-US" dirty="0"/>
              <a:t>, or expression that is not derived from a table with user data). The </a:t>
            </a:r>
            <a:r>
              <a:rPr lang="en-US" altLang="en-US" dirty="0">
                <a:latin typeface="Courier New" pitchFamily="49" charset="0"/>
              </a:rPr>
              <a:t>DUAL</a:t>
            </a:r>
            <a:r>
              <a:rPr lang="en-US" altLang="en-US" dirty="0"/>
              <a:t> table is generally used for </a:t>
            </a:r>
            <a:r>
              <a:rPr lang="en-US" altLang="en-US" dirty="0">
                <a:latin typeface="Courier New" pitchFamily="49" charset="0"/>
              </a:rPr>
              <a:t>SELECT</a:t>
            </a:r>
            <a:r>
              <a:rPr lang="en-US" altLang="en-US" dirty="0"/>
              <a:t> clause syntax completeness, because both </a:t>
            </a:r>
            <a:r>
              <a:rPr lang="en-US" altLang="en-US" dirty="0">
                <a:latin typeface="Courier New" pitchFamily="49" charset="0"/>
              </a:rPr>
              <a:t>SELECT</a:t>
            </a:r>
            <a:r>
              <a:rPr lang="en-US" altLang="en-US" dirty="0"/>
              <a:t> and </a:t>
            </a:r>
            <a:r>
              <a:rPr lang="en-US" altLang="en-US" dirty="0">
                <a:latin typeface="Courier New" pitchFamily="49" charset="0"/>
              </a:rPr>
              <a:t>FROM</a:t>
            </a:r>
            <a:r>
              <a:rPr lang="en-US" altLang="en-US" dirty="0"/>
              <a:t> clauses are mandatory, and several calculations do not need to select from actual tables.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20" name="Rectangle 4"/>
          <p:cNvSpPr>
            <a:spLocks noGrp="1" noRot="1" noChangeAspect="1" noChangeArrowheads="1" noTextEdit="1"/>
          </p:cNvSpPr>
          <p:nvPr>
            <p:ph type="sldImg"/>
          </p:nvPr>
        </p:nvSpPr>
        <p:spPr>
          <a:ln/>
        </p:spPr>
      </p:sp>
      <p:sp>
        <p:nvSpPr>
          <p:cNvPr id="393221" name="Rectangle 5"/>
          <p:cNvSpPr>
            <a:spLocks noGrp="1" noChangeArrowheads="1"/>
          </p:cNvSpPr>
          <p:nvPr>
            <p:ph type="body" idx="1"/>
          </p:nvPr>
        </p:nvSpPr>
        <p:spPr/>
        <p:txBody>
          <a:bodyPr/>
          <a:lstStyle/>
          <a:p>
            <a:r>
              <a:rPr lang="en-US" altLang="en-US" dirty="0" err="1">
                <a:latin typeface="Courier New" pitchFamily="49" charset="0"/>
              </a:rPr>
              <a:t>TRUNC</a:t>
            </a:r>
            <a:r>
              <a:rPr lang="en-US" altLang="en-US" dirty="0"/>
              <a:t> Function</a:t>
            </a:r>
          </a:p>
          <a:p>
            <a:pPr lvl="1"/>
            <a:r>
              <a:rPr lang="en-US" altLang="en-US" dirty="0">
                <a:solidFill>
                  <a:schemeClr val="tx1"/>
                </a:solidFill>
              </a:rPr>
              <a:t>The </a:t>
            </a:r>
            <a:r>
              <a:rPr lang="en-US" altLang="en-US" dirty="0" err="1">
                <a:solidFill>
                  <a:schemeClr val="tx1"/>
                </a:solidFill>
                <a:latin typeface="Courier New" pitchFamily="49" charset="0"/>
              </a:rPr>
              <a:t>TRUNC</a:t>
            </a:r>
            <a:r>
              <a:rPr lang="en-US" altLang="en-US" dirty="0">
                <a:solidFill>
                  <a:schemeClr val="tx1"/>
                </a:solidFill>
              </a:rPr>
              <a:t> function truncates the column</a:t>
            </a:r>
            <a:r>
              <a:rPr lang="en-US" altLang="en-US" dirty="0"/>
              <a:t>, expression, or value to </a:t>
            </a:r>
            <a:r>
              <a:rPr lang="en-US" altLang="en-US" i="1" dirty="0"/>
              <a:t>n </a:t>
            </a:r>
            <a:r>
              <a:rPr lang="en-US" altLang="en-US" dirty="0"/>
              <a:t>decimal places.</a:t>
            </a:r>
          </a:p>
          <a:p>
            <a:pPr lvl="1"/>
            <a:r>
              <a:rPr lang="en-US" altLang="en-US" dirty="0"/>
              <a:t>The </a:t>
            </a:r>
            <a:r>
              <a:rPr lang="en-US" altLang="en-US" dirty="0" err="1">
                <a:latin typeface="Courier New" pitchFamily="49" charset="0"/>
              </a:rPr>
              <a:t>TRUNC</a:t>
            </a:r>
            <a:r>
              <a:rPr lang="en-US" altLang="en-US" dirty="0"/>
              <a:t> function works with arguments similar to those of the </a:t>
            </a:r>
            <a:r>
              <a:rPr lang="en-US" altLang="en-US" dirty="0">
                <a:latin typeface="Courier New" pitchFamily="49" charset="0"/>
              </a:rPr>
              <a:t>ROUND</a:t>
            </a:r>
            <a:r>
              <a:rPr lang="en-US" altLang="en-US" dirty="0"/>
              <a:t> function. If the second argument is 0 or is missing, the value is truncated to zero decimal places. If the second argument is 2, the value is truncated to two decimal places. Conversely, if the second argument is </a:t>
            </a:r>
            <a:r>
              <a:rPr lang="en-US" altLang="en-US" dirty="0">
                <a:cs typeface="Times New Roman" pitchFamily="18" charset="0"/>
              </a:rPr>
              <a:t>–</a:t>
            </a:r>
            <a:r>
              <a:rPr lang="en-US" altLang="en-US" dirty="0"/>
              <a:t>2, the value is truncated to two decimal places to the left. If the second argument is –1, the value is truncated to one decimal place to the left.</a:t>
            </a:r>
          </a:p>
          <a:p>
            <a:pPr lvl="1"/>
            <a:r>
              <a:rPr lang="en-US" altLang="en-US" dirty="0"/>
              <a:t>Like the </a:t>
            </a:r>
            <a:r>
              <a:rPr lang="en-US" altLang="en-US" dirty="0">
                <a:latin typeface="Courier New" pitchFamily="49" charset="0"/>
              </a:rPr>
              <a:t>ROUND</a:t>
            </a:r>
            <a:r>
              <a:rPr lang="en-US" altLang="en-US" dirty="0"/>
              <a:t> function, the </a:t>
            </a:r>
            <a:r>
              <a:rPr lang="en-US" altLang="en-US" dirty="0" err="1">
                <a:latin typeface="Courier New" pitchFamily="49" charset="0"/>
              </a:rPr>
              <a:t>TRUNC</a:t>
            </a:r>
            <a:r>
              <a:rPr lang="en-US" altLang="en-US" dirty="0"/>
              <a:t> function can be used with date functions.</a:t>
            </a:r>
          </a:p>
        </p:txBody>
      </p:sp>
    </p:spTree>
    <p:extLst>
      <p:ext uri="{BB962C8B-B14F-4D97-AF65-F5344CB8AC3E}">
        <p14:creationId xmlns:p14="http://schemas.microsoft.com/office/powerpoint/2010/main" val="3196504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8B17C-35B4-D5DD-9C0F-5DCC3C69D4B1}"/>
            </a:ext>
          </a:extLst>
        </p:cNvPr>
        <p:cNvGrpSpPr/>
        <p:nvPr/>
      </p:nvGrpSpPr>
      <p:grpSpPr>
        <a:xfrm>
          <a:off x="0" y="0"/>
          <a:ext cx="0" cy="0"/>
          <a:chOff x="0" y="0"/>
          <a:chExt cx="0" cy="0"/>
        </a:xfrm>
      </p:grpSpPr>
      <p:sp>
        <p:nvSpPr>
          <p:cNvPr id="393220" name="Rectangle 4">
            <a:extLst>
              <a:ext uri="{FF2B5EF4-FFF2-40B4-BE49-F238E27FC236}">
                <a16:creationId xmlns:a16="http://schemas.microsoft.com/office/drawing/2014/main" id="{0241190F-E4F9-648A-1386-649948A4E4A8}"/>
              </a:ext>
            </a:extLst>
          </p:cNvPr>
          <p:cNvSpPr>
            <a:spLocks noGrp="1" noRot="1" noChangeAspect="1" noChangeArrowheads="1" noTextEdit="1"/>
          </p:cNvSpPr>
          <p:nvPr>
            <p:ph type="sldImg"/>
          </p:nvPr>
        </p:nvSpPr>
        <p:spPr>
          <a:ln/>
        </p:spPr>
      </p:sp>
      <p:sp>
        <p:nvSpPr>
          <p:cNvPr id="393221" name="Rectangle 5">
            <a:extLst>
              <a:ext uri="{FF2B5EF4-FFF2-40B4-BE49-F238E27FC236}">
                <a16:creationId xmlns:a16="http://schemas.microsoft.com/office/drawing/2014/main" id="{8E396645-336F-706E-5EC7-0138EEC7D1E5}"/>
              </a:ext>
            </a:extLst>
          </p:cNvPr>
          <p:cNvSpPr>
            <a:spLocks noGrp="1" noChangeArrowheads="1"/>
          </p:cNvSpPr>
          <p:nvPr>
            <p:ph type="body" idx="1"/>
          </p:nvPr>
        </p:nvSpPr>
        <p:spPr/>
        <p:txBody>
          <a:bodyPr/>
          <a:lstStyle/>
          <a:p>
            <a:r>
              <a:rPr lang="en-US" altLang="en-US" dirty="0" err="1">
                <a:latin typeface="Courier New" pitchFamily="49" charset="0"/>
              </a:rPr>
              <a:t>TRUNC</a:t>
            </a:r>
            <a:r>
              <a:rPr lang="en-US" altLang="en-US" dirty="0"/>
              <a:t> Function</a:t>
            </a:r>
          </a:p>
          <a:p>
            <a:pPr lvl="1"/>
            <a:r>
              <a:rPr lang="en-US" altLang="en-US" dirty="0">
                <a:solidFill>
                  <a:schemeClr val="tx1"/>
                </a:solidFill>
              </a:rPr>
              <a:t>The </a:t>
            </a:r>
            <a:r>
              <a:rPr lang="en-US" altLang="en-US" dirty="0" err="1">
                <a:solidFill>
                  <a:schemeClr val="tx1"/>
                </a:solidFill>
                <a:latin typeface="Courier New" pitchFamily="49" charset="0"/>
              </a:rPr>
              <a:t>TRUNC</a:t>
            </a:r>
            <a:r>
              <a:rPr lang="en-US" altLang="en-US" dirty="0">
                <a:solidFill>
                  <a:schemeClr val="tx1"/>
                </a:solidFill>
              </a:rPr>
              <a:t> function truncates the column</a:t>
            </a:r>
            <a:r>
              <a:rPr lang="en-US" altLang="en-US" dirty="0"/>
              <a:t>, expression, or value to </a:t>
            </a:r>
            <a:r>
              <a:rPr lang="en-US" altLang="en-US" i="1" dirty="0"/>
              <a:t>n </a:t>
            </a:r>
            <a:r>
              <a:rPr lang="en-US" altLang="en-US" dirty="0"/>
              <a:t>decimal places.</a:t>
            </a:r>
          </a:p>
          <a:p>
            <a:pPr lvl="1"/>
            <a:r>
              <a:rPr lang="en-US" altLang="en-US" dirty="0"/>
              <a:t>The </a:t>
            </a:r>
            <a:r>
              <a:rPr lang="en-US" altLang="en-US" dirty="0" err="1">
                <a:latin typeface="Courier New" pitchFamily="49" charset="0"/>
              </a:rPr>
              <a:t>TRUNC</a:t>
            </a:r>
            <a:r>
              <a:rPr lang="en-US" altLang="en-US" dirty="0"/>
              <a:t> function works with arguments similar to those of the </a:t>
            </a:r>
            <a:r>
              <a:rPr lang="en-US" altLang="en-US" dirty="0">
                <a:latin typeface="Courier New" pitchFamily="49" charset="0"/>
              </a:rPr>
              <a:t>ROUND</a:t>
            </a:r>
            <a:r>
              <a:rPr lang="en-US" altLang="en-US" dirty="0"/>
              <a:t> function. If the second argument is 0 or is missing, the value is truncated to zero decimal places. If the second argument is 2, the value is truncated to two decimal places. Conversely, if the second argument is </a:t>
            </a:r>
            <a:r>
              <a:rPr lang="en-US" altLang="en-US" dirty="0">
                <a:cs typeface="Times New Roman" pitchFamily="18" charset="0"/>
              </a:rPr>
              <a:t>–</a:t>
            </a:r>
            <a:r>
              <a:rPr lang="en-US" altLang="en-US" dirty="0"/>
              <a:t>2, the value is truncated to two decimal places to the left. If the second argument is –1, the value is truncated to one decimal place to the left.</a:t>
            </a:r>
          </a:p>
          <a:p>
            <a:pPr lvl="1"/>
            <a:r>
              <a:rPr lang="en-US" altLang="en-US" dirty="0"/>
              <a:t>Like the </a:t>
            </a:r>
            <a:r>
              <a:rPr lang="en-US" altLang="en-US" dirty="0">
                <a:latin typeface="Courier New" pitchFamily="49" charset="0"/>
              </a:rPr>
              <a:t>ROUND</a:t>
            </a:r>
            <a:r>
              <a:rPr lang="en-US" altLang="en-US" dirty="0"/>
              <a:t> function, the </a:t>
            </a:r>
            <a:r>
              <a:rPr lang="en-US" altLang="en-US" dirty="0" err="1">
                <a:latin typeface="Courier New" pitchFamily="49" charset="0"/>
              </a:rPr>
              <a:t>TRUNC</a:t>
            </a:r>
            <a:r>
              <a:rPr lang="en-US" altLang="en-US" dirty="0"/>
              <a:t> function can be used with date functions.</a:t>
            </a:r>
          </a:p>
        </p:txBody>
      </p:sp>
    </p:spTree>
    <p:extLst>
      <p:ext uri="{BB962C8B-B14F-4D97-AF65-F5344CB8AC3E}">
        <p14:creationId xmlns:p14="http://schemas.microsoft.com/office/powerpoint/2010/main" val="337495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5" name="Rectangle 5"/>
          <p:cNvSpPr>
            <a:spLocks noGrp="1" noRot="1" noChangeAspect="1" noChangeArrowheads="1" noTextEdit="1"/>
          </p:cNvSpPr>
          <p:nvPr>
            <p:ph type="sldImg"/>
          </p:nvPr>
        </p:nvSpPr>
        <p:spPr>
          <a:ln/>
        </p:spPr>
      </p:sp>
      <p:sp>
        <p:nvSpPr>
          <p:cNvPr id="389126" name="Rectangle 6"/>
          <p:cNvSpPr>
            <a:spLocks noGrp="1" noChangeArrowheads="1"/>
          </p:cNvSpPr>
          <p:nvPr>
            <p:ph type="body" idx="1"/>
          </p:nvPr>
        </p:nvSpPr>
        <p:spPr/>
        <p:txBody>
          <a:bodyPr/>
          <a:lstStyle/>
          <a:p>
            <a:r>
              <a:rPr lang="en-US" altLang="en-US" dirty="0"/>
              <a:t>Number Functions</a:t>
            </a:r>
          </a:p>
          <a:p>
            <a:pPr lvl="1"/>
            <a:r>
              <a:rPr lang="en-US" altLang="en-US" dirty="0">
                <a:solidFill>
                  <a:schemeClr val="tx1"/>
                </a:solidFill>
              </a:rPr>
              <a:t>Number functions accept numeric</a:t>
            </a:r>
            <a:r>
              <a:rPr lang="en-US" altLang="en-US" dirty="0"/>
              <a:t> input and return numeric values. This section describes some of the number functions.</a:t>
            </a:r>
          </a:p>
          <a:p>
            <a:pPr lvl="1"/>
            <a:br>
              <a:rPr lang="en-US" altLang="en-US" b="1" dirty="0"/>
            </a:br>
            <a:r>
              <a:rPr lang="en-US" altLang="en-US" b="1" dirty="0"/>
              <a:t>Note:</a:t>
            </a:r>
            <a:r>
              <a:rPr lang="en-US" altLang="en-US" dirty="0"/>
              <a:t> This list contains only some of the available number functions.</a:t>
            </a:r>
            <a:endParaRPr lang="en-US" altLang="en-US" b="1" dirty="0"/>
          </a:p>
          <a:p>
            <a:pPr lvl="1"/>
            <a:r>
              <a:rPr lang="en-US" altLang="en-US" dirty="0"/>
              <a:t>For more information, see “Number Functions” in </a:t>
            </a:r>
            <a:r>
              <a:rPr lang="en-US" altLang="en-US" i="1" dirty="0"/>
              <a:t>Oracle SQL Reference. </a:t>
            </a:r>
          </a:p>
        </p:txBody>
      </p:sp>
      <p:graphicFrame>
        <p:nvGraphicFramePr>
          <p:cNvPr id="389124" name="Object 4"/>
          <p:cNvGraphicFramePr>
            <a:graphicFrameLocks/>
          </p:cNvGraphicFramePr>
          <p:nvPr/>
        </p:nvGraphicFramePr>
        <p:xfrm>
          <a:off x="592713" y="6277518"/>
          <a:ext cx="6045980" cy="1840636"/>
        </p:xfrm>
        <a:graphic>
          <a:graphicData uri="http://schemas.openxmlformats.org/presentationml/2006/ole">
            <mc:AlternateContent xmlns:mc="http://schemas.openxmlformats.org/markup-compatibility/2006">
              <mc:Choice xmlns:v="urn:schemas-microsoft-com:vml" Requires="v">
                <p:oleObj name="Document" r:id="rId3" imgW="6222600" imgH="1720440" progId="Word.Document.8">
                  <p:embed/>
                </p:oleObj>
              </mc:Choice>
              <mc:Fallback>
                <p:oleObj name="Document" r:id="rId3" imgW="6222600" imgH="1720440" progId="Word.Document.8">
                  <p:embed/>
                  <p:pic>
                    <p:nvPicPr>
                      <p:cNvPr id="38912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713" y="6277518"/>
                        <a:ext cx="6045980" cy="184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91744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F230-39CB-A9FC-2F9E-75F72B9786EC}"/>
            </a:ext>
          </a:extLst>
        </p:cNvPr>
        <p:cNvGrpSpPr/>
        <p:nvPr/>
      </p:nvGrpSpPr>
      <p:grpSpPr>
        <a:xfrm>
          <a:off x="0" y="0"/>
          <a:ext cx="0" cy="0"/>
          <a:chOff x="0" y="0"/>
          <a:chExt cx="0" cy="0"/>
        </a:xfrm>
      </p:grpSpPr>
      <p:sp>
        <p:nvSpPr>
          <p:cNvPr id="389125" name="Rectangle 5">
            <a:extLst>
              <a:ext uri="{FF2B5EF4-FFF2-40B4-BE49-F238E27FC236}">
                <a16:creationId xmlns:a16="http://schemas.microsoft.com/office/drawing/2014/main" id="{3E536C64-5402-205E-E533-95689447A841}"/>
              </a:ext>
            </a:extLst>
          </p:cNvPr>
          <p:cNvSpPr>
            <a:spLocks noGrp="1" noRot="1" noChangeAspect="1" noChangeArrowheads="1" noTextEdit="1"/>
          </p:cNvSpPr>
          <p:nvPr>
            <p:ph type="sldImg"/>
          </p:nvPr>
        </p:nvSpPr>
        <p:spPr>
          <a:ln/>
        </p:spPr>
      </p:sp>
      <p:sp>
        <p:nvSpPr>
          <p:cNvPr id="389126" name="Rectangle 6">
            <a:extLst>
              <a:ext uri="{FF2B5EF4-FFF2-40B4-BE49-F238E27FC236}">
                <a16:creationId xmlns:a16="http://schemas.microsoft.com/office/drawing/2014/main" id="{2436DB95-A0A6-6E4D-0A28-2B2CA48990E2}"/>
              </a:ext>
            </a:extLst>
          </p:cNvPr>
          <p:cNvSpPr>
            <a:spLocks noGrp="1" noChangeArrowheads="1"/>
          </p:cNvSpPr>
          <p:nvPr>
            <p:ph type="body" idx="1"/>
          </p:nvPr>
        </p:nvSpPr>
        <p:spPr/>
        <p:txBody>
          <a:bodyPr/>
          <a:lstStyle/>
          <a:p>
            <a:r>
              <a:rPr lang="en-US" altLang="en-US" dirty="0"/>
              <a:t>Number Functions</a:t>
            </a:r>
          </a:p>
          <a:p>
            <a:pPr lvl="1"/>
            <a:r>
              <a:rPr lang="en-US" altLang="en-US" dirty="0">
                <a:solidFill>
                  <a:schemeClr val="tx1"/>
                </a:solidFill>
              </a:rPr>
              <a:t>Number functions accept numeric</a:t>
            </a:r>
            <a:r>
              <a:rPr lang="en-US" altLang="en-US" dirty="0"/>
              <a:t> input and return numeric values. This section describes some of the number functions.</a:t>
            </a:r>
          </a:p>
          <a:p>
            <a:pPr lvl="1"/>
            <a:br>
              <a:rPr lang="en-US" altLang="en-US" b="1" dirty="0"/>
            </a:br>
            <a:r>
              <a:rPr lang="en-US" altLang="en-US" b="1" dirty="0"/>
              <a:t>Note:</a:t>
            </a:r>
            <a:r>
              <a:rPr lang="en-US" altLang="en-US" dirty="0"/>
              <a:t> This list contains only some of the available number functions.</a:t>
            </a:r>
            <a:endParaRPr lang="en-US" altLang="en-US" b="1" dirty="0"/>
          </a:p>
          <a:p>
            <a:pPr lvl="1"/>
            <a:r>
              <a:rPr lang="en-US" altLang="en-US" dirty="0"/>
              <a:t>For more information, see “Number Functions” in </a:t>
            </a:r>
            <a:r>
              <a:rPr lang="en-US" altLang="en-US" i="1" dirty="0"/>
              <a:t>Oracle SQL Reference. </a:t>
            </a:r>
          </a:p>
        </p:txBody>
      </p:sp>
      <p:graphicFrame>
        <p:nvGraphicFramePr>
          <p:cNvPr id="389124" name="Object 4">
            <a:extLst>
              <a:ext uri="{FF2B5EF4-FFF2-40B4-BE49-F238E27FC236}">
                <a16:creationId xmlns:a16="http://schemas.microsoft.com/office/drawing/2014/main" id="{583F3185-0A84-96A4-7CFB-8BDBB397B9A5}"/>
              </a:ext>
            </a:extLst>
          </p:cNvPr>
          <p:cNvGraphicFramePr>
            <a:graphicFrameLocks/>
          </p:cNvGraphicFramePr>
          <p:nvPr/>
        </p:nvGraphicFramePr>
        <p:xfrm>
          <a:off x="592713" y="6277518"/>
          <a:ext cx="6045980" cy="1840636"/>
        </p:xfrm>
        <a:graphic>
          <a:graphicData uri="http://schemas.openxmlformats.org/presentationml/2006/ole">
            <mc:AlternateContent xmlns:mc="http://schemas.openxmlformats.org/markup-compatibility/2006">
              <mc:Choice xmlns:v="urn:schemas-microsoft-com:vml" Requires="v">
                <p:oleObj name="Document" r:id="rId3" imgW="6222600" imgH="1720440" progId="Word.Document.8">
                  <p:embed/>
                </p:oleObj>
              </mc:Choice>
              <mc:Fallback>
                <p:oleObj name="Document" r:id="rId3" imgW="6222600" imgH="1720440" progId="Word.Document.8">
                  <p:embed/>
                  <p:pic>
                    <p:nvPicPr>
                      <p:cNvPr id="389124" name="Object 4">
                        <a:extLst>
                          <a:ext uri="{FF2B5EF4-FFF2-40B4-BE49-F238E27FC236}">
                            <a16:creationId xmlns:a16="http://schemas.microsoft.com/office/drawing/2014/main" id="{583F3185-0A84-96A4-7CFB-8BDBB397B9A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713" y="6277518"/>
                        <a:ext cx="6045980" cy="184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28950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5A8E-E9F6-00AD-EC32-C0B2CA6DB86C}"/>
            </a:ext>
          </a:extLst>
        </p:cNvPr>
        <p:cNvGrpSpPr/>
        <p:nvPr/>
      </p:nvGrpSpPr>
      <p:grpSpPr>
        <a:xfrm>
          <a:off x="0" y="0"/>
          <a:ext cx="0" cy="0"/>
          <a:chOff x="0" y="0"/>
          <a:chExt cx="0" cy="0"/>
        </a:xfrm>
      </p:grpSpPr>
      <p:sp>
        <p:nvSpPr>
          <p:cNvPr id="389125" name="Rectangle 5">
            <a:extLst>
              <a:ext uri="{FF2B5EF4-FFF2-40B4-BE49-F238E27FC236}">
                <a16:creationId xmlns:a16="http://schemas.microsoft.com/office/drawing/2014/main" id="{177D4FDC-C6D7-3756-AA27-ADA0E07482FE}"/>
              </a:ext>
            </a:extLst>
          </p:cNvPr>
          <p:cNvSpPr>
            <a:spLocks noGrp="1" noRot="1" noChangeAspect="1" noChangeArrowheads="1" noTextEdit="1"/>
          </p:cNvSpPr>
          <p:nvPr>
            <p:ph type="sldImg"/>
          </p:nvPr>
        </p:nvSpPr>
        <p:spPr>
          <a:ln/>
        </p:spPr>
      </p:sp>
      <p:sp>
        <p:nvSpPr>
          <p:cNvPr id="389126" name="Rectangle 6">
            <a:extLst>
              <a:ext uri="{FF2B5EF4-FFF2-40B4-BE49-F238E27FC236}">
                <a16:creationId xmlns:a16="http://schemas.microsoft.com/office/drawing/2014/main" id="{2045ACBA-69D2-84A3-5C5D-464146906B8E}"/>
              </a:ext>
            </a:extLst>
          </p:cNvPr>
          <p:cNvSpPr>
            <a:spLocks noGrp="1" noChangeArrowheads="1"/>
          </p:cNvSpPr>
          <p:nvPr>
            <p:ph type="body" idx="1"/>
          </p:nvPr>
        </p:nvSpPr>
        <p:spPr/>
        <p:txBody>
          <a:bodyPr/>
          <a:lstStyle/>
          <a:p>
            <a:r>
              <a:rPr lang="en-US" altLang="en-US" dirty="0"/>
              <a:t>Number Functions</a:t>
            </a:r>
          </a:p>
          <a:p>
            <a:pPr lvl="1"/>
            <a:r>
              <a:rPr lang="en-US" altLang="en-US" dirty="0">
                <a:solidFill>
                  <a:schemeClr val="tx1"/>
                </a:solidFill>
              </a:rPr>
              <a:t>Number functions accept numeric</a:t>
            </a:r>
            <a:r>
              <a:rPr lang="en-US" altLang="en-US" dirty="0"/>
              <a:t> input and return numeric values. This section describes some of the number functions.</a:t>
            </a:r>
          </a:p>
          <a:p>
            <a:pPr lvl="1"/>
            <a:br>
              <a:rPr lang="en-US" altLang="en-US" b="1" dirty="0"/>
            </a:br>
            <a:r>
              <a:rPr lang="en-US" altLang="en-US" b="1" dirty="0"/>
              <a:t>Note:</a:t>
            </a:r>
            <a:r>
              <a:rPr lang="en-US" altLang="en-US" dirty="0"/>
              <a:t> This list contains only some of the available number functions.</a:t>
            </a:r>
            <a:endParaRPr lang="en-US" altLang="en-US" b="1" dirty="0"/>
          </a:p>
          <a:p>
            <a:pPr lvl="1"/>
            <a:r>
              <a:rPr lang="en-US" altLang="en-US" dirty="0"/>
              <a:t>For more information, see “Number Functions” in </a:t>
            </a:r>
            <a:r>
              <a:rPr lang="en-US" altLang="en-US" i="1" dirty="0"/>
              <a:t>Oracle SQL Reference. </a:t>
            </a:r>
          </a:p>
        </p:txBody>
      </p:sp>
      <p:graphicFrame>
        <p:nvGraphicFramePr>
          <p:cNvPr id="389124" name="Object 4">
            <a:extLst>
              <a:ext uri="{FF2B5EF4-FFF2-40B4-BE49-F238E27FC236}">
                <a16:creationId xmlns:a16="http://schemas.microsoft.com/office/drawing/2014/main" id="{6A9978D0-FD91-A763-45DE-E74D74E15B31}"/>
              </a:ext>
            </a:extLst>
          </p:cNvPr>
          <p:cNvGraphicFramePr>
            <a:graphicFrameLocks/>
          </p:cNvGraphicFramePr>
          <p:nvPr/>
        </p:nvGraphicFramePr>
        <p:xfrm>
          <a:off x="592713" y="6277518"/>
          <a:ext cx="6045980" cy="1840636"/>
        </p:xfrm>
        <a:graphic>
          <a:graphicData uri="http://schemas.openxmlformats.org/presentationml/2006/ole">
            <mc:AlternateContent xmlns:mc="http://schemas.openxmlformats.org/markup-compatibility/2006">
              <mc:Choice xmlns:v="urn:schemas-microsoft-com:vml" Requires="v">
                <p:oleObj name="Document" r:id="rId3" imgW="6222600" imgH="1720440" progId="Word.Document.8">
                  <p:embed/>
                </p:oleObj>
              </mc:Choice>
              <mc:Fallback>
                <p:oleObj name="Document" r:id="rId3" imgW="6222600" imgH="1720440" progId="Word.Document.8">
                  <p:embed/>
                  <p:pic>
                    <p:nvPicPr>
                      <p:cNvPr id="389124" name="Object 4">
                        <a:extLst>
                          <a:ext uri="{FF2B5EF4-FFF2-40B4-BE49-F238E27FC236}">
                            <a16:creationId xmlns:a16="http://schemas.microsoft.com/office/drawing/2014/main" id="{6A9978D0-FD91-A763-45DE-E74D74E15B3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713" y="6277518"/>
                        <a:ext cx="6045980" cy="1840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46013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5" name="Rectangle 5"/>
          <p:cNvSpPr>
            <a:spLocks noGrp="1" noRot="1" noChangeAspect="1" noChangeArrowheads="1" noTextEdit="1"/>
          </p:cNvSpPr>
          <p:nvPr>
            <p:ph type="sldImg"/>
          </p:nvPr>
        </p:nvSpPr>
        <p:spPr>
          <a:ln/>
        </p:spPr>
      </p:sp>
      <p:sp>
        <p:nvSpPr>
          <p:cNvPr id="399366" name="Rectangle 6"/>
          <p:cNvSpPr>
            <a:spLocks noGrp="1" noChangeArrowheads="1"/>
          </p:cNvSpPr>
          <p:nvPr>
            <p:ph type="body" idx="1"/>
          </p:nvPr>
        </p:nvSpPr>
        <p:spPr/>
        <p:txBody>
          <a:bodyPr/>
          <a:lstStyle/>
          <a:p>
            <a:r>
              <a:rPr lang="en-US" altLang="en-US">
                <a:latin typeface="Courier New" pitchFamily="49" charset="0"/>
              </a:rPr>
              <a:t>SYSDATE</a:t>
            </a:r>
            <a:r>
              <a:rPr lang="en-US" altLang="en-US"/>
              <a:t> Function</a:t>
            </a:r>
          </a:p>
          <a:p>
            <a:pPr lvl="1"/>
            <a:r>
              <a:rPr lang="en-US" altLang="en-US">
                <a:solidFill>
                  <a:schemeClr val="tx1"/>
                </a:solidFill>
                <a:latin typeface="Courier New" pitchFamily="49" charset="0"/>
              </a:rPr>
              <a:t>SYSDATE</a:t>
            </a:r>
            <a:r>
              <a:rPr lang="en-US" altLang="en-US">
                <a:solidFill>
                  <a:schemeClr val="tx1"/>
                </a:solidFill>
              </a:rPr>
              <a:t> is a date function that returns the current database server date and time. You can use </a:t>
            </a:r>
            <a:r>
              <a:rPr lang="en-US" altLang="en-US">
                <a:solidFill>
                  <a:schemeClr val="tx1"/>
                </a:solidFill>
                <a:latin typeface="Courier New" pitchFamily="49" charset="0"/>
              </a:rPr>
              <a:t>SYSDATE</a:t>
            </a:r>
            <a:r>
              <a:rPr lang="en-US" altLang="en-US">
                <a:solidFill>
                  <a:schemeClr val="tx1"/>
                </a:solidFill>
              </a:rPr>
              <a:t> just as you would use any other column name. For example, you can display the current date by selecting </a:t>
            </a:r>
            <a:r>
              <a:rPr lang="en-US" altLang="en-US">
                <a:solidFill>
                  <a:schemeClr val="tx1"/>
                </a:solidFill>
                <a:latin typeface="Courier New" pitchFamily="49" charset="0"/>
              </a:rPr>
              <a:t>SYSDATE</a:t>
            </a:r>
            <a:r>
              <a:rPr lang="en-US" altLang="en-US">
                <a:solidFill>
                  <a:schemeClr val="tx1"/>
                </a:solidFill>
              </a:rPr>
              <a:t> from a table. It is customary to select </a:t>
            </a:r>
            <a:r>
              <a:rPr lang="en-US" altLang="en-US">
                <a:solidFill>
                  <a:schemeClr val="tx1"/>
                </a:solidFill>
                <a:latin typeface="Courier New" pitchFamily="49" charset="0"/>
              </a:rPr>
              <a:t>SYSDATE</a:t>
            </a:r>
            <a:r>
              <a:rPr lang="en-US" altLang="en-US">
                <a:solidFill>
                  <a:schemeClr val="tx1"/>
                </a:solidFill>
              </a:rPr>
              <a:t> from a dummy table called </a:t>
            </a:r>
            <a:r>
              <a:rPr lang="en-US" altLang="en-US">
                <a:solidFill>
                  <a:schemeClr val="tx1"/>
                </a:solidFill>
                <a:latin typeface="Courier New" pitchFamily="49" charset="0"/>
              </a:rPr>
              <a:t>DUAL</a:t>
            </a:r>
            <a:r>
              <a:rPr lang="en-US" altLang="en-US">
                <a:solidFill>
                  <a:schemeClr val="tx1"/>
                </a:solidFill>
              </a:rPr>
              <a:t>. </a:t>
            </a:r>
          </a:p>
          <a:p>
            <a:pPr lvl="1"/>
            <a:r>
              <a:rPr lang="en-US" altLang="en-US" b="1"/>
              <a:t>Example</a:t>
            </a:r>
          </a:p>
          <a:p>
            <a:pPr lvl="1"/>
            <a:r>
              <a:rPr lang="en-US" altLang="en-US"/>
              <a:t>Display the current date using the </a:t>
            </a:r>
            <a:r>
              <a:rPr lang="en-US" altLang="en-US">
                <a:latin typeface="Courier New" pitchFamily="49" charset="0"/>
              </a:rPr>
              <a:t>DUAL</a:t>
            </a:r>
            <a:r>
              <a:rPr lang="en-US" altLang="en-US"/>
              <a:t> table.</a:t>
            </a:r>
          </a:p>
          <a:p>
            <a:pPr lvl="4"/>
            <a:r>
              <a:rPr lang="en-US" altLang="en-US"/>
              <a:t>SELECT SYSDATE</a:t>
            </a:r>
            <a:br>
              <a:rPr lang="en-US" altLang="en-US"/>
            </a:br>
            <a:r>
              <a:rPr lang="en-US" altLang="en-US"/>
              <a:t>FROM   DUAL;</a:t>
            </a:r>
          </a:p>
        </p:txBody>
      </p:sp>
      <p:pic>
        <p:nvPicPr>
          <p:cNvPr id="3993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72" y="7539135"/>
            <a:ext cx="5357568" cy="507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53882" dir="2700000" algn="ctr" rotWithShape="0">
                    <a:schemeClr val="bg2"/>
                  </a:outerShdw>
                </a:effectLst>
              </a14:hiddenEffects>
            </a:ext>
          </a:extLst>
        </p:spPr>
      </p:pic>
    </p:spTree>
    <p:extLst>
      <p:ext uri="{BB962C8B-B14F-4D97-AF65-F5344CB8AC3E}">
        <p14:creationId xmlns:p14="http://schemas.microsoft.com/office/powerpoint/2010/main" val="3732755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10853-4232-E83F-9ABA-A205C6111292}"/>
            </a:ext>
          </a:extLst>
        </p:cNvPr>
        <p:cNvGrpSpPr/>
        <p:nvPr/>
      </p:nvGrpSpPr>
      <p:grpSpPr>
        <a:xfrm>
          <a:off x="0" y="0"/>
          <a:ext cx="0" cy="0"/>
          <a:chOff x="0" y="0"/>
          <a:chExt cx="0" cy="0"/>
        </a:xfrm>
      </p:grpSpPr>
      <p:sp>
        <p:nvSpPr>
          <p:cNvPr id="399365" name="Rectangle 5">
            <a:extLst>
              <a:ext uri="{FF2B5EF4-FFF2-40B4-BE49-F238E27FC236}">
                <a16:creationId xmlns:a16="http://schemas.microsoft.com/office/drawing/2014/main" id="{CEF8EF4B-7425-8F9F-A014-0EC90FADA18E}"/>
              </a:ext>
            </a:extLst>
          </p:cNvPr>
          <p:cNvSpPr>
            <a:spLocks noGrp="1" noRot="1" noChangeAspect="1" noChangeArrowheads="1" noTextEdit="1"/>
          </p:cNvSpPr>
          <p:nvPr>
            <p:ph type="sldImg"/>
          </p:nvPr>
        </p:nvSpPr>
        <p:spPr>
          <a:ln/>
        </p:spPr>
      </p:sp>
      <p:sp>
        <p:nvSpPr>
          <p:cNvPr id="399366" name="Rectangle 6">
            <a:extLst>
              <a:ext uri="{FF2B5EF4-FFF2-40B4-BE49-F238E27FC236}">
                <a16:creationId xmlns:a16="http://schemas.microsoft.com/office/drawing/2014/main" id="{A59AA174-71FE-9217-8AD4-68F4F97C95AD}"/>
              </a:ext>
            </a:extLst>
          </p:cNvPr>
          <p:cNvSpPr>
            <a:spLocks noGrp="1" noChangeArrowheads="1"/>
          </p:cNvSpPr>
          <p:nvPr>
            <p:ph type="body" idx="1"/>
          </p:nvPr>
        </p:nvSpPr>
        <p:spPr/>
        <p:txBody>
          <a:bodyPr/>
          <a:lstStyle/>
          <a:p>
            <a:r>
              <a:rPr lang="en-US" altLang="en-US">
                <a:latin typeface="Courier New" pitchFamily="49" charset="0"/>
              </a:rPr>
              <a:t>SYSDATE</a:t>
            </a:r>
            <a:r>
              <a:rPr lang="en-US" altLang="en-US"/>
              <a:t> Function</a:t>
            </a:r>
          </a:p>
          <a:p>
            <a:pPr lvl="1"/>
            <a:r>
              <a:rPr lang="en-US" altLang="en-US">
                <a:solidFill>
                  <a:schemeClr val="tx1"/>
                </a:solidFill>
                <a:latin typeface="Courier New" pitchFamily="49" charset="0"/>
              </a:rPr>
              <a:t>SYSDATE</a:t>
            </a:r>
            <a:r>
              <a:rPr lang="en-US" altLang="en-US">
                <a:solidFill>
                  <a:schemeClr val="tx1"/>
                </a:solidFill>
              </a:rPr>
              <a:t> is a date function that returns the current database server date and time. You can use </a:t>
            </a:r>
            <a:r>
              <a:rPr lang="en-US" altLang="en-US">
                <a:solidFill>
                  <a:schemeClr val="tx1"/>
                </a:solidFill>
                <a:latin typeface="Courier New" pitchFamily="49" charset="0"/>
              </a:rPr>
              <a:t>SYSDATE</a:t>
            </a:r>
            <a:r>
              <a:rPr lang="en-US" altLang="en-US">
                <a:solidFill>
                  <a:schemeClr val="tx1"/>
                </a:solidFill>
              </a:rPr>
              <a:t> just as you would use any other column name. For example, you can display the current date by selecting </a:t>
            </a:r>
            <a:r>
              <a:rPr lang="en-US" altLang="en-US">
                <a:solidFill>
                  <a:schemeClr val="tx1"/>
                </a:solidFill>
                <a:latin typeface="Courier New" pitchFamily="49" charset="0"/>
              </a:rPr>
              <a:t>SYSDATE</a:t>
            </a:r>
            <a:r>
              <a:rPr lang="en-US" altLang="en-US">
                <a:solidFill>
                  <a:schemeClr val="tx1"/>
                </a:solidFill>
              </a:rPr>
              <a:t> from a table. It is customary to select </a:t>
            </a:r>
            <a:r>
              <a:rPr lang="en-US" altLang="en-US">
                <a:solidFill>
                  <a:schemeClr val="tx1"/>
                </a:solidFill>
                <a:latin typeface="Courier New" pitchFamily="49" charset="0"/>
              </a:rPr>
              <a:t>SYSDATE</a:t>
            </a:r>
            <a:r>
              <a:rPr lang="en-US" altLang="en-US">
                <a:solidFill>
                  <a:schemeClr val="tx1"/>
                </a:solidFill>
              </a:rPr>
              <a:t> from a dummy table called </a:t>
            </a:r>
            <a:r>
              <a:rPr lang="en-US" altLang="en-US">
                <a:solidFill>
                  <a:schemeClr val="tx1"/>
                </a:solidFill>
                <a:latin typeface="Courier New" pitchFamily="49" charset="0"/>
              </a:rPr>
              <a:t>DUAL</a:t>
            </a:r>
            <a:r>
              <a:rPr lang="en-US" altLang="en-US">
                <a:solidFill>
                  <a:schemeClr val="tx1"/>
                </a:solidFill>
              </a:rPr>
              <a:t>. </a:t>
            </a:r>
          </a:p>
          <a:p>
            <a:pPr lvl="1"/>
            <a:r>
              <a:rPr lang="en-US" altLang="en-US" b="1"/>
              <a:t>Example</a:t>
            </a:r>
          </a:p>
          <a:p>
            <a:pPr lvl="1"/>
            <a:r>
              <a:rPr lang="en-US" altLang="en-US"/>
              <a:t>Display the current date using the </a:t>
            </a:r>
            <a:r>
              <a:rPr lang="en-US" altLang="en-US">
                <a:latin typeface="Courier New" pitchFamily="49" charset="0"/>
              </a:rPr>
              <a:t>DUAL</a:t>
            </a:r>
            <a:r>
              <a:rPr lang="en-US" altLang="en-US"/>
              <a:t> table.</a:t>
            </a:r>
          </a:p>
          <a:p>
            <a:pPr lvl="4"/>
            <a:r>
              <a:rPr lang="en-US" altLang="en-US"/>
              <a:t>SELECT SYSDATE</a:t>
            </a:r>
            <a:br>
              <a:rPr lang="en-US" altLang="en-US"/>
            </a:br>
            <a:r>
              <a:rPr lang="en-US" altLang="en-US"/>
              <a:t>FROM   DUAL;</a:t>
            </a:r>
          </a:p>
        </p:txBody>
      </p:sp>
      <p:pic>
        <p:nvPicPr>
          <p:cNvPr id="399364" name="Picture 4">
            <a:extLst>
              <a:ext uri="{FF2B5EF4-FFF2-40B4-BE49-F238E27FC236}">
                <a16:creationId xmlns:a16="http://schemas.microsoft.com/office/drawing/2014/main" id="{E529F8D4-A6EA-1690-E424-91AC44590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72" y="7539135"/>
            <a:ext cx="5357568" cy="507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53882" dir="2700000" algn="ctr" rotWithShape="0">
                    <a:schemeClr val="bg2"/>
                  </a:outerShdw>
                </a:effectLst>
              </a14:hiddenEffects>
            </a:ext>
          </a:extLst>
        </p:spPr>
      </p:pic>
    </p:spTree>
    <p:extLst>
      <p:ext uri="{BB962C8B-B14F-4D97-AF65-F5344CB8AC3E}">
        <p14:creationId xmlns:p14="http://schemas.microsoft.com/office/powerpoint/2010/main" val="1960308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5" name="Rectangle 5"/>
          <p:cNvSpPr>
            <a:spLocks noGrp="1" noRot="1" noChangeAspect="1" noChangeArrowheads="1" noTextEdit="1"/>
          </p:cNvSpPr>
          <p:nvPr>
            <p:ph type="sldImg"/>
          </p:nvPr>
        </p:nvSpPr>
        <p:spPr>
          <a:ln/>
        </p:spPr>
      </p:sp>
      <p:sp>
        <p:nvSpPr>
          <p:cNvPr id="399366" name="Rectangle 6"/>
          <p:cNvSpPr>
            <a:spLocks noGrp="1" noChangeArrowheads="1"/>
          </p:cNvSpPr>
          <p:nvPr>
            <p:ph type="body" idx="1"/>
          </p:nvPr>
        </p:nvSpPr>
        <p:spPr/>
        <p:txBody>
          <a:bodyPr/>
          <a:lstStyle/>
          <a:p>
            <a:r>
              <a:rPr lang="en-US" altLang="en-US">
                <a:latin typeface="Courier New" pitchFamily="49" charset="0"/>
              </a:rPr>
              <a:t>SYSDATE</a:t>
            </a:r>
            <a:r>
              <a:rPr lang="en-US" altLang="en-US"/>
              <a:t> Function</a:t>
            </a:r>
          </a:p>
          <a:p>
            <a:pPr lvl="1"/>
            <a:r>
              <a:rPr lang="en-US" altLang="en-US">
                <a:solidFill>
                  <a:schemeClr val="tx1"/>
                </a:solidFill>
                <a:latin typeface="Courier New" pitchFamily="49" charset="0"/>
              </a:rPr>
              <a:t>SYSDATE</a:t>
            </a:r>
            <a:r>
              <a:rPr lang="en-US" altLang="en-US">
                <a:solidFill>
                  <a:schemeClr val="tx1"/>
                </a:solidFill>
              </a:rPr>
              <a:t> is a date function that returns the current database server date and time. You can use </a:t>
            </a:r>
            <a:r>
              <a:rPr lang="en-US" altLang="en-US">
                <a:solidFill>
                  <a:schemeClr val="tx1"/>
                </a:solidFill>
                <a:latin typeface="Courier New" pitchFamily="49" charset="0"/>
              </a:rPr>
              <a:t>SYSDATE</a:t>
            </a:r>
            <a:r>
              <a:rPr lang="en-US" altLang="en-US">
                <a:solidFill>
                  <a:schemeClr val="tx1"/>
                </a:solidFill>
              </a:rPr>
              <a:t> just as you would use any other column name. For example, you can display the current date by selecting </a:t>
            </a:r>
            <a:r>
              <a:rPr lang="en-US" altLang="en-US">
                <a:solidFill>
                  <a:schemeClr val="tx1"/>
                </a:solidFill>
                <a:latin typeface="Courier New" pitchFamily="49" charset="0"/>
              </a:rPr>
              <a:t>SYSDATE</a:t>
            </a:r>
            <a:r>
              <a:rPr lang="en-US" altLang="en-US">
                <a:solidFill>
                  <a:schemeClr val="tx1"/>
                </a:solidFill>
              </a:rPr>
              <a:t> from a table. It is customary to select </a:t>
            </a:r>
            <a:r>
              <a:rPr lang="en-US" altLang="en-US">
                <a:solidFill>
                  <a:schemeClr val="tx1"/>
                </a:solidFill>
                <a:latin typeface="Courier New" pitchFamily="49" charset="0"/>
              </a:rPr>
              <a:t>SYSDATE</a:t>
            </a:r>
            <a:r>
              <a:rPr lang="en-US" altLang="en-US">
                <a:solidFill>
                  <a:schemeClr val="tx1"/>
                </a:solidFill>
              </a:rPr>
              <a:t> from a dummy table called </a:t>
            </a:r>
            <a:r>
              <a:rPr lang="en-US" altLang="en-US">
                <a:solidFill>
                  <a:schemeClr val="tx1"/>
                </a:solidFill>
                <a:latin typeface="Courier New" pitchFamily="49" charset="0"/>
              </a:rPr>
              <a:t>DUAL</a:t>
            </a:r>
            <a:r>
              <a:rPr lang="en-US" altLang="en-US">
                <a:solidFill>
                  <a:schemeClr val="tx1"/>
                </a:solidFill>
              </a:rPr>
              <a:t>. </a:t>
            </a:r>
          </a:p>
          <a:p>
            <a:pPr lvl="1"/>
            <a:r>
              <a:rPr lang="en-US" altLang="en-US" b="1"/>
              <a:t>Example</a:t>
            </a:r>
          </a:p>
          <a:p>
            <a:pPr lvl="1"/>
            <a:r>
              <a:rPr lang="en-US" altLang="en-US"/>
              <a:t>Display the current date using the </a:t>
            </a:r>
            <a:r>
              <a:rPr lang="en-US" altLang="en-US">
                <a:latin typeface="Courier New" pitchFamily="49" charset="0"/>
              </a:rPr>
              <a:t>DUAL</a:t>
            </a:r>
            <a:r>
              <a:rPr lang="en-US" altLang="en-US"/>
              <a:t> table.</a:t>
            </a:r>
          </a:p>
          <a:p>
            <a:pPr lvl="4"/>
            <a:r>
              <a:rPr lang="en-US" altLang="en-US"/>
              <a:t>SELECT SYSDATE</a:t>
            </a:r>
            <a:br>
              <a:rPr lang="en-US" altLang="en-US"/>
            </a:br>
            <a:r>
              <a:rPr lang="en-US" altLang="en-US"/>
              <a:t>FROM   DUAL;</a:t>
            </a:r>
          </a:p>
        </p:txBody>
      </p:sp>
      <p:pic>
        <p:nvPicPr>
          <p:cNvPr id="3993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72" y="7539135"/>
            <a:ext cx="5357568" cy="507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53882" dir="2700000" algn="ctr" rotWithShape="0">
                    <a:schemeClr val="bg2"/>
                  </a:outerShdw>
                </a:effectLst>
              </a14:hiddenEffects>
            </a:ext>
          </a:extLst>
        </p:spPr>
      </p:pic>
    </p:spTree>
    <p:extLst>
      <p:ext uri="{BB962C8B-B14F-4D97-AF65-F5344CB8AC3E}">
        <p14:creationId xmlns:p14="http://schemas.microsoft.com/office/powerpoint/2010/main" val="3436672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DE6F-21A1-841B-B40B-5FAE247E2109}"/>
            </a:ext>
          </a:extLst>
        </p:cNvPr>
        <p:cNvGrpSpPr/>
        <p:nvPr/>
      </p:nvGrpSpPr>
      <p:grpSpPr>
        <a:xfrm>
          <a:off x="0" y="0"/>
          <a:ext cx="0" cy="0"/>
          <a:chOff x="0" y="0"/>
          <a:chExt cx="0" cy="0"/>
        </a:xfrm>
      </p:grpSpPr>
      <p:sp>
        <p:nvSpPr>
          <p:cNvPr id="401410" name="Rectangle 2">
            <a:extLst>
              <a:ext uri="{FF2B5EF4-FFF2-40B4-BE49-F238E27FC236}">
                <a16:creationId xmlns:a16="http://schemas.microsoft.com/office/drawing/2014/main" id="{607D28F1-E829-C73F-4C44-21E203F062FE}"/>
              </a:ext>
            </a:extLst>
          </p:cNvPr>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01411" name="Rectangle 3">
            <a:extLst>
              <a:ext uri="{FF2B5EF4-FFF2-40B4-BE49-F238E27FC236}">
                <a16:creationId xmlns:a16="http://schemas.microsoft.com/office/drawing/2014/main" id="{FC763CB0-0F63-2E10-8700-9814D9CEFA1F}"/>
              </a:ext>
            </a:extLst>
          </p:cNvPr>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01415" name="Rectangle 7">
            <a:extLst>
              <a:ext uri="{FF2B5EF4-FFF2-40B4-BE49-F238E27FC236}">
                <a16:creationId xmlns:a16="http://schemas.microsoft.com/office/drawing/2014/main" id="{C7F94005-AA55-2025-9A4F-B9425A6E0E9B}"/>
              </a:ext>
            </a:extLst>
          </p:cNvPr>
          <p:cNvSpPr>
            <a:spLocks noGrp="1" noRot="1" noChangeAspect="1" noChangeArrowheads="1" noTextEdit="1"/>
          </p:cNvSpPr>
          <p:nvPr>
            <p:ph type="sldImg"/>
          </p:nvPr>
        </p:nvSpPr>
        <p:spPr>
          <a:ln/>
        </p:spPr>
      </p:sp>
      <p:sp>
        <p:nvSpPr>
          <p:cNvPr id="401416" name="Rectangle 8">
            <a:extLst>
              <a:ext uri="{FF2B5EF4-FFF2-40B4-BE49-F238E27FC236}">
                <a16:creationId xmlns:a16="http://schemas.microsoft.com/office/drawing/2014/main" id="{28373413-21AE-09F0-F89B-9E40A18B6B80}"/>
              </a:ext>
            </a:extLst>
          </p:cNvPr>
          <p:cNvSpPr>
            <a:spLocks noGrp="1" noChangeArrowheads="1"/>
          </p:cNvSpPr>
          <p:nvPr>
            <p:ph type="body" idx="1"/>
          </p:nvPr>
        </p:nvSpPr>
        <p:spPr/>
        <p:txBody>
          <a:bodyPr/>
          <a:lstStyle/>
          <a:p>
            <a:r>
              <a:rPr lang="en-US" altLang="en-US"/>
              <a:t>Arithmetic with Dates</a:t>
            </a:r>
          </a:p>
          <a:p>
            <a:pPr lvl="1"/>
            <a:r>
              <a:rPr lang="en-US" altLang="en-US"/>
              <a:t>Because the database stores dates as numbers, you can perform calculations using arithmetic operators such as addition and subtraction. You can add and subtract number constants as well as dates. </a:t>
            </a:r>
          </a:p>
          <a:p>
            <a:pPr lvl="1"/>
            <a:r>
              <a:rPr lang="en-US" altLang="en-US"/>
              <a:t>You can perform the following operations:</a:t>
            </a:r>
          </a:p>
        </p:txBody>
      </p:sp>
      <p:graphicFrame>
        <p:nvGraphicFramePr>
          <p:cNvPr id="401414" name="Object 6">
            <a:extLst>
              <a:ext uri="{FF2B5EF4-FFF2-40B4-BE49-F238E27FC236}">
                <a16:creationId xmlns:a16="http://schemas.microsoft.com/office/drawing/2014/main" id="{8F13B0A2-E711-4DA1-3F72-90D7D0ED3EDA}"/>
              </a:ext>
            </a:extLst>
          </p:cNvPr>
          <p:cNvGraphicFramePr>
            <a:graphicFrameLocks/>
          </p:cNvGraphicFramePr>
          <p:nvPr/>
        </p:nvGraphicFramePr>
        <p:xfrm>
          <a:off x="581909" y="6766544"/>
          <a:ext cx="5439375" cy="1439906"/>
        </p:xfrm>
        <a:graphic>
          <a:graphicData uri="http://schemas.openxmlformats.org/presentationml/2006/ole">
            <mc:AlternateContent xmlns:mc="http://schemas.openxmlformats.org/markup-compatibility/2006">
              <mc:Choice xmlns:v="urn:schemas-microsoft-com:vml" Requires="v">
                <p:oleObj name="Document" r:id="rId3" imgW="5769720" imgH="1391400" progId="Word.Document.8">
                  <p:embed/>
                </p:oleObj>
              </mc:Choice>
              <mc:Fallback>
                <p:oleObj name="Document" r:id="rId3" imgW="5769720" imgH="1391400" progId="Word.Document.8">
                  <p:embed/>
                  <p:pic>
                    <p:nvPicPr>
                      <p:cNvPr id="401414" name="Object 6">
                        <a:extLst>
                          <a:ext uri="{FF2B5EF4-FFF2-40B4-BE49-F238E27FC236}">
                            <a16:creationId xmlns:a16="http://schemas.microsoft.com/office/drawing/2014/main" id="{8F13B0A2-E711-4DA1-3F72-90D7D0ED3ED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909" y="6766544"/>
                        <a:ext cx="5439375" cy="1439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9969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01411" name="Rectangle 3"/>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01415" name="Rectangle 7"/>
          <p:cNvSpPr>
            <a:spLocks noGrp="1" noRot="1" noChangeAspect="1" noChangeArrowheads="1" noTextEdit="1"/>
          </p:cNvSpPr>
          <p:nvPr>
            <p:ph type="sldImg"/>
          </p:nvPr>
        </p:nvSpPr>
        <p:spPr>
          <a:ln/>
        </p:spPr>
      </p:sp>
      <p:sp>
        <p:nvSpPr>
          <p:cNvPr id="401416" name="Rectangle 8"/>
          <p:cNvSpPr>
            <a:spLocks noGrp="1" noChangeArrowheads="1"/>
          </p:cNvSpPr>
          <p:nvPr>
            <p:ph type="body" idx="1"/>
          </p:nvPr>
        </p:nvSpPr>
        <p:spPr/>
        <p:txBody>
          <a:bodyPr/>
          <a:lstStyle/>
          <a:p>
            <a:r>
              <a:rPr lang="en-US" altLang="en-US"/>
              <a:t>Arithmetic with Dates</a:t>
            </a:r>
          </a:p>
          <a:p>
            <a:pPr lvl="1"/>
            <a:r>
              <a:rPr lang="en-US" altLang="en-US"/>
              <a:t>Because the database stores dates as numbers, you can perform calculations using arithmetic operators such as addition and subtraction. You can add and subtract number constants as well as dates. </a:t>
            </a:r>
          </a:p>
          <a:p>
            <a:pPr lvl="1"/>
            <a:r>
              <a:rPr lang="en-US" altLang="en-US"/>
              <a:t>You can perform the following operations:</a:t>
            </a:r>
          </a:p>
        </p:txBody>
      </p:sp>
      <p:graphicFrame>
        <p:nvGraphicFramePr>
          <p:cNvPr id="401414" name="Object 6"/>
          <p:cNvGraphicFramePr>
            <a:graphicFrameLocks/>
          </p:cNvGraphicFramePr>
          <p:nvPr/>
        </p:nvGraphicFramePr>
        <p:xfrm>
          <a:off x="581909" y="6766544"/>
          <a:ext cx="5439375" cy="1439906"/>
        </p:xfrm>
        <a:graphic>
          <a:graphicData uri="http://schemas.openxmlformats.org/presentationml/2006/ole">
            <mc:AlternateContent xmlns:mc="http://schemas.openxmlformats.org/markup-compatibility/2006">
              <mc:Choice xmlns:v="urn:schemas-microsoft-com:vml" Requires="v">
                <p:oleObj name="Document" r:id="rId3" imgW="5769720" imgH="1391400" progId="Word.Document.8">
                  <p:embed/>
                </p:oleObj>
              </mc:Choice>
              <mc:Fallback>
                <p:oleObj name="Document" r:id="rId3" imgW="5769720" imgH="1391400" progId="Word.Document.8">
                  <p:embed/>
                  <p:pic>
                    <p:nvPicPr>
                      <p:cNvPr id="401414"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909" y="6766544"/>
                        <a:ext cx="5439375" cy="1439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700" name="Rectangle 4"/>
          <p:cNvSpPr>
            <a:spLocks noGrp="1" noRot="1" noChangeAspect="1" noChangeArrowheads="1" noTextEdit="1"/>
          </p:cNvSpPr>
          <p:nvPr>
            <p:ph type="sldImg"/>
          </p:nvPr>
        </p:nvSpPr>
        <p:spPr>
          <a:ln/>
        </p:spPr>
      </p:sp>
      <p:sp>
        <p:nvSpPr>
          <p:cNvPr id="413701" name="Rectangle 5"/>
          <p:cNvSpPr>
            <a:spLocks noGrp="1" noChangeArrowheads="1"/>
          </p:cNvSpPr>
          <p:nvPr>
            <p:ph type="body" idx="1"/>
          </p:nvPr>
        </p:nvSpPr>
        <p:spPr/>
        <p:txBody>
          <a:bodyPr/>
          <a:lstStyle/>
          <a:p>
            <a:r>
              <a:rPr lang="en-US" altLang="en-US"/>
              <a:t>Conversion Functions</a:t>
            </a:r>
          </a:p>
          <a:p>
            <a:pPr lvl="1"/>
            <a:r>
              <a:rPr lang="en-US" altLang="en-US"/>
              <a:t>In addition to Oracle data </a:t>
            </a:r>
            <a:r>
              <a:rPr lang="en-US" altLang="en-US">
                <a:solidFill>
                  <a:schemeClr val="tx1"/>
                </a:solidFill>
              </a:rPr>
              <a:t>types, columns of tables in an Oracle database can be defined using ANSI, DB2, and SQL/DS data types. However, the Oracle server internally converts such data types to Oracle data types. </a:t>
            </a:r>
          </a:p>
          <a:p>
            <a:pPr lvl="1"/>
            <a:r>
              <a:rPr lang="en-US" altLang="en-US">
                <a:solidFill>
                  <a:schemeClr val="tx1"/>
                </a:solidFill>
              </a:rPr>
              <a:t>In some cases, the Oracle server uses data of one data type where it expects data of a different data type. When this happens, the Oracle server can automatically convert the data to the expected data type. This data type conversion can be done </a:t>
            </a:r>
            <a:r>
              <a:rPr lang="en-US" altLang="en-US" i="1">
                <a:solidFill>
                  <a:schemeClr val="tx1"/>
                </a:solidFill>
              </a:rPr>
              <a:t>implicitly</a:t>
            </a:r>
            <a:r>
              <a:rPr lang="en-US" altLang="en-US">
                <a:solidFill>
                  <a:schemeClr val="tx1"/>
                </a:solidFill>
              </a:rPr>
              <a:t> by the Oracle server or </a:t>
            </a:r>
            <a:r>
              <a:rPr lang="en-US" altLang="en-US" i="1">
                <a:solidFill>
                  <a:schemeClr val="tx1"/>
                </a:solidFill>
              </a:rPr>
              <a:t>explicitly</a:t>
            </a:r>
            <a:r>
              <a:rPr lang="en-US" altLang="en-US">
                <a:solidFill>
                  <a:schemeClr val="tx1"/>
                </a:solidFill>
              </a:rPr>
              <a:t> by the user.</a:t>
            </a:r>
          </a:p>
          <a:p>
            <a:pPr lvl="1"/>
            <a:r>
              <a:rPr lang="en-US" altLang="en-US">
                <a:solidFill>
                  <a:schemeClr val="tx1"/>
                </a:solidFill>
              </a:rPr>
              <a:t>Implicit data type conversions work according to the rules that are explained in the next two slides.</a:t>
            </a:r>
          </a:p>
          <a:p>
            <a:pPr lvl="1"/>
            <a:r>
              <a:rPr lang="en-US" altLang="en-US">
                <a:solidFill>
                  <a:schemeClr val="tx1"/>
                </a:solidFill>
              </a:rPr>
              <a:t>Explicit data type conversions are done by using the conversion functions. Conversion functions convert a value from one data type to another. Generally, the form of the function names follows the convention </a:t>
            </a:r>
            <a:r>
              <a:rPr lang="en-US" altLang="en-US" i="1">
                <a:solidFill>
                  <a:schemeClr val="tx1"/>
                </a:solidFill>
                <a:latin typeface="Courier New" pitchFamily="49" charset="0"/>
              </a:rPr>
              <a:t>data type </a:t>
            </a:r>
            <a:r>
              <a:rPr lang="en-US" altLang="en-US">
                <a:solidFill>
                  <a:schemeClr val="tx1"/>
                </a:solidFill>
                <a:latin typeface="Courier New" pitchFamily="49" charset="0"/>
              </a:rPr>
              <a:t>TO </a:t>
            </a:r>
            <a:r>
              <a:rPr lang="en-US" altLang="en-US" i="1">
                <a:solidFill>
                  <a:schemeClr val="tx1"/>
                </a:solidFill>
                <a:latin typeface="Courier New" pitchFamily="49" charset="0"/>
              </a:rPr>
              <a:t>data type</a:t>
            </a:r>
            <a:r>
              <a:rPr lang="en-US" altLang="en-US">
                <a:solidFill>
                  <a:schemeClr val="tx1"/>
                </a:solidFill>
              </a:rPr>
              <a:t>. The first data type is the input data type; the second data type is the output.</a:t>
            </a:r>
          </a:p>
          <a:p>
            <a:pPr lvl="1"/>
            <a:r>
              <a:rPr lang="en-US" altLang="en-US" b="1">
                <a:solidFill>
                  <a:schemeClr val="tx1"/>
                </a:solidFill>
              </a:rPr>
              <a:t>Note:</a:t>
            </a:r>
            <a:r>
              <a:rPr lang="en-US" altLang="en-US">
                <a:solidFill>
                  <a:schemeClr val="tx1"/>
                </a:solidFill>
              </a:rPr>
              <a:t> Although implicit data type conversion is available, it is recommended that you do explicit data type conversion to ensure the reliability of your SQL statements.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B364-826C-E2E7-ADC5-EBA1449190E1}"/>
            </a:ext>
          </a:extLst>
        </p:cNvPr>
        <p:cNvGrpSpPr/>
        <p:nvPr/>
      </p:nvGrpSpPr>
      <p:grpSpPr>
        <a:xfrm>
          <a:off x="0" y="0"/>
          <a:ext cx="0" cy="0"/>
          <a:chOff x="0" y="0"/>
          <a:chExt cx="0" cy="0"/>
        </a:xfrm>
      </p:grpSpPr>
      <p:sp>
        <p:nvSpPr>
          <p:cNvPr id="401410" name="Rectangle 2">
            <a:extLst>
              <a:ext uri="{FF2B5EF4-FFF2-40B4-BE49-F238E27FC236}">
                <a16:creationId xmlns:a16="http://schemas.microsoft.com/office/drawing/2014/main" id="{F4C2C921-54DC-0789-A8DF-8F59E9D5665A}"/>
              </a:ext>
            </a:extLst>
          </p:cNvPr>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01411" name="Rectangle 3">
            <a:extLst>
              <a:ext uri="{FF2B5EF4-FFF2-40B4-BE49-F238E27FC236}">
                <a16:creationId xmlns:a16="http://schemas.microsoft.com/office/drawing/2014/main" id="{89D12F4D-19BB-53C4-C604-8FA6ECBBE2A1}"/>
              </a:ext>
            </a:extLst>
          </p:cNvPr>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01415" name="Rectangle 7">
            <a:extLst>
              <a:ext uri="{FF2B5EF4-FFF2-40B4-BE49-F238E27FC236}">
                <a16:creationId xmlns:a16="http://schemas.microsoft.com/office/drawing/2014/main" id="{13328756-C30D-61AF-8B76-BD10EEC8AB1F}"/>
              </a:ext>
            </a:extLst>
          </p:cNvPr>
          <p:cNvSpPr>
            <a:spLocks noGrp="1" noRot="1" noChangeAspect="1" noChangeArrowheads="1" noTextEdit="1"/>
          </p:cNvSpPr>
          <p:nvPr>
            <p:ph type="sldImg"/>
          </p:nvPr>
        </p:nvSpPr>
        <p:spPr>
          <a:ln/>
        </p:spPr>
      </p:sp>
      <p:sp>
        <p:nvSpPr>
          <p:cNvPr id="401416" name="Rectangle 8">
            <a:extLst>
              <a:ext uri="{FF2B5EF4-FFF2-40B4-BE49-F238E27FC236}">
                <a16:creationId xmlns:a16="http://schemas.microsoft.com/office/drawing/2014/main" id="{4DB11EA0-74F1-7697-A15D-158CC1C99025}"/>
              </a:ext>
            </a:extLst>
          </p:cNvPr>
          <p:cNvSpPr>
            <a:spLocks noGrp="1" noChangeArrowheads="1"/>
          </p:cNvSpPr>
          <p:nvPr>
            <p:ph type="body" idx="1"/>
          </p:nvPr>
        </p:nvSpPr>
        <p:spPr/>
        <p:txBody>
          <a:bodyPr/>
          <a:lstStyle/>
          <a:p>
            <a:r>
              <a:rPr lang="en-US" altLang="en-US"/>
              <a:t>Arithmetic with Dates</a:t>
            </a:r>
          </a:p>
          <a:p>
            <a:pPr lvl="1"/>
            <a:r>
              <a:rPr lang="en-US" altLang="en-US"/>
              <a:t>Because the database stores dates as numbers, you can perform calculations using arithmetic operators such as addition and subtraction. You can add and subtract number constants as well as dates. </a:t>
            </a:r>
          </a:p>
          <a:p>
            <a:pPr lvl="1"/>
            <a:r>
              <a:rPr lang="en-US" altLang="en-US"/>
              <a:t>You can perform the following operations:</a:t>
            </a:r>
          </a:p>
        </p:txBody>
      </p:sp>
      <p:graphicFrame>
        <p:nvGraphicFramePr>
          <p:cNvPr id="401414" name="Object 6">
            <a:extLst>
              <a:ext uri="{FF2B5EF4-FFF2-40B4-BE49-F238E27FC236}">
                <a16:creationId xmlns:a16="http://schemas.microsoft.com/office/drawing/2014/main" id="{6039382D-1F17-E329-E5A9-1411CB0B78C9}"/>
              </a:ext>
            </a:extLst>
          </p:cNvPr>
          <p:cNvGraphicFramePr>
            <a:graphicFrameLocks/>
          </p:cNvGraphicFramePr>
          <p:nvPr/>
        </p:nvGraphicFramePr>
        <p:xfrm>
          <a:off x="581909" y="6766544"/>
          <a:ext cx="5439375" cy="1439906"/>
        </p:xfrm>
        <a:graphic>
          <a:graphicData uri="http://schemas.openxmlformats.org/presentationml/2006/ole">
            <mc:AlternateContent xmlns:mc="http://schemas.openxmlformats.org/markup-compatibility/2006">
              <mc:Choice xmlns:v="urn:schemas-microsoft-com:vml" Requires="v">
                <p:oleObj name="Document" r:id="rId3" imgW="5769720" imgH="1391400" progId="Word.Document.8">
                  <p:embed/>
                </p:oleObj>
              </mc:Choice>
              <mc:Fallback>
                <p:oleObj name="Document" r:id="rId3" imgW="5769720" imgH="1391400" progId="Word.Document.8">
                  <p:embed/>
                  <p:pic>
                    <p:nvPicPr>
                      <p:cNvPr id="401414" name="Object 6">
                        <a:extLst>
                          <a:ext uri="{FF2B5EF4-FFF2-40B4-BE49-F238E27FC236}">
                            <a16:creationId xmlns:a16="http://schemas.microsoft.com/office/drawing/2014/main" id="{6039382D-1F17-E329-E5A9-1411CB0B78C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909" y="6766544"/>
                        <a:ext cx="5439375" cy="1439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67663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33" name="Rectangle 9"/>
          <p:cNvSpPr>
            <a:spLocks noGrp="1" noRot="1" noChangeAspect="1" noChangeArrowheads="1" noTextEdit="1"/>
          </p:cNvSpPr>
          <p:nvPr>
            <p:ph type="sldImg"/>
          </p:nvPr>
        </p:nvSpPr>
        <p:spPr>
          <a:ln/>
        </p:spPr>
      </p:sp>
      <p:sp>
        <p:nvSpPr>
          <p:cNvPr id="436234" name="Rectangle 10"/>
          <p:cNvSpPr>
            <a:spLocks noGrp="1" noChangeArrowheads="1"/>
          </p:cNvSpPr>
          <p:nvPr>
            <p:ph type="body" idx="1"/>
          </p:nvPr>
        </p:nvSpPr>
        <p:spPr/>
        <p:txBody>
          <a:bodyPr/>
          <a:lstStyle/>
          <a:p>
            <a:pPr>
              <a:lnSpc>
                <a:spcPct val="85000"/>
              </a:lnSpc>
            </a:pPr>
            <a:endParaRPr lang="en-US" altLang="en-US" dirty="0"/>
          </a:p>
        </p:txBody>
      </p:sp>
      <p:sp>
        <p:nvSpPr>
          <p:cNvPr id="436228" name="Rectangle 4"/>
          <p:cNvSpPr>
            <a:spLocks noChangeArrowheads="1"/>
          </p:cNvSpPr>
          <p:nvPr/>
        </p:nvSpPr>
        <p:spPr bwMode="gray">
          <a:xfrm>
            <a:off x="625127" y="7545927"/>
            <a:ext cx="5871562" cy="1224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useBgFill="1">
        <p:nvSpPr>
          <p:cNvPr id="436229" name="Freeform 5"/>
          <p:cNvSpPr>
            <a:spLocks/>
          </p:cNvSpPr>
          <p:nvPr/>
        </p:nvSpPr>
        <p:spPr bwMode="gray">
          <a:xfrm>
            <a:off x="731630" y="8214940"/>
            <a:ext cx="5124496" cy="548455"/>
          </a:xfrm>
          <a:custGeom>
            <a:avLst/>
            <a:gdLst>
              <a:gd name="T0" fmla="*/ 12 w 3421"/>
              <a:gd name="T1" fmla="*/ 0 h 330"/>
              <a:gd name="T2" fmla="*/ 3314 w 3421"/>
              <a:gd name="T3" fmla="*/ 4 h 330"/>
              <a:gd name="T4" fmla="*/ 3420 w 3421"/>
              <a:gd name="T5" fmla="*/ 9 h 330"/>
              <a:gd name="T6" fmla="*/ 3403 w 3421"/>
              <a:gd name="T7" fmla="*/ 324 h 330"/>
              <a:gd name="T8" fmla="*/ 3133 w 3421"/>
              <a:gd name="T9" fmla="*/ 180 h 330"/>
              <a:gd name="T10" fmla="*/ 2885 w 3421"/>
              <a:gd name="T11" fmla="*/ 282 h 330"/>
              <a:gd name="T12" fmla="*/ 2624 w 3421"/>
              <a:gd name="T13" fmla="*/ 143 h 330"/>
              <a:gd name="T14" fmla="*/ 2237 w 3421"/>
              <a:gd name="T15" fmla="*/ 291 h 330"/>
              <a:gd name="T16" fmla="*/ 1846 w 3421"/>
              <a:gd name="T17" fmla="*/ 152 h 330"/>
              <a:gd name="T18" fmla="*/ 1442 w 3421"/>
              <a:gd name="T19" fmla="*/ 250 h 330"/>
              <a:gd name="T20" fmla="*/ 1009 w 3421"/>
              <a:gd name="T21" fmla="*/ 166 h 330"/>
              <a:gd name="T22" fmla="*/ 677 w 3421"/>
              <a:gd name="T23" fmla="*/ 245 h 330"/>
              <a:gd name="T24" fmla="*/ 319 w 3421"/>
              <a:gd name="T25" fmla="*/ 180 h 330"/>
              <a:gd name="T26" fmla="*/ 0 w 3421"/>
              <a:gd name="T27" fmla="*/ 329 h 330"/>
              <a:gd name="T28" fmla="*/ 12 w 3421"/>
              <a:gd name="T2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21" h="330">
                <a:moveTo>
                  <a:pt x="12" y="0"/>
                </a:moveTo>
                <a:lnTo>
                  <a:pt x="3314" y="4"/>
                </a:lnTo>
                <a:lnTo>
                  <a:pt x="3420" y="9"/>
                </a:lnTo>
                <a:lnTo>
                  <a:pt x="3403" y="324"/>
                </a:lnTo>
                <a:lnTo>
                  <a:pt x="3133" y="180"/>
                </a:lnTo>
                <a:lnTo>
                  <a:pt x="2885" y="282"/>
                </a:lnTo>
                <a:lnTo>
                  <a:pt x="2624" y="143"/>
                </a:lnTo>
                <a:lnTo>
                  <a:pt x="2237" y="291"/>
                </a:lnTo>
                <a:lnTo>
                  <a:pt x="1846" y="152"/>
                </a:lnTo>
                <a:lnTo>
                  <a:pt x="1442" y="250"/>
                </a:lnTo>
                <a:lnTo>
                  <a:pt x="1009" y="166"/>
                </a:lnTo>
                <a:lnTo>
                  <a:pt x="677" y="245"/>
                </a:lnTo>
                <a:lnTo>
                  <a:pt x="319" y="180"/>
                </a:lnTo>
                <a:lnTo>
                  <a:pt x="0" y="329"/>
                </a:lnTo>
                <a:lnTo>
                  <a:pt x="12" y="0"/>
                </a:lnTo>
              </a:path>
            </a:pathLst>
          </a:custGeom>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913" tIns="44956" rIns="89913" bIns="44956"/>
          <a:lstStyle/>
          <a:p>
            <a:endParaRPr lang="en-IE">
              <a:solidFill>
                <a:prstClr val="black"/>
              </a:solidFill>
            </a:endParaRPr>
          </a:p>
        </p:txBody>
      </p:sp>
      <p:pic>
        <p:nvPicPr>
          <p:cNvPr id="4362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776394" y="7783647"/>
            <a:ext cx="5385351" cy="73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53882" dir="2700000" algn="ctr" rotWithShape="0">
                    <a:schemeClr val="bg2"/>
                  </a:outerShdw>
                </a:effectLst>
              </a14:hiddenEffects>
            </a:ext>
          </a:extLst>
        </p:spPr>
      </p:pic>
      <p:sp>
        <p:nvSpPr>
          <p:cNvPr id="436232" name="Text Box 8"/>
          <p:cNvSpPr txBox="1">
            <a:spLocks noChangeArrowheads="1"/>
          </p:cNvSpPr>
          <p:nvPr/>
        </p:nvSpPr>
        <p:spPr bwMode="gray">
          <a:xfrm>
            <a:off x="799546" y="8282859"/>
            <a:ext cx="345749" cy="37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154" tIns="12154" rIns="12154" bIns="12154">
            <a:spAutoFit/>
          </a:bodyPr>
          <a:lstStyle>
            <a:lvl1pPr algn="l" defTabSz="800100">
              <a:spcBef>
                <a:spcPct val="0"/>
              </a:spcBef>
              <a:defRPr sz="2400">
                <a:solidFill>
                  <a:schemeClr val="tx1"/>
                </a:solidFill>
                <a:latin typeface="Times New Roman" pitchFamily="18" charset="0"/>
              </a:defRPr>
            </a:lvl1pPr>
            <a:lvl2pPr marL="400050" algn="l" defTabSz="800100">
              <a:spcBef>
                <a:spcPct val="0"/>
              </a:spcBef>
              <a:defRPr sz="2400">
                <a:solidFill>
                  <a:schemeClr val="tx1"/>
                </a:solidFill>
                <a:latin typeface="Times New Roman" pitchFamily="18" charset="0"/>
              </a:defRPr>
            </a:lvl2pPr>
            <a:lvl3pPr marL="800100" algn="l" defTabSz="800100">
              <a:spcBef>
                <a:spcPct val="0"/>
              </a:spcBef>
              <a:defRPr sz="2400">
                <a:solidFill>
                  <a:schemeClr val="tx1"/>
                </a:solidFill>
                <a:latin typeface="Times New Roman" pitchFamily="18" charset="0"/>
              </a:defRPr>
            </a:lvl3pPr>
            <a:lvl4pPr marL="1203325" algn="l" defTabSz="800100">
              <a:spcBef>
                <a:spcPct val="0"/>
              </a:spcBef>
              <a:defRPr sz="2400">
                <a:solidFill>
                  <a:schemeClr val="tx1"/>
                </a:solidFill>
                <a:latin typeface="Times New Roman" pitchFamily="18" charset="0"/>
              </a:defRPr>
            </a:lvl4pPr>
            <a:lvl5pPr marL="1603375" algn="l" defTabSz="800100">
              <a:spcBef>
                <a:spcPct val="0"/>
              </a:spcBef>
              <a:defRPr sz="2400">
                <a:solidFill>
                  <a:schemeClr val="tx1"/>
                </a:solidFill>
                <a:latin typeface="Times New Roman" pitchFamily="18" charset="0"/>
              </a:defRPr>
            </a:lvl5pPr>
            <a:lvl6pPr marL="2060575" defTabSz="800100" fontAlgn="base">
              <a:spcBef>
                <a:spcPct val="0"/>
              </a:spcBef>
              <a:spcAft>
                <a:spcPct val="0"/>
              </a:spcAft>
              <a:defRPr sz="2400">
                <a:solidFill>
                  <a:schemeClr val="tx1"/>
                </a:solidFill>
                <a:latin typeface="Times New Roman" pitchFamily="18" charset="0"/>
              </a:defRPr>
            </a:lvl6pPr>
            <a:lvl7pPr marL="2517775" defTabSz="800100" fontAlgn="base">
              <a:spcBef>
                <a:spcPct val="0"/>
              </a:spcBef>
              <a:spcAft>
                <a:spcPct val="0"/>
              </a:spcAft>
              <a:defRPr sz="2400">
                <a:solidFill>
                  <a:schemeClr val="tx1"/>
                </a:solidFill>
                <a:latin typeface="Times New Roman" pitchFamily="18" charset="0"/>
              </a:defRPr>
            </a:lvl7pPr>
            <a:lvl8pPr marL="2974975" defTabSz="800100" fontAlgn="base">
              <a:spcBef>
                <a:spcPct val="0"/>
              </a:spcBef>
              <a:spcAft>
                <a:spcPct val="0"/>
              </a:spcAft>
              <a:defRPr sz="2400">
                <a:solidFill>
                  <a:schemeClr val="tx1"/>
                </a:solidFill>
                <a:latin typeface="Times New Roman" pitchFamily="18" charset="0"/>
              </a:defRPr>
            </a:lvl8pPr>
            <a:lvl9pPr marL="3432175" defTabSz="800100" fontAlgn="base">
              <a:spcBef>
                <a:spcPct val="0"/>
              </a:spcBef>
              <a:spcAft>
                <a:spcPct val="0"/>
              </a:spcAft>
              <a:defRPr sz="2400">
                <a:solidFill>
                  <a:schemeClr val="tx1"/>
                </a:solidFill>
                <a:latin typeface="Times New Roman" pitchFamily="18" charset="0"/>
              </a:defRPr>
            </a:lvl9pPr>
          </a:lstStyle>
          <a:p>
            <a:pPr algn="ctr">
              <a:buClr>
                <a:srgbClr val="000000"/>
              </a:buClr>
            </a:pPr>
            <a:r>
              <a:rPr lang="en-US" altLang="en-US" sz="2300">
                <a:solidFill>
                  <a:prstClr val="black"/>
                </a:solidFill>
                <a:latin typeface="Arial" charset="0"/>
              </a:rPr>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7" name="Rectangle 5"/>
          <p:cNvSpPr>
            <a:spLocks noGrp="1" noRot="1" noChangeAspect="1" noChangeArrowheads="1" noTextEdit="1"/>
          </p:cNvSpPr>
          <p:nvPr>
            <p:ph type="sldImg"/>
          </p:nvPr>
        </p:nvSpPr>
        <p:spPr>
          <a:ln/>
        </p:spPr>
      </p:sp>
      <p:sp>
        <p:nvSpPr>
          <p:cNvPr id="438278" name="Rectangle 6"/>
          <p:cNvSpPr>
            <a:spLocks noGrp="1" noChangeArrowheads="1"/>
          </p:cNvSpPr>
          <p:nvPr>
            <p:ph type="body" idx="1"/>
          </p:nvPr>
        </p:nvSpPr>
        <p:spPr/>
        <p:txBody>
          <a:bodyPr/>
          <a:lstStyle/>
          <a:p>
            <a:r>
              <a:rPr lang="en-US" altLang="en-US"/>
              <a:t>Using the </a:t>
            </a:r>
            <a:r>
              <a:rPr lang="en-US" altLang="en-US">
                <a:latin typeface="Courier New" pitchFamily="49" charset="0"/>
              </a:rPr>
              <a:t>TO_CHAR</a:t>
            </a:r>
            <a:r>
              <a:rPr lang="en-US" altLang="en-US"/>
              <a:t> Function with Numbers</a:t>
            </a:r>
          </a:p>
          <a:p>
            <a:pPr lvl="1"/>
            <a:r>
              <a:rPr lang="en-US" altLang="en-US">
                <a:solidFill>
                  <a:schemeClr val="tx1"/>
                </a:solidFill>
              </a:rPr>
              <a:t>When working with number values such as character strings, you should convert those numbers to the character data type using the </a:t>
            </a:r>
            <a:r>
              <a:rPr lang="en-US" altLang="en-US">
                <a:solidFill>
                  <a:schemeClr val="tx1"/>
                </a:solidFill>
                <a:latin typeface="Courier New" pitchFamily="49" charset="0"/>
              </a:rPr>
              <a:t>TO_CHAR</a:t>
            </a:r>
            <a:r>
              <a:rPr lang="en-US" altLang="en-US">
                <a:solidFill>
                  <a:schemeClr val="tx1"/>
                </a:solidFill>
              </a:rPr>
              <a:t> function, which translates a value of </a:t>
            </a:r>
            <a:r>
              <a:rPr lang="en-US" altLang="en-US">
                <a:solidFill>
                  <a:schemeClr val="tx1"/>
                </a:solidFill>
                <a:latin typeface="Courier New" pitchFamily="49" charset="0"/>
              </a:rPr>
              <a:t>NUMBER</a:t>
            </a:r>
            <a:r>
              <a:rPr lang="en-US" altLang="en-US">
                <a:solidFill>
                  <a:schemeClr val="tx1"/>
                </a:solidFill>
              </a:rPr>
              <a:t> data type to </a:t>
            </a:r>
            <a:r>
              <a:rPr lang="en-US" altLang="en-US">
                <a:solidFill>
                  <a:schemeClr val="tx1"/>
                </a:solidFill>
                <a:latin typeface="Courier New" pitchFamily="49" charset="0"/>
              </a:rPr>
              <a:t>VARCHAR2</a:t>
            </a:r>
            <a:r>
              <a:rPr lang="en-US" altLang="en-US">
                <a:solidFill>
                  <a:schemeClr val="tx1"/>
                </a:solidFill>
              </a:rPr>
              <a:t> data type. This technique is especially useful with concatenation.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3" name="Rectangle 3"/>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6" name="Rectangle 6"/>
          <p:cNvSpPr>
            <a:spLocks noGrp="1" noRot="1" noChangeAspect="1" noChangeArrowheads="1" noTextEdit="1"/>
          </p:cNvSpPr>
          <p:nvPr>
            <p:ph type="sldImg"/>
          </p:nvPr>
        </p:nvSpPr>
        <p:spPr>
          <a:ln/>
        </p:spPr>
      </p:sp>
      <p:sp>
        <p:nvSpPr>
          <p:cNvPr id="440327" name="Rectangle 7"/>
          <p:cNvSpPr>
            <a:spLocks noGrp="1" noChangeArrowheads="1"/>
          </p:cNvSpPr>
          <p:nvPr>
            <p:ph type="body" idx="1"/>
          </p:nvPr>
        </p:nvSpPr>
        <p:spPr/>
        <p:txBody>
          <a:bodyPr/>
          <a:lstStyle/>
          <a:p>
            <a:r>
              <a:rPr lang="en-US" altLang="en-US"/>
              <a:t>Guidelines</a:t>
            </a:r>
          </a:p>
          <a:p>
            <a:pPr lvl="2"/>
            <a:r>
              <a:rPr lang="en-US" altLang="en-US"/>
              <a:t>The Oracle server displays a </a:t>
            </a:r>
            <a:r>
              <a:rPr lang="en-US" altLang="en-US">
                <a:solidFill>
                  <a:schemeClr val="tx1"/>
                </a:solidFill>
              </a:rPr>
              <a:t>string of number signs (#) in place of a whole number whose digits exceed the number of digits that is provided in the format model.</a:t>
            </a:r>
          </a:p>
          <a:p>
            <a:pPr lvl="2"/>
            <a:r>
              <a:rPr lang="en-US" altLang="en-US">
                <a:solidFill>
                  <a:schemeClr val="tx1"/>
                </a:solidFill>
              </a:rPr>
              <a:t>The Oracle server rounds the stored decimal value to the number of decimal places that is provided in the format model.</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3" name="Rectangle 3"/>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6" name="Rectangle 6"/>
          <p:cNvSpPr>
            <a:spLocks noGrp="1" noRot="1" noChangeAspect="1" noChangeArrowheads="1" noTextEdit="1"/>
          </p:cNvSpPr>
          <p:nvPr>
            <p:ph type="sldImg"/>
          </p:nvPr>
        </p:nvSpPr>
        <p:spPr>
          <a:ln/>
        </p:spPr>
      </p:sp>
      <p:sp>
        <p:nvSpPr>
          <p:cNvPr id="440327" name="Rectangle 7"/>
          <p:cNvSpPr>
            <a:spLocks noGrp="1" noChangeArrowheads="1"/>
          </p:cNvSpPr>
          <p:nvPr>
            <p:ph type="body" idx="1"/>
          </p:nvPr>
        </p:nvSpPr>
        <p:spPr/>
        <p:txBody>
          <a:bodyPr/>
          <a:lstStyle/>
          <a:p>
            <a:r>
              <a:rPr lang="en-US" altLang="en-US"/>
              <a:t>Guidelines</a:t>
            </a:r>
          </a:p>
          <a:p>
            <a:pPr lvl="2"/>
            <a:r>
              <a:rPr lang="en-US" altLang="en-US"/>
              <a:t>The Oracle server displays a </a:t>
            </a:r>
            <a:r>
              <a:rPr lang="en-US" altLang="en-US">
                <a:solidFill>
                  <a:schemeClr val="tx1"/>
                </a:solidFill>
              </a:rPr>
              <a:t>string of number signs (#) in place of a whole number whose digits exceed the number of digits that is provided in the format model.</a:t>
            </a:r>
          </a:p>
          <a:p>
            <a:pPr lvl="2"/>
            <a:r>
              <a:rPr lang="en-US" altLang="en-US">
                <a:solidFill>
                  <a:schemeClr val="tx1"/>
                </a:solidFill>
              </a:rPr>
              <a:t>The Oracle server rounds the stored decimal value to the number of decimal places that is provided in the format model.</a:t>
            </a:r>
          </a:p>
        </p:txBody>
      </p:sp>
    </p:spTree>
    <p:extLst>
      <p:ext uri="{BB962C8B-B14F-4D97-AF65-F5344CB8AC3E}">
        <p14:creationId xmlns:p14="http://schemas.microsoft.com/office/powerpoint/2010/main" val="7691298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2CFC-C6FA-3A21-F3E3-D4D0DA03549C}"/>
            </a:ext>
          </a:extLst>
        </p:cNvPr>
        <p:cNvGrpSpPr/>
        <p:nvPr/>
      </p:nvGrpSpPr>
      <p:grpSpPr>
        <a:xfrm>
          <a:off x="0" y="0"/>
          <a:ext cx="0" cy="0"/>
          <a:chOff x="0" y="0"/>
          <a:chExt cx="0" cy="0"/>
        </a:xfrm>
      </p:grpSpPr>
      <p:sp>
        <p:nvSpPr>
          <p:cNvPr id="440322" name="Rectangle 2">
            <a:extLst>
              <a:ext uri="{FF2B5EF4-FFF2-40B4-BE49-F238E27FC236}">
                <a16:creationId xmlns:a16="http://schemas.microsoft.com/office/drawing/2014/main" id="{0131FDBB-ECFD-DE40-F39D-0DA309853977}"/>
              </a:ext>
            </a:extLst>
          </p:cNvPr>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3" name="Rectangle 3">
            <a:extLst>
              <a:ext uri="{FF2B5EF4-FFF2-40B4-BE49-F238E27FC236}">
                <a16:creationId xmlns:a16="http://schemas.microsoft.com/office/drawing/2014/main" id="{E8E07D1E-51C3-1F9D-B0CC-48C343712D73}"/>
              </a:ext>
            </a:extLst>
          </p:cNvPr>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6" name="Rectangle 6">
            <a:extLst>
              <a:ext uri="{FF2B5EF4-FFF2-40B4-BE49-F238E27FC236}">
                <a16:creationId xmlns:a16="http://schemas.microsoft.com/office/drawing/2014/main" id="{EF67E7FE-C356-7BAA-FBDA-EC7A0DEA48C8}"/>
              </a:ext>
            </a:extLst>
          </p:cNvPr>
          <p:cNvSpPr>
            <a:spLocks noGrp="1" noRot="1" noChangeAspect="1" noChangeArrowheads="1" noTextEdit="1"/>
          </p:cNvSpPr>
          <p:nvPr>
            <p:ph type="sldImg"/>
          </p:nvPr>
        </p:nvSpPr>
        <p:spPr>
          <a:ln/>
        </p:spPr>
      </p:sp>
      <p:sp>
        <p:nvSpPr>
          <p:cNvPr id="440327" name="Rectangle 7">
            <a:extLst>
              <a:ext uri="{FF2B5EF4-FFF2-40B4-BE49-F238E27FC236}">
                <a16:creationId xmlns:a16="http://schemas.microsoft.com/office/drawing/2014/main" id="{884B67C5-F19C-949E-CE28-5D8BE34C2504}"/>
              </a:ext>
            </a:extLst>
          </p:cNvPr>
          <p:cNvSpPr>
            <a:spLocks noGrp="1" noChangeArrowheads="1"/>
          </p:cNvSpPr>
          <p:nvPr>
            <p:ph type="body" idx="1"/>
          </p:nvPr>
        </p:nvSpPr>
        <p:spPr/>
        <p:txBody>
          <a:bodyPr/>
          <a:lstStyle/>
          <a:p>
            <a:r>
              <a:rPr lang="en-US" altLang="en-US"/>
              <a:t>Guidelines</a:t>
            </a:r>
          </a:p>
          <a:p>
            <a:pPr lvl="2"/>
            <a:r>
              <a:rPr lang="en-US" altLang="en-US"/>
              <a:t>The Oracle server displays a </a:t>
            </a:r>
            <a:r>
              <a:rPr lang="en-US" altLang="en-US">
                <a:solidFill>
                  <a:schemeClr val="tx1"/>
                </a:solidFill>
              </a:rPr>
              <a:t>string of number signs (#) in place of a whole number whose digits exceed the number of digits that is provided in the format model.</a:t>
            </a:r>
          </a:p>
          <a:p>
            <a:pPr lvl="2"/>
            <a:r>
              <a:rPr lang="en-US" altLang="en-US">
                <a:solidFill>
                  <a:schemeClr val="tx1"/>
                </a:solidFill>
              </a:rPr>
              <a:t>The Oracle server rounds the stored decimal value to the number of decimal places that is provided in the format model.</a:t>
            </a:r>
          </a:p>
        </p:txBody>
      </p:sp>
    </p:spTree>
    <p:extLst>
      <p:ext uri="{BB962C8B-B14F-4D97-AF65-F5344CB8AC3E}">
        <p14:creationId xmlns:p14="http://schemas.microsoft.com/office/powerpoint/2010/main" val="1183915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3" name="Rectangle 3"/>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6" name="Rectangle 6"/>
          <p:cNvSpPr>
            <a:spLocks noGrp="1" noRot="1" noChangeAspect="1" noChangeArrowheads="1" noTextEdit="1"/>
          </p:cNvSpPr>
          <p:nvPr>
            <p:ph type="sldImg"/>
          </p:nvPr>
        </p:nvSpPr>
        <p:spPr>
          <a:ln/>
        </p:spPr>
      </p:sp>
      <p:sp>
        <p:nvSpPr>
          <p:cNvPr id="440327" name="Rectangle 7"/>
          <p:cNvSpPr>
            <a:spLocks noGrp="1" noChangeArrowheads="1"/>
          </p:cNvSpPr>
          <p:nvPr>
            <p:ph type="body" idx="1"/>
          </p:nvPr>
        </p:nvSpPr>
        <p:spPr/>
        <p:txBody>
          <a:bodyPr/>
          <a:lstStyle/>
          <a:p>
            <a:r>
              <a:rPr lang="en-US" altLang="en-US"/>
              <a:t>Guidelines</a:t>
            </a:r>
          </a:p>
          <a:p>
            <a:pPr lvl="2"/>
            <a:r>
              <a:rPr lang="en-US" altLang="en-US"/>
              <a:t>The Oracle server displays a </a:t>
            </a:r>
            <a:r>
              <a:rPr lang="en-US" altLang="en-US">
                <a:solidFill>
                  <a:schemeClr val="tx1"/>
                </a:solidFill>
              </a:rPr>
              <a:t>string of number signs (#) in place of a whole number whose digits exceed the number of digits that is provided in the format model.</a:t>
            </a:r>
          </a:p>
          <a:p>
            <a:pPr lvl="2"/>
            <a:r>
              <a:rPr lang="en-US" altLang="en-US">
                <a:solidFill>
                  <a:schemeClr val="tx1"/>
                </a:solidFill>
              </a:rPr>
              <a:t>The Oracle server rounds the stored decimal value to the number of decimal places that is provided in the format model.</a:t>
            </a:r>
          </a:p>
        </p:txBody>
      </p:sp>
    </p:spTree>
    <p:extLst>
      <p:ext uri="{BB962C8B-B14F-4D97-AF65-F5344CB8AC3E}">
        <p14:creationId xmlns:p14="http://schemas.microsoft.com/office/powerpoint/2010/main" val="1556969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828FC-4AE6-407F-83F0-56ACEB6D3734}"/>
            </a:ext>
          </a:extLst>
        </p:cNvPr>
        <p:cNvGrpSpPr/>
        <p:nvPr/>
      </p:nvGrpSpPr>
      <p:grpSpPr>
        <a:xfrm>
          <a:off x="0" y="0"/>
          <a:ext cx="0" cy="0"/>
          <a:chOff x="0" y="0"/>
          <a:chExt cx="0" cy="0"/>
        </a:xfrm>
      </p:grpSpPr>
      <p:sp>
        <p:nvSpPr>
          <p:cNvPr id="440322" name="Rectangle 2">
            <a:extLst>
              <a:ext uri="{FF2B5EF4-FFF2-40B4-BE49-F238E27FC236}">
                <a16:creationId xmlns:a16="http://schemas.microsoft.com/office/drawing/2014/main" id="{333F6CAE-0AD6-2ED8-6603-9C01DC51EC79}"/>
              </a:ext>
            </a:extLst>
          </p:cNvPr>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3" name="Rectangle 3">
            <a:extLst>
              <a:ext uri="{FF2B5EF4-FFF2-40B4-BE49-F238E27FC236}">
                <a16:creationId xmlns:a16="http://schemas.microsoft.com/office/drawing/2014/main" id="{F0D7F07A-D5CA-831E-AF7E-9615A31EB0A7}"/>
              </a:ext>
            </a:extLst>
          </p:cNvPr>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6" name="Rectangle 6">
            <a:extLst>
              <a:ext uri="{FF2B5EF4-FFF2-40B4-BE49-F238E27FC236}">
                <a16:creationId xmlns:a16="http://schemas.microsoft.com/office/drawing/2014/main" id="{65D7F0AF-6F51-DD61-6C9B-7D2286067445}"/>
              </a:ext>
            </a:extLst>
          </p:cNvPr>
          <p:cNvSpPr>
            <a:spLocks noGrp="1" noRot="1" noChangeAspect="1" noChangeArrowheads="1" noTextEdit="1"/>
          </p:cNvSpPr>
          <p:nvPr>
            <p:ph type="sldImg"/>
          </p:nvPr>
        </p:nvSpPr>
        <p:spPr>
          <a:ln/>
        </p:spPr>
      </p:sp>
      <p:sp>
        <p:nvSpPr>
          <p:cNvPr id="440327" name="Rectangle 7">
            <a:extLst>
              <a:ext uri="{FF2B5EF4-FFF2-40B4-BE49-F238E27FC236}">
                <a16:creationId xmlns:a16="http://schemas.microsoft.com/office/drawing/2014/main" id="{7C6A86D4-0F12-B50D-7F90-72164D916C86}"/>
              </a:ext>
            </a:extLst>
          </p:cNvPr>
          <p:cNvSpPr>
            <a:spLocks noGrp="1" noChangeArrowheads="1"/>
          </p:cNvSpPr>
          <p:nvPr>
            <p:ph type="body" idx="1"/>
          </p:nvPr>
        </p:nvSpPr>
        <p:spPr/>
        <p:txBody>
          <a:bodyPr/>
          <a:lstStyle/>
          <a:p>
            <a:r>
              <a:rPr lang="en-US" altLang="en-US"/>
              <a:t>Guidelines</a:t>
            </a:r>
          </a:p>
          <a:p>
            <a:pPr lvl="2"/>
            <a:r>
              <a:rPr lang="en-US" altLang="en-US"/>
              <a:t>The Oracle server displays a </a:t>
            </a:r>
            <a:r>
              <a:rPr lang="en-US" altLang="en-US">
                <a:solidFill>
                  <a:schemeClr val="tx1"/>
                </a:solidFill>
              </a:rPr>
              <a:t>string of number signs (#) in place of a whole number whose digits exceed the number of digits that is provided in the format model.</a:t>
            </a:r>
          </a:p>
          <a:p>
            <a:pPr lvl="2"/>
            <a:r>
              <a:rPr lang="en-US" altLang="en-US">
                <a:solidFill>
                  <a:schemeClr val="tx1"/>
                </a:solidFill>
              </a:rPr>
              <a:t>The Oracle server rounds the stored decimal value to the number of decimal places that is provided in the format model.</a:t>
            </a:r>
          </a:p>
        </p:txBody>
      </p:sp>
    </p:spTree>
    <p:extLst>
      <p:ext uri="{BB962C8B-B14F-4D97-AF65-F5344CB8AC3E}">
        <p14:creationId xmlns:p14="http://schemas.microsoft.com/office/powerpoint/2010/main" val="3007292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A6AE-C275-EB7A-4BA8-B9312898A643}"/>
            </a:ext>
          </a:extLst>
        </p:cNvPr>
        <p:cNvGrpSpPr/>
        <p:nvPr/>
      </p:nvGrpSpPr>
      <p:grpSpPr>
        <a:xfrm>
          <a:off x="0" y="0"/>
          <a:ext cx="0" cy="0"/>
          <a:chOff x="0" y="0"/>
          <a:chExt cx="0" cy="0"/>
        </a:xfrm>
      </p:grpSpPr>
      <p:sp>
        <p:nvSpPr>
          <p:cNvPr id="440322" name="Rectangle 2">
            <a:extLst>
              <a:ext uri="{FF2B5EF4-FFF2-40B4-BE49-F238E27FC236}">
                <a16:creationId xmlns:a16="http://schemas.microsoft.com/office/drawing/2014/main" id="{188FC111-03BB-56F0-F23E-23D639E3E28D}"/>
              </a:ext>
            </a:extLst>
          </p:cNvPr>
          <p:cNvSpPr>
            <a:spLocks noChangeArrowheads="1"/>
          </p:cNvSpPr>
          <p:nvPr/>
        </p:nvSpPr>
        <p:spPr bwMode="auto">
          <a:xfrm>
            <a:off x="3849547" y="-1698"/>
            <a:ext cx="2948129"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3" name="Rectangle 3">
            <a:extLst>
              <a:ext uri="{FF2B5EF4-FFF2-40B4-BE49-F238E27FC236}">
                <a16:creationId xmlns:a16="http://schemas.microsoft.com/office/drawing/2014/main" id="{D8FFA995-412C-7222-6D5E-D6B3EF1084CB}"/>
              </a:ext>
            </a:extLst>
          </p:cNvPr>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440326" name="Rectangle 6">
            <a:extLst>
              <a:ext uri="{FF2B5EF4-FFF2-40B4-BE49-F238E27FC236}">
                <a16:creationId xmlns:a16="http://schemas.microsoft.com/office/drawing/2014/main" id="{ACE6C074-D440-CCD5-9C31-478745985FAF}"/>
              </a:ext>
            </a:extLst>
          </p:cNvPr>
          <p:cNvSpPr>
            <a:spLocks noGrp="1" noRot="1" noChangeAspect="1" noChangeArrowheads="1" noTextEdit="1"/>
          </p:cNvSpPr>
          <p:nvPr>
            <p:ph type="sldImg"/>
          </p:nvPr>
        </p:nvSpPr>
        <p:spPr>
          <a:ln/>
        </p:spPr>
      </p:sp>
      <p:sp>
        <p:nvSpPr>
          <p:cNvPr id="440327" name="Rectangle 7">
            <a:extLst>
              <a:ext uri="{FF2B5EF4-FFF2-40B4-BE49-F238E27FC236}">
                <a16:creationId xmlns:a16="http://schemas.microsoft.com/office/drawing/2014/main" id="{1E42371D-0076-5265-415D-D1D1700BD2E7}"/>
              </a:ext>
            </a:extLst>
          </p:cNvPr>
          <p:cNvSpPr>
            <a:spLocks noGrp="1" noChangeArrowheads="1"/>
          </p:cNvSpPr>
          <p:nvPr>
            <p:ph type="body" idx="1"/>
          </p:nvPr>
        </p:nvSpPr>
        <p:spPr/>
        <p:txBody>
          <a:bodyPr/>
          <a:lstStyle/>
          <a:p>
            <a:r>
              <a:rPr lang="en-US" altLang="en-US"/>
              <a:t>Guidelines</a:t>
            </a:r>
          </a:p>
          <a:p>
            <a:pPr lvl="2"/>
            <a:r>
              <a:rPr lang="en-US" altLang="en-US"/>
              <a:t>The Oracle server displays a </a:t>
            </a:r>
            <a:r>
              <a:rPr lang="en-US" altLang="en-US">
                <a:solidFill>
                  <a:schemeClr val="tx1"/>
                </a:solidFill>
              </a:rPr>
              <a:t>string of number signs (#) in place of a whole number whose digits exceed the number of digits that is provided in the format model.</a:t>
            </a:r>
          </a:p>
          <a:p>
            <a:pPr lvl="2"/>
            <a:r>
              <a:rPr lang="en-US" altLang="en-US">
                <a:solidFill>
                  <a:schemeClr val="tx1"/>
                </a:solidFill>
              </a:rPr>
              <a:t>The Oracle server rounds the stored decimal value to the number of decimal places that is provided in the format model.</a:t>
            </a:r>
          </a:p>
        </p:txBody>
      </p:sp>
    </p:spTree>
    <p:extLst>
      <p:ext uri="{BB962C8B-B14F-4D97-AF65-F5344CB8AC3E}">
        <p14:creationId xmlns:p14="http://schemas.microsoft.com/office/powerpoint/2010/main" val="383878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143000" y="3602038"/>
            <a:ext cx="6858000" cy="1655762"/>
          </a:xfrm>
        </p:spPr>
        <p:txBody>
          <a:bodyPr/>
          <a:lstStyle>
            <a:lvl1pPr marL="0" indent="0" algn="ctr">
              <a:buNone/>
              <a:defRPr sz="1800"/>
            </a:lvl1pPr>
            <a:lvl2pPr marL="342904" indent="0" algn="ctr">
              <a:buNone/>
              <a:defRPr sz="1500"/>
            </a:lvl2pPr>
            <a:lvl3pPr marL="685807" indent="0" algn="ctr">
              <a:buNone/>
              <a:defRPr sz="1350"/>
            </a:lvl3pPr>
            <a:lvl4pPr marL="1028711" indent="0" algn="ctr">
              <a:buNone/>
              <a:defRPr sz="1200"/>
            </a:lvl4pPr>
            <a:lvl5pPr marL="1371615" indent="0" algn="ctr">
              <a:buNone/>
              <a:defRPr sz="1200"/>
            </a:lvl5pPr>
            <a:lvl6pPr marL="1714519" indent="0" algn="ctr">
              <a:buNone/>
              <a:defRPr sz="1200"/>
            </a:lvl6pPr>
            <a:lvl7pPr marL="2057423" indent="0" algn="ctr">
              <a:buNone/>
              <a:defRPr sz="1200"/>
            </a:lvl7pPr>
            <a:lvl8pPr marL="2400326" indent="0" algn="ctr">
              <a:buNone/>
              <a:defRPr sz="1200"/>
            </a:lvl8pPr>
            <a:lvl9pPr marL="2743230" indent="0" algn="ctr">
              <a:buNone/>
              <a:defRPr sz="1200"/>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054162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2628886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3545" y="1825626"/>
            <a:ext cx="1563272" cy="2084363"/>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057400" y="2147888"/>
            <a:ext cx="6457950" cy="37957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993355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623888" y="1709739"/>
            <a:ext cx="7886700" cy="2852737"/>
          </a:xfrm>
        </p:spPr>
        <p:txBody>
          <a:bodyPr anchor="b"/>
          <a:lstStyle>
            <a:lvl1pPr>
              <a:defRPr sz="4500">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4" indent="0">
              <a:buNone/>
              <a:defRPr sz="1500">
                <a:solidFill>
                  <a:schemeClr val="tx1">
                    <a:tint val="75000"/>
                  </a:schemeClr>
                </a:solidFill>
              </a:defRPr>
            </a:lvl2pPr>
            <a:lvl3pPr marL="685807" indent="0">
              <a:buNone/>
              <a:defRPr sz="1350">
                <a:solidFill>
                  <a:schemeClr val="tx1">
                    <a:tint val="75000"/>
                  </a:schemeClr>
                </a:solidFill>
              </a:defRPr>
            </a:lvl3pPr>
            <a:lvl4pPr marL="1028711" indent="0">
              <a:buNone/>
              <a:defRPr sz="1200">
                <a:solidFill>
                  <a:schemeClr val="tx1">
                    <a:tint val="75000"/>
                  </a:schemeClr>
                </a:solidFill>
              </a:defRPr>
            </a:lvl4pPr>
            <a:lvl5pPr marL="1371615" indent="0">
              <a:buNone/>
              <a:defRPr sz="1200">
                <a:solidFill>
                  <a:schemeClr val="tx1">
                    <a:tint val="75000"/>
                  </a:schemeClr>
                </a:solidFill>
              </a:defRPr>
            </a:lvl5pPr>
            <a:lvl6pPr marL="1714519" indent="0">
              <a:buNone/>
              <a:defRPr sz="1200">
                <a:solidFill>
                  <a:schemeClr val="tx1">
                    <a:tint val="75000"/>
                  </a:schemeClr>
                </a:solidFill>
              </a:defRPr>
            </a:lvl6pPr>
            <a:lvl7pPr marL="2057423" indent="0">
              <a:buNone/>
              <a:defRPr sz="1200">
                <a:solidFill>
                  <a:schemeClr val="tx1">
                    <a:tint val="75000"/>
                  </a:schemeClr>
                </a:solidFill>
              </a:defRPr>
            </a:lvl7pPr>
            <a:lvl8pPr marL="2400326" indent="0">
              <a:buNone/>
              <a:defRPr sz="1200">
                <a:solidFill>
                  <a:schemeClr val="tx1">
                    <a:tint val="75000"/>
                  </a:schemeClr>
                </a:solidFill>
              </a:defRPr>
            </a:lvl8pPr>
            <a:lvl9pPr marL="274323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79343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623888" y="4816548"/>
            <a:ext cx="7886700" cy="1223851"/>
          </a:xfrm>
        </p:spPr>
        <p:txBody>
          <a:bodyPr anchor="b">
            <a:normAutofit/>
          </a:bodyPr>
          <a:lstStyle>
            <a:lvl1pPr algn="ctr">
              <a:defRPr sz="4050">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065735" y="712789"/>
            <a:ext cx="5095875" cy="41037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1613344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628650" y="1825626"/>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4629151" y="1825626"/>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428792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629841" y="365126"/>
            <a:ext cx="78867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629842" y="1681163"/>
            <a:ext cx="3868340" cy="823912"/>
          </a:xfrm>
        </p:spPr>
        <p:txBody>
          <a:bodyPr anchor="b"/>
          <a:lstStyle>
            <a:lvl1pPr marL="0" indent="0">
              <a:buNone/>
              <a:defRPr sz="1800" b="1"/>
            </a:lvl1pPr>
            <a:lvl2pPr marL="342904" indent="0">
              <a:buNone/>
              <a:defRPr sz="1500" b="1"/>
            </a:lvl2pPr>
            <a:lvl3pPr marL="685807" indent="0">
              <a:buNone/>
              <a:defRPr sz="1350" b="1"/>
            </a:lvl3pPr>
            <a:lvl4pPr marL="1028711" indent="0">
              <a:buNone/>
              <a:defRPr sz="1200" b="1"/>
            </a:lvl4pPr>
            <a:lvl5pPr marL="1371615" indent="0">
              <a:buNone/>
              <a:defRPr sz="1200" b="1"/>
            </a:lvl5pPr>
            <a:lvl6pPr marL="1714519" indent="0">
              <a:buNone/>
              <a:defRPr sz="1200" b="1"/>
            </a:lvl6pPr>
            <a:lvl7pPr marL="2057423" indent="0">
              <a:buNone/>
              <a:defRPr sz="1200" b="1"/>
            </a:lvl7pPr>
            <a:lvl8pPr marL="2400326" indent="0">
              <a:buNone/>
              <a:defRPr sz="1200" b="1"/>
            </a:lvl8pPr>
            <a:lvl9pPr marL="274323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4" indent="0">
              <a:buNone/>
              <a:defRPr sz="1500" b="1"/>
            </a:lvl2pPr>
            <a:lvl3pPr marL="685807" indent="0">
              <a:buNone/>
              <a:defRPr sz="1350" b="1"/>
            </a:lvl3pPr>
            <a:lvl4pPr marL="1028711" indent="0">
              <a:buNone/>
              <a:defRPr sz="1200" b="1"/>
            </a:lvl4pPr>
            <a:lvl5pPr marL="1371615" indent="0">
              <a:buNone/>
              <a:defRPr sz="1200" b="1"/>
            </a:lvl5pPr>
            <a:lvl6pPr marL="1714519" indent="0">
              <a:buNone/>
              <a:defRPr sz="1200" b="1"/>
            </a:lvl6pPr>
            <a:lvl7pPr marL="2057423" indent="0">
              <a:buNone/>
              <a:defRPr sz="1200" b="1"/>
            </a:lvl7pPr>
            <a:lvl8pPr marL="2400326" indent="0">
              <a:buNone/>
              <a:defRPr sz="1200" b="1"/>
            </a:lvl8pPr>
            <a:lvl9pPr marL="274323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057439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50654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02747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761718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6" name="Rectangle 5">
            <a:extLst>
              <a:ext uri="{FF2B5EF4-FFF2-40B4-BE49-F238E27FC236}">
                <a16:creationId xmlns:a16="http://schemas.microsoft.com/office/drawing/2014/main" id="{E3987EB5-615F-0E93-F4DF-C88794473E91}"/>
              </a:ext>
            </a:extLst>
          </p:cNvPr>
          <p:cNvSpPr/>
          <p:nvPr userDrawn="1"/>
        </p:nvSpPr>
        <p:spPr>
          <a:xfrm>
            <a:off x="2956034" y="0"/>
            <a:ext cx="3231933"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176018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267893" y="0"/>
            <a:ext cx="287019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810693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1040868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6" name="Rectangle 5">
            <a:extLst>
              <a:ext uri="{FF2B5EF4-FFF2-40B4-BE49-F238E27FC236}">
                <a16:creationId xmlns:a16="http://schemas.microsoft.com/office/drawing/2014/main" id="{E3987EB5-615F-0E93-F4DF-C88794473E91}"/>
              </a:ext>
            </a:extLst>
          </p:cNvPr>
          <p:cNvSpPr/>
          <p:nvPr userDrawn="1"/>
        </p:nvSpPr>
        <p:spPr>
          <a:xfrm>
            <a:off x="2956034" y="0"/>
            <a:ext cx="3231933"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1241127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267893" y="0"/>
            <a:ext cx="2870194"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3972059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3979499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6" name="Rectangle 5">
            <a:extLst>
              <a:ext uri="{FF2B5EF4-FFF2-40B4-BE49-F238E27FC236}">
                <a16:creationId xmlns:a16="http://schemas.microsoft.com/office/drawing/2014/main" id="{E3987EB5-615F-0E93-F4DF-C88794473E91}"/>
              </a:ext>
            </a:extLst>
          </p:cNvPr>
          <p:cNvSpPr/>
          <p:nvPr userDrawn="1"/>
        </p:nvSpPr>
        <p:spPr>
          <a:xfrm>
            <a:off x="2956034" y="0"/>
            <a:ext cx="323193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624631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267893" y="0"/>
            <a:ext cx="287019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19442642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36544186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2956034"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6" name="Rectangle 5">
            <a:extLst>
              <a:ext uri="{FF2B5EF4-FFF2-40B4-BE49-F238E27FC236}">
                <a16:creationId xmlns:a16="http://schemas.microsoft.com/office/drawing/2014/main" id="{E3987EB5-615F-0E93-F4DF-C88794473E91}"/>
              </a:ext>
            </a:extLst>
          </p:cNvPr>
          <p:cNvSpPr/>
          <p:nvPr userDrawn="1"/>
        </p:nvSpPr>
        <p:spPr>
          <a:xfrm>
            <a:off x="2956034" y="0"/>
            <a:ext cx="3231933"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2404544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267893" y="0"/>
            <a:ext cx="2870194"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Tree>
    <p:extLst>
      <p:ext uri="{BB962C8B-B14F-4D97-AF65-F5344CB8AC3E}">
        <p14:creationId xmlns:p14="http://schemas.microsoft.com/office/powerpoint/2010/main" val="36511295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5176595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629841" y="2057401"/>
            <a:ext cx="2949178" cy="3811588"/>
          </a:xfrm>
        </p:spPr>
        <p:txBody>
          <a:bodyPr/>
          <a:lstStyle>
            <a:lvl1pPr marL="0" indent="0">
              <a:buNone/>
              <a:defRPr sz="1200"/>
            </a:lvl1pPr>
            <a:lvl2pPr marL="342904" indent="0">
              <a:buNone/>
              <a:defRPr sz="1050"/>
            </a:lvl2pPr>
            <a:lvl3pPr marL="685807" indent="0">
              <a:buNone/>
              <a:defRPr sz="900"/>
            </a:lvl3pPr>
            <a:lvl4pPr marL="1028711" indent="0">
              <a:buNone/>
              <a:defRPr sz="750"/>
            </a:lvl4pPr>
            <a:lvl5pPr marL="1371615" indent="0">
              <a:buNone/>
              <a:defRPr sz="750"/>
            </a:lvl5pPr>
            <a:lvl6pPr marL="1714519" indent="0">
              <a:buNone/>
              <a:defRPr sz="750"/>
            </a:lvl6pPr>
            <a:lvl7pPr marL="2057423" indent="0">
              <a:buNone/>
              <a:defRPr sz="750"/>
            </a:lvl7pPr>
            <a:lvl8pPr marL="2400326" indent="0">
              <a:buNone/>
              <a:defRPr sz="750"/>
            </a:lvl8pPr>
            <a:lvl9pPr marL="274323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2821197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3887391" y="987426"/>
            <a:ext cx="4629150" cy="4873625"/>
          </a:xfrm>
        </p:spPr>
        <p:txBody>
          <a:bodyPr/>
          <a:lstStyle>
            <a:lvl1pPr marL="0" indent="0">
              <a:buNone/>
              <a:defRPr sz="2400"/>
            </a:lvl1pPr>
            <a:lvl2pPr marL="342904" indent="0">
              <a:buNone/>
              <a:defRPr sz="2100"/>
            </a:lvl2pPr>
            <a:lvl3pPr marL="685807" indent="0">
              <a:buNone/>
              <a:defRPr sz="1800"/>
            </a:lvl3pPr>
            <a:lvl4pPr marL="1028711" indent="0">
              <a:buNone/>
              <a:defRPr sz="1500"/>
            </a:lvl4pPr>
            <a:lvl5pPr marL="1371615" indent="0">
              <a:buNone/>
              <a:defRPr sz="1500"/>
            </a:lvl5pPr>
            <a:lvl6pPr marL="1714519" indent="0">
              <a:buNone/>
              <a:defRPr sz="1500"/>
            </a:lvl6pPr>
            <a:lvl7pPr marL="2057423" indent="0">
              <a:buNone/>
              <a:defRPr sz="1500"/>
            </a:lvl7pPr>
            <a:lvl8pPr marL="2400326" indent="0">
              <a:buNone/>
              <a:defRPr sz="1500"/>
            </a:lvl8pPr>
            <a:lvl9pPr marL="2743230" indent="0">
              <a:buNone/>
              <a:defRPr sz="1500"/>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629841" y="2057401"/>
            <a:ext cx="2949178" cy="3811588"/>
          </a:xfrm>
        </p:spPr>
        <p:txBody>
          <a:bodyPr/>
          <a:lstStyle>
            <a:lvl1pPr marL="0" indent="0">
              <a:buNone/>
              <a:defRPr sz="1200"/>
            </a:lvl1pPr>
            <a:lvl2pPr marL="342904" indent="0">
              <a:buNone/>
              <a:defRPr sz="1050"/>
            </a:lvl2pPr>
            <a:lvl3pPr marL="685807" indent="0">
              <a:buNone/>
              <a:defRPr sz="900"/>
            </a:lvl3pPr>
            <a:lvl4pPr marL="1028711" indent="0">
              <a:buNone/>
              <a:defRPr sz="750"/>
            </a:lvl4pPr>
            <a:lvl5pPr marL="1371615" indent="0">
              <a:buNone/>
              <a:defRPr sz="750"/>
            </a:lvl5pPr>
            <a:lvl6pPr marL="1714519" indent="0">
              <a:buNone/>
              <a:defRPr sz="750"/>
            </a:lvl6pPr>
            <a:lvl7pPr marL="2057423" indent="0">
              <a:buNone/>
              <a:defRPr sz="750"/>
            </a:lvl7pPr>
            <a:lvl8pPr marL="2400326" indent="0">
              <a:buNone/>
              <a:defRPr sz="750"/>
            </a:lvl8pPr>
            <a:lvl9pPr marL="274323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6032153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192215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311900"/>
            <a:ext cx="9144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539"/>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6543675" y="365125"/>
            <a:ext cx="1971675"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0049198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3617237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857929" y="286767"/>
            <a:ext cx="7189876" cy="432957"/>
          </a:xfrm>
        </p:spPr>
        <p:txBody>
          <a:bodyPr/>
          <a:lstStyle/>
          <a:p>
            <a:r>
              <a:rPr lang="en-GB"/>
              <a:t>Click to edit Master title style</a:t>
            </a:r>
            <a:endParaRPr lang="en-US"/>
          </a:p>
        </p:txBody>
      </p:sp>
    </p:spTree>
    <p:extLst>
      <p:ext uri="{BB962C8B-B14F-4D97-AF65-F5344CB8AC3E}">
        <p14:creationId xmlns:p14="http://schemas.microsoft.com/office/powerpoint/2010/main" val="2588180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857929" y="286767"/>
            <a:ext cx="7189876" cy="432957"/>
          </a:xfrm>
        </p:spPr>
        <p:txBody>
          <a:bodyPr/>
          <a:lstStyle/>
          <a:p>
            <a:r>
              <a:rPr lang="en-GB"/>
              <a:t>Click to edit Master title style</a:t>
            </a:r>
            <a:endParaRPr lang="en-US"/>
          </a:p>
        </p:txBody>
      </p:sp>
    </p:spTree>
    <p:extLst>
      <p:ext uri="{BB962C8B-B14F-4D97-AF65-F5344CB8AC3E}">
        <p14:creationId xmlns:p14="http://schemas.microsoft.com/office/powerpoint/2010/main" val="1518251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628650" y="1825626"/>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628650" y="6388249"/>
            <a:ext cx="2057400" cy="365125"/>
          </a:xfrm>
          <a:prstGeom prst="rect">
            <a:avLst/>
          </a:prstGeom>
        </p:spPr>
        <p:txBody>
          <a:bodyPr vert="horz" lIns="91440" tIns="45720" rIns="91440" bIns="45720" rtlCol="0" anchor="ctr"/>
          <a:lstStyle>
            <a:lvl1pPr algn="l">
              <a:defRPr sz="900">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028951" y="6388249"/>
            <a:ext cx="3086100" cy="365125"/>
          </a:xfrm>
          <a:prstGeom prst="rect">
            <a:avLst/>
          </a:prstGeom>
        </p:spPr>
        <p:txBody>
          <a:bodyPr vert="horz" lIns="91440" tIns="45720" rIns="91440" bIns="45720" rtlCol="0" anchor="ctr"/>
          <a:lstStyle>
            <a:lvl1pPr algn="ctr">
              <a:defRPr sz="900">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6457951" y="6388249"/>
            <a:ext cx="2057400" cy="365125"/>
          </a:xfrm>
          <a:prstGeom prst="rect">
            <a:avLst/>
          </a:prstGeom>
        </p:spPr>
        <p:txBody>
          <a:bodyPr vert="horz" lIns="91440" tIns="45720" rIns="91440" bIns="45720" rtlCol="0" anchor="ctr"/>
          <a:lstStyle>
            <a:lvl1pPr algn="r">
              <a:defRPr sz="1200"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11070971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672" r:id="rId29"/>
  </p:sldLayoutIdLst>
  <p:hf hdr="0" ftr="0" dt="0"/>
  <p:txStyles>
    <p:titleStyle>
      <a:lvl1pPr algn="l" defTabSz="685807" rtl="0" eaLnBrk="1" latinLnBrk="0" hangingPunct="1">
        <a:lnSpc>
          <a:spcPct val="90000"/>
        </a:lnSpc>
        <a:spcBef>
          <a:spcPct val="0"/>
        </a:spcBef>
        <a:buNone/>
        <a:defRPr sz="3300" b="1" kern="1200">
          <a:solidFill>
            <a:srgbClr val="004C6C"/>
          </a:solidFill>
          <a:latin typeface="+mj-lt"/>
          <a:ea typeface="+mj-ea"/>
          <a:cs typeface="+mj-cs"/>
        </a:defRPr>
      </a:lvl1pPr>
    </p:titleStyle>
    <p:bodyStyle>
      <a:lvl1pPr marL="171452" indent="-171452" algn="l" defTabSz="685807" rtl="0" eaLnBrk="1" latinLnBrk="0" hangingPunct="1">
        <a:lnSpc>
          <a:spcPct val="15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5" indent="-171452" algn="l" defTabSz="685807" rtl="0" eaLnBrk="1" latinLnBrk="0" hangingPunct="1">
        <a:lnSpc>
          <a:spcPct val="150000"/>
        </a:lnSpc>
        <a:spcBef>
          <a:spcPts val="375"/>
        </a:spcBef>
        <a:buFont typeface="Arial" panose="020B0604020202020204" pitchFamily="34" charset="0"/>
        <a:buChar char="•"/>
        <a:defRPr sz="2100" kern="1200">
          <a:solidFill>
            <a:schemeClr val="tx1"/>
          </a:solidFill>
          <a:latin typeface="+mn-lt"/>
          <a:ea typeface="+mn-ea"/>
          <a:cs typeface="+mn-cs"/>
        </a:defRPr>
      </a:lvl2pPr>
      <a:lvl3pPr marL="857259" indent="-171452" algn="l" defTabSz="685807" rtl="0" eaLnBrk="1" latinLnBrk="0" hangingPunct="1">
        <a:lnSpc>
          <a:spcPct val="15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63" indent="-171452" algn="l" defTabSz="685807" rtl="0" eaLnBrk="1" latinLnBrk="0" hangingPunct="1">
        <a:lnSpc>
          <a:spcPct val="15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67" indent="-171452" algn="l" defTabSz="685807" rtl="0" eaLnBrk="1" latinLnBrk="0" hangingPunct="1">
        <a:lnSpc>
          <a:spcPct val="15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71" indent="-171452" algn="l" defTabSz="68580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75" indent="-171452" algn="l" defTabSz="68580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78" indent="-171452" algn="l" defTabSz="68580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82" indent="-171452" algn="l" defTabSz="68580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7" rtl="0" eaLnBrk="1" latinLnBrk="0" hangingPunct="1">
        <a:defRPr sz="1350" kern="1200">
          <a:solidFill>
            <a:schemeClr val="tx1"/>
          </a:solidFill>
          <a:latin typeface="+mn-lt"/>
          <a:ea typeface="+mn-ea"/>
          <a:cs typeface="+mn-cs"/>
        </a:defRPr>
      </a:lvl1pPr>
      <a:lvl2pPr marL="342904" algn="l" defTabSz="685807" rtl="0" eaLnBrk="1" latinLnBrk="0" hangingPunct="1">
        <a:defRPr sz="1350" kern="1200">
          <a:solidFill>
            <a:schemeClr val="tx1"/>
          </a:solidFill>
          <a:latin typeface="+mn-lt"/>
          <a:ea typeface="+mn-ea"/>
          <a:cs typeface="+mn-cs"/>
        </a:defRPr>
      </a:lvl2pPr>
      <a:lvl3pPr marL="685807" algn="l" defTabSz="685807" rtl="0" eaLnBrk="1" latinLnBrk="0" hangingPunct="1">
        <a:defRPr sz="1350" kern="1200">
          <a:solidFill>
            <a:schemeClr val="tx1"/>
          </a:solidFill>
          <a:latin typeface="+mn-lt"/>
          <a:ea typeface="+mn-ea"/>
          <a:cs typeface="+mn-cs"/>
        </a:defRPr>
      </a:lvl3pPr>
      <a:lvl4pPr marL="1028711" algn="l" defTabSz="685807" rtl="0" eaLnBrk="1" latinLnBrk="0" hangingPunct="1">
        <a:defRPr sz="1350" kern="1200">
          <a:solidFill>
            <a:schemeClr val="tx1"/>
          </a:solidFill>
          <a:latin typeface="+mn-lt"/>
          <a:ea typeface="+mn-ea"/>
          <a:cs typeface="+mn-cs"/>
        </a:defRPr>
      </a:lvl4pPr>
      <a:lvl5pPr marL="1371615" algn="l" defTabSz="685807" rtl="0" eaLnBrk="1" latinLnBrk="0" hangingPunct="1">
        <a:defRPr sz="1350" kern="1200">
          <a:solidFill>
            <a:schemeClr val="tx1"/>
          </a:solidFill>
          <a:latin typeface="+mn-lt"/>
          <a:ea typeface="+mn-ea"/>
          <a:cs typeface="+mn-cs"/>
        </a:defRPr>
      </a:lvl5pPr>
      <a:lvl6pPr marL="1714519" algn="l" defTabSz="685807" rtl="0" eaLnBrk="1" latinLnBrk="0" hangingPunct="1">
        <a:defRPr sz="1350" kern="1200">
          <a:solidFill>
            <a:schemeClr val="tx1"/>
          </a:solidFill>
          <a:latin typeface="+mn-lt"/>
          <a:ea typeface="+mn-ea"/>
          <a:cs typeface="+mn-cs"/>
        </a:defRPr>
      </a:lvl6pPr>
      <a:lvl7pPr marL="2057423" algn="l" defTabSz="685807" rtl="0" eaLnBrk="1" latinLnBrk="0" hangingPunct="1">
        <a:defRPr sz="1350" kern="1200">
          <a:solidFill>
            <a:schemeClr val="tx1"/>
          </a:solidFill>
          <a:latin typeface="+mn-lt"/>
          <a:ea typeface="+mn-ea"/>
          <a:cs typeface="+mn-cs"/>
        </a:defRPr>
      </a:lvl7pPr>
      <a:lvl8pPr marL="2400326" algn="l" defTabSz="685807" rtl="0" eaLnBrk="1" latinLnBrk="0" hangingPunct="1">
        <a:defRPr sz="1350" kern="1200">
          <a:solidFill>
            <a:schemeClr val="tx1"/>
          </a:solidFill>
          <a:latin typeface="+mn-lt"/>
          <a:ea typeface="+mn-ea"/>
          <a:cs typeface="+mn-cs"/>
        </a:defRPr>
      </a:lvl8pPr>
      <a:lvl9pPr marL="2743230" algn="l" defTabSz="685807"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621111" y="2582642"/>
            <a:ext cx="7880078" cy="1248448"/>
          </a:xfrm>
        </p:spPr>
        <p:txBody>
          <a:bodyPr vert="horz" wrap="square" lIns="78125" tIns="39063" rIns="78125" bIns="39063" rtlCol="0" anchor="ctr">
            <a:normAutofit fontScale="90000"/>
          </a:bodyPr>
          <a:lstStyle/>
          <a:p>
            <a:r>
              <a:rPr lang="en-IE" sz="3759" dirty="0">
                <a:latin typeface="Helvetica" pitchFamily="2" charset="0"/>
              </a:rPr>
              <a:t>SQL Functions – Handling NULL values, numbers and dates</a:t>
            </a:r>
            <a:br>
              <a:rPr lang="en-IE" sz="3759" dirty="0">
                <a:latin typeface="Helvetica" pitchFamily="2" charset="0"/>
              </a:rPr>
            </a:br>
            <a:br>
              <a:rPr lang="en-IE" sz="3418" dirty="0">
                <a:latin typeface="Helvetica" pitchFamily="2" charset="0"/>
              </a:rPr>
            </a:br>
            <a:r>
              <a:rPr lang="en-IE" sz="3076" dirty="0">
                <a:latin typeface="Helvetica" pitchFamily="2" charset="0"/>
              </a:rPr>
              <a:t>Dr Mariana Rocha</a:t>
            </a:r>
            <a:br>
              <a:rPr lang="en-IE" sz="3076" dirty="0">
                <a:latin typeface="Helvetica" pitchFamily="2" charset="0"/>
              </a:rPr>
            </a:br>
            <a:r>
              <a:rPr lang="en-IE" sz="3076" dirty="0">
                <a:latin typeface="Helvetica" pitchFamily="2" charset="0"/>
              </a:rPr>
              <a:t>School of Computer Science</a:t>
            </a:r>
            <a:endParaRPr lang="en-IE" sz="3418" dirty="0">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631961" y="5251925"/>
            <a:ext cx="4732746" cy="420842"/>
          </a:xfrm>
          <a:prstGeom prst="rect">
            <a:avLst/>
          </a:prstGeom>
          <a:noFill/>
        </p:spPr>
        <p:txBody>
          <a:bodyPr wrap="none" lIns="78125" tIns="39063" rIns="78125" bIns="39063" rtlCol="0" anchor="t">
            <a:spAutoFit/>
          </a:bodyPr>
          <a:lstStyle/>
          <a:p>
            <a:r>
              <a:rPr lang="en-US" sz="2222" dirty="0">
                <a:latin typeface="Helvetica" pitchFamily="2" charset="0"/>
                <a:cs typeface="Open sans"/>
              </a:rPr>
              <a:t>CPMU 2007 Databases 1, Lecture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74" name="Line 14"/>
          <p:cNvSpPr>
            <a:spLocks noChangeShapeType="1"/>
          </p:cNvSpPr>
          <p:nvPr/>
        </p:nvSpPr>
        <p:spPr bwMode="auto">
          <a:xfrm>
            <a:off x="3857450" y="3800475"/>
            <a:ext cx="0" cy="10572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IE">
              <a:solidFill>
                <a:prstClr val="black"/>
              </a:solidFill>
            </a:endParaRPr>
          </a:p>
        </p:txBody>
      </p:sp>
      <p:sp>
        <p:nvSpPr>
          <p:cNvPr id="373775" name="Line 15"/>
          <p:cNvSpPr>
            <a:spLocks noChangeShapeType="1"/>
          </p:cNvSpPr>
          <p:nvPr/>
        </p:nvSpPr>
        <p:spPr bwMode="auto">
          <a:xfrm>
            <a:off x="4777506" y="3810000"/>
            <a:ext cx="0" cy="10572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IE" dirty="0">
                <a:solidFill>
                  <a:prstClr val="black"/>
                </a:solidFill>
              </a:rPr>
              <a:t>\</a:t>
            </a:r>
          </a:p>
        </p:txBody>
      </p:sp>
      <p:sp>
        <p:nvSpPr>
          <p:cNvPr id="373762" name="Line 2"/>
          <p:cNvSpPr>
            <a:spLocks noChangeShapeType="1"/>
          </p:cNvSpPr>
          <p:nvPr/>
        </p:nvSpPr>
        <p:spPr bwMode="auto">
          <a:xfrm flipV="1">
            <a:off x="4274443" y="2257425"/>
            <a:ext cx="0" cy="14192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solidFill>
                <a:prstClr val="black"/>
              </a:solidFill>
            </a:endParaRPr>
          </a:p>
        </p:txBody>
      </p:sp>
      <p:sp>
        <p:nvSpPr>
          <p:cNvPr id="373763" name="Line 3"/>
          <p:cNvSpPr>
            <a:spLocks noChangeShapeType="1"/>
          </p:cNvSpPr>
          <p:nvPr/>
        </p:nvSpPr>
        <p:spPr bwMode="auto">
          <a:xfrm flipH="1">
            <a:off x="2843808" y="3438520"/>
            <a:ext cx="1054222" cy="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IE">
              <a:solidFill>
                <a:prstClr val="black"/>
              </a:solidFill>
            </a:endParaRPr>
          </a:p>
        </p:txBody>
      </p:sp>
      <p:sp>
        <p:nvSpPr>
          <p:cNvPr id="373764" name="Line 4"/>
          <p:cNvSpPr>
            <a:spLocks noChangeShapeType="1"/>
          </p:cNvSpPr>
          <p:nvPr/>
        </p:nvSpPr>
        <p:spPr bwMode="auto">
          <a:xfrm flipV="1">
            <a:off x="4549908" y="3435349"/>
            <a:ext cx="1030204" cy="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IE">
              <a:solidFill>
                <a:prstClr val="black"/>
              </a:solidFill>
            </a:endParaRPr>
          </a:p>
        </p:txBody>
      </p:sp>
      <p:sp>
        <p:nvSpPr>
          <p:cNvPr id="373768" name="Rectangle 8"/>
          <p:cNvSpPr>
            <a:spLocks noChangeArrowheads="1"/>
          </p:cNvSpPr>
          <p:nvPr/>
        </p:nvSpPr>
        <p:spPr bwMode="blackWhite">
          <a:xfrm>
            <a:off x="2955530" y="4835525"/>
            <a:ext cx="1252758" cy="931863"/>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0"/>
              </a:spcBef>
            </a:pPr>
            <a:r>
              <a:rPr lang="en-US" altLang="en-US">
                <a:solidFill>
                  <a:prstClr val="black"/>
                </a:solidFill>
              </a:rPr>
              <a:t>Conversion</a:t>
            </a:r>
          </a:p>
        </p:txBody>
      </p:sp>
      <p:sp>
        <p:nvSpPr>
          <p:cNvPr id="373769" name="Rectangle 9"/>
          <p:cNvSpPr>
            <a:spLocks noChangeArrowheads="1"/>
          </p:cNvSpPr>
          <p:nvPr/>
        </p:nvSpPr>
        <p:spPr bwMode="blackWhite">
          <a:xfrm>
            <a:off x="3707904" y="1554163"/>
            <a:ext cx="1220464" cy="911225"/>
          </a:xfrm>
          <a:prstGeom prst="rect">
            <a:avLst/>
          </a:prstGeom>
          <a:solidFill>
            <a:srgbClr val="FF99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0"/>
              </a:spcBef>
            </a:pPr>
            <a:r>
              <a:rPr lang="en-US" altLang="en-US" dirty="0">
                <a:solidFill>
                  <a:prstClr val="black"/>
                </a:solidFill>
              </a:rPr>
              <a:t>Character</a:t>
            </a:r>
          </a:p>
        </p:txBody>
      </p:sp>
      <p:sp>
        <p:nvSpPr>
          <p:cNvPr id="373770" name="Rectangle 10"/>
          <p:cNvSpPr>
            <a:spLocks noChangeArrowheads="1"/>
          </p:cNvSpPr>
          <p:nvPr/>
        </p:nvSpPr>
        <p:spPr bwMode="blackWhite">
          <a:xfrm>
            <a:off x="5511776" y="2978150"/>
            <a:ext cx="1220464" cy="911225"/>
          </a:xfrm>
          <a:prstGeom prst="rect">
            <a:avLst/>
          </a:prstGeom>
          <a:solidFill>
            <a:srgbClr val="0099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3" rIns="122238" bIns="61913" anchor="ctr"/>
          <a:lstStyle>
            <a:lvl1pPr algn="l" defTabSz="1620838">
              <a:spcBef>
                <a:spcPct val="0"/>
              </a:spcBef>
              <a:defRPr sz="2400">
                <a:solidFill>
                  <a:schemeClr val="tx1"/>
                </a:solidFill>
                <a:latin typeface="Times New Roman" pitchFamily="18" charset="0"/>
              </a:defRPr>
            </a:lvl1pPr>
            <a:lvl2pPr marL="609600" algn="l" defTabSz="1620838">
              <a:spcBef>
                <a:spcPct val="0"/>
              </a:spcBef>
              <a:defRPr sz="2400">
                <a:solidFill>
                  <a:schemeClr val="tx1"/>
                </a:solidFill>
                <a:latin typeface="Times New Roman" pitchFamily="18" charset="0"/>
              </a:defRPr>
            </a:lvl2pPr>
            <a:lvl3pPr marL="1217613" algn="l" defTabSz="1620838">
              <a:spcBef>
                <a:spcPct val="0"/>
              </a:spcBef>
              <a:defRPr sz="2400">
                <a:solidFill>
                  <a:schemeClr val="tx1"/>
                </a:solidFill>
                <a:latin typeface="Times New Roman" pitchFamily="18" charset="0"/>
              </a:defRPr>
            </a:lvl3pPr>
            <a:lvl4pPr marL="1825625" algn="l" defTabSz="1620838">
              <a:spcBef>
                <a:spcPct val="0"/>
              </a:spcBef>
              <a:defRPr sz="2400">
                <a:solidFill>
                  <a:schemeClr val="tx1"/>
                </a:solidFill>
                <a:latin typeface="Times New Roman" pitchFamily="18" charset="0"/>
              </a:defRPr>
            </a:lvl4pPr>
            <a:lvl5pPr marL="2433638" algn="l" defTabSz="1620838">
              <a:spcBef>
                <a:spcPct val="0"/>
              </a:spcBef>
              <a:defRPr sz="2400">
                <a:solidFill>
                  <a:schemeClr val="tx1"/>
                </a:solidFill>
                <a:latin typeface="Times New Roman" pitchFamily="18" charset="0"/>
              </a:defRPr>
            </a:lvl5pPr>
            <a:lvl6pPr marL="2890838" defTabSz="1620838" fontAlgn="base">
              <a:spcBef>
                <a:spcPct val="0"/>
              </a:spcBef>
              <a:spcAft>
                <a:spcPct val="0"/>
              </a:spcAft>
              <a:defRPr sz="2400">
                <a:solidFill>
                  <a:schemeClr val="tx1"/>
                </a:solidFill>
                <a:latin typeface="Times New Roman" pitchFamily="18" charset="0"/>
              </a:defRPr>
            </a:lvl6pPr>
            <a:lvl7pPr marL="3348038" defTabSz="1620838" fontAlgn="base">
              <a:spcBef>
                <a:spcPct val="0"/>
              </a:spcBef>
              <a:spcAft>
                <a:spcPct val="0"/>
              </a:spcAft>
              <a:defRPr sz="2400">
                <a:solidFill>
                  <a:schemeClr val="tx1"/>
                </a:solidFill>
                <a:latin typeface="Times New Roman" pitchFamily="18" charset="0"/>
              </a:defRPr>
            </a:lvl7pPr>
            <a:lvl8pPr marL="3805238" defTabSz="1620838" fontAlgn="base">
              <a:spcBef>
                <a:spcPct val="0"/>
              </a:spcBef>
              <a:spcAft>
                <a:spcPct val="0"/>
              </a:spcAft>
              <a:defRPr sz="2400">
                <a:solidFill>
                  <a:schemeClr val="tx1"/>
                </a:solidFill>
                <a:latin typeface="Times New Roman" pitchFamily="18" charset="0"/>
              </a:defRPr>
            </a:lvl8pPr>
            <a:lvl9pPr marL="4262438" defTabSz="1620838" fontAlgn="base">
              <a:spcBef>
                <a:spcPct val="0"/>
              </a:spcBef>
              <a:spcAft>
                <a:spcPct val="0"/>
              </a:spcAft>
              <a:defRPr sz="2400">
                <a:solidFill>
                  <a:schemeClr val="tx1"/>
                </a:solidFill>
                <a:latin typeface="Times New Roman" pitchFamily="18" charset="0"/>
              </a:defRPr>
            </a:lvl9pPr>
          </a:lstStyle>
          <a:p>
            <a:pPr algn="ctr" eaLnBrk="0" hangingPunct="0"/>
            <a:r>
              <a:rPr lang="en-US" altLang="en-US" sz="1800" dirty="0">
                <a:solidFill>
                  <a:prstClr val="black"/>
                </a:solidFill>
                <a:latin typeface="Arial" charset="0"/>
              </a:rPr>
              <a:t>Number</a:t>
            </a:r>
          </a:p>
        </p:txBody>
      </p:sp>
      <p:sp>
        <p:nvSpPr>
          <p:cNvPr id="373771" name="Rectangle 11"/>
          <p:cNvSpPr>
            <a:spLocks noChangeArrowheads="1"/>
          </p:cNvSpPr>
          <p:nvPr/>
        </p:nvSpPr>
        <p:spPr bwMode="blackWhite">
          <a:xfrm>
            <a:off x="4496320" y="4869160"/>
            <a:ext cx="1220464" cy="911225"/>
          </a:xfrm>
          <a:prstGeom prst="rect">
            <a:avLst/>
          </a:prstGeom>
          <a:solidFill>
            <a:srgbClr val="99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0"/>
              </a:spcBef>
            </a:pPr>
            <a:r>
              <a:rPr lang="en-US" altLang="en-US" dirty="0">
                <a:solidFill>
                  <a:prstClr val="black"/>
                </a:solidFill>
              </a:rPr>
              <a:t>Date</a:t>
            </a:r>
          </a:p>
        </p:txBody>
      </p:sp>
      <p:sp>
        <p:nvSpPr>
          <p:cNvPr id="373772" name="Rectangle 12"/>
          <p:cNvSpPr>
            <a:spLocks noChangeArrowheads="1"/>
          </p:cNvSpPr>
          <p:nvPr/>
        </p:nvSpPr>
        <p:spPr bwMode="blackWhite">
          <a:xfrm>
            <a:off x="1623344" y="2978150"/>
            <a:ext cx="1220464" cy="911225"/>
          </a:xfrm>
          <a:prstGeom prst="rect">
            <a:avLst/>
          </a:prstGeom>
          <a:solidFill>
            <a:srgbClr val="FF66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0"/>
              </a:spcBef>
            </a:pPr>
            <a:r>
              <a:rPr lang="en-US" altLang="en-US">
                <a:solidFill>
                  <a:prstClr val="black"/>
                </a:solidFill>
              </a:rPr>
              <a:t>General</a:t>
            </a:r>
          </a:p>
        </p:txBody>
      </p:sp>
      <p:sp>
        <p:nvSpPr>
          <p:cNvPr id="373773" name="Rectangle 13"/>
          <p:cNvSpPr>
            <a:spLocks noChangeArrowheads="1"/>
          </p:cNvSpPr>
          <p:nvPr/>
        </p:nvSpPr>
        <p:spPr bwMode="blackWhite">
          <a:xfrm>
            <a:off x="3477066" y="2968625"/>
            <a:ext cx="1509990" cy="931863"/>
          </a:xfrm>
          <a:prstGeom prst="rect">
            <a:avLst/>
          </a:prstGeom>
          <a:solidFill>
            <a:srgbClr val="99CCCC"/>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0"/>
              </a:spcBef>
            </a:pPr>
            <a:r>
              <a:rPr lang="en-US" altLang="en-US">
                <a:solidFill>
                  <a:prstClr val="black"/>
                </a:solidFill>
              </a:rPr>
              <a:t>Single-row </a:t>
            </a:r>
          </a:p>
          <a:p>
            <a:pPr algn="ctr" eaLnBrk="0" hangingPunct="0">
              <a:spcBef>
                <a:spcPct val="0"/>
              </a:spcBef>
            </a:pPr>
            <a:r>
              <a:rPr lang="en-US" altLang="en-US">
                <a:solidFill>
                  <a:prstClr val="black"/>
                </a:solidFill>
              </a:rPr>
              <a:t>functions</a:t>
            </a:r>
          </a:p>
        </p:txBody>
      </p:sp>
      <p:sp>
        <p:nvSpPr>
          <p:cNvPr id="2" name="TextBox 1"/>
          <p:cNvSpPr txBox="1"/>
          <p:nvPr/>
        </p:nvSpPr>
        <p:spPr>
          <a:xfrm>
            <a:off x="5364088" y="1554163"/>
            <a:ext cx="2520280" cy="1323439"/>
          </a:xfrm>
          <a:prstGeom prst="rect">
            <a:avLst/>
          </a:prstGeom>
          <a:noFill/>
        </p:spPr>
        <p:txBody>
          <a:bodyPr wrap="square" rtlCol="0">
            <a:spAutoFit/>
          </a:bodyPr>
          <a:lstStyle/>
          <a:p>
            <a:pPr marL="285750" indent="-285750">
              <a:buFont typeface="Arial" panose="020B0604020202020204" pitchFamily="34" charset="0"/>
              <a:buChar char="•"/>
            </a:pPr>
            <a:r>
              <a:rPr lang="en-IE" sz="1600" dirty="0">
                <a:solidFill>
                  <a:prstClr val="black"/>
                </a:solidFill>
              </a:rPr>
              <a:t>Accept character input </a:t>
            </a:r>
          </a:p>
          <a:p>
            <a:pPr marL="285750" indent="-285750">
              <a:buFont typeface="Arial" panose="020B0604020202020204" pitchFamily="34" charset="0"/>
              <a:buChar char="•"/>
            </a:pPr>
            <a:r>
              <a:rPr lang="en-IE" sz="1600" dirty="0">
                <a:solidFill>
                  <a:prstClr val="black"/>
                </a:solidFill>
              </a:rPr>
              <a:t>Returns a single value</a:t>
            </a:r>
          </a:p>
          <a:p>
            <a:pPr marL="285750" indent="-285750">
              <a:buFont typeface="Arial" panose="020B0604020202020204" pitchFamily="34" charset="0"/>
              <a:buChar char="•"/>
            </a:pPr>
            <a:r>
              <a:rPr lang="en-IE" sz="1600" dirty="0">
                <a:solidFill>
                  <a:prstClr val="black"/>
                </a:solidFill>
              </a:rPr>
              <a:t>Can return both character and numeric values</a:t>
            </a:r>
          </a:p>
        </p:txBody>
      </p:sp>
      <p:sp>
        <p:nvSpPr>
          <p:cNvPr id="15" name="TextBox 14"/>
          <p:cNvSpPr txBox="1"/>
          <p:nvPr/>
        </p:nvSpPr>
        <p:spPr>
          <a:xfrm>
            <a:off x="6857676" y="3050376"/>
            <a:ext cx="2286324" cy="1077218"/>
          </a:xfrm>
          <a:prstGeom prst="rect">
            <a:avLst/>
          </a:prstGeom>
          <a:noFill/>
        </p:spPr>
        <p:txBody>
          <a:bodyPr wrap="square" rtlCol="0">
            <a:spAutoFit/>
          </a:bodyPr>
          <a:lstStyle/>
          <a:p>
            <a:pPr marL="285750" indent="-285750">
              <a:buFont typeface="Arial" panose="020B0604020202020204" pitchFamily="34" charset="0"/>
              <a:buChar char="•"/>
            </a:pPr>
            <a:r>
              <a:rPr lang="en-IE" sz="1600" dirty="0">
                <a:solidFill>
                  <a:prstClr val="black"/>
                </a:solidFill>
              </a:rPr>
              <a:t>Accepts numeric input</a:t>
            </a:r>
          </a:p>
          <a:p>
            <a:pPr marL="285750" indent="-285750">
              <a:buFont typeface="Arial" panose="020B0604020202020204" pitchFamily="34" charset="0"/>
              <a:buChar char="•"/>
            </a:pPr>
            <a:r>
              <a:rPr lang="en-IE" sz="1600" dirty="0">
                <a:solidFill>
                  <a:prstClr val="black"/>
                </a:solidFill>
              </a:rPr>
              <a:t>Returns a single  numeric value</a:t>
            </a:r>
          </a:p>
        </p:txBody>
      </p:sp>
      <p:sp>
        <p:nvSpPr>
          <p:cNvPr id="3" name="TextBox 2"/>
          <p:cNvSpPr txBox="1"/>
          <p:nvPr/>
        </p:nvSpPr>
        <p:spPr>
          <a:xfrm>
            <a:off x="6012160" y="5085184"/>
            <a:ext cx="2880320" cy="830997"/>
          </a:xfrm>
          <a:prstGeom prst="rect">
            <a:avLst/>
          </a:prstGeom>
          <a:noFill/>
        </p:spPr>
        <p:txBody>
          <a:bodyPr wrap="square" rtlCol="0">
            <a:spAutoFit/>
          </a:bodyPr>
          <a:lstStyle/>
          <a:p>
            <a:pPr marL="285750" indent="-285750">
              <a:buFont typeface="Arial" panose="020B0604020202020204" pitchFamily="34" charset="0"/>
              <a:buChar char="•"/>
            </a:pPr>
            <a:r>
              <a:rPr lang="en-IE" sz="1600" dirty="0">
                <a:solidFill>
                  <a:prstClr val="black"/>
                </a:solidFill>
              </a:rPr>
              <a:t>Operate on date data type</a:t>
            </a:r>
          </a:p>
          <a:p>
            <a:pPr marL="285750" indent="-285750">
              <a:buFont typeface="Arial" panose="020B0604020202020204" pitchFamily="34" charset="0"/>
              <a:buChar char="•"/>
            </a:pPr>
            <a:r>
              <a:rPr lang="en-IE" sz="1600" dirty="0">
                <a:solidFill>
                  <a:prstClr val="black"/>
                </a:solidFill>
              </a:rPr>
              <a:t>Returns a value of date data type</a:t>
            </a:r>
          </a:p>
        </p:txBody>
      </p:sp>
      <p:sp>
        <p:nvSpPr>
          <p:cNvPr id="17" name="TextBox 16"/>
          <p:cNvSpPr txBox="1"/>
          <p:nvPr/>
        </p:nvSpPr>
        <p:spPr>
          <a:xfrm>
            <a:off x="363204" y="5103418"/>
            <a:ext cx="2520280" cy="584775"/>
          </a:xfrm>
          <a:prstGeom prst="rect">
            <a:avLst/>
          </a:prstGeom>
          <a:noFill/>
        </p:spPr>
        <p:txBody>
          <a:bodyPr wrap="square" rtlCol="0">
            <a:spAutoFit/>
          </a:bodyPr>
          <a:lstStyle/>
          <a:p>
            <a:r>
              <a:rPr lang="en-IE" sz="1600" dirty="0">
                <a:solidFill>
                  <a:prstClr val="black"/>
                </a:solidFill>
              </a:rPr>
              <a:t>Convert a value from one data type to another</a:t>
            </a:r>
          </a:p>
        </p:txBody>
      </p:sp>
      <p:sp>
        <p:nvSpPr>
          <p:cNvPr id="19" name="TextBox 18"/>
          <p:cNvSpPr txBox="1"/>
          <p:nvPr/>
        </p:nvSpPr>
        <p:spPr>
          <a:xfrm>
            <a:off x="96467" y="2776288"/>
            <a:ext cx="1509979" cy="1569660"/>
          </a:xfrm>
          <a:prstGeom prst="rect">
            <a:avLst/>
          </a:prstGeom>
          <a:noFill/>
        </p:spPr>
        <p:txBody>
          <a:bodyPr wrap="square" rtlCol="0">
            <a:spAutoFit/>
          </a:bodyPr>
          <a:lstStyle/>
          <a:p>
            <a:r>
              <a:rPr lang="en-IE" sz="1600" dirty="0">
                <a:solidFill>
                  <a:prstClr val="black"/>
                </a:solidFill>
              </a:rPr>
              <a:t>Handle NULL values or selection of return value based on choices</a:t>
            </a:r>
          </a:p>
        </p:txBody>
      </p:sp>
      <p:sp>
        <p:nvSpPr>
          <p:cNvPr id="4" name="Title 1">
            <a:extLst>
              <a:ext uri="{FF2B5EF4-FFF2-40B4-BE49-F238E27FC236}">
                <a16:creationId xmlns:a16="http://schemas.microsoft.com/office/drawing/2014/main" id="{9E8DDF97-53C3-9B07-DCC3-9EE7DBD8A0B0}"/>
              </a:ext>
            </a:extLst>
          </p:cNvPr>
          <p:cNvSpPr txBox="1">
            <a:spLocks/>
          </p:cNvSpPr>
          <p:nvPr/>
        </p:nvSpPr>
        <p:spPr>
          <a:xfrm>
            <a:off x="628650" y="365126"/>
            <a:ext cx="7886700" cy="1325563"/>
          </a:xfrm>
          <a:prstGeom prst="rect">
            <a:avLst/>
          </a:prstGeom>
        </p:spPr>
        <p:txBody>
          <a:bodyPr vert="horz" lIns="91440" tIns="45720" rIns="91440" bIns="45720" rtlCol="0" anchor="ctr">
            <a:normAutofit/>
          </a:bodyPr>
          <a:lstStyle>
            <a:lvl1pPr algn="l" defTabSz="685807" rtl="0" eaLnBrk="1" latinLnBrk="0" hangingPunct="1">
              <a:lnSpc>
                <a:spcPct val="90000"/>
              </a:lnSpc>
              <a:spcBef>
                <a:spcPct val="0"/>
              </a:spcBef>
              <a:buNone/>
              <a:defRPr sz="3300" b="1" kern="1200">
                <a:solidFill>
                  <a:srgbClr val="004C6C"/>
                </a:solidFill>
                <a:latin typeface="+mj-lt"/>
                <a:ea typeface="+mj-ea"/>
                <a:cs typeface="+mj-cs"/>
              </a:defRPr>
            </a:lvl1pPr>
          </a:lstStyle>
          <a:p>
            <a:r>
              <a:rPr lang="en-IE" dirty="0"/>
              <a:t>Single-row functions</a:t>
            </a:r>
          </a:p>
        </p:txBody>
      </p:sp>
    </p:spTree>
    <p:extLst>
      <p:ext uri="{BB962C8B-B14F-4D97-AF65-F5344CB8AC3E}">
        <p14:creationId xmlns:p14="http://schemas.microsoft.com/office/powerpoint/2010/main" val="4195453093"/>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1E632-6047-FE4B-7DED-8D73BA70E1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02C83-36AA-CA8D-9400-1C5973D82849}"/>
              </a:ext>
            </a:extLst>
          </p:cNvPr>
          <p:cNvSpPr>
            <a:spLocks noGrp="1"/>
          </p:cNvSpPr>
          <p:nvPr>
            <p:ph type="sldNum" sz="quarter" idx="12"/>
          </p:nvPr>
        </p:nvSpPr>
        <p:spPr/>
        <p:txBody>
          <a:bodyPr/>
          <a:lstStyle/>
          <a:p>
            <a:fld id="{E0D3016C-3324-DD4B-A390-F77967EFEDE9}" type="slidenum">
              <a:rPr lang="pt-PT" smtClean="0"/>
              <a:t>3</a:t>
            </a:fld>
            <a:endParaRPr lang="pt-PT"/>
          </a:p>
        </p:txBody>
      </p:sp>
      <p:pic>
        <p:nvPicPr>
          <p:cNvPr id="6" name="Picture 5" descr="A diagram of a computer&#10;&#10;AI-generated content may be incorrect.">
            <a:extLst>
              <a:ext uri="{FF2B5EF4-FFF2-40B4-BE49-F238E27FC236}">
                <a16:creationId xmlns:a16="http://schemas.microsoft.com/office/drawing/2014/main" id="{A327153B-B4B7-551C-349B-A95901F16B12}"/>
              </a:ext>
            </a:extLst>
          </p:cNvPr>
          <p:cNvPicPr>
            <a:picLocks noChangeAspect="1"/>
          </p:cNvPicPr>
          <p:nvPr/>
        </p:nvPicPr>
        <p:blipFill>
          <a:blip r:embed="rId3"/>
          <a:stretch>
            <a:fillRect/>
          </a:stretch>
        </p:blipFill>
        <p:spPr>
          <a:xfrm>
            <a:off x="72558" y="587937"/>
            <a:ext cx="9071442" cy="5153106"/>
          </a:xfrm>
          <a:prstGeom prst="rect">
            <a:avLst/>
          </a:prstGeom>
        </p:spPr>
      </p:pic>
    </p:spTree>
    <p:extLst>
      <p:ext uri="{BB962C8B-B14F-4D97-AF65-F5344CB8AC3E}">
        <p14:creationId xmlns:p14="http://schemas.microsoft.com/office/powerpoint/2010/main" val="250648798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AF8A5-BD94-33F8-9D93-BF49D8186B76}"/>
              </a:ext>
            </a:extLst>
          </p:cNvPr>
          <p:cNvSpPr>
            <a:spLocks noGrp="1"/>
          </p:cNvSpPr>
          <p:nvPr>
            <p:ph type="title"/>
          </p:nvPr>
        </p:nvSpPr>
        <p:spPr>
          <a:xfrm>
            <a:off x="2521403" y="2766218"/>
            <a:ext cx="3758295" cy="1325563"/>
          </a:xfrm>
        </p:spPr>
        <p:txBody>
          <a:bodyPr/>
          <a:lstStyle/>
          <a:p>
            <a:r>
              <a:rPr lang="en-IE" dirty="0"/>
              <a:t>General functions</a:t>
            </a:r>
          </a:p>
        </p:txBody>
      </p:sp>
      <p:sp>
        <p:nvSpPr>
          <p:cNvPr id="4" name="Slide Number Placeholder 3">
            <a:extLst>
              <a:ext uri="{FF2B5EF4-FFF2-40B4-BE49-F238E27FC236}">
                <a16:creationId xmlns:a16="http://schemas.microsoft.com/office/drawing/2014/main" id="{31448A63-EF43-C82B-66A2-196933E4C8A0}"/>
              </a:ext>
            </a:extLst>
          </p:cNvPr>
          <p:cNvSpPr>
            <a:spLocks noGrp="1"/>
          </p:cNvSpPr>
          <p:nvPr>
            <p:ph type="sldNum" sz="quarter" idx="12"/>
          </p:nvPr>
        </p:nvSpPr>
        <p:spPr/>
        <p:txBody>
          <a:bodyPr/>
          <a:lstStyle/>
          <a:p>
            <a:fld id="{1AE971F0-0CD2-4C47-8087-EBCE9716EA84}" type="slidenum">
              <a:rPr lang="en-GB" smtClean="0"/>
              <a:pPr/>
              <a:t>4</a:t>
            </a:fld>
            <a:endParaRPr lang="en-GB" dirty="0"/>
          </a:p>
        </p:txBody>
      </p:sp>
    </p:spTree>
    <p:extLst>
      <p:ext uri="{BB962C8B-B14F-4D97-AF65-F5344CB8AC3E}">
        <p14:creationId xmlns:p14="http://schemas.microsoft.com/office/powerpoint/2010/main" val="279498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6F70F-4BAF-0ED6-9B7A-CF606A7C9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0E872-1123-0FFA-7728-3CF36F967EC2}"/>
              </a:ext>
            </a:extLst>
          </p:cNvPr>
          <p:cNvSpPr>
            <a:spLocks noGrp="1"/>
          </p:cNvSpPr>
          <p:nvPr>
            <p:ph type="title"/>
          </p:nvPr>
        </p:nvSpPr>
        <p:spPr/>
        <p:txBody>
          <a:bodyPr/>
          <a:lstStyle/>
          <a:p>
            <a:r>
              <a:rPr lang="en-IE" dirty="0" err="1"/>
              <a:t>nullif</a:t>
            </a:r>
            <a:r>
              <a:rPr lang="en-IE" dirty="0"/>
              <a:t>(</a:t>
            </a:r>
            <a:r>
              <a:rPr lang="en-IE" dirty="0" err="1"/>
              <a:t>x,y</a:t>
            </a:r>
            <a:r>
              <a:rPr lang="en-IE" dirty="0"/>
              <a:t>)</a:t>
            </a:r>
          </a:p>
        </p:txBody>
      </p:sp>
      <p:sp>
        <p:nvSpPr>
          <p:cNvPr id="3" name="Content Placeholder 2">
            <a:extLst>
              <a:ext uri="{FF2B5EF4-FFF2-40B4-BE49-F238E27FC236}">
                <a16:creationId xmlns:a16="http://schemas.microsoft.com/office/drawing/2014/main" id="{0E630460-1821-B8F0-175E-238F3183922E}"/>
              </a:ext>
            </a:extLst>
          </p:cNvPr>
          <p:cNvSpPr>
            <a:spLocks noGrp="1"/>
          </p:cNvSpPr>
          <p:nvPr>
            <p:ph idx="1"/>
          </p:nvPr>
        </p:nvSpPr>
        <p:spPr>
          <a:xfrm>
            <a:off x="628650" y="1335769"/>
            <a:ext cx="8275864" cy="3181802"/>
          </a:xfrm>
        </p:spPr>
        <p:txBody>
          <a:bodyPr/>
          <a:lstStyle/>
          <a:p>
            <a:r>
              <a:rPr lang="en-IE" dirty="0"/>
              <a:t>NULLIF is a accepts two arguments and returns a NULL if the two arguments are equal. Otherwise, it returns the first argument. </a:t>
            </a:r>
          </a:p>
          <a:p>
            <a:r>
              <a:rPr lang="en-IE" dirty="0"/>
              <a:t>It is useful when we need to replace specific values with NULL.</a:t>
            </a:r>
          </a:p>
          <a:p>
            <a:r>
              <a:rPr lang="en-IE" dirty="0"/>
              <a:t>Suppose we don’t want the user to see SFI as one of the sponsors:</a:t>
            </a:r>
          </a:p>
        </p:txBody>
      </p:sp>
      <p:sp>
        <p:nvSpPr>
          <p:cNvPr id="4" name="Slide Number Placeholder 3">
            <a:extLst>
              <a:ext uri="{FF2B5EF4-FFF2-40B4-BE49-F238E27FC236}">
                <a16:creationId xmlns:a16="http://schemas.microsoft.com/office/drawing/2014/main" id="{72C08465-0DE2-0B80-257C-2421C97DA530}"/>
              </a:ext>
            </a:extLst>
          </p:cNvPr>
          <p:cNvSpPr>
            <a:spLocks noGrp="1"/>
          </p:cNvSpPr>
          <p:nvPr>
            <p:ph type="sldNum" sz="quarter" idx="12"/>
          </p:nvPr>
        </p:nvSpPr>
        <p:spPr/>
        <p:txBody>
          <a:bodyPr/>
          <a:lstStyle/>
          <a:p>
            <a:fld id="{1AE971F0-0CD2-4C47-8087-EBCE9716EA84}" type="slidenum">
              <a:rPr lang="en-GB" smtClean="0"/>
              <a:pPr/>
              <a:t>5</a:t>
            </a:fld>
            <a:endParaRPr lang="en-GB" dirty="0"/>
          </a:p>
        </p:txBody>
      </p:sp>
      <p:sp>
        <p:nvSpPr>
          <p:cNvPr id="6" name="TextBox 5">
            <a:extLst>
              <a:ext uri="{FF2B5EF4-FFF2-40B4-BE49-F238E27FC236}">
                <a16:creationId xmlns:a16="http://schemas.microsoft.com/office/drawing/2014/main" id="{BA6E8B78-0D42-3722-E786-1CFB6C9E1A02}"/>
              </a:ext>
            </a:extLst>
          </p:cNvPr>
          <p:cNvSpPr txBox="1"/>
          <p:nvPr/>
        </p:nvSpPr>
        <p:spPr>
          <a:xfrm>
            <a:off x="1064079" y="4657217"/>
            <a:ext cx="7184572" cy="830997"/>
          </a:xfrm>
          <a:prstGeom prst="rect">
            <a:avLst/>
          </a:prstGeom>
          <a:noFill/>
        </p:spPr>
        <p:txBody>
          <a:bodyPr wrap="square">
            <a:spAutoFit/>
          </a:bodyPr>
          <a:lstStyle/>
          <a:p>
            <a:pPr marL="0" marR="0">
              <a:buNone/>
            </a:pPr>
            <a:r>
              <a:rPr lang="en-IE" sz="2400" b="1" dirty="0">
                <a:solidFill>
                  <a:srgbClr val="800000"/>
                </a:solidFill>
                <a:effectLst/>
                <a:latin typeface="Menlo" panose="020B0609030804020204" pitchFamily="49" charset="0"/>
              </a:rPr>
              <a:t>SELECT</a:t>
            </a:r>
            <a:r>
              <a:rPr lang="en-IE" sz="2400" dirty="0">
                <a:solidFill>
                  <a:srgbClr val="000000"/>
                </a:solidFill>
                <a:effectLst/>
                <a:latin typeface="Menlo" panose="020B0609030804020204" pitchFamily="49" charset="0"/>
              </a:rPr>
              <a:t> </a:t>
            </a:r>
            <a:r>
              <a:rPr lang="en-IE" sz="2400" dirty="0">
                <a:solidFill>
                  <a:srgbClr val="006464"/>
                </a:solidFill>
                <a:effectLst/>
                <a:latin typeface="Menlo" panose="020B0609030804020204" pitchFamily="49" charset="0"/>
              </a:rPr>
              <a:t>sponsor</a:t>
            </a:r>
            <a:r>
              <a:rPr lang="en-IE" sz="2400" dirty="0">
                <a:solidFill>
                  <a:srgbClr val="000000"/>
                </a:solidFill>
                <a:effectLst/>
                <a:latin typeface="Menlo" panose="020B0609030804020204" pitchFamily="49" charset="0"/>
              </a:rPr>
              <a:t>, </a:t>
            </a:r>
            <a:r>
              <a:rPr lang="en-IE" sz="2400" b="1" dirty="0" err="1">
                <a:solidFill>
                  <a:srgbClr val="000080"/>
                </a:solidFill>
                <a:effectLst/>
                <a:latin typeface="Menlo" panose="020B0609030804020204" pitchFamily="49" charset="0"/>
              </a:rPr>
              <a:t>nullif</a:t>
            </a:r>
            <a:r>
              <a:rPr lang="en-IE" sz="2400" dirty="0">
                <a:solidFill>
                  <a:srgbClr val="000000"/>
                </a:solidFill>
                <a:effectLst/>
                <a:latin typeface="Menlo" panose="020B0609030804020204" pitchFamily="49" charset="0"/>
              </a:rPr>
              <a:t>(</a:t>
            </a:r>
            <a:r>
              <a:rPr lang="en-IE" sz="2400" dirty="0">
                <a:solidFill>
                  <a:srgbClr val="006464"/>
                </a:solidFill>
                <a:effectLst/>
                <a:latin typeface="Menlo" panose="020B0609030804020204" pitchFamily="49" charset="0"/>
              </a:rPr>
              <a:t>sponsor</a:t>
            </a:r>
            <a:r>
              <a:rPr lang="en-IE" sz="2400" dirty="0">
                <a:solidFill>
                  <a:srgbClr val="000000"/>
                </a:solidFill>
                <a:effectLst/>
                <a:latin typeface="Menlo" panose="020B0609030804020204" pitchFamily="49" charset="0"/>
              </a:rPr>
              <a:t>, </a:t>
            </a:r>
            <a:r>
              <a:rPr lang="en-IE" sz="2400" dirty="0">
                <a:solidFill>
                  <a:srgbClr val="008000"/>
                </a:solidFill>
                <a:effectLst/>
                <a:latin typeface="Menlo" panose="020B0609030804020204" pitchFamily="49" charset="0"/>
              </a:rPr>
              <a:t>'SFI'</a:t>
            </a:r>
            <a:r>
              <a:rPr lang="en-IE" sz="2400" dirty="0">
                <a:solidFill>
                  <a:srgbClr val="000000"/>
                </a:solidFill>
                <a:effectLst/>
                <a:latin typeface="Menlo" panose="020B0609030804020204" pitchFamily="49" charset="0"/>
              </a:rPr>
              <a:t>) </a:t>
            </a:r>
            <a:r>
              <a:rPr lang="en-IE" sz="2400" b="1" dirty="0">
                <a:solidFill>
                  <a:srgbClr val="800000"/>
                </a:solidFill>
                <a:effectLst/>
                <a:latin typeface="Menlo" panose="020B0609030804020204" pitchFamily="49" charset="0"/>
              </a:rPr>
              <a:t>FROM</a:t>
            </a:r>
            <a:r>
              <a:rPr lang="en-IE" sz="2400" dirty="0">
                <a:solidFill>
                  <a:srgbClr val="000000"/>
                </a:solidFill>
                <a:effectLst/>
                <a:latin typeface="Menlo" panose="020B0609030804020204" pitchFamily="49" charset="0"/>
              </a:rPr>
              <a:t> </a:t>
            </a:r>
            <a:r>
              <a:rPr lang="en-IE" sz="2400" dirty="0" err="1">
                <a:solidFill>
                  <a:srgbClr val="8E00C6"/>
                </a:solidFill>
                <a:effectLst/>
                <a:latin typeface="Menlo" panose="020B0609030804020204" pitchFamily="49" charset="0"/>
              </a:rPr>
              <a:t>grant_funding</a:t>
            </a:r>
            <a:r>
              <a:rPr lang="en-IE" sz="2400" dirty="0">
                <a:solidFill>
                  <a:srgbClr val="FF0000"/>
                </a:solidFill>
                <a:effectLst/>
                <a:latin typeface="Menlo" panose="020B0609030804020204" pitchFamily="49" charset="0"/>
              </a:rPr>
              <a:t>;</a:t>
            </a:r>
            <a:endParaRPr lang="en-IE"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308854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9352-2012-6F75-5E07-0EAF44B98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F0B91-C20F-98C9-8A56-CA8592F18585}"/>
              </a:ext>
            </a:extLst>
          </p:cNvPr>
          <p:cNvSpPr>
            <a:spLocks noGrp="1"/>
          </p:cNvSpPr>
          <p:nvPr>
            <p:ph type="title"/>
          </p:nvPr>
        </p:nvSpPr>
        <p:spPr/>
        <p:txBody>
          <a:bodyPr/>
          <a:lstStyle/>
          <a:p>
            <a:r>
              <a:rPr lang="en-IE" dirty="0"/>
              <a:t>coalesce( )</a:t>
            </a:r>
          </a:p>
        </p:txBody>
      </p:sp>
      <p:sp>
        <p:nvSpPr>
          <p:cNvPr id="3" name="Content Placeholder 2">
            <a:extLst>
              <a:ext uri="{FF2B5EF4-FFF2-40B4-BE49-F238E27FC236}">
                <a16:creationId xmlns:a16="http://schemas.microsoft.com/office/drawing/2014/main" id="{752CB52C-A614-417E-9DEC-E697F09CC794}"/>
              </a:ext>
            </a:extLst>
          </p:cNvPr>
          <p:cNvSpPr>
            <a:spLocks noGrp="1"/>
          </p:cNvSpPr>
          <p:nvPr>
            <p:ph idx="1"/>
          </p:nvPr>
        </p:nvSpPr>
        <p:spPr>
          <a:xfrm>
            <a:off x="628650" y="1335769"/>
            <a:ext cx="8275864" cy="3181802"/>
          </a:xfrm>
        </p:spPr>
        <p:txBody>
          <a:bodyPr>
            <a:normAutofit/>
          </a:bodyPr>
          <a:lstStyle/>
          <a:p>
            <a:r>
              <a:rPr lang="en-IE" dirty="0"/>
              <a:t>Used to handle NULL values in a database query by returning the first non-NULL value from a list of expressions or column values. </a:t>
            </a:r>
          </a:p>
          <a:p>
            <a:r>
              <a:rPr lang="en-IE" dirty="0"/>
              <a:t>It provides a default or fallback value when NULL values are encountered in the data.</a:t>
            </a:r>
          </a:p>
          <a:p>
            <a:r>
              <a:rPr lang="en-IE" dirty="0"/>
              <a:t>Suppose you want to retrieve the scientist’s date of birth and replace it with their </a:t>
            </a:r>
            <a:r>
              <a:rPr lang="en-IE" dirty="0" err="1"/>
              <a:t>firstname</a:t>
            </a:r>
            <a:r>
              <a:rPr lang="en-IE" dirty="0"/>
              <a:t> in case the value is null:</a:t>
            </a:r>
          </a:p>
        </p:txBody>
      </p:sp>
      <p:sp>
        <p:nvSpPr>
          <p:cNvPr id="4" name="Slide Number Placeholder 3">
            <a:extLst>
              <a:ext uri="{FF2B5EF4-FFF2-40B4-BE49-F238E27FC236}">
                <a16:creationId xmlns:a16="http://schemas.microsoft.com/office/drawing/2014/main" id="{5FD2AE08-1E95-BB18-FFFB-41DEB8475ACD}"/>
              </a:ext>
            </a:extLst>
          </p:cNvPr>
          <p:cNvSpPr>
            <a:spLocks noGrp="1"/>
          </p:cNvSpPr>
          <p:nvPr>
            <p:ph type="sldNum" sz="quarter" idx="12"/>
          </p:nvPr>
        </p:nvSpPr>
        <p:spPr/>
        <p:txBody>
          <a:bodyPr/>
          <a:lstStyle/>
          <a:p>
            <a:fld id="{1AE971F0-0CD2-4C47-8087-EBCE9716EA84}" type="slidenum">
              <a:rPr lang="en-GB" smtClean="0"/>
              <a:pPr/>
              <a:t>6</a:t>
            </a:fld>
            <a:endParaRPr lang="en-GB" dirty="0"/>
          </a:p>
        </p:txBody>
      </p:sp>
      <p:sp>
        <p:nvSpPr>
          <p:cNvPr id="7" name="TextBox 6">
            <a:extLst>
              <a:ext uri="{FF2B5EF4-FFF2-40B4-BE49-F238E27FC236}">
                <a16:creationId xmlns:a16="http://schemas.microsoft.com/office/drawing/2014/main" id="{23450611-22FB-6087-8AB9-1E3DE0894660}"/>
              </a:ext>
            </a:extLst>
          </p:cNvPr>
          <p:cNvSpPr txBox="1"/>
          <p:nvPr/>
        </p:nvSpPr>
        <p:spPr>
          <a:xfrm>
            <a:off x="761999" y="4598901"/>
            <a:ext cx="7130143" cy="707886"/>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coalesce</a:t>
            </a:r>
            <a:r>
              <a:rPr lang="en-IE" sz="2000" dirty="0">
                <a:solidFill>
                  <a:srgbClr val="000000"/>
                </a:solidFill>
                <a:effectLst/>
                <a:latin typeface="Menlo" panose="020B0609030804020204" pitchFamily="49" charset="0"/>
              </a:rPr>
              <a:t>(</a:t>
            </a:r>
            <a:r>
              <a:rPr lang="en-IE" sz="2000" dirty="0" err="1">
                <a:solidFill>
                  <a:srgbClr val="000000"/>
                </a:solidFill>
                <a:effectLst/>
                <a:latin typeface="Menlo" panose="020B0609030804020204" pitchFamily="49" charset="0"/>
              </a:rPr>
              <a:t>birth_date</a:t>
            </a:r>
            <a:r>
              <a:rPr lang="en-IE" sz="2000" dirty="0">
                <a:solidFill>
                  <a:srgbClr val="000000"/>
                </a:solidFill>
                <a:effectLst/>
                <a:latin typeface="Menlo" panose="020B0609030804020204" pitchFamily="49" charset="0"/>
              </a:rPr>
              <a:t>::</a:t>
            </a:r>
            <a:r>
              <a:rPr lang="en-IE" sz="2000" b="1" dirty="0" err="1">
                <a:solidFill>
                  <a:srgbClr val="000080"/>
                </a:solidFill>
                <a:effectLst/>
                <a:latin typeface="Menlo" panose="020B0609030804020204" pitchFamily="49" charset="0"/>
              </a:rPr>
              <a:t>text</a:t>
            </a:r>
            <a:r>
              <a:rPr lang="en-IE" sz="2000" dirty="0" err="1">
                <a:solidFill>
                  <a:srgbClr val="000000"/>
                </a:solidFill>
                <a:effectLst/>
                <a:latin typeface="Menlo" panose="020B0609030804020204" pitchFamily="49" charset="0"/>
              </a:rPr>
              <a:t>,</a:t>
            </a:r>
            <a:r>
              <a:rPr lang="en-IE" sz="2000" dirty="0" err="1">
                <a:solidFill>
                  <a:srgbClr val="006464"/>
                </a:solidFill>
                <a:effectLst/>
                <a:latin typeface="Menlo" panose="020B0609030804020204" pitchFamily="49" charset="0"/>
              </a:rPr>
              <a:t>firstname</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a:solidFill>
                  <a:srgbClr val="8E00C6"/>
                </a:solidFill>
                <a:effectLst/>
                <a:latin typeface="Menlo" panose="020B0609030804020204" pitchFamily="49" charset="0"/>
              </a:rPr>
              <a:t>scientist</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501295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3735-7E9B-396D-7853-0B7C42424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952D-D19E-3781-3C52-B1FDA1C6EC2A}"/>
              </a:ext>
            </a:extLst>
          </p:cNvPr>
          <p:cNvSpPr>
            <a:spLocks noGrp="1"/>
          </p:cNvSpPr>
          <p:nvPr>
            <p:ph type="title"/>
          </p:nvPr>
        </p:nvSpPr>
        <p:spPr/>
        <p:txBody>
          <a:bodyPr/>
          <a:lstStyle/>
          <a:p>
            <a:r>
              <a:rPr lang="en-IE" dirty="0"/>
              <a:t>greatest( )</a:t>
            </a:r>
          </a:p>
        </p:txBody>
      </p:sp>
      <p:sp>
        <p:nvSpPr>
          <p:cNvPr id="3" name="Content Placeholder 2">
            <a:extLst>
              <a:ext uri="{FF2B5EF4-FFF2-40B4-BE49-F238E27FC236}">
                <a16:creationId xmlns:a16="http://schemas.microsoft.com/office/drawing/2014/main" id="{22E92CEA-5735-4D80-5D97-82A406D8A8DF}"/>
              </a:ext>
            </a:extLst>
          </p:cNvPr>
          <p:cNvSpPr>
            <a:spLocks noGrp="1"/>
          </p:cNvSpPr>
          <p:nvPr>
            <p:ph idx="1"/>
          </p:nvPr>
        </p:nvSpPr>
        <p:spPr>
          <a:xfrm>
            <a:off x="628650" y="1335769"/>
            <a:ext cx="8275864" cy="1766660"/>
          </a:xfrm>
        </p:spPr>
        <p:txBody>
          <a:bodyPr>
            <a:normAutofit/>
          </a:bodyPr>
          <a:lstStyle/>
          <a:p>
            <a:r>
              <a:rPr lang="en-IE" dirty="0"/>
              <a:t>Returns the greatest value among a list of values.</a:t>
            </a:r>
          </a:p>
          <a:p>
            <a:r>
              <a:rPr lang="en-IE" dirty="0"/>
              <a:t>Suppose you want to know which one is the most recent: the project </a:t>
            </a:r>
            <a:r>
              <a:rPr lang="en-IE" dirty="0" err="1"/>
              <a:t>end_date</a:t>
            </a:r>
            <a:r>
              <a:rPr lang="en-IE" dirty="0"/>
              <a:t> or today’s date.</a:t>
            </a:r>
          </a:p>
        </p:txBody>
      </p:sp>
      <p:sp>
        <p:nvSpPr>
          <p:cNvPr id="4" name="Slide Number Placeholder 3">
            <a:extLst>
              <a:ext uri="{FF2B5EF4-FFF2-40B4-BE49-F238E27FC236}">
                <a16:creationId xmlns:a16="http://schemas.microsoft.com/office/drawing/2014/main" id="{37681D28-ABCA-A664-E545-9466250F7303}"/>
              </a:ext>
            </a:extLst>
          </p:cNvPr>
          <p:cNvSpPr>
            <a:spLocks noGrp="1"/>
          </p:cNvSpPr>
          <p:nvPr>
            <p:ph type="sldNum" sz="quarter" idx="12"/>
          </p:nvPr>
        </p:nvSpPr>
        <p:spPr/>
        <p:txBody>
          <a:bodyPr/>
          <a:lstStyle/>
          <a:p>
            <a:fld id="{1AE971F0-0CD2-4C47-8087-EBCE9716EA84}" type="slidenum">
              <a:rPr lang="en-GB" smtClean="0"/>
              <a:pPr/>
              <a:t>7</a:t>
            </a:fld>
            <a:endParaRPr lang="en-GB" dirty="0"/>
          </a:p>
        </p:txBody>
      </p:sp>
      <p:sp>
        <p:nvSpPr>
          <p:cNvPr id="6" name="TextBox 5">
            <a:extLst>
              <a:ext uri="{FF2B5EF4-FFF2-40B4-BE49-F238E27FC236}">
                <a16:creationId xmlns:a16="http://schemas.microsoft.com/office/drawing/2014/main" id="{B96B479C-7B6B-C3BC-C859-B965F5DF1CBF}"/>
              </a:ext>
            </a:extLst>
          </p:cNvPr>
          <p:cNvSpPr txBox="1"/>
          <p:nvPr/>
        </p:nvSpPr>
        <p:spPr>
          <a:xfrm>
            <a:off x="650422" y="3960846"/>
            <a:ext cx="6836229" cy="1015663"/>
          </a:xfrm>
          <a:prstGeom prst="rect">
            <a:avLst/>
          </a:prstGeom>
          <a:noFill/>
        </p:spPr>
        <p:txBody>
          <a:bodyPr wrap="square">
            <a:spAutoFit/>
          </a:bodyPr>
          <a:lstStyle/>
          <a:p>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research_id</a:t>
            </a:r>
            <a:r>
              <a:rPr lang="en-IE" sz="2000" dirty="0">
                <a:solidFill>
                  <a:srgbClr val="000000"/>
                </a:solidFill>
                <a:effectLst/>
                <a:latin typeface="Menlo" panose="020B0609030804020204" pitchFamily="49" charset="0"/>
              </a:rPr>
              <a:t>, title, GREATEST(</a:t>
            </a:r>
            <a:r>
              <a:rPr lang="en-IE" sz="2000" dirty="0" err="1">
                <a:solidFill>
                  <a:srgbClr val="000000"/>
                </a:solidFill>
                <a:effectLst/>
                <a:latin typeface="Menlo" panose="020B0609030804020204" pitchFamily="49" charset="0"/>
              </a:rPr>
              <a:t>end_date</a:t>
            </a:r>
            <a:r>
              <a:rPr lang="en-IE" sz="2000" dirty="0">
                <a:solidFill>
                  <a:srgbClr val="000000"/>
                </a:solidFill>
                <a:effectLst/>
                <a:latin typeface="Menlo" panose="020B0609030804020204" pitchFamily="49" charset="0"/>
              </a:rPr>
              <a:t>, CURRENT_DATE) "Most recent date</a:t>
            </a:r>
            <a:r>
              <a:rPr lang="en-IE" sz="2000" b="1" dirty="0">
                <a:solidFill>
                  <a:srgbClr val="000080"/>
                </a:solidFill>
                <a:effectLst/>
                <a:latin typeface="Menlo" panose="020B0609030804020204" pitchFamily="49" charset="0"/>
              </a:rPr>
              <a:t>"</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8E00C6"/>
                </a:solidFill>
                <a:effectLst/>
                <a:latin typeface="Menlo" panose="020B0609030804020204" pitchFamily="49" charset="0"/>
              </a:rPr>
              <a:t> researc</a:t>
            </a:r>
            <a:r>
              <a:rPr lang="en-IE" sz="2000" dirty="0">
                <a:solidFill>
                  <a:srgbClr val="000000"/>
                </a:solidFill>
                <a:effectLst/>
                <a:latin typeface="Menlo" panose="020B0609030804020204" pitchFamily="49" charset="0"/>
              </a:rPr>
              <a:t>h</a:t>
            </a:r>
            <a:r>
              <a:rPr lang="en-IE" sz="2000" dirty="0">
                <a:solidFill>
                  <a:srgbClr val="FF0000"/>
                </a:solidFill>
                <a:effectLst/>
                <a:latin typeface="Menlo" panose="020B0609030804020204" pitchFamily="49" charset="0"/>
              </a:rPr>
              <a:t>;</a:t>
            </a:r>
            <a:endParaRPr lang="en-IE" sz="2000" dirty="0"/>
          </a:p>
        </p:txBody>
      </p:sp>
    </p:spTree>
    <p:extLst>
      <p:ext uri="{BB962C8B-B14F-4D97-AF65-F5344CB8AC3E}">
        <p14:creationId xmlns:p14="http://schemas.microsoft.com/office/powerpoint/2010/main" val="3017699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0D39-AC0C-EAA3-DDEA-F1F80BB70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D0324-E35C-9E58-1177-1514750026B0}"/>
              </a:ext>
            </a:extLst>
          </p:cNvPr>
          <p:cNvSpPr>
            <a:spLocks noGrp="1"/>
          </p:cNvSpPr>
          <p:nvPr>
            <p:ph type="title"/>
          </p:nvPr>
        </p:nvSpPr>
        <p:spPr/>
        <p:txBody>
          <a:bodyPr/>
          <a:lstStyle/>
          <a:p>
            <a:r>
              <a:rPr lang="en-IE" dirty="0"/>
              <a:t>least( )</a:t>
            </a:r>
          </a:p>
        </p:txBody>
      </p:sp>
      <p:sp>
        <p:nvSpPr>
          <p:cNvPr id="3" name="Content Placeholder 2">
            <a:extLst>
              <a:ext uri="{FF2B5EF4-FFF2-40B4-BE49-F238E27FC236}">
                <a16:creationId xmlns:a16="http://schemas.microsoft.com/office/drawing/2014/main" id="{E7C542A9-19C6-00EF-0405-5DD8D97CC4B7}"/>
              </a:ext>
            </a:extLst>
          </p:cNvPr>
          <p:cNvSpPr>
            <a:spLocks noGrp="1"/>
          </p:cNvSpPr>
          <p:nvPr>
            <p:ph idx="1"/>
          </p:nvPr>
        </p:nvSpPr>
        <p:spPr>
          <a:xfrm>
            <a:off x="628650" y="1335769"/>
            <a:ext cx="8275864" cy="1766660"/>
          </a:xfrm>
        </p:spPr>
        <p:txBody>
          <a:bodyPr>
            <a:normAutofit fontScale="92500"/>
          </a:bodyPr>
          <a:lstStyle/>
          <a:p>
            <a:r>
              <a:rPr lang="en-IE" dirty="0"/>
              <a:t>Opposite of greatest( ): returns the smallest value among a list of values.</a:t>
            </a:r>
          </a:p>
          <a:p>
            <a:r>
              <a:rPr lang="en-IE" dirty="0"/>
              <a:t>Suppose you want to know which one is the oldest: the project </a:t>
            </a:r>
            <a:r>
              <a:rPr lang="en-IE" dirty="0" err="1"/>
              <a:t>end_date</a:t>
            </a:r>
            <a:r>
              <a:rPr lang="en-IE" dirty="0"/>
              <a:t> or today’s date.</a:t>
            </a:r>
          </a:p>
        </p:txBody>
      </p:sp>
      <p:sp>
        <p:nvSpPr>
          <p:cNvPr id="4" name="Slide Number Placeholder 3">
            <a:extLst>
              <a:ext uri="{FF2B5EF4-FFF2-40B4-BE49-F238E27FC236}">
                <a16:creationId xmlns:a16="http://schemas.microsoft.com/office/drawing/2014/main" id="{664DA2D7-56AC-1255-3C62-3ED1FD60A383}"/>
              </a:ext>
            </a:extLst>
          </p:cNvPr>
          <p:cNvSpPr>
            <a:spLocks noGrp="1"/>
          </p:cNvSpPr>
          <p:nvPr>
            <p:ph type="sldNum" sz="quarter" idx="12"/>
          </p:nvPr>
        </p:nvSpPr>
        <p:spPr/>
        <p:txBody>
          <a:bodyPr/>
          <a:lstStyle/>
          <a:p>
            <a:fld id="{1AE971F0-0CD2-4C47-8087-EBCE9716EA84}" type="slidenum">
              <a:rPr lang="en-GB" smtClean="0"/>
              <a:pPr/>
              <a:t>8</a:t>
            </a:fld>
            <a:endParaRPr lang="en-GB" dirty="0"/>
          </a:p>
        </p:txBody>
      </p:sp>
      <p:sp>
        <p:nvSpPr>
          <p:cNvPr id="6" name="TextBox 5">
            <a:extLst>
              <a:ext uri="{FF2B5EF4-FFF2-40B4-BE49-F238E27FC236}">
                <a16:creationId xmlns:a16="http://schemas.microsoft.com/office/drawing/2014/main" id="{D44246EF-4927-9F00-4F99-BDEA642E10F7}"/>
              </a:ext>
            </a:extLst>
          </p:cNvPr>
          <p:cNvSpPr txBox="1"/>
          <p:nvPr/>
        </p:nvSpPr>
        <p:spPr>
          <a:xfrm>
            <a:off x="650422" y="3960846"/>
            <a:ext cx="6836229" cy="1015663"/>
          </a:xfrm>
          <a:prstGeom prst="rect">
            <a:avLst/>
          </a:prstGeom>
          <a:noFill/>
        </p:spPr>
        <p:txBody>
          <a:bodyPr wrap="square">
            <a:spAutoFit/>
          </a:bodyPr>
          <a:lstStyle/>
          <a:p>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research_id</a:t>
            </a:r>
            <a:r>
              <a:rPr lang="en-IE" sz="2000" dirty="0">
                <a:solidFill>
                  <a:srgbClr val="000000"/>
                </a:solidFill>
                <a:effectLst/>
                <a:latin typeface="Menlo" panose="020B0609030804020204" pitchFamily="49" charset="0"/>
              </a:rPr>
              <a:t>, title, LEAST(</a:t>
            </a:r>
            <a:r>
              <a:rPr lang="en-IE" sz="2000" dirty="0" err="1">
                <a:solidFill>
                  <a:srgbClr val="000000"/>
                </a:solidFill>
                <a:effectLst/>
                <a:latin typeface="Menlo" panose="020B0609030804020204" pitchFamily="49" charset="0"/>
              </a:rPr>
              <a:t>end_date</a:t>
            </a:r>
            <a:r>
              <a:rPr lang="en-IE" sz="2000" dirty="0">
                <a:solidFill>
                  <a:srgbClr val="000000"/>
                </a:solidFill>
                <a:effectLst/>
                <a:latin typeface="Menlo" panose="020B0609030804020204" pitchFamily="49" charset="0"/>
              </a:rPr>
              <a:t>, CURRENT_DATE) "Most recent date</a:t>
            </a:r>
            <a:r>
              <a:rPr lang="en-IE" sz="2000" b="1" dirty="0">
                <a:solidFill>
                  <a:srgbClr val="000080"/>
                </a:solidFill>
                <a:effectLst/>
                <a:latin typeface="Menlo" panose="020B0609030804020204" pitchFamily="49" charset="0"/>
              </a:rPr>
              <a:t>"</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8E00C6"/>
                </a:solidFill>
                <a:effectLst/>
                <a:latin typeface="Menlo" panose="020B0609030804020204" pitchFamily="49" charset="0"/>
              </a:rPr>
              <a:t> researc</a:t>
            </a:r>
            <a:r>
              <a:rPr lang="en-IE" sz="2000" dirty="0">
                <a:solidFill>
                  <a:srgbClr val="000000"/>
                </a:solidFill>
                <a:effectLst/>
                <a:latin typeface="Menlo" panose="020B0609030804020204" pitchFamily="49" charset="0"/>
              </a:rPr>
              <a:t>h</a:t>
            </a:r>
            <a:r>
              <a:rPr lang="en-IE" sz="2000" dirty="0">
                <a:solidFill>
                  <a:srgbClr val="FF0000"/>
                </a:solidFill>
                <a:effectLst/>
                <a:latin typeface="Menlo" panose="020B0609030804020204" pitchFamily="49" charset="0"/>
              </a:rPr>
              <a:t>;</a:t>
            </a:r>
            <a:endParaRPr lang="en-IE" sz="2000" dirty="0"/>
          </a:p>
        </p:txBody>
      </p:sp>
    </p:spTree>
    <p:extLst>
      <p:ext uri="{BB962C8B-B14F-4D97-AF65-F5344CB8AC3E}">
        <p14:creationId xmlns:p14="http://schemas.microsoft.com/office/powerpoint/2010/main" val="133258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B1DE6-A1F5-2709-632C-D3DC24EFD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0234A2-FBB0-644A-F92C-AF1B91A7C9A3}"/>
              </a:ext>
            </a:extLst>
          </p:cNvPr>
          <p:cNvSpPr>
            <a:spLocks noGrp="1"/>
          </p:cNvSpPr>
          <p:nvPr>
            <p:ph type="title"/>
          </p:nvPr>
        </p:nvSpPr>
        <p:spPr>
          <a:xfrm>
            <a:off x="2521403" y="2766218"/>
            <a:ext cx="3936548" cy="1325563"/>
          </a:xfrm>
        </p:spPr>
        <p:txBody>
          <a:bodyPr/>
          <a:lstStyle/>
          <a:p>
            <a:r>
              <a:rPr lang="en-IE" dirty="0"/>
              <a:t>Number functions</a:t>
            </a:r>
          </a:p>
        </p:txBody>
      </p:sp>
      <p:sp>
        <p:nvSpPr>
          <p:cNvPr id="4" name="Slide Number Placeholder 3">
            <a:extLst>
              <a:ext uri="{FF2B5EF4-FFF2-40B4-BE49-F238E27FC236}">
                <a16:creationId xmlns:a16="http://schemas.microsoft.com/office/drawing/2014/main" id="{EC23AB32-9C8D-03DC-FEF7-3AFC77F1A7C3}"/>
              </a:ext>
            </a:extLst>
          </p:cNvPr>
          <p:cNvSpPr>
            <a:spLocks noGrp="1"/>
          </p:cNvSpPr>
          <p:nvPr>
            <p:ph type="sldNum" sz="quarter" idx="12"/>
          </p:nvPr>
        </p:nvSpPr>
        <p:spPr/>
        <p:txBody>
          <a:bodyPr/>
          <a:lstStyle/>
          <a:p>
            <a:fld id="{1AE971F0-0CD2-4C47-8087-EBCE9716EA84}" type="slidenum">
              <a:rPr lang="en-GB" smtClean="0"/>
              <a:pPr/>
              <a:t>9</a:t>
            </a:fld>
            <a:endParaRPr lang="en-GB" dirty="0"/>
          </a:p>
        </p:txBody>
      </p:sp>
    </p:spTree>
    <p:extLst>
      <p:ext uri="{BB962C8B-B14F-4D97-AF65-F5344CB8AC3E}">
        <p14:creationId xmlns:p14="http://schemas.microsoft.com/office/powerpoint/2010/main" val="3980431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4" name="Rectangle 8"/>
          <p:cNvSpPr>
            <a:spLocks noGrp="1" noChangeArrowheads="1"/>
          </p:cNvSpPr>
          <p:nvPr>
            <p:ph type="title"/>
          </p:nvPr>
        </p:nvSpPr>
        <p:spPr/>
        <p:txBody>
          <a:bodyPr/>
          <a:lstStyle/>
          <a:p>
            <a:r>
              <a:rPr lang="en-US" altLang="en-US"/>
              <a:t>Number Functions</a:t>
            </a:r>
          </a:p>
        </p:txBody>
      </p:sp>
      <p:sp>
        <p:nvSpPr>
          <p:cNvPr id="388105" name="Rectangle 9"/>
          <p:cNvSpPr>
            <a:spLocks noGrp="1" noChangeArrowheads="1"/>
          </p:cNvSpPr>
          <p:nvPr>
            <p:ph idx="1"/>
          </p:nvPr>
        </p:nvSpPr>
        <p:spPr>
          <a:xfrm>
            <a:off x="855663" y="1330166"/>
            <a:ext cx="7366000" cy="1163638"/>
          </a:xfrm>
        </p:spPr>
        <p:txBody>
          <a:bodyPr>
            <a:noAutofit/>
          </a:bodyPr>
          <a:lstStyle/>
          <a:p>
            <a:pPr lvl="1"/>
            <a:r>
              <a:rPr lang="en-US" altLang="en-US" sz="2000" dirty="0">
                <a:latin typeface="Helvetica" pitchFamily="2" charset="0"/>
              </a:rPr>
              <a:t>ROUND: Rounds value (up) to specified decimal</a:t>
            </a:r>
          </a:p>
          <a:p>
            <a:pPr lvl="1"/>
            <a:r>
              <a:rPr lang="en-US" altLang="en-US" sz="2000" dirty="0">
                <a:latin typeface="Helvetica" pitchFamily="2" charset="0"/>
              </a:rPr>
              <a:t>TRUNC: Truncates value to specified decimal</a:t>
            </a:r>
          </a:p>
          <a:p>
            <a:pPr lvl="1"/>
            <a:r>
              <a:rPr lang="en-US" altLang="en-US" sz="2000" dirty="0">
                <a:latin typeface="Helvetica" pitchFamily="2" charset="0"/>
              </a:rPr>
              <a:t>MOD: Returns the remainder of the division</a:t>
            </a:r>
          </a:p>
        </p:txBody>
      </p:sp>
      <p:sp>
        <p:nvSpPr>
          <p:cNvPr id="2" name="Slide Number Placeholder 1">
            <a:extLst>
              <a:ext uri="{FF2B5EF4-FFF2-40B4-BE49-F238E27FC236}">
                <a16:creationId xmlns:a16="http://schemas.microsoft.com/office/drawing/2014/main" id="{4EB24353-9998-66D2-82BC-F17FE2B6E768}"/>
              </a:ext>
            </a:extLst>
          </p:cNvPr>
          <p:cNvSpPr>
            <a:spLocks noGrp="1"/>
          </p:cNvSpPr>
          <p:nvPr>
            <p:ph type="sldNum" sz="quarter" idx="12"/>
          </p:nvPr>
        </p:nvSpPr>
        <p:spPr/>
        <p:txBody>
          <a:bodyPr/>
          <a:lstStyle/>
          <a:p>
            <a:fld id="{E0D3016C-3324-DD4B-A390-F77967EFEDE9}" type="slidenum">
              <a:rPr lang="pt-PT" smtClean="0"/>
              <a:t>10</a:t>
            </a:fld>
            <a:endParaRPr lang="pt-PT"/>
          </a:p>
        </p:txBody>
      </p:sp>
      <p:sp>
        <p:nvSpPr>
          <p:cNvPr id="388100" name="Arc 4"/>
          <p:cNvSpPr>
            <a:spLocks/>
          </p:cNvSpPr>
          <p:nvPr/>
        </p:nvSpPr>
        <p:spPr bwMode="ltGray">
          <a:xfrm>
            <a:off x="5697538" y="3206750"/>
            <a:ext cx="211137"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solidFill>
                <a:prstClr val="black"/>
              </a:solidFill>
            </a:endParaRPr>
          </a:p>
        </p:txBody>
      </p:sp>
      <p:graphicFrame>
        <p:nvGraphicFramePr>
          <p:cNvPr id="388140" name="Group 44"/>
          <p:cNvGraphicFramePr>
            <a:graphicFrameLocks noGrp="1"/>
          </p:cNvGraphicFramePr>
          <p:nvPr/>
        </p:nvGraphicFramePr>
        <p:xfrm>
          <a:off x="857250" y="3149600"/>
          <a:ext cx="7364413" cy="1520190"/>
        </p:xfrm>
        <a:graphic>
          <a:graphicData uri="http://schemas.openxmlformats.org/drawingml/2006/table">
            <a:tbl>
              <a:tblPr/>
              <a:tblGrid>
                <a:gridCol w="4344988">
                  <a:extLst>
                    <a:ext uri="{9D8B030D-6E8A-4147-A177-3AD203B41FA5}">
                      <a16:colId xmlns:a16="http://schemas.microsoft.com/office/drawing/2014/main" val="20000"/>
                    </a:ext>
                  </a:extLst>
                </a:gridCol>
                <a:gridCol w="3019425">
                  <a:extLst>
                    <a:ext uri="{9D8B030D-6E8A-4147-A177-3AD203B41FA5}">
                      <a16:colId xmlns:a16="http://schemas.microsoft.com/office/drawing/2014/main" val="20001"/>
                    </a:ext>
                  </a:extLst>
                </a:gridCol>
              </a:tblGrid>
              <a:tr h="12858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1" fontAlgn="base" latinLnBrk="0" hangingPunct="1">
                        <a:lnSpc>
                          <a:spcPct val="100000"/>
                        </a:lnSpc>
                        <a:spcBef>
                          <a:spcPct val="20000"/>
                        </a:spcBef>
                        <a:spcAft>
                          <a:spcPct val="0"/>
                        </a:spcAft>
                        <a:buClr>
                          <a:srgbClr val="000000"/>
                        </a:buClr>
                        <a:buSzTx/>
                        <a:buFont typeface="Arial" charset="0"/>
                        <a:buNone/>
                        <a:tabLst/>
                      </a:pPr>
                      <a:r>
                        <a:rPr kumimoji="0" lang="en-US" altLang="en-US" sz="1800" b="1" i="0" u="none" strike="noStrike" cap="none" normalizeH="0" baseline="0" dirty="0">
                          <a:ln>
                            <a:noFill/>
                          </a:ln>
                          <a:solidFill>
                            <a:schemeClr val="tx1"/>
                          </a:solidFill>
                          <a:effectLst/>
                          <a:latin typeface="Arial" charset="0"/>
                        </a:rPr>
                        <a:t>Function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1" fontAlgn="base" latinLnBrk="0" hangingPunct="1">
                        <a:lnSpc>
                          <a:spcPct val="100000"/>
                        </a:lnSpc>
                        <a:spcBef>
                          <a:spcPct val="20000"/>
                        </a:spcBef>
                        <a:spcAft>
                          <a:spcPct val="0"/>
                        </a:spcAft>
                        <a:buClr>
                          <a:srgbClr val="000000"/>
                        </a:buClr>
                        <a:buSzTx/>
                        <a:buFont typeface="Arial" charset="0"/>
                        <a:buNone/>
                        <a:tabLst/>
                      </a:pPr>
                      <a:r>
                        <a:rPr kumimoji="0" lang="en-US" altLang="en-US" sz="1800" b="1" i="0" u="none" strike="noStrike" cap="none" normalizeH="0" baseline="0">
                          <a:ln>
                            <a:noFill/>
                          </a:ln>
                          <a:solidFill>
                            <a:schemeClr val="tx1"/>
                          </a:solidFill>
                          <a:effectLst/>
                          <a:latin typeface="Arial" charset="0"/>
                        </a:rPr>
                        <a:t>Result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0"/>
                  </a:ext>
                </a:extLst>
              </a:tr>
              <a:tr h="38258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itchFamily="49" charset="0"/>
                        </a:rPr>
                        <a:t>ROUND(45.926, 2)</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itchFamily="49" charset="0"/>
                        </a:rPr>
                        <a:t>45.93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1"/>
                  </a:ext>
                </a:extLst>
              </a:tr>
              <a:tr h="38258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itchFamily="49" charset="0"/>
                        </a:rPr>
                        <a:t>TRUNC(45.926, 2)</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itchFamily="49" charset="0"/>
                        </a:rPr>
                        <a:t>45.92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2"/>
                  </a:ext>
                </a:extLst>
              </a:tr>
              <a:tr h="382588">
                <a:tc>
                  <a:txBody>
                    <a:body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itchFamily="49" charset="0"/>
                        </a:rPr>
                        <a:t>MOD(15,4)</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itchFamily="49" charset="0"/>
                        </a:rPr>
                        <a:t>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6328628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D9149-EA7F-4209-47AD-5F2C9A826B51}"/>
            </a:ext>
          </a:extLst>
        </p:cNvPr>
        <p:cNvGrpSpPr/>
        <p:nvPr/>
      </p:nvGrpSpPr>
      <p:grpSpPr>
        <a:xfrm>
          <a:off x="0" y="0"/>
          <a:ext cx="0" cy="0"/>
          <a:chOff x="0" y="0"/>
          <a:chExt cx="0" cy="0"/>
        </a:xfrm>
      </p:grpSpPr>
      <p:sp>
        <p:nvSpPr>
          <p:cNvPr id="388104" name="Rectangle 8">
            <a:extLst>
              <a:ext uri="{FF2B5EF4-FFF2-40B4-BE49-F238E27FC236}">
                <a16:creationId xmlns:a16="http://schemas.microsoft.com/office/drawing/2014/main" id="{982E5BC8-C651-60EE-167D-AD1A6DB059E5}"/>
              </a:ext>
            </a:extLst>
          </p:cNvPr>
          <p:cNvSpPr>
            <a:spLocks noGrp="1" noChangeArrowheads="1"/>
          </p:cNvSpPr>
          <p:nvPr>
            <p:ph type="title"/>
          </p:nvPr>
        </p:nvSpPr>
        <p:spPr/>
        <p:txBody>
          <a:bodyPr/>
          <a:lstStyle/>
          <a:p>
            <a:r>
              <a:rPr lang="en-US" altLang="en-US"/>
              <a:t>Number Functions</a:t>
            </a:r>
          </a:p>
        </p:txBody>
      </p:sp>
      <p:sp>
        <p:nvSpPr>
          <p:cNvPr id="2" name="Slide Number Placeholder 1">
            <a:extLst>
              <a:ext uri="{FF2B5EF4-FFF2-40B4-BE49-F238E27FC236}">
                <a16:creationId xmlns:a16="http://schemas.microsoft.com/office/drawing/2014/main" id="{290E5F7C-1C39-CAB7-BB06-814AADD77AB3}"/>
              </a:ext>
            </a:extLst>
          </p:cNvPr>
          <p:cNvSpPr>
            <a:spLocks noGrp="1"/>
          </p:cNvSpPr>
          <p:nvPr>
            <p:ph type="sldNum" sz="quarter" idx="12"/>
          </p:nvPr>
        </p:nvSpPr>
        <p:spPr/>
        <p:txBody>
          <a:bodyPr/>
          <a:lstStyle/>
          <a:p>
            <a:fld id="{E0D3016C-3324-DD4B-A390-F77967EFEDE9}" type="slidenum">
              <a:rPr lang="pt-PT" smtClean="0"/>
              <a:t>11</a:t>
            </a:fld>
            <a:endParaRPr lang="pt-PT"/>
          </a:p>
        </p:txBody>
      </p:sp>
      <p:sp>
        <p:nvSpPr>
          <p:cNvPr id="388100" name="Arc 4">
            <a:extLst>
              <a:ext uri="{FF2B5EF4-FFF2-40B4-BE49-F238E27FC236}">
                <a16:creationId xmlns:a16="http://schemas.microsoft.com/office/drawing/2014/main" id="{71C6E0E8-E266-55D3-5E00-A4538D5D77C8}"/>
              </a:ext>
            </a:extLst>
          </p:cNvPr>
          <p:cNvSpPr>
            <a:spLocks/>
          </p:cNvSpPr>
          <p:nvPr/>
        </p:nvSpPr>
        <p:spPr bwMode="ltGray">
          <a:xfrm>
            <a:off x="5697538" y="3206750"/>
            <a:ext cx="211137"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solidFill>
                <a:prstClr val="black"/>
              </a:solidFill>
            </a:endParaRPr>
          </a:p>
        </p:txBody>
      </p:sp>
      <p:sp>
        <p:nvSpPr>
          <p:cNvPr id="6" name="TextBox 5">
            <a:extLst>
              <a:ext uri="{FF2B5EF4-FFF2-40B4-BE49-F238E27FC236}">
                <a16:creationId xmlns:a16="http://schemas.microsoft.com/office/drawing/2014/main" id="{FA5F9755-EEDB-039D-F64B-6968C70157CC}"/>
              </a:ext>
            </a:extLst>
          </p:cNvPr>
          <p:cNvSpPr txBox="1"/>
          <p:nvPr/>
        </p:nvSpPr>
        <p:spPr>
          <a:xfrm>
            <a:off x="544284" y="1536710"/>
            <a:ext cx="7971065" cy="1323439"/>
          </a:xfrm>
          <a:prstGeom prst="rect">
            <a:avLst/>
          </a:prstGeom>
          <a:noFill/>
        </p:spPr>
        <p:txBody>
          <a:bodyPr wrap="square">
            <a:spAutoFit/>
          </a:bodyPr>
          <a:lstStyle/>
          <a:p>
            <a:pPr marL="0" marR="0">
              <a:buNone/>
            </a:pPr>
            <a:r>
              <a:rPr lang="en-IE" sz="2000" dirty="0">
                <a:solidFill>
                  <a:srgbClr val="808080"/>
                </a:solidFill>
                <a:effectLst/>
                <a:latin typeface="Menlo" panose="020B0609030804020204" pitchFamily="49" charset="0"/>
              </a:rPr>
              <a:t>--Round</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grant_id</a:t>
            </a:r>
            <a:r>
              <a:rPr lang="en-IE" sz="2000" dirty="0">
                <a:solidFill>
                  <a:srgbClr val="000000"/>
                </a:solidFill>
                <a:effectLst/>
                <a:latin typeface="Menlo" panose="020B0609030804020204" pitchFamily="49" charset="0"/>
              </a:rPr>
              <a:t>, amount, </a:t>
            </a:r>
            <a:r>
              <a:rPr lang="en-IE" sz="2000" b="1" dirty="0">
                <a:solidFill>
                  <a:srgbClr val="000080"/>
                </a:solidFill>
                <a:effectLst/>
                <a:latin typeface="Menlo" panose="020B0609030804020204" pitchFamily="49" charset="0"/>
              </a:rPr>
              <a:t>ROUND</a:t>
            </a:r>
            <a:r>
              <a:rPr lang="en-IE" sz="2000" dirty="0">
                <a:solidFill>
                  <a:srgbClr val="000000"/>
                </a:solidFill>
                <a:effectLst/>
                <a:latin typeface="Menlo" panose="020B0609030804020204" pitchFamily="49" charset="0"/>
              </a:rPr>
              <a:t>(amount, </a:t>
            </a:r>
            <a:r>
              <a:rPr lang="en-IE" sz="2000" dirty="0">
                <a:solidFill>
                  <a:srgbClr val="0000FF"/>
                </a:solidFill>
                <a:effectLst/>
                <a:latin typeface="Menlo" panose="020B0609030804020204" pitchFamily="49" charset="0"/>
              </a:rPr>
              <a:t>1</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"Rounded amount"</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grant_funding</a:t>
            </a:r>
            <a:r>
              <a:rPr lang="en-IE" sz="2000" dirty="0">
                <a:solidFill>
                  <a:srgbClr val="FF0000"/>
                </a:solidFill>
                <a:effectLst/>
                <a:latin typeface="Menlo" panose="020B0609030804020204" pitchFamily="49" charset="0"/>
              </a:rPr>
              <a:t>;</a:t>
            </a:r>
            <a:r>
              <a:rPr lang="en-IE" sz="2000" dirty="0">
                <a:solidFill>
                  <a:srgbClr val="000000"/>
                </a:solidFill>
                <a:effectLst/>
                <a:latin typeface="Menlo" panose="020B0609030804020204" pitchFamily="49" charset="0"/>
              </a:rPr>
              <a:t> </a:t>
            </a:r>
            <a:r>
              <a:rPr lang="en-IE" sz="2000" dirty="0">
                <a:solidFill>
                  <a:srgbClr val="808080"/>
                </a:solidFill>
                <a:effectLst/>
                <a:latin typeface="Menlo" panose="020B0609030804020204" pitchFamily="49" charset="0"/>
              </a:rPr>
              <a:t>--we could also do round(amount)for no decimal number</a:t>
            </a:r>
            <a:endParaRPr lang="en-IE" sz="2000" dirty="0">
              <a:solidFill>
                <a:srgbClr val="000000"/>
              </a:solidFill>
              <a:effectLst/>
              <a:latin typeface="Menlo" panose="020B0609030804020204" pitchFamily="49" charset="0"/>
            </a:endParaRPr>
          </a:p>
        </p:txBody>
      </p:sp>
      <p:sp>
        <p:nvSpPr>
          <p:cNvPr id="8" name="TextBox 7">
            <a:extLst>
              <a:ext uri="{FF2B5EF4-FFF2-40B4-BE49-F238E27FC236}">
                <a16:creationId xmlns:a16="http://schemas.microsoft.com/office/drawing/2014/main" id="{CA9AB1DA-82DC-AF89-7953-B84DC6AE5F46}"/>
              </a:ext>
            </a:extLst>
          </p:cNvPr>
          <p:cNvSpPr txBox="1"/>
          <p:nvPr/>
        </p:nvSpPr>
        <p:spPr>
          <a:xfrm>
            <a:off x="544284" y="3206750"/>
            <a:ext cx="7815943" cy="830997"/>
          </a:xfrm>
          <a:prstGeom prst="rect">
            <a:avLst/>
          </a:prstGeom>
          <a:noFill/>
        </p:spPr>
        <p:txBody>
          <a:bodyPr wrap="square">
            <a:spAutoFit/>
          </a:bodyPr>
          <a:lstStyle/>
          <a:p>
            <a:r>
              <a:rPr lang="en-IE" sz="2400" dirty="0"/>
              <a:t>We can also use </a:t>
            </a:r>
            <a:r>
              <a:rPr lang="en-IE" sz="2400" b="1" dirty="0"/>
              <a:t>ceil( ) </a:t>
            </a:r>
            <a:r>
              <a:rPr lang="en-IE" sz="2400" dirty="0"/>
              <a:t>[round up to the nearest integer] and </a:t>
            </a:r>
            <a:r>
              <a:rPr lang="en-IE" sz="2400" b="1" dirty="0"/>
              <a:t>floor( ) </a:t>
            </a:r>
            <a:r>
              <a:rPr lang="en-IE" sz="2400" dirty="0"/>
              <a:t>[round down to the nearest integer]</a:t>
            </a:r>
          </a:p>
        </p:txBody>
      </p:sp>
      <p:sp>
        <p:nvSpPr>
          <p:cNvPr id="10" name="TextBox 9">
            <a:extLst>
              <a:ext uri="{FF2B5EF4-FFF2-40B4-BE49-F238E27FC236}">
                <a16:creationId xmlns:a16="http://schemas.microsoft.com/office/drawing/2014/main" id="{578B3D22-9C7C-97B3-EC72-7D9C30BCEBBF}"/>
              </a:ext>
            </a:extLst>
          </p:cNvPr>
          <p:cNvSpPr txBox="1"/>
          <p:nvPr/>
        </p:nvSpPr>
        <p:spPr>
          <a:xfrm>
            <a:off x="628650" y="4314761"/>
            <a:ext cx="8134350" cy="1200329"/>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--Ceil, floor and round</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grant_id</a:t>
            </a:r>
            <a:r>
              <a:rPr lang="en-IE" sz="1800" dirty="0">
                <a:solidFill>
                  <a:srgbClr val="000000"/>
                </a:solidFill>
                <a:effectLst/>
                <a:latin typeface="Menlo" panose="020B0609030804020204" pitchFamily="49" charset="0"/>
              </a:rPr>
              <a:t>, amount,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(amount)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ceil</a:t>
            </a:r>
            <a:r>
              <a:rPr lang="en-IE" sz="1800" dirty="0">
                <a:solidFill>
                  <a:srgbClr val="000000"/>
                </a:solidFill>
                <a:effectLst/>
                <a:latin typeface="Menlo" panose="020B0609030804020204" pitchFamily="49" charset="0"/>
              </a:rPr>
              <a:t>(amount) </a:t>
            </a:r>
            <a:r>
              <a:rPr lang="en-IE" sz="1800" b="1" dirty="0">
                <a:solidFill>
                  <a:srgbClr val="000080"/>
                </a:solidFill>
                <a:effectLst/>
                <a:latin typeface="Menlo" panose="020B0609030804020204" pitchFamily="49" charset="0"/>
              </a:rPr>
              <a:t>"Round up"</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floor</a:t>
            </a:r>
            <a:r>
              <a:rPr lang="en-IE" sz="1800" dirty="0">
                <a:solidFill>
                  <a:srgbClr val="000000"/>
                </a:solidFill>
                <a:effectLst/>
                <a:latin typeface="Menlo" panose="020B0609030804020204" pitchFamily="49" charset="0"/>
              </a:rPr>
              <a:t>(amount) </a:t>
            </a:r>
            <a:r>
              <a:rPr lang="en-IE" sz="1800" b="1" dirty="0">
                <a:solidFill>
                  <a:srgbClr val="000080"/>
                </a:solidFill>
                <a:effectLst/>
                <a:latin typeface="Menlo" panose="020B0609030804020204" pitchFamily="49" charset="0"/>
              </a:rPr>
              <a:t>"Round down"</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grant_funding</a:t>
            </a:r>
            <a:r>
              <a:rPr lang="en-IE" sz="1800" dirty="0">
                <a:solidFill>
                  <a:srgbClr val="FF0000"/>
                </a:solidFill>
                <a:effectLst/>
                <a:latin typeface="Menlo" panose="020B0609030804020204" pitchFamily="49" charset="0"/>
              </a:rPr>
              <a:t>;</a:t>
            </a:r>
            <a:r>
              <a:rPr lang="en-IE" sz="1800" dirty="0">
                <a:solidFill>
                  <a:srgbClr val="000000"/>
                </a:solidFill>
                <a:effectLst/>
                <a:latin typeface="Menlo" panose="020B0609030804020204" pitchFamily="49" charset="0"/>
              </a:rPr>
              <a:t> </a:t>
            </a:r>
          </a:p>
        </p:txBody>
      </p:sp>
    </p:spTree>
    <p:extLst>
      <p:ext uri="{BB962C8B-B14F-4D97-AF65-F5344CB8AC3E}">
        <p14:creationId xmlns:p14="http://schemas.microsoft.com/office/powerpoint/2010/main" val="3102339959"/>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9" name="Rectangle 5"/>
          <p:cNvSpPr>
            <a:spLocks noGrp="1" noChangeArrowheads="1"/>
          </p:cNvSpPr>
          <p:nvPr>
            <p:ph type="title"/>
          </p:nvPr>
        </p:nvSpPr>
        <p:spPr>
          <a:noFill/>
          <a:ln/>
        </p:spPr>
        <p:txBody>
          <a:bodyPr lIns="92075" tIns="46038" rIns="92075" bIns="46038"/>
          <a:lstStyle/>
          <a:p>
            <a:r>
              <a:rPr lang="en-US" altLang="en-US"/>
              <a:t>Using the </a:t>
            </a:r>
            <a:r>
              <a:rPr lang="en-US" altLang="en-US">
                <a:latin typeface="Courier New" pitchFamily="49" charset="0"/>
              </a:rPr>
              <a:t>ROUND</a:t>
            </a:r>
            <a:r>
              <a:rPr lang="en-US" altLang="en-US"/>
              <a:t> Function</a:t>
            </a:r>
          </a:p>
        </p:txBody>
      </p:sp>
      <p:sp>
        <p:nvSpPr>
          <p:cNvPr id="3" name="Slide Number Placeholder 2">
            <a:extLst>
              <a:ext uri="{FF2B5EF4-FFF2-40B4-BE49-F238E27FC236}">
                <a16:creationId xmlns:a16="http://schemas.microsoft.com/office/drawing/2014/main" id="{4361E8F3-5CFF-BA8A-634F-AF57EB86FDF0}"/>
              </a:ext>
            </a:extLst>
          </p:cNvPr>
          <p:cNvSpPr>
            <a:spLocks noGrp="1"/>
          </p:cNvSpPr>
          <p:nvPr>
            <p:ph type="sldNum" sz="quarter" idx="12"/>
          </p:nvPr>
        </p:nvSpPr>
        <p:spPr/>
        <p:txBody>
          <a:bodyPr/>
          <a:lstStyle/>
          <a:p>
            <a:fld id="{E0D3016C-3324-DD4B-A390-F77967EFEDE9}" type="slidenum">
              <a:rPr lang="pt-PT" smtClean="0"/>
              <a:t>12</a:t>
            </a:fld>
            <a:endParaRPr lang="pt-PT"/>
          </a:p>
        </p:txBody>
      </p:sp>
      <p:sp>
        <p:nvSpPr>
          <p:cNvPr id="5" name="TextBox 4">
            <a:extLst>
              <a:ext uri="{FF2B5EF4-FFF2-40B4-BE49-F238E27FC236}">
                <a16:creationId xmlns:a16="http://schemas.microsoft.com/office/drawing/2014/main" id="{B02DD506-55A1-D6E4-F98E-30A0A5147D90}"/>
              </a:ext>
            </a:extLst>
          </p:cNvPr>
          <p:cNvSpPr txBox="1"/>
          <p:nvPr/>
        </p:nvSpPr>
        <p:spPr>
          <a:xfrm>
            <a:off x="337457" y="2885167"/>
            <a:ext cx="8357697" cy="2123658"/>
          </a:xfrm>
          <a:prstGeom prst="rect">
            <a:avLst/>
          </a:prstGeom>
          <a:noFill/>
        </p:spPr>
        <p:txBody>
          <a:bodyPr wrap="square" rtlCol="0">
            <a:spAutoFit/>
          </a:bodyPr>
          <a:lstStyle/>
          <a:p>
            <a:pPr marL="342900" indent="-342900">
              <a:buFont typeface="Arial" panose="020B0604020202020204" pitchFamily="34" charset="0"/>
              <a:buChar char="•"/>
            </a:pPr>
            <a:r>
              <a:rPr lang="en-IE" sz="2200" dirty="0">
                <a:solidFill>
                  <a:prstClr val="black"/>
                </a:solidFill>
              </a:rPr>
              <a:t>Negative second argument indicates rounding to the left of the decimal point</a:t>
            </a:r>
          </a:p>
          <a:p>
            <a:pPr marL="342900" indent="-342900">
              <a:buFont typeface="Arial" panose="020B0604020202020204" pitchFamily="34" charset="0"/>
              <a:buChar char="•"/>
            </a:pPr>
            <a:endParaRPr lang="en-IE" sz="2200" dirty="0">
              <a:solidFill>
                <a:prstClr val="black"/>
              </a:solidFill>
            </a:endParaRPr>
          </a:p>
          <a:p>
            <a:pPr marL="342900" indent="-342900">
              <a:buFont typeface="Arial" panose="020B0604020202020204" pitchFamily="34" charset="0"/>
              <a:buChar char="•"/>
            </a:pPr>
            <a:r>
              <a:rPr lang="en-IE" sz="2200" dirty="0">
                <a:solidFill>
                  <a:prstClr val="black"/>
                </a:solidFill>
              </a:rPr>
              <a:t>Using -1 as the second argument in the function round( ) means you aim to round to the nearest 10s (up or down); using -2, to the nearest 100s; using -3, to the nearest 1000s etc.</a:t>
            </a:r>
          </a:p>
        </p:txBody>
      </p:sp>
      <p:sp>
        <p:nvSpPr>
          <p:cNvPr id="9" name="TextBox 8">
            <a:extLst>
              <a:ext uri="{FF2B5EF4-FFF2-40B4-BE49-F238E27FC236}">
                <a16:creationId xmlns:a16="http://schemas.microsoft.com/office/drawing/2014/main" id="{00D54693-3A28-96EE-75DF-66A0A14627D9}"/>
              </a:ext>
            </a:extLst>
          </p:cNvPr>
          <p:cNvSpPr txBox="1"/>
          <p:nvPr/>
        </p:nvSpPr>
        <p:spPr>
          <a:xfrm>
            <a:off x="541565" y="1360438"/>
            <a:ext cx="6945086" cy="923330"/>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450.9234</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450.9234</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1</a:t>
            </a:r>
            <a:r>
              <a:rPr lang="en-IE" sz="1800" dirty="0">
                <a:solidFill>
                  <a:srgbClr val="000000"/>
                </a:solidFill>
                <a:effectLst/>
                <a:latin typeface="Menlo" panose="020B0609030804020204" pitchFamily="49" charset="0"/>
              </a:rPr>
              <a:t>)</a:t>
            </a:r>
            <a:r>
              <a:rPr lang="en-IE" sz="1800" dirty="0">
                <a:solidFill>
                  <a:srgbClr val="808080"/>
                </a:solidFill>
                <a:effectLst/>
                <a:latin typeface="Menlo" panose="020B0609030804020204" pitchFamily="49" charset="0"/>
              </a:rPr>
              <a:t>/*nearest 10s*/</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450.9234</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a:t>
            </a:r>
            <a:r>
              <a:rPr lang="en-IE" sz="1800" dirty="0">
                <a:solidFill>
                  <a:srgbClr val="808080"/>
                </a:solidFill>
                <a:effectLst/>
                <a:latin typeface="Menlo" panose="020B0609030804020204" pitchFamily="49" charset="0"/>
              </a:rPr>
              <a:t>/*nearest 100s*/</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450.9234</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3</a:t>
            </a:r>
            <a:r>
              <a:rPr lang="en-IE" sz="1800" dirty="0">
                <a:solidFill>
                  <a:srgbClr val="000000"/>
                </a:solidFill>
                <a:effectLst/>
                <a:latin typeface="Menlo" panose="020B0609030804020204" pitchFamily="49" charset="0"/>
              </a:rPr>
              <a:t>)/</a:t>
            </a:r>
            <a:r>
              <a:rPr lang="en-IE" sz="1800" dirty="0">
                <a:solidFill>
                  <a:srgbClr val="808080"/>
                </a:solidFill>
                <a:effectLst/>
                <a:latin typeface="Menlo" panose="020B0609030804020204" pitchFamily="49" charset="0"/>
              </a:rPr>
              <a:t>/*nearest 1000s*/</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176259186"/>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216" name="Rectangle 24"/>
          <p:cNvSpPr>
            <a:spLocks noGrp="1" noChangeArrowheads="1"/>
          </p:cNvSpPr>
          <p:nvPr>
            <p:ph type="title"/>
          </p:nvPr>
        </p:nvSpPr>
        <p:spPr/>
        <p:txBody>
          <a:bodyPr/>
          <a:lstStyle/>
          <a:p>
            <a:r>
              <a:rPr lang="en-US" altLang="en-US" dirty="0"/>
              <a:t>Using the </a:t>
            </a:r>
            <a:r>
              <a:rPr lang="en-US" altLang="en-US" dirty="0">
                <a:latin typeface="Courier New" pitchFamily="49" charset="0"/>
              </a:rPr>
              <a:t>TRUNC</a:t>
            </a:r>
            <a:r>
              <a:rPr lang="en-US" altLang="en-US" dirty="0"/>
              <a:t> Function</a:t>
            </a:r>
          </a:p>
        </p:txBody>
      </p:sp>
      <p:sp>
        <p:nvSpPr>
          <p:cNvPr id="3" name="Slide Number Placeholder 2">
            <a:extLst>
              <a:ext uri="{FF2B5EF4-FFF2-40B4-BE49-F238E27FC236}">
                <a16:creationId xmlns:a16="http://schemas.microsoft.com/office/drawing/2014/main" id="{92ADF7D1-466B-3594-AA4E-C4A7A1A3DF5E}"/>
              </a:ext>
            </a:extLst>
          </p:cNvPr>
          <p:cNvSpPr>
            <a:spLocks noGrp="1"/>
          </p:cNvSpPr>
          <p:nvPr>
            <p:ph type="sldNum" sz="quarter" idx="12"/>
          </p:nvPr>
        </p:nvSpPr>
        <p:spPr/>
        <p:txBody>
          <a:bodyPr/>
          <a:lstStyle/>
          <a:p>
            <a:fld id="{E0D3016C-3324-DD4B-A390-F77967EFEDE9}" type="slidenum">
              <a:rPr lang="pt-PT" smtClean="0"/>
              <a:t>13</a:t>
            </a:fld>
            <a:endParaRPr lang="pt-PT"/>
          </a:p>
        </p:txBody>
      </p:sp>
      <p:sp>
        <p:nvSpPr>
          <p:cNvPr id="4" name="TextBox 3">
            <a:extLst>
              <a:ext uri="{FF2B5EF4-FFF2-40B4-BE49-F238E27FC236}">
                <a16:creationId xmlns:a16="http://schemas.microsoft.com/office/drawing/2014/main" id="{B5A9D48F-AAFD-EED9-673E-4E0970D496A7}"/>
              </a:ext>
            </a:extLst>
          </p:cNvPr>
          <p:cNvSpPr txBox="1"/>
          <p:nvPr/>
        </p:nvSpPr>
        <p:spPr>
          <a:xfrm>
            <a:off x="552450" y="1408837"/>
            <a:ext cx="8286750" cy="1938992"/>
          </a:xfrm>
          <a:prstGeom prst="rect">
            <a:avLst/>
          </a:prstGeom>
          <a:noFill/>
        </p:spPr>
        <p:txBody>
          <a:bodyPr wrap="square" rtlCol="0">
            <a:spAutoFit/>
          </a:bodyPr>
          <a:lstStyle/>
          <a:p>
            <a:pPr marL="342900" indent="-342900">
              <a:buFont typeface="Arial" panose="020B0604020202020204" pitchFamily="34" charset="0"/>
              <a:buChar char="•"/>
            </a:pPr>
            <a:r>
              <a:rPr lang="en-IE" sz="2000" dirty="0">
                <a:solidFill>
                  <a:prstClr val="black"/>
                </a:solidFill>
              </a:rPr>
              <a:t>Truncate works similarly, but without rounding the number. </a:t>
            </a:r>
          </a:p>
          <a:p>
            <a:pPr marL="342900" indent="-342900">
              <a:buFont typeface="Arial" panose="020B0604020202020204" pitchFamily="34" charset="0"/>
              <a:buChar char="•"/>
            </a:pPr>
            <a:r>
              <a:rPr lang="en-IE" sz="2000" dirty="0">
                <a:solidFill>
                  <a:prstClr val="black"/>
                </a:solidFill>
              </a:rPr>
              <a:t>The decimal numbers are dropped, and the number on the left is truncated to 0 if the argument is -1, to 00 if the argument is -2, etc.</a:t>
            </a:r>
          </a:p>
          <a:p>
            <a:pPr marL="342900" indent="-342900">
              <a:buFont typeface="Arial" panose="020B0604020202020204" pitchFamily="34" charset="0"/>
              <a:buChar char="•"/>
            </a:pPr>
            <a:r>
              <a:rPr lang="en-IE" sz="2000" dirty="0">
                <a:solidFill>
                  <a:prstClr val="black"/>
                </a:solidFill>
              </a:rPr>
              <a:t>With negative second argument, TRUNC will make value zero to left of decimal point, so 45 becomes 40</a:t>
            </a:r>
          </a:p>
          <a:p>
            <a:endParaRPr lang="en-IE" sz="2000" dirty="0">
              <a:solidFill>
                <a:prstClr val="black"/>
              </a:solidFill>
            </a:endParaRPr>
          </a:p>
        </p:txBody>
      </p:sp>
      <p:sp>
        <p:nvSpPr>
          <p:cNvPr id="6" name="TextBox 5">
            <a:extLst>
              <a:ext uri="{FF2B5EF4-FFF2-40B4-BE49-F238E27FC236}">
                <a16:creationId xmlns:a16="http://schemas.microsoft.com/office/drawing/2014/main" id="{D453D3F3-4DAF-5856-BCC1-6E89C08BD567}"/>
              </a:ext>
            </a:extLst>
          </p:cNvPr>
          <p:cNvSpPr txBox="1"/>
          <p:nvPr/>
        </p:nvSpPr>
        <p:spPr>
          <a:xfrm>
            <a:off x="925285" y="3347829"/>
            <a:ext cx="4572000" cy="1754326"/>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--Truncate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TRUNC</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1</a:t>
            </a:r>
            <a:r>
              <a:rPr lang="en-IE" sz="1800" dirty="0">
                <a:solidFill>
                  <a:srgbClr val="000000"/>
                </a:solidFill>
                <a:effectLst/>
                <a:latin typeface="Menlo" panose="020B0609030804020204" pitchFamily="49" charset="0"/>
              </a:rPr>
              <a:t>)</a:t>
            </a:r>
            <a:r>
              <a:rPr lang="en-IE" sz="1800" dirty="0">
                <a:solidFill>
                  <a:srgbClr val="808080"/>
                </a:solidFill>
                <a:effectLst/>
                <a:latin typeface="Menlo" panose="020B0609030804020204" pitchFamily="49" charset="0"/>
              </a:rPr>
              <a:t>/*truncate to nearest 10s*/</a:t>
            </a:r>
            <a:r>
              <a:rPr lang="en-IE" sz="1800" dirty="0">
                <a:solidFill>
                  <a:srgbClr val="000000"/>
                </a:solidFill>
                <a:effectLst/>
                <a:latin typeface="Menlo" panose="020B0609030804020204" pitchFamily="49" charset="0"/>
              </a:rPr>
              <a:t>, </a:t>
            </a:r>
          </a:p>
          <a:p>
            <a:pPr marL="0" marR="0">
              <a:buNone/>
            </a:pPr>
            <a:r>
              <a:rPr lang="en-IE" sz="1800" b="1" dirty="0">
                <a:solidFill>
                  <a:srgbClr val="000080"/>
                </a:solidFill>
                <a:effectLst/>
                <a:latin typeface="Menlo" panose="020B0609030804020204" pitchFamily="49" charset="0"/>
              </a:rPr>
              <a:t>TRUNC</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TRUNC</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450.923</a:t>
            </a: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3</a:t>
            </a:r>
            <a:r>
              <a:rPr lang="en-IE" sz="1800" dirty="0">
                <a:solidFill>
                  <a:srgbClr val="000000"/>
                </a:solidFill>
                <a:effectLst/>
                <a:latin typeface="Menlo" panose="020B0609030804020204" pitchFamily="49" charset="0"/>
              </a:rPr>
              <a:t>) </a:t>
            </a:r>
            <a:r>
              <a:rPr lang="en-IE" sz="1800" dirty="0">
                <a:solidFill>
                  <a:srgbClr val="808080"/>
                </a:solidFill>
                <a:effectLst/>
                <a:latin typeface="Menlo" panose="020B0609030804020204" pitchFamily="49" charset="0"/>
              </a:rPr>
              <a:t>/*truncate to nearest 100s*/</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02053521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B62D-ADAF-A82C-F9E1-91B298737D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657928-DC3B-678A-BCEA-60FD5076C313}"/>
              </a:ext>
            </a:extLst>
          </p:cNvPr>
          <p:cNvSpPr>
            <a:spLocks noGrp="1"/>
          </p:cNvSpPr>
          <p:nvPr>
            <p:ph type="sldNum" sz="quarter" idx="12"/>
          </p:nvPr>
        </p:nvSpPr>
        <p:spPr/>
        <p:txBody>
          <a:bodyPr/>
          <a:lstStyle/>
          <a:p>
            <a:fld id="{E0D3016C-3324-DD4B-A390-F77967EFEDE9}" type="slidenum">
              <a:rPr lang="pt-PT" smtClean="0"/>
              <a:t>14</a:t>
            </a:fld>
            <a:endParaRPr lang="pt-PT"/>
          </a:p>
        </p:txBody>
      </p:sp>
      <p:sp>
        <p:nvSpPr>
          <p:cNvPr id="4" name="TextBox 3">
            <a:extLst>
              <a:ext uri="{FF2B5EF4-FFF2-40B4-BE49-F238E27FC236}">
                <a16:creationId xmlns:a16="http://schemas.microsoft.com/office/drawing/2014/main" id="{B0DBF296-1479-5E09-EED5-DC425614F6B8}"/>
              </a:ext>
            </a:extLst>
          </p:cNvPr>
          <p:cNvSpPr txBox="1"/>
          <p:nvPr/>
        </p:nvSpPr>
        <p:spPr>
          <a:xfrm>
            <a:off x="374021" y="2027077"/>
            <a:ext cx="8619372" cy="3416320"/>
          </a:xfrm>
          <a:prstGeom prst="rect">
            <a:avLst/>
          </a:prstGeom>
          <a:noFill/>
        </p:spPr>
        <p:txBody>
          <a:bodyPr wrap="square" rtlCol="0">
            <a:spAutoFit/>
          </a:bodyPr>
          <a:lstStyle/>
          <a:p>
            <a:pPr marL="342900" indent="-342900">
              <a:buFont typeface="Arial" panose="020B0604020202020204" pitchFamily="34" charset="0"/>
              <a:buChar char="•"/>
            </a:pPr>
            <a:r>
              <a:rPr lang="en-IE" sz="2400" dirty="0">
                <a:solidFill>
                  <a:prstClr val="black"/>
                </a:solidFill>
              </a:rPr>
              <a:t>In finance, truncate( ) can be useful to discard insignificant decimal places to avoid rounding that could affect the balance, inflating or deflating amounts.</a:t>
            </a:r>
          </a:p>
          <a:p>
            <a:endParaRPr lang="en-IE" sz="2400" dirty="0">
              <a:solidFill>
                <a:prstClr val="black"/>
              </a:solidFill>
            </a:endParaRPr>
          </a:p>
          <a:p>
            <a:pPr marL="342900" indent="-342900">
              <a:buFont typeface="Arial" panose="020B0604020202020204" pitchFamily="34" charset="0"/>
              <a:buChar char="•"/>
            </a:pPr>
            <a:r>
              <a:rPr lang="en-IE" sz="2400" dirty="0">
                <a:solidFill>
                  <a:prstClr val="black"/>
                </a:solidFill>
              </a:rPr>
              <a:t>We can also use it when a system operates on strict thresholds. Suppose an app operates with fixed resource limits on the database – truncating can ensure that the resource count remains within bounds without rounding up.</a:t>
            </a:r>
          </a:p>
          <a:p>
            <a:pPr marL="342900" indent="-342900">
              <a:buFont typeface="Arial" panose="020B0604020202020204" pitchFamily="34" charset="0"/>
              <a:buChar char="•"/>
            </a:pPr>
            <a:endParaRPr lang="en-IE" sz="2400" dirty="0">
              <a:solidFill>
                <a:prstClr val="black"/>
              </a:solidFill>
            </a:endParaRPr>
          </a:p>
        </p:txBody>
      </p:sp>
      <p:sp>
        <p:nvSpPr>
          <p:cNvPr id="6" name="Rectangle 24">
            <a:extLst>
              <a:ext uri="{FF2B5EF4-FFF2-40B4-BE49-F238E27FC236}">
                <a16:creationId xmlns:a16="http://schemas.microsoft.com/office/drawing/2014/main" id="{B52B7858-267B-D9E4-C9CC-8144E3A60128}"/>
              </a:ext>
            </a:extLst>
          </p:cNvPr>
          <p:cNvSpPr>
            <a:spLocks noGrp="1" noChangeArrowheads="1"/>
          </p:cNvSpPr>
          <p:nvPr>
            <p:ph type="title"/>
          </p:nvPr>
        </p:nvSpPr>
        <p:spPr>
          <a:xfrm>
            <a:off x="628650" y="365126"/>
            <a:ext cx="7886700" cy="1325563"/>
          </a:xfrm>
        </p:spPr>
        <p:txBody>
          <a:bodyPr/>
          <a:lstStyle/>
          <a:p>
            <a:r>
              <a:rPr lang="en-US" altLang="en-US" dirty="0"/>
              <a:t>Using the </a:t>
            </a:r>
            <a:r>
              <a:rPr lang="en-US" altLang="en-US" dirty="0">
                <a:latin typeface="Courier New" pitchFamily="49" charset="0"/>
              </a:rPr>
              <a:t>TRUNC</a:t>
            </a:r>
            <a:r>
              <a:rPr lang="en-US" altLang="en-US" dirty="0"/>
              <a:t> Function</a:t>
            </a:r>
          </a:p>
        </p:txBody>
      </p:sp>
    </p:spTree>
    <p:extLst>
      <p:ext uri="{BB962C8B-B14F-4D97-AF65-F5344CB8AC3E}">
        <p14:creationId xmlns:p14="http://schemas.microsoft.com/office/powerpoint/2010/main" val="1458883042"/>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4" name="Rectangle 8"/>
          <p:cNvSpPr>
            <a:spLocks noGrp="1" noChangeArrowheads="1"/>
          </p:cNvSpPr>
          <p:nvPr>
            <p:ph type="title"/>
          </p:nvPr>
        </p:nvSpPr>
        <p:spPr/>
        <p:txBody>
          <a:bodyPr/>
          <a:lstStyle/>
          <a:p>
            <a:r>
              <a:rPr lang="en-US" altLang="en-US" dirty="0"/>
              <a:t>Mod</a:t>
            </a:r>
          </a:p>
        </p:txBody>
      </p:sp>
      <p:sp>
        <p:nvSpPr>
          <p:cNvPr id="388105" name="Rectangle 9"/>
          <p:cNvSpPr>
            <a:spLocks noGrp="1" noChangeArrowheads="1"/>
          </p:cNvSpPr>
          <p:nvPr>
            <p:ph idx="1"/>
          </p:nvPr>
        </p:nvSpPr>
        <p:spPr>
          <a:xfrm>
            <a:off x="489857" y="2103437"/>
            <a:ext cx="6821034" cy="1325563"/>
          </a:xfrm>
        </p:spPr>
        <p:txBody>
          <a:bodyPr>
            <a:normAutofit fontScale="92500" lnSpcReduction="10000"/>
          </a:bodyPr>
          <a:lstStyle/>
          <a:p>
            <a:pPr lvl="1">
              <a:lnSpc>
                <a:spcPct val="120000"/>
              </a:lnSpc>
            </a:pPr>
            <a:r>
              <a:rPr lang="en-US" altLang="en-US" sz="2400" dirty="0">
                <a:latin typeface="Helvetica" pitchFamily="2" charset="0"/>
                <a:cs typeface="Calibri" panose="020F0502020204030204" pitchFamily="34" charset="0"/>
              </a:rPr>
              <a:t>MOD: Returns the remainder of the division.</a:t>
            </a:r>
          </a:p>
          <a:p>
            <a:pPr lvl="1">
              <a:lnSpc>
                <a:spcPct val="120000"/>
              </a:lnSpc>
            </a:pPr>
            <a:r>
              <a:rPr lang="en-US" altLang="en-US" sz="2400" dirty="0">
                <a:latin typeface="Helvetica" pitchFamily="2" charset="0"/>
                <a:cs typeface="Calibri" panose="020F0502020204030204" pitchFamily="34" charset="0"/>
              </a:rPr>
              <a:t>Used for detecting even/odd patterns</a:t>
            </a:r>
          </a:p>
          <a:p>
            <a:pPr lvl="1">
              <a:lnSpc>
                <a:spcPct val="120000"/>
              </a:lnSpc>
            </a:pPr>
            <a:r>
              <a:rPr lang="en-US" altLang="en-US" sz="2400" dirty="0">
                <a:latin typeface="Helvetica" pitchFamily="2" charset="0"/>
                <a:cs typeface="Calibri" panose="020F0502020204030204" pitchFamily="34" charset="0"/>
              </a:rPr>
              <a:t>Helps to </a:t>
            </a:r>
            <a:r>
              <a:rPr lang="en-US" altLang="en-US" sz="2400" dirty="0" err="1">
                <a:latin typeface="Helvetica" pitchFamily="2" charset="0"/>
                <a:cs typeface="Calibri" panose="020F0502020204030204" pitchFamily="34" charset="0"/>
              </a:rPr>
              <a:t>categorise</a:t>
            </a:r>
            <a:r>
              <a:rPr lang="en-US" altLang="en-US" sz="2400" dirty="0">
                <a:latin typeface="Helvetica" pitchFamily="2" charset="0"/>
                <a:cs typeface="Calibri" panose="020F0502020204030204" pitchFamily="34" charset="0"/>
              </a:rPr>
              <a:t> based on numerical patterns</a:t>
            </a:r>
          </a:p>
        </p:txBody>
      </p:sp>
      <p:sp>
        <p:nvSpPr>
          <p:cNvPr id="2" name="Slide Number Placeholder 1">
            <a:extLst>
              <a:ext uri="{FF2B5EF4-FFF2-40B4-BE49-F238E27FC236}">
                <a16:creationId xmlns:a16="http://schemas.microsoft.com/office/drawing/2014/main" id="{071D9764-B49A-D47D-EA61-F20BE26EEBE1}"/>
              </a:ext>
            </a:extLst>
          </p:cNvPr>
          <p:cNvSpPr>
            <a:spLocks noGrp="1"/>
          </p:cNvSpPr>
          <p:nvPr>
            <p:ph type="sldNum" sz="quarter" idx="12"/>
          </p:nvPr>
        </p:nvSpPr>
        <p:spPr/>
        <p:txBody>
          <a:bodyPr/>
          <a:lstStyle/>
          <a:p>
            <a:fld id="{E0D3016C-3324-DD4B-A390-F77967EFEDE9}" type="slidenum">
              <a:rPr lang="pt-PT" smtClean="0"/>
              <a:t>15</a:t>
            </a:fld>
            <a:endParaRPr lang="pt-PT"/>
          </a:p>
        </p:txBody>
      </p:sp>
      <p:sp>
        <p:nvSpPr>
          <p:cNvPr id="388100" name="Arc 4"/>
          <p:cNvSpPr>
            <a:spLocks/>
          </p:cNvSpPr>
          <p:nvPr/>
        </p:nvSpPr>
        <p:spPr bwMode="ltGray">
          <a:xfrm>
            <a:off x="5697538" y="3206750"/>
            <a:ext cx="211137"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solidFill>
                <a:prstClr val="black"/>
              </a:solidFill>
            </a:endParaRPr>
          </a:p>
        </p:txBody>
      </p:sp>
    </p:spTree>
    <p:extLst>
      <p:ext uri="{BB962C8B-B14F-4D97-AF65-F5344CB8AC3E}">
        <p14:creationId xmlns:p14="http://schemas.microsoft.com/office/powerpoint/2010/main" val="700700940"/>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848DC-B248-8E2E-40B2-E75A216E05FC}"/>
            </a:ext>
          </a:extLst>
        </p:cNvPr>
        <p:cNvGrpSpPr/>
        <p:nvPr/>
      </p:nvGrpSpPr>
      <p:grpSpPr>
        <a:xfrm>
          <a:off x="0" y="0"/>
          <a:ext cx="0" cy="0"/>
          <a:chOff x="0" y="0"/>
          <a:chExt cx="0" cy="0"/>
        </a:xfrm>
      </p:grpSpPr>
      <p:sp>
        <p:nvSpPr>
          <p:cNvPr id="388104" name="Rectangle 8">
            <a:extLst>
              <a:ext uri="{FF2B5EF4-FFF2-40B4-BE49-F238E27FC236}">
                <a16:creationId xmlns:a16="http://schemas.microsoft.com/office/drawing/2014/main" id="{9FC2262B-CE84-8DC8-9689-E3AF89F6DFE5}"/>
              </a:ext>
            </a:extLst>
          </p:cNvPr>
          <p:cNvSpPr>
            <a:spLocks noGrp="1" noChangeArrowheads="1"/>
          </p:cNvSpPr>
          <p:nvPr>
            <p:ph type="title"/>
          </p:nvPr>
        </p:nvSpPr>
        <p:spPr/>
        <p:txBody>
          <a:bodyPr/>
          <a:lstStyle/>
          <a:p>
            <a:r>
              <a:rPr lang="en-US" altLang="en-US" dirty="0"/>
              <a:t>Mod</a:t>
            </a:r>
          </a:p>
        </p:txBody>
      </p:sp>
      <p:sp>
        <p:nvSpPr>
          <p:cNvPr id="2" name="Slide Number Placeholder 1">
            <a:extLst>
              <a:ext uri="{FF2B5EF4-FFF2-40B4-BE49-F238E27FC236}">
                <a16:creationId xmlns:a16="http://schemas.microsoft.com/office/drawing/2014/main" id="{D318B8A4-C018-0D0C-E4AF-A960A3E95B94}"/>
              </a:ext>
            </a:extLst>
          </p:cNvPr>
          <p:cNvSpPr>
            <a:spLocks noGrp="1"/>
          </p:cNvSpPr>
          <p:nvPr>
            <p:ph type="sldNum" sz="quarter" idx="12"/>
          </p:nvPr>
        </p:nvSpPr>
        <p:spPr/>
        <p:txBody>
          <a:bodyPr/>
          <a:lstStyle/>
          <a:p>
            <a:fld id="{E0D3016C-3324-DD4B-A390-F77967EFEDE9}" type="slidenum">
              <a:rPr lang="pt-PT" smtClean="0"/>
              <a:t>16</a:t>
            </a:fld>
            <a:endParaRPr lang="pt-PT"/>
          </a:p>
        </p:txBody>
      </p:sp>
      <p:sp>
        <p:nvSpPr>
          <p:cNvPr id="388100" name="Arc 4">
            <a:extLst>
              <a:ext uri="{FF2B5EF4-FFF2-40B4-BE49-F238E27FC236}">
                <a16:creationId xmlns:a16="http://schemas.microsoft.com/office/drawing/2014/main" id="{F0E21597-E4A5-3EE1-2F2D-8A8CE512B007}"/>
              </a:ext>
            </a:extLst>
          </p:cNvPr>
          <p:cNvSpPr>
            <a:spLocks/>
          </p:cNvSpPr>
          <p:nvPr/>
        </p:nvSpPr>
        <p:spPr bwMode="ltGray">
          <a:xfrm>
            <a:off x="5697538" y="3206750"/>
            <a:ext cx="211137"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solidFill>
                <a:prstClr val="black"/>
              </a:solidFill>
            </a:endParaRPr>
          </a:p>
        </p:txBody>
      </p:sp>
      <p:sp>
        <p:nvSpPr>
          <p:cNvPr id="6" name="TextBox 5">
            <a:extLst>
              <a:ext uri="{FF2B5EF4-FFF2-40B4-BE49-F238E27FC236}">
                <a16:creationId xmlns:a16="http://schemas.microsoft.com/office/drawing/2014/main" id="{C330F01B-A47B-FB9D-489A-4579419D7152}"/>
              </a:ext>
            </a:extLst>
          </p:cNvPr>
          <p:cNvSpPr txBox="1"/>
          <p:nvPr/>
        </p:nvSpPr>
        <p:spPr>
          <a:xfrm>
            <a:off x="0" y="1379259"/>
            <a:ext cx="8675915" cy="4872039"/>
          </a:xfrm>
          <a:prstGeom prst="rect">
            <a:avLst/>
          </a:prstGeom>
          <a:noFill/>
        </p:spPr>
        <p:txBody>
          <a:bodyPr wrap="square">
            <a:spAutoFit/>
          </a:bodyPr>
          <a:lstStyle/>
          <a:p>
            <a:pPr marL="742950" lvl="1" indent="-285750">
              <a:lnSpc>
                <a:spcPct val="120000"/>
              </a:lnSpc>
              <a:buFont typeface="Arial" panose="020B0604020202020204" pitchFamily="34" charset="0"/>
              <a:buChar char="•"/>
            </a:pPr>
            <a:r>
              <a:rPr lang="en-IE" sz="2000" dirty="0">
                <a:latin typeface="Helvetica" pitchFamily="2" charset="0"/>
              </a:rPr>
              <a:t>Suppose the university regularly reviews new research projects, and each project must be assigned to one of 3 review committees:</a:t>
            </a:r>
          </a:p>
          <a:p>
            <a:pPr marL="742950" lvl="1" indent="-285750">
              <a:lnSpc>
                <a:spcPct val="120000"/>
              </a:lnSpc>
              <a:buFont typeface="Arial" panose="020B0604020202020204" pitchFamily="34" charset="0"/>
              <a:buChar char="•"/>
            </a:pPr>
            <a:endParaRPr lang="en-IE" sz="2000" dirty="0">
              <a:latin typeface="Helvetica" pitchFamily="2" charset="0"/>
            </a:endParaRPr>
          </a:p>
          <a:p>
            <a:pPr marL="742950" lvl="1" indent="-285750">
              <a:lnSpc>
                <a:spcPct val="120000"/>
              </a:lnSpc>
              <a:buFont typeface="Arial" panose="020B0604020202020204" pitchFamily="34" charset="0"/>
              <a:buChar char="•"/>
            </a:pPr>
            <a:endParaRPr lang="en-IE" sz="2000" dirty="0">
              <a:latin typeface="Helvetica" pitchFamily="2" charset="0"/>
            </a:endParaRPr>
          </a:p>
          <a:p>
            <a:pPr marL="742950" lvl="1" indent="-285750">
              <a:lnSpc>
                <a:spcPct val="120000"/>
              </a:lnSpc>
              <a:buFont typeface="Arial" panose="020B0604020202020204" pitchFamily="34" charset="0"/>
              <a:buChar char="•"/>
            </a:pPr>
            <a:endParaRPr lang="en-IE" sz="2000" dirty="0">
              <a:latin typeface="Helvetica" pitchFamily="2" charset="0"/>
            </a:endParaRPr>
          </a:p>
          <a:p>
            <a:pPr marL="742950" lvl="1" indent="-285750">
              <a:lnSpc>
                <a:spcPct val="120000"/>
              </a:lnSpc>
              <a:buFont typeface="Arial" panose="020B0604020202020204" pitchFamily="34" charset="0"/>
              <a:buChar char="•"/>
            </a:pPr>
            <a:endParaRPr lang="en-IE" sz="2000" dirty="0">
              <a:latin typeface="Helvetica" pitchFamily="2" charset="0"/>
            </a:endParaRPr>
          </a:p>
          <a:p>
            <a:pPr marL="742950" lvl="1" indent="-285750">
              <a:lnSpc>
                <a:spcPct val="120000"/>
              </a:lnSpc>
              <a:buFont typeface="Arial" panose="020B0604020202020204" pitchFamily="34" charset="0"/>
              <a:buChar char="•"/>
            </a:pPr>
            <a:endParaRPr lang="en-IE" sz="2000" dirty="0">
              <a:latin typeface="Helvetica" pitchFamily="2" charset="0"/>
            </a:endParaRPr>
          </a:p>
          <a:p>
            <a:pPr marL="742950" lvl="1" indent="-285750">
              <a:lnSpc>
                <a:spcPct val="120000"/>
              </a:lnSpc>
              <a:buFont typeface="Arial" panose="020B0604020202020204" pitchFamily="34" charset="0"/>
              <a:buChar char="•"/>
            </a:pPr>
            <a:endParaRPr lang="en-IE" sz="2000" dirty="0">
              <a:latin typeface="Helvetica" pitchFamily="2" charset="0"/>
            </a:endParaRPr>
          </a:p>
          <a:p>
            <a:pPr marL="742950" lvl="1" indent="-285750">
              <a:lnSpc>
                <a:spcPct val="120000"/>
              </a:lnSpc>
              <a:buFont typeface="Arial" panose="020B0604020202020204" pitchFamily="34" charset="0"/>
              <a:buChar char="•"/>
            </a:pPr>
            <a:r>
              <a:rPr lang="en-IE" sz="2000" dirty="0">
                <a:latin typeface="Helvetica" pitchFamily="2" charset="0"/>
              </a:rPr>
              <a:t>Instead of manually distributing projects, you want a quick automatic rule that balances the load evenly among committees.</a:t>
            </a:r>
          </a:p>
          <a:p>
            <a:pPr marL="742950" lvl="1" indent="-285750">
              <a:lnSpc>
                <a:spcPct val="120000"/>
              </a:lnSpc>
              <a:buFont typeface="Arial" panose="020B0604020202020204" pitchFamily="34" charset="0"/>
              <a:buChar char="•"/>
            </a:pPr>
            <a:r>
              <a:rPr lang="en-IE" sz="2000" dirty="0">
                <a:latin typeface="Helvetica" pitchFamily="2" charset="0"/>
              </a:rPr>
              <a:t>We can use the mod of the </a:t>
            </a:r>
            <a:r>
              <a:rPr lang="en-IE" sz="2000" dirty="0" err="1">
                <a:latin typeface="Helvetica" pitchFamily="2" charset="0"/>
              </a:rPr>
              <a:t>research_id</a:t>
            </a:r>
            <a:r>
              <a:rPr lang="en-IE" sz="2000" dirty="0">
                <a:latin typeface="Helvetica" pitchFamily="2" charset="0"/>
              </a:rPr>
              <a:t> to allocate the projects to each committee.</a:t>
            </a:r>
          </a:p>
          <a:p>
            <a:pPr marL="742950" lvl="1" indent="-285750">
              <a:lnSpc>
                <a:spcPct val="120000"/>
              </a:lnSpc>
              <a:buFont typeface="Arial" panose="020B0604020202020204" pitchFamily="34" charset="0"/>
              <a:buChar char="•"/>
            </a:pPr>
            <a:endParaRPr lang="en-IE" sz="2000" dirty="0">
              <a:latin typeface="Helvetica" pitchFamily="2" charset="0"/>
            </a:endParaRPr>
          </a:p>
        </p:txBody>
      </p:sp>
      <p:graphicFrame>
        <p:nvGraphicFramePr>
          <p:cNvPr id="7" name="Table 6">
            <a:extLst>
              <a:ext uri="{FF2B5EF4-FFF2-40B4-BE49-F238E27FC236}">
                <a16:creationId xmlns:a16="http://schemas.microsoft.com/office/drawing/2014/main" id="{AED562E5-7A4C-5B2C-3F60-4DEB13552E97}"/>
              </a:ext>
            </a:extLst>
          </p:cNvPr>
          <p:cNvGraphicFramePr>
            <a:graphicFrameLocks noGrp="1"/>
          </p:cNvGraphicFramePr>
          <p:nvPr>
            <p:extLst>
              <p:ext uri="{D42A27DB-BD31-4B8C-83A1-F6EECF244321}">
                <p14:modId xmlns:p14="http://schemas.microsoft.com/office/powerpoint/2010/main" val="4116301342"/>
              </p:ext>
            </p:extLst>
          </p:nvPr>
        </p:nvGraphicFramePr>
        <p:xfrm>
          <a:off x="864053" y="2612390"/>
          <a:ext cx="6947808" cy="1341120"/>
        </p:xfrm>
        <a:graphic>
          <a:graphicData uri="http://schemas.openxmlformats.org/drawingml/2006/table">
            <a:tbl>
              <a:tblPr>
                <a:tableStyleId>{5940675A-B579-460E-94D1-54222C63F5DA}</a:tableStyleId>
              </a:tblPr>
              <a:tblGrid>
                <a:gridCol w="3473904">
                  <a:extLst>
                    <a:ext uri="{9D8B030D-6E8A-4147-A177-3AD203B41FA5}">
                      <a16:colId xmlns:a16="http://schemas.microsoft.com/office/drawing/2014/main" val="2357331360"/>
                    </a:ext>
                  </a:extLst>
                </a:gridCol>
                <a:gridCol w="3473904">
                  <a:extLst>
                    <a:ext uri="{9D8B030D-6E8A-4147-A177-3AD203B41FA5}">
                      <a16:colId xmlns:a16="http://schemas.microsoft.com/office/drawing/2014/main" val="3826694609"/>
                    </a:ext>
                  </a:extLst>
                </a:gridCol>
              </a:tblGrid>
              <a:tr h="0">
                <a:tc>
                  <a:txBody>
                    <a:bodyPr/>
                    <a:lstStyle/>
                    <a:p>
                      <a:pPr algn="ctr">
                        <a:buNone/>
                      </a:pPr>
                      <a:r>
                        <a:rPr lang="en-IE" sz="1600"/>
                        <a:t>Committee ID</a:t>
                      </a:r>
                    </a:p>
                  </a:txBody>
                  <a:tcPr anchor="ctr"/>
                </a:tc>
                <a:tc>
                  <a:txBody>
                    <a:bodyPr/>
                    <a:lstStyle/>
                    <a:p>
                      <a:pPr algn="ctr">
                        <a:buNone/>
                      </a:pPr>
                      <a:r>
                        <a:rPr lang="en-IE" sz="1600" dirty="0"/>
                        <a:t>Description</a:t>
                      </a:r>
                    </a:p>
                  </a:txBody>
                  <a:tcPr anchor="ctr"/>
                </a:tc>
                <a:extLst>
                  <a:ext uri="{0D108BD9-81ED-4DB2-BD59-A6C34878D82A}">
                    <a16:rowId xmlns:a16="http://schemas.microsoft.com/office/drawing/2014/main" val="1017675376"/>
                  </a:ext>
                </a:extLst>
              </a:tr>
              <a:tr h="0">
                <a:tc>
                  <a:txBody>
                    <a:bodyPr/>
                    <a:lstStyle/>
                    <a:p>
                      <a:pPr algn="ctr">
                        <a:buNone/>
                      </a:pPr>
                      <a:r>
                        <a:rPr lang="en-IE" sz="1600" dirty="0"/>
                        <a:t>0</a:t>
                      </a:r>
                    </a:p>
                  </a:txBody>
                  <a:tcPr anchor="ctr"/>
                </a:tc>
                <a:tc>
                  <a:txBody>
                    <a:bodyPr/>
                    <a:lstStyle/>
                    <a:p>
                      <a:pPr algn="ctr">
                        <a:buNone/>
                      </a:pPr>
                      <a:r>
                        <a:rPr lang="en-IE" sz="1600" dirty="0"/>
                        <a:t>Ethics &amp; Compliance</a:t>
                      </a:r>
                    </a:p>
                  </a:txBody>
                  <a:tcPr anchor="ctr"/>
                </a:tc>
                <a:extLst>
                  <a:ext uri="{0D108BD9-81ED-4DB2-BD59-A6C34878D82A}">
                    <a16:rowId xmlns:a16="http://schemas.microsoft.com/office/drawing/2014/main" val="3669329855"/>
                  </a:ext>
                </a:extLst>
              </a:tr>
              <a:tr h="0">
                <a:tc>
                  <a:txBody>
                    <a:bodyPr/>
                    <a:lstStyle/>
                    <a:p>
                      <a:pPr algn="ctr">
                        <a:buNone/>
                      </a:pPr>
                      <a:r>
                        <a:rPr lang="en-IE" sz="1600" dirty="0"/>
                        <a:t>1</a:t>
                      </a:r>
                    </a:p>
                  </a:txBody>
                  <a:tcPr anchor="ctr"/>
                </a:tc>
                <a:tc>
                  <a:txBody>
                    <a:bodyPr/>
                    <a:lstStyle/>
                    <a:p>
                      <a:pPr algn="ctr">
                        <a:buNone/>
                      </a:pPr>
                      <a:r>
                        <a:rPr lang="en-IE" sz="1600"/>
                        <a:t>Methodology Review</a:t>
                      </a:r>
                    </a:p>
                  </a:txBody>
                  <a:tcPr anchor="ctr"/>
                </a:tc>
                <a:extLst>
                  <a:ext uri="{0D108BD9-81ED-4DB2-BD59-A6C34878D82A}">
                    <a16:rowId xmlns:a16="http://schemas.microsoft.com/office/drawing/2014/main" val="118921328"/>
                  </a:ext>
                </a:extLst>
              </a:tr>
              <a:tr h="0">
                <a:tc>
                  <a:txBody>
                    <a:bodyPr/>
                    <a:lstStyle/>
                    <a:p>
                      <a:pPr algn="ctr">
                        <a:buNone/>
                      </a:pPr>
                      <a:r>
                        <a:rPr lang="en-IE" sz="1600" dirty="0"/>
                        <a:t>2</a:t>
                      </a:r>
                    </a:p>
                  </a:txBody>
                  <a:tcPr anchor="ctr"/>
                </a:tc>
                <a:tc>
                  <a:txBody>
                    <a:bodyPr/>
                    <a:lstStyle/>
                    <a:p>
                      <a:pPr algn="ctr">
                        <a:buNone/>
                      </a:pPr>
                      <a:r>
                        <a:rPr lang="en-IE" sz="1600" dirty="0"/>
                        <a:t>Funding Allocation</a:t>
                      </a:r>
                    </a:p>
                  </a:txBody>
                  <a:tcPr anchor="ctr"/>
                </a:tc>
                <a:extLst>
                  <a:ext uri="{0D108BD9-81ED-4DB2-BD59-A6C34878D82A}">
                    <a16:rowId xmlns:a16="http://schemas.microsoft.com/office/drawing/2014/main" val="1621664211"/>
                  </a:ext>
                </a:extLst>
              </a:tr>
            </a:tbl>
          </a:graphicData>
        </a:graphic>
      </p:graphicFrame>
    </p:spTree>
    <p:extLst>
      <p:ext uri="{BB962C8B-B14F-4D97-AF65-F5344CB8AC3E}">
        <p14:creationId xmlns:p14="http://schemas.microsoft.com/office/powerpoint/2010/main" val="140191518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B3403-DBFC-0B44-BC2B-8A1BD0304758}"/>
            </a:ext>
          </a:extLst>
        </p:cNvPr>
        <p:cNvGrpSpPr/>
        <p:nvPr/>
      </p:nvGrpSpPr>
      <p:grpSpPr>
        <a:xfrm>
          <a:off x="0" y="0"/>
          <a:ext cx="0" cy="0"/>
          <a:chOff x="0" y="0"/>
          <a:chExt cx="0" cy="0"/>
        </a:xfrm>
      </p:grpSpPr>
      <p:sp>
        <p:nvSpPr>
          <p:cNvPr id="388104" name="Rectangle 8">
            <a:extLst>
              <a:ext uri="{FF2B5EF4-FFF2-40B4-BE49-F238E27FC236}">
                <a16:creationId xmlns:a16="http://schemas.microsoft.com/office/drawing/2014/main" id="{2AF0BA34-631C-61A5-3629-FFC8CB715A26}"/>
              </a:ext>
            </a:extLst>
          </p:cNvPr>
          <p:cNvSpPr>
            <a:spLocks noGrp="1" noChangeArrowheads="1"/>
          </p:cNvSpPr>
          <p:nvPr>
            <p:ph type="title"/>
          </p:nvPr>
        </p:nvSpPr>
        <p:spPr/>
        <p:txBody>
          <a:bodyPr/>
          <a:lstStyle/>
          <a:p>
            <a:r>
              <a:rPr lang="en-US" altLang="en-US" dirty="0"/>
              <a:t>Mod</a:t>
            </a:r>
          </a:p>
        </p:txBody>
      </p:sp>
      <p:sp>
        <p:nvSpPr>
          <p:cNvPr id="2" name="Slide Number Placeholder 1">
            <a:extLst>
              <a:ext uri="{FF2B5EF4-FFF2-40B4-BE49-F238E27FC236}">
                <a16:creationId xmlns:a16="http://schemas.microsoft.com/office/drawing/2014/main" id="{F5AB874B-F6A3-E713-4614-28B982EE3839}"/>
              </a:ext>
            </a:extLst>
          </p:cNvPr>
          <p:cNvSpPr>
            <a:spLocks noGrp="1"/>
          </p:cNvSpPr>
          <p:nvPr>
            <p:ph type="sldNum" sz="quarter" idx="12"/>
          </p:nvPr>
        </p:nvSpPr>
        <p:spPr/>
        <p:txBody>
          <a:bodyPr/>
          <a:lstStyle/>
          <a:p>
            <a:fld id="{E0D3016C-3324-DD4B-A390-F77967EFEDE9}" type="slidenum">
              <a:rPr lang="pt-PT" smtClean="0"/>
              <a:t>17</a:t>
            </a:fld>
            <a:endParaRPr lang="pt-PT"/>
          </a:p>
        </p:txBody>
      </p:sp>
      <p:sp>
        <p:nvSpPr>
          <p:cNvPr id="388100" name="Arc 4">
            <a:extLst>
              <a:ext uri="{FF2B5EF4-FFF2-40B4-BE49-F238E27FC236}">
                <a16:creationId xmlns:a16="http://schemas.microsoft.com/office/drawing/2014/main" id="{7D0EF50E-DB82-F8B9-75CC-FB5B3AB2DE03}"/>
              </a:ext>
            </a:extLst>
          </p:cNvPr>
          <p:cNvSpPr>
            <a:spLocks/>
          </p:cNvSpPr>
          <p:nvPr/>
        </p:nvSpPr>
        <p:spPr bwMode="ltGray">
          <a:xfrm>
            <a:off x="5697538" y="3206750"/>
            <a:ext cx="211137"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solidFill>
                <a:prstClr val="black"/>
              </a:solidFill>
            </a:endParaRPr>
          </a:p>
        </p:txBody>
      </p:sp>
      <p:graphicFrame>
        <p:nvGraphicFramePr>
          <p:cNvPr id="7" name="Table 6">
            <a:extLst>
              <a:ext uri="{FF2B5EF4-FFF2-40B4-BE49-F238E27FC236}">
                <a16:creationId xmlns:a16="http://schemas.microsoft.com/office/drawing/2014/main" id="{34A618E5-7FFA-50C4-B57C-7C7D6462D223}"/>
              </a:ext>
            </a:extLst>
          </p:cNvPr>
          <p:cNvGraphicFramePr>
            <a:graphicFrameLocks noGrp="1"/>
          </p:cNvGraphicFramePr>
          <p:nvPr>
            <p:extLst>
              <p:ext uri="{D42A27DB-BD31-4B8C-83A1-F6EECF244321}">
                <p14:modId xmlns:p14="http://schemas.microsoft.com/office/powerpoint/2010/main" val="648852500"/>
              </p:ext>
            </p:extLst>
          </p:nvPr>
        </p:nvGraphicFramePr>
        <p:xfrm>
          <a:off x="820510" y="1690689"/>
          <a:ext cx="6947808" cy="1341120"/>
        </p:xfrm>
        <a:graphic>
          <a:graphicData uri="http://schemas.openxmlformats.org/drawingml/2006/table">
            <a:tbl>
              <a:tblPr>
                <a:tableStyleId>{5940675A-B579-460E-94D1-54222C63F5DA}</a:tableStyleId>
              </a:tblPr>
              <a:tblGrid>
                <a:gridCol w="3473904">
                  <a:extLst>
                    <a:ext uri="{9D8B030D-6E8A-4147-A177-3AD203B41FA5}">
                      <a16:colId xmlns:a16="http://schemas.microsoft.com/office/drawing/2014/main" val="2357331360"/>
                    </a:ext>
                  </a:extLst>
                </a:gridCol>
                <a:gridCol w="3473904">
                  <a:extLst>
                    <a:ext uri="{9D8B030D-6E8A-4147-A177-3AD203B41FA5}">
                      <a16:colId xmlns:a16="http://schemas.microsoft.com/office/drawing/2014/main" val="3826694609"/>
                    </a:ext>
                  </a:extLst>
                </a:gridCol>
              </a:tblGrid>
              <a:tr h="0">
                <a:tc>
                  <a:txBody>
                    <a:bodyPr/>
                    <a:lstStyle/>
                    <a:p>
                      <a:pPr algn="ctr">
                        <a:buNone/>
                      </a:pPr>
                      <a:r>
                        <a:rPr lang="en-IE" sz="1600"/>
                        <a:t>Committee ID</a:t>
                      </a:r>
                    </a:p>
                  </a:txBody>
                  <a:tcPr anchor="ctr"/>
                </a:tc>
                <a:tc>
                  <a:txBody>
                    <a:bodyPr/>
                    <a:lstStyle/>
                    <a:p>
                      <a:pPr algn="ctr">
                        <a:buNone/>
                      </a:pPr>
                      <a:r>
                        <a:rPr lang="en-IE" sz="1600" dirty="0"/>
                        <a:t>Description</a:t>
                      </a:r>
                    </a:p>
                  </a:txBody>
                  <a:tcPr anchor="ctr"/>
                </a:tc>
                <a:extLst>
                  <a:ext uri="{0D108BD9-81ED-4DB2-BD59-A6C34878D82A}">
                    <a16:rowId xmlns:a16="http://schemas.microsoft.com/office/drawing/2014/main" val="1017675376"/>
                  </a:ext>
                </a:extLst>
              </a:tr>
              <a:tr h="0">
                <a:tc>
                  <a:txBody>
                    <a:bodyPr/>
                    <a:lstStyle/>
                    <a:p>
                      <a:pPr algn="ctr">
                        <a:buNone/>
                      </a:pPr>
                      <a:r>
                        <a:rPr lang="en-IE" sz="1600" dirty="0"/>
                        <a:t>0</a:t>
                      </a:r>
                    </a:p>
                  </a:txBody>
                  <a:tcPr anchor="ctr"/>
                </a:tc>
                <a:tc>
                  <a:txBody>
                    <a:bodyPr/>
                    <a:lstStyle/>
                    <a:p>
                      <a:pPr algn="ctr">
                        <a:buNone/>
                      </a:pPr>
                      <a:r>
                        <a:rPr lang="en-IE" sz="1600" dirty="0"/>
                        <a:t>Ethics &amp; Compliance</a:t>
                      </a:r>
                    </a:p>
                  </a:txBody>
                  <a:tcPr anchor="ctr"/>
                </a:tc>
                <a:extLst>
                  <a:ext uri="{0D108BD9-81ED-4DB2-BD59-A6C34878D82A}">
                    <a16:rowId xmlns:a16="http://schemas.microsoft.com/office/drawing/2014/main" val="3669329855"/>
                  </a:ext>
                </a:extLst>
              </a:tr>
              <a:tr h="0">
                <a:tc>
                  <a:txBody>
                    <a:bodyPr/>
                    <a:lstStyle/>
                    <a:p>
                      <a:pPr algn="ctr">
                        <a:buNone/>
                      </a:pPr>
                      <a:r>
                        <a:rPr lang="en-IE" sz="1600" dirty="0"/>
                        <a:t>1</a:t>
                      </a:r>
                    </a:p>
                  </a:txBody>
                  <a:tcPr anchor="ctr"/>
                </a:tc>
                <a:tc>
                  <a:txBody>
                    <a:bodyPr/>
                    <a:lstStyle/>
                    <a:p>
                      <a:pPr algn="ctr">
                        <a:buNone/>
                      </a:pPr>
                      <a:r>
                        <a:rPr lang="en-IE" sz="1600"/>
                        <a:t>Methodology Review</a:t>
                      </a:r>
                    </a:p>
                  </a:txBody>
                  <a:tcPr anchor="ctr"/>
                </a:tc>
                <a:extLst>
                  <a:ext uri="{0D108BD9-81ED-4DB2-BD59-A6C34878D82A}">
                    <a16:rowId xmlns:a16="http://schemas.microsoft.com/office/drawing/2014/main" val="118921328"/>
                  </a:ext>
                </a:extLst>
              </a:tr>
              <a:tr h="0">
                <a:tc>
                  <a:txBody>
                    <a:bodyPr/>
                    <a:lstStyle/>
                    <a:p>
                      <a:pPr algn="ctr">
                        <a:buNone/>
                      </a:pPr>
                      <a:r>
                        <a:rPr lang="en-IE" sz="1600" dirty="0"/>
                        <a:t>2</a:t>
                      </a:r>
                    </a:p>
                  </a:txBody>
                  <a:tcPr anchor="ctr"/>
                </a:tc>
                <a:tc>
                  <a:txBody>
                    <a:bodyPr/>
                    <a:lstStyle/>
                    <a:p>
                      <a:pPr algn="ctr">
                        <a:buNone/>
                      </a:pPr>
                      <a:r>
                        <a:rPr lang="en-IE" sz="1600" dirty="0"/>
                        <a:t>Funding Allocation</a:t>
                      </a:r>
                    </a:p>
                  </a:txBody>
                  <a:tcPr anchor="ctr"/>
                </a:tc>
                <a:extLst>
                  <a:ext uri="{0D108BD9-81ED-4DB2-BD59-A6C34878D82A}">
                    <a16:rowId xmlns:a16="http://schemas.microsoft.com/office/drawing/2014/main" val="1621664211"/>
                  </a:ext>
                </a:extLst>
              </a:tr>
            </a:tbl>
          </a:graphicData>
        </a:graphic>
      </p:graphicFrame>
      <p:sp>
        <p:nvSpPr>
          <p:cNvPr id="4" name="TextBox 3">
            <a:extLst>
              <a:ext uri="{FF2B5EF4-FFF2-40B4-BE49-F238E27FC236}">
                <a16:creationId xmlns:a16="http://schemas.microsoft.com/office/drawing/2014/main" id="{F3BAF753-373D-53B2-A0BA-3C944F545EB7}"/>
              </a:ext>
            </a:extLst>
          </p:cNvPr>
          <p:cNvSpPr txBox="1"/>
          <p:nvPr/>
        </p:nvSpPr>
        <p:spPr>
          <a:xfrm>
            <a:off x="1125538" y="3618166"/>
            <a:ext cx="6505348" cy="1754326"/>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research_id</a:t>
            </a:r>
            <a:r>
              <a:rPr lang="en-IE" sz="1800" dirty="0">
                <a:solidFill>
                  <a:srgbClr val="000000"/>
                </a:solidFill>
                <a:effectLst/>
                <a:latin typeface="Menlo" panose="020B0609030804020204" pitchFamily="49" charset="0"/>
              </a:rPr>
              <a:t>,</a:t>
            </a:r>
          </a:p>
          <a:p>
            <a:pPr marL="0" marR="0">
              <a:buNone/>
            </a:pPr>
            <a:r>
              <a:rPr lang="en-IE" sz="1800" dirty="0">
                <a:solidFill>
                  <a:srgbClr val="000000"/>
                </a:solidFill>
                <a:effectLst/>
                <a:latin typeface="Menlo" panose="020B0609030804020204" pitchFamily="49" charset="0"/>
              </a:rPr>
              <a:t>title,</a:t>
            </a:r>
          </a:p>
          <a:p>
            <a:pPr marL="0" marR="0">
              <a:buNone/>
            </a:pPr>
            <a:r>
              <a:rPr lang="en-IE" sz="1800" b="1" dirty="0">
                <a:solidFill>
                  <a:srgbClr val="000080"/>
                </a:solidFill>
                <a:effectLst/>
                <a:latin typeface="Menlo" panose="020B0609030804020204" pitchFamily="49" charset="0"/>
              </a:rPr>
              <a:t>MOD</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research_id</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3</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"Assigned committee"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research r</a:t>
            </a: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3</a:t>
            </a:r>
            <a:r>
              <a:rPr lang="en-IE" b="1" dirty="0">
                <a:solidFill>
                  <a:srgbClr val="800000"/>
                </a:solidFill>
                <a:latin typeface="Menlo" panose="020B0609030804020204" pitchFamily="49" charset="0"/>
              </a:rPr>
              <a:t>;</a:t>
            </a:r>
          </a:p>
        </p:txBody>
      </p:sp>
    </p:spTree>
    <p:extLst>
      <p:ext uri="{BB962C8B-B14F-4D97-AF65-F5344CB8AC3E}">
        <p14:creationId xmlns:p14="http://schemas.microsoft.com/office/powerpoint/2010/main" val="2726104267"/>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44" name="Rectangle 8"/>
          <p:cNvSpPr>
            <a:spLocks noGrp="1" noChangeArrowheads="1"/>
          </p:cNvSpPr>
          <p:nvPr>
            <p:ph type="title"/>
          </p:nvPr>
        </p:nvSpPr>
        <p:spPr/>
        <p:txBody>
          <a:bodyPr/>
          <a:lstStyle/>
          <a:p>
            <a:r>
              <a:rPr lang="en-US" altLang="en-US" dirty="0"/>
              <a:t>abs( )</a:t>
            </a:r>
          </a:p>
        </p:txBody>
      </p:sp>
      <p:sp>
        <p:nvSpPr>
          <p:cNvPr id="398345" name="Rectangle 9"/>
          <p:cNvSpPr>
            <a:spLocks noGrp="1" noChangeArrowheads="1"/>
          </p:cNvSpPr>
          <p:nvPr>
            <p:ph idx="1"/>
          </p:nvPr>
        </p:nvSpPr>
        <p:spPr>
          <a:xfrm>
            <a:off x="432706" y="1397675"/>
            <a:ext cx="8341179" cy="2789919"/>
          </a:xfrm>
        </p:spPr>
        <p:txBody>
          <a:bodyPr>
            <a:normAutofit/>
          </a:bodyPr>
          <a:lstStyle/>
          <a:p>
            <a:pPr marL="274320" lvl="1" indent="0">
              <a:buNone/>
            </a:pPr>
            <a:r>
              <a:rPr lang="en-US" altLang="en-US" dirty="0">
                <a:latin typeface="Calibri" panose="020F0502020204030204" pitchFamily="34" charset="0"/>
                <a:cs typeface="Calibri" panose="020F0502020204030204" pitchFamily="34" charset="0"/>
              </a:rPr>
              <a:t>The absolute( ) function returns the absolute value of a number, even if it is a negative one.</a:t>
            </a:r>
          </a:p>
          <a:p>
            <a:pPr marL="274320" lvl="1" indent="0">
              <a:buNone/>
            </a:pPr>
            <a:r>
              <a:rPr lang="en-US" altLang="en-US" dirty="0">
                <a:latin typeface="Calibri" panose="020F0502020204030204" pitchFamily="34" charset="0"/>
                <a:cs typeface="Calibri" panose="020F0502020204030204" pitchFamily="34" charset="0"/>
              </a:rPr>
              <a:t>For example, suppose we want to see if there is a difference between the end date of the research project and the end date of the funding. We don’t want any negative values, though.</a:t>
            </a:r>
          </a:p>
        </p:txBody>
      </p:sp>
      <p:sp>
        <p:nvSpPr>
          <p:cNvPr id="2" name="Slide Number Placeholder 1">
            <a:extLst>
              <a:ext uri="{FF2B5EF4-FFF2-40B4-BE49-F238E27FC236}">
                <a16:creationId xmlns:a16="http://schemas.microsoft.com/office/drawing/2014/main" id="{A23167CA-E40B-4578-97E9-60EF88E0C745}"/>
              </a:ext>
            </a:extLst>
          </p:cNvPr>
          <p:cNvSpPr>
            <a:spLocks noGrp="1"/>
          </p:cNvSpPr>
          <p:nvPr>
            <p:ph type="sldNum" sz="quarter" idx="12"/>
          </p:nvPr>
        </p:nvSpPr>
        <p:spPr/>
        <p:txBody>
          <a:bodyPr/>
          <a:lstStyle/>
          <a:p>
            <a:fld id="{E0D3016C-3324-DD4B-A390-F77967EFEDE9}" type="slidenum">
              <a:rPr lang="pt-PT" smtClean="0"/>
              <a:t>18</a:t>
            </a:fld>
            <a:endParaRPr lang="pt-PT"/>
          </a:p>
        </p:txBody>
      </p:sp>
      <p:sp>
        <p:nvSpPr>
          <p:cNvPr id="7" name="TextBox 6">
            <a:extLst>
              <a:ext uri="{FF2B5EF4-FFF2-40B4-BE49-F238E27FC236}">
                <a16:creationId xmlns:a16="http://schemas.microsoft.com/office/drawing/2014/main" id="{683D7F88-FE0B-6CEB-2E06-69B79392B6F0}"/>
              </a:ext>
            </a:extLst>
          </p:cNvPr>
          <p:cNvSpPr txBox="1"/>
          <p:nvPr/>
        </p:nvSpPr>
        <p:spPr>
          <a:xfrm>
            <a:off x="628650" y="4016828"/>
            <a:ext cx="8341180" cy="2031325"/>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--abs( ): Suppose we want to know the difference in days between the end of the research and the end of grant. We do not want negative values, though</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r.end_date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"Research ends"</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g.end_date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"Grant ends"</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abs</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g.end_date</a:t>
            </a:r>
            <a:r>
              <a:rPr lang="en-IE" sz="1800" dirty="0">
                <a:solidFill>
                  <a:srgbClr val="000000"/>
                </a:solidFill>
                <a:effectLst/>
                <a:latin typeface="Menlo" panose="020B0609030804020204" pitchFamily="49" charset="0"/>
              </a:rPr>
              <a:t> - </a:t>
            </a:r>
            <a:r>
              <a:rPr lang="en-IE" sz="1800" dirty="0" err="1">
                <a:solidFill>
                  <a:srgbClr val="000000"/>
                </a:solidFill>
                <a:effectLst/>
                <a:latin typeface="Menlo" panose="020B0609030804020204" pitchFamily="49" charset="0"/>
              </a:rPr>
              <a:t>r.end_date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"Days variance"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research r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research_grant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rg</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research_id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grant_funding</a:t>
            </a:r>
            <a:r>
              <a:rPr lang="en-IE" sz="1800" dirty="0">
                <a:solidFill>
                  <a:srgbClr val="000000"/>
                </a:solidFill>
                <a:effectLst/>
                <a:latin typeface="Menlo" panose="020B0609030804020204" pitchFamily="49" charset="0"/>
              </a:rPr>
              <a:t> g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grant_id</a:t>
            </a:r>
            <a:r>
              <a:rPr lang="en-IE" sz="1800" dirty="0">
                <a:solidFill>
                  <a:srgbClr val="000000"/>
                </a:solidFill>
                <a:effectLst/>
                <a:latin typeface="Menlo" panose="020B0609030804020204" pitchFamily="49" charset="0"/>
              </a:rPr>
              <a: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36825405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43C3-6AF7-64E4-F29B-DB090F4589A7}"/>
            </a:ext>
          </a:extLst>
        </p:cNvPr>
        <p:cNvGrpSpPr/>
        <p:nvPr/>
      </p:nvGrpSpPr>
      <p:grpSpPr>
        <a:xfrm>
          <a:off x="0" y="0"/>
          <a:ext cx="0" cy="0"/>
          <a:chOff x="0" y="0"/>
          <a:chExt cx="0" cy="0"/>
        </a:xfrm>
      </p:grpSpPr>
      <p:sp>
        <p:nvSpPr>
          <p:cNvPr id="398344" name="Rectangle 8">
            <a:extLst>
              <a:ext uri="{FF2B5EF4-FFF2-40B4-BE49-F238E27FC236}">
                <a16:creationId xmlns:a16="http://schemas.microsoft.com/office/drawing/2014/main" id="{31A16F7A-8C67-859D-6103-C327432370DD}"/>
              </a:ext>
            </a:extLst>
          </p:cNvPr>
          <p:cNvSpPr>
            <a:spLocks noGrp="1" noChangeArrowheads="1"/>
          </p:cNvSpPr>
          <p:nvPr>
            <p:ph type="title"/>
          </p:nvPr>
        </p:nvSpPr>
        <p:spPr/>
        <p:txBody>
          <a:bodyPr/>
          <a:lstStyle/>
          <a:p>
            <a:r>
              <a:rPr lang="en-US" altLang="en-US" dirty="0"/>
              <a:t>Working with Dates - formatting</a:t>
            </a:r>
          </a:p>
        </p:txBody>
      </p:sp>
      <p:sp>
        <p:nvSpPr>
          <p:cNvPr id="398345" name="Rectangle 9">
            <a:extLst>
              <a:ext uri="{FF2B5EF4-FFF2-40B4-BE49-F238E27FC236}">
                <a16:creationId xmlns:a16="http://schemas.microsoft.com/office/drawing/2014/main" id="{4CED22DD-82EF-FB9E-C2CA-58F533BBF8D4}"/>
              </a:ext>
            </a:extLst>
          </p:cNvPr>
          <p:cNvSpPr>
            <a:spLocks noGrp="1" noChangeArrowheads="1"/>
          </p:cNvSpPr>
          <p:nvPr>
            <p:ph idx="1"/>
          </p:nvPr>
        </p:nvSpPr>
        <p:spPr>
          <a:xfrm>
            <a:off x="628650" y="1825625"/>
            <a:ext cx="7886700" cy="819604"/>
          </a:xfrm>
        </p:spPr>
        <p:txBody>
          <a:bodyPr>
            <a:normAutofit/>
          </a:bodyPr>
          <a:lstStyle/>
          <a:p>
            <a:pPr marL="274320" lvl="1" indent="0">
              <a:buNone/>
            </a:pPr>
            <a:r>
              <a:rPr lang="en-US" altLang="en-US" dirty="0">
                <a:latin typeface="Calibri" panose="020F0502020204030204" pitchFamily="34" charset="0"/>
                <a:cs typeface="Calibri" panose="020F0502020204030204" pitchFamily="34" charset="0"/>
              </a:rPr>
              <a:t>The function </a:t>
            </a:r>
            <a:r>
              <a:rPr lang="en-US" altLang="en-US" dirty="0" err="1">
                <a:latin typeface="Calibri" panose="020F0502020204030204" pitchFamily="34" charset="0"/>
                <a:cs typeface="Calibri" panose="020F0502020204030204" pitchFamily="34" charset="0"/>
              </a:rPr>
              <a:t>to_char</a:t>
            </a:r>
            <a:r>
              <a:rPr lang="en-US" altLang="en-US" dirty="0">
                <a:latin typeface="Calibri" panose="020F0502020204030204" pitchFamily="34" charset="0"/>
                <a:cs typeface="Calibri" panose="020F0502020204030204" pitchFamily="34" charset="0"/>
              </a:rPr>
              <a:t> can be used to display data in a certain format</a:t>
            </a:r>
          </a:p>
        </p:txBody>
      </p:sp>
      <p:sp>
        <p:nvSpPr>
          <p:cNvPr id="2" name="Slide Number Placeholder 1">
            <a:extLst>
              <a:ext uri="{FF2B5EF4-FFF2-40B4-BE49-F238E27FC236}">
                <a16:creationId xmlns:a16="http://schemas.microsoft.com/office/drawing/2014/main" id="{9F495D94-5FB9-DC86-9F7F-D947136F7D81}"/>
              </a:ext>
            </a:extLst>
          </p:cNvPr>
          <p:cNvSpPr>
            <a:spLocks noGrp="1"/>
          </p:cNvSpPr>
          <p:nvPr>
            <p:ph type="sldNum" sz="quarter" idx="12"/>
          </p:nvPr>
        </p:nvSpPr>
        <p:spPr/>
        <p:txBody>
          <a:bodyPr/>
          <a:lstStyle/>
          <a:p>
            <a:fld id="{E0D3016C-3324-DD4B-A390-F77967EFEDE9}" type="slidenum">
              <a:rPr lang="pt-PT" smtClean="0"/>
              <a:t>19</a:t>
            </a:fld>
            <a:endParaRPr lang="pt-PT"/>
          </a:p>
        </p:txBody>
      </p:sp>
      <p:sp>
        <p:nvSpPr>
          <p:cNvPr id="5" name="TextBox 4">
            <a:extLst>
              <a:ext uri="{FF2B5EF4-FFF2-40B4-BE49-F238E27FC236}">
                <a16:creationId xmlns:a16="http://schemas.microsoft.com/office/drawing/2014/main" id="{46AB1D02-4C78-DE2F-EC0E-7DB5D9BD45FC}"/>
              </a:ext>
            </a:extLst>
          </p:cNvPr>
          <p:cNvSpPr txBox="1"/>
          <p:nvPr/>
        </p:nvSpPr>
        <p:spPr>
          <a:xfrm>
            <a:off x="903514" y="2782669"/>
            <a:ext cx="5791200" cy="646331"/>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birth_date</a:t>
            </a:r>
            <a:r>
              <a:rPr lang="en-IE" sz="1800" dirty="0">
                <a:solidFill>
                  <a:srgbClr val="000000"/>
                </a:solidFill>
                <a:effectLst/>
                <a:latin typeface="Menlo" panose="020B0609030804020204" pitchFamily="49" charset="0"/>
              </a:rPr>
              <a:t>, </a:t>
            </a:r>
            <a:r>
              <a:rPr lang="en-IE" sz="1800" b="1" dirty="0" err="1">
                <a:solidFill>
                  <a:srgbClr val="000080"/>
                </a:solidFill>
                <a:effectLst/>
                <a:latin typeface="Menlo" panose="020B0609030804020204" pitchFamily="49" charset="0"/>
              </a:rPr>
              <a:t>to_char</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birth_date</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'DD/MM/YYYY'</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scientist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05138298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44" name="Rectangle 8"/>
          <p:cNvSpPr>
            <a:spLocks noGrp="1" noChangeArrowheads="1"/>
          </p:cNvSpPr>
          <p:nvPr>
            <p:ph type="title"/>
          </p:nvPr>
        </p:nvSpPr>
        <p:spPr>
          <a:xfrm>
            <a:off x="315686" y="365126"/>
            <a:ext cx="8199664" cy="1325563"/>
          </a:xfrm>
        </p:spPr>
        <p:txBody>
          <a:bodyPr/>
          <a:lstStyle/>
          <a:p>
            <a:r>
              <a:rPr lang="en-US" altLang="en-US" dirty="0"/>
              <a:t>Working with Dates – current time</a:t>
            </a:r>
          </a:p>
        </p:txBody>
      </p:sp>
      <p:sp>
        <p:nvSpPr>
          <p:cNvPr id="398345" name="Rectangle 9"/>
          <p:cNvSpPr>
            <a:spLocks noGrp="1" noChangeArrowheads="1"/>
          </p:cNvSpPr>
          <p:nvPr>
            <p:ph idx="1"/>
          </p:nvPr>
        </p:nvSpPr>
        <p:spPr>
          <a:xfrm>
            <a:off x="500743" y="1690689"/>
            <a:ext cx="8404235" cy="1325562"/>
          </a:xfrm>
        </p:spPr>
        <p:txBody>
          <a:bodyPr>
            <a:normAutofit/>
          </a:bodyPr>
          <a:lstStyle/>
          <a:p>
            <a:pPr marL="0" indent="0">
              <a:buNone/>
            </a:pPr>
            <a:r>
              <a:rPr lang="pt-BR" altLang="en-US" dirty="0">
                <a:latin typeface="Calibri" panose="020F0502020204030204" pitchFamily="34" charset="0"/>
                <a:cs typeface="Calibri" panose="020F0502020204030204" pitchFamily="34" charset="0"/>
              </a:rPr>
              <a:t>The </a:t>
            </a:r>
            <a:r>
              <a:rPr lang="pt-BR" altLang="en-US" dirty="0" err="1">
                <a:latin typeface="Calibri" panose="020F0502020204030204" pitchFamily="34" charset="0"/>
                <a:cs typeface="Calibri" panose="020F0502020204030204" pitchFamily="34" charset="0"/>
              </a:rPr>
              <a:t>now</a:t>
            </a:r>
            <a:r>
              <a:rPr lang="pt-BR" altLang="en-US" dirty="0">
                <a:latin typeface="Calibri" panose="020F0502020204030204" pitchFamily="34" charset="0"/>
                <a:cs typeface="Calibri" panose="020F0502020204030204" pitchFamily="34" charset="0"/>
              </a:rPr>
              <a:t>( ) </a:t>
            </a:r>
            <a:r>
              <a:rPr lang="pt-BR" altLang="en-US" dirty="0" err="1">
                <a:latin typeface="Calibri" panose="020F0502020204030204" pitchFamily="34" charset="0"/>
                <a:cs typeface="Calibri" panose="020F0502020204030204" pitchFamily="34" charset="0"/>
              </a:rPr>
              <a:t>function</a:t>
            </a:r>
            <a:r>
              <a:rPr lang="pt-BR" altLang="en-US" dirty="0">
                <a:latin typeface="Calibri" panose="020F0502020204030204" pitchFamily="34" charset="0"/>
                <a:cs typeface="Calibri" panose="020F0502020204030204" pitchFamily="34" charset="0"/>
              </a:rPr>
              <a:t> </a:t>
            </a:r>
            <a:r>
              <a:rPr lang="pt-BR" altLang="en-US" dirty="0" err="1">
                <a:latin typeface="Calibri" panose="020F0502020204030204" pitchFamily="34" charset="0"/>
                <a:cs typeface="Calibri" panose="020F0502020204030204" pitchFamily="34" charset="0"/>
              </a:rPr>
              <a:t>can</a:t>
            </a:r>
            <a:r>
              <a:rPr lang="pt-BR" altLang="en-US" dirty="0">
                <a:latin typeface="Calibri" panose="020F0502020204030204" pitchFamily="34" charset="0"/>
                <a:cs typeface="Calibri" panose="020F0502020204030204" pitchFamily="34" charset="0"/>
              </a:rPr>
              <a:t> </a:t>
            </a:r>
            <a:r>
              <a:rPr lang="pt-BR" altLang="en-US" dirty="0" err="1">
                <a:latin typeface="Calibri" panose="020F0502020204030204" pitchFamily="34" charset="0"/>
                <a:cs typeface="Calibri" panose="020F0502020204030204" pitchFamily="34" charset="0"/>
              </a:rPr>
              <a:t>retrieve</a:t>
            </a:r>
            <a:r>
              <a:rPr lang="pt-BR" altLang="en-US" dirty="0">
                <a:latin typeface="Calibri" panose="020F0502020204030204" pitchFamily="34" charset="0"/>
                <a:cs typeface="Calibri" panose="020F0502020204030204" pitchFamily="34" charset="0"/>
              </a:rPr>
              <a:t> </a:t>
            </a:r>
            <a:r>
              <a:rPr lang="pt-BR" altLang="en-US" dirty="0" err="1">
                <a:latin typeface="Calibri" panose="020F0502020204030204" pitchFamily="34" charset="0"/>
                <a:cs typeface="Calibri" panose="020F0502020204030204" pitchFamily="34" charset="0"/>
              </a:rPr>
              <a:t>the</a:t>
            </a:r>
            <a:r>
              <a:rPr lang="pt-BR" altLang="en-US" dirty="0">
                <a:latin typeface="Calibri" panose="020F0502020204030204" pitchFamily="34" charset="0"/>
                <a:cs typeface="Calibri" panose="020F0502020204030204" pitchFamily="34" charset="0"/>
              </a:rPr>
              <a:t> </a:t>
            </a:r>
            <a:r>
              <a:rPr lang="pt-BR" altLang="en-US" dirty="0" err="1">
                <a:latin typeface="Calibri" panose="020F0502020204030204" pitchFamily="34" charset="0"/>
                <a:cs typeface="Calibri" panose="020F0502020204030204" pitchFamily="34" charset="0"/>
              </a:rPr>
              <a:t>current</a:t>
            </a:r>
            <a:r>
              <a:rPr lang="pt-BR" altLang="en-US" dirty="0">
                <a:latin typeface="Calibri" panose="020F0502020204030204" pitchFamily="34" charset="0"/>
                <a:cs typeface="Calibri" panose="020F0502020204030204" pitchFamily="34" charset="0"/>
              </a:rPr>
              <a:t> date </a:t>
            </a:r>
            <a:r>
              <a:rPr lang="pt-BR" altLang="en-US" dirty="0" err="1">
                <a:latin typeface="Calibri" panose="020F0502020204030204" pitchFamily="34" charset="0"/>
                <a:cs typeface="Calibri" panose="020F0502020204030204" pitchFamily="34" charset="0"/>
              </a:rPr>
              <a:t>and</a:t>
            </a:r>
            <a:r>
              <a:rPr lang="pt-BR" altLang="en-US" dirty="0">
                <a:latin typeface="Calibri" panose="020F0502020204030204" pitchFamily="34" charset="0"/>
                <a:cs typeface="Calibri" panose="020F0502020204030204" pitchFamily="34" charset="0"/>
              </a:rPr>
              <a:t> time. It </a:t>
            </a:r>
            <a:r>
              <a:rPr lang="pt-BR" altLang="en-US" dirty="0" err="1">
                <a:latin typeface="Calibri" panose="020F0502020204030204" pitchFamily="34" charset="0"/>
                <a:cs typeface="Calibri" panose="020F0502020204030204" pitchFamily="34" charset="0"/>
              </a:rPr>
              <a:t>is</a:t>
            </a:r>
            <a:r>
              <a:rPr lang="pt-BR" altLang="en-US" dirty="0">
                <a:latin typeface="Calibri" panose="020F0502020204030204" pitchFamily="34" charset="0"/>
                <a:cs typeface="Calibri" panose="020F0502020204030204" pitchFamily="34" charset="0"/>
              </a:rPr>
              <a:t> </a:t>
            </a:r>
            <a:r>
              <a:rPr lang="pt-BR" altLang="en-US" dirty="0" err="1">
                <a:latin typeface="Calibri" panose="020F0502020204030204" pitchFamily="34" charset="0"/>
                <a:cs typeface="Calibri" panose="020F0502020204030204" pitchFamily="34" charset="0"/>
              </a:rPr>
              <a:t>given</a:t>
            </a:r>
            <a:r>
              <a:rPr lang="pt-BR" altLang="en-US" dirty="0">
                <a:latin typeface="Calibri" panose="020F0502020204030204" pitchFamily="34" charset="0"/>
                <a:cs typeface="Calibri" panose="020F0502020204030204" pitchFamily="34" charset="0"/>
              </a:rPr>
              <a:t> as a </a:t>
            </a:r>
            <a:r>
              <a:rPr lang="pt-BR" altLang="en-US" dirty="0" err="1">
                <a:latin typeface="Calibri" panose="020F0502020204030204" pitchFamily="34" charset="0"/>
                <a:cs typeface="Calibri" panose="020F0502020204030204" pitchFamily="34" charset="0"/>
              </a:rPr>
              <a:t>timestamp</a:t>
            </a:r>
            <a:r>
              <a:rPr lang="pt-BR" altLang="en-US" dirty="0">
                <a:latin typeface="Calibri" panose="020F0502020204030204" pitchFamily="34" charset="0"/>
                <a:cs typeface="Calibri" panose="020F0502020204030204" pitchFamily="34" charset="0"/>
              </a:rPr>
              <a:t> data </a:t>
            </a:r>
            <a:r>
              <a:rPr lang="pt-BR" altLang="en-US" dirty="0" err="1">
                <a:latin typeface="Calibri" panose="020F0502020204030204" pitchFamily="34" charset="0"/>
                <a:cs typeface="Calibri" panose="020F0502020204030204" pitchFamily="34" charset="0"/>
              </a:rPr>
              <a:t>type</a:t>
            </a:r>
            <a:r>
              <a:rPr lang="pt-BR" altLang="en-US" dirty="0">
                <a:latin typeface="Calibri" panose="020F0502020204030204" pitchFamily="34" charset="0"/>
                <a:cs typeface="Calibri" panose="020F0502020204030204" pitchFamily="34" charset="0"/>
              </a:rPr>
              <a:t>.</a:t>
            </a:r>
            <a:endParaRPr lang="en-US" altLang="en-US"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46E1EF27-DF72-9E7A-4787-4B11555A6FD9}"/>
              </a:ext>
            </a:extLst>
          </p:cNvPr>
          <p:cNvSpPr>
            <a:spLocks noGrp="1"/>
          </p:cNvSpPr>
          <p:nvPr>
            <p:ph type="sldNum" sz="quarter" idx="12"/>
          </p:nvPr>
        </p:nvSpPr>
        <p:spPr/>
        <p:txBody>
          <a:bodyPr/>
          <a:lstStyle/>
          <a:p>
            <a:fld id="{E0D3016C-3324-DD4B-A390-F77967EFEDE9}" type="slidenum">
              <a:rPr lang="pt-PT" smtClean="0"/>
              <a:t>20</a:t>
            </a:fld>
            <a:endParaRPr lang="pt-PT"/>
          </a:p>
        </p:txBody>
      </p:sp>
      <p:sp>
        <p:nvSpPr>
          <p:cNvPr id="7" name="TextBox 6">
            <a:extLst>
              <a:ext uri="{FF2B5EF4-FFF2-40B4-BE49-F238E27FC236}">
                <a16:creationId xmlns:a16="http://schemas.microsoft.com/office/drawing/2014/main" id="{CE88D835-5AB6-20E7-6F34-9254E1A323CF}"/>
              </a:ext>
            </a:extLst>
          </p:cNvPr>
          <p:cNvSpPr txBox="1"/>
          <p:nvPr/>
        </p:nvSpPr>
        <p:spPr>
          <a:xfrm>
            <a:off x="500743" y="3232440"/>
            <a:ext cx="4572000" cy="1754326"/>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--current time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now</a:t>
            </a:r>
            <a:r>
              <a:rPr lang="en-IE" sz="1800" dirty="0">
                <a:solidFill>
                  <a:srgbClr val="000000"/>
                </a:solidFill>
                <a:effectLst/>
                <a:latin typeface="Menlo" panose="020B0609030804020204" pitchFamily="49" charset="0"/>
              </a:rPr>
              <a: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current_date</a:t>
            </a:r>
            <a:r>
              <a:rPr lang="en-IE" sz="1800" dirty="0">
                <a:solidFill>
                  <a:srgbClr val="FF0000"/>
                </a:solidFill>
                <a:effectLst/>
                <a:latin typeface="Menlo" panose="020B0609030804020204" pitchFamily="49" charset="0"/>
              </a:rPr>
              <a:t>;</a:t>
            </a:r>
            <a:br>
              <a:rPr lang="en-IE" sz="1800" dirty="0">
                <a:solidFill>
                  <a:srgbClr val="000000"/>
                </a:solidFill>
                <a:effectLst/>
                <a:latin typeface="Menlo" panose="020B0609030804020204" pitchFamily="49" charset="0"/>
              </a:rPr>
            </a:b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--current time data type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pg_typeof</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now</a:t>
            </a:r>
            <a:r>
              <a:rPr lang="en-IE" sz="1800" dirty="0">
                <a:solidFill>
                  <a:srgbClr val="000000"/>
                </a:solidFill>
                <a:effectLst/>
                <a:latin typeface="Menlo" panose="020B0609030804020204" pitchFamily="49" charset="0"/>
              </a:rPr>
              <a: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1842387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FBF7A-FFA6-87AC-EB67-94CB0DCA48BD}"/>
            </a:ext>
          </a:extLst>
        </p:cNvPr>
        <p:cNvGrpSpPr/>
        <p:nvPr/>
      </p:nvGrpSpPr>
      <p:grpSpPr>
        <a:xfrm>
          <a:off x="0" y="0"/>
          <a:ext cx="0" cy="0"/>
          <a:chOff x="0" y="0"/>
          <a:chExt cx="0" cy="0"/>
        </a:xfrm>
      </p:grpSpPr>
      <p:sp>
        <p:nvSpPr>
          <p:cNvPr id="400388" name="Rectangle 4">
            <a:extLst>
              <a:ext uri="{FF2B5EF4-FFF2-40B4-BE49-F238E27FC236}">
                <a16:creationId xmlns:a16="http://schemas.microsoft.com/office/drawing/2014/main" id="{D5523AEC-2667-604A-B2C3-12D5159D00B8}"/>
              </a:ext>
            </a:extLst>
          </p:cNvPr>
          <p:cNvSpPr>
            <a:spLocks noGrp="1" noChangeArrowheads="1"/>
          </p:cNvSpPr>
          <p:nvPr>
            <p:ph type="title"/>
          </p:nvPr>
        </p:nvSpPr>
        <p:spPr>
          <a:xfrm>
            <a:off x="628650" y="136525"/>
            <a:ext cx="7886700" cy="885452"/>
          </a:xfrm>
        </p:spPr>
        <p:txBody>
          <a:bodyPr/>
          <a:lstStyle/>
          <a:p>
            <a:r>
              <a:rPr lang="en-US" altLang="en-US" dirty="0"/>
              <a:t>Arithmetic with Dates</a:t>
            </a:r>
          </a:p>
        </p:txBody>
      </p:sp>
      <p:sp>
        <p:nvSpPr>
          <p:cNvPr id="400389" name="Rectangle 5">
            <a:extLst>
              <a:ext uri="{FF2B5EF4-FFF2-40B4-BE49-F238E27FC236}">
                <a16:creationId xmlns:a16="http://schemas.microsoft.com/office/drawing/2014/main" id="{78B8B84C-A75D-69E9-902A-21B5D3CE0803}"/>
              </a:ext>
            </a:extLst>
          </p:cNvPr>
          <p:cNvSpPr>
            <a:spLocks noGrp="1" noChangeArrowheads="1"/>
          </p:cNvSpPr>
          <p:nvPr>
            <p:ph idx="1"/>
          </p:nvPr>
        </p:nvSpPr>
        <p:spPr>
          <a:xfrm>
            <a:off x="419549" y="1021976"/>
            <a:ext cx="8180166" cy="4224937"/>
          </a:xfrm>
        </p:spPr>
        <p:txBody>
          <a:bodyPr>
            <a:normAutofit/>
          </a:bodyPr>
          <a:lstStyle/>
          <a:p>
            <a:pPr>
              <a:lnSpc>
                <a:spcPct val="110000"/>
              </a:lnSpc>
            </a:pPr>
            <a:r>
              <a:rPr lang="en-US" altLang="en-US" sz="2400" dirty="0"/>
              <a:t>Adding</a:t>
            </a:r>
            <a:r>
              <a:rPr lang="en-US" sz="2400" dirty="0"/>
              <a:t> seven (7) to a value stored in a date column produces a date that is one week later than the stored date.</a:t>
            </a:r>
          </a:p>
          <a:p>
            <a:pPr marL="0" indent="0">
              <a:lnSpc>
                <a:spcPct val="110000"/>
              </a:lnSpc>
              <a:buNone/>
            </a:pPr>
            <a:endParaRPr lang="en-US" sz="2400" dirty="0"/>
          </a:p>
          <a:p>
            <a:pPr marL="0" indent="0">
              <a:lnSpc>
                <a:spcPct val="110000"/>
              </a:lnSpc>
              <a:buNone/>
            </a:pPr>
            <a:endParaRPr lang="en-US" sz="2400" dirty="0"/>
          </a:p>
          <a:p>
            <a:pPr>
              <a:lnSpc>
                <a:spcPct val="110000"/>
              </a:lnSpc>
            </a:pPr>
            <a:r>
              <a:rPr lang="en-US" sz="2400" dirty="0"/>
              <a:t>To calculate the duration of a project in weeks, we can divide the number of days by 7.</a:t>
            </a:r>
          </a:p>
        </p:txBody>
      </p:sp>
      <p:sp>
        <p:nvSpPr>
          <p:cNvPr id="2" name="Slide Number Placeholder 1">
            <a:extLst>
              <a:ext uri="{FF2B5EF4-FFF2-40B4-BE49-F238E27FC236}">
                <a16:creationId xmlns:a16="http://schemas.microsoft.com/office/drawing/2014/main" id="{D9C38596-19BF-D1A4-2713-A4AF84B93FD4}"/>
              </a:ext>
            </a:extLst>
          </p:cNvPr>
          <p:cNvSpPr>
            <a:spLocks noGrp="1"/>
          </p:cNvSpPr>
          <p:nvPr>
            <p:ph type="sldNum" sz="quarter" idx="12"/>
          </p:nvPr>
        </p:nvSpPr>
        <p:spPr/>
        <p:txBody>
          <a:bodyPr/>
          <a:lstStyle/>
          <a:p>
            <a:fld id="{E0D3016C-3324-DD4B-A390-F77967EFEDE9}" type="slidenum">
              <a:rPr lang="pt-PT" smtClean="0"/>
              <a:t>21</a:t>
            </a:fld>
            <a:endParaRPr lang="pt-PT"/>
          </a:p>
        </p:txBody>
      </p:sp>
      <p:sp>
        <p:nvSpPr>
          <p:cNvPr id="5" name="TextBox 4">
            <a:extLst>
              <a:ext uri="{FF2B5EF4-FFF2-40B4-BE49-F238E27FC236}">
                <a16:creationId xmlns:a16="http://schemas.microsoft.com/office/drawing/2014/main" id="{10C10EB8-2A54-2665-89A4-1E7C0052BF8D}"/>
              </a:ext>
            </a:extLst>
          </p:cNvPr>
          <p:cNvSpPr txBox="1"/>
          <p:nvPr/>
        </p:nvSpPr>
        <p:spPr>
          <a:xfrm>
            <a:off x="751114" y="2496902"/>
            <a:ext cx="4572000" cy="646331"/>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--date in a week from now</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current_date</a:t>
            </a:r>
            <a:r>
              <a:rPr lang="en-IE" sz="1800" dirty="0">
                <a:solidFill>
                  <a:srgbClr val="000000"/>
                </a:solidFill>
                <a:effectLst/>
                <a:latin typeface="Menlo" panose="020B0609030804020204" pitchFamily="49" charset="0"/>
              </a:rPr>
              <a:t> + </a:t>
            </a:r>
            <a:r>
              <a:rPr lang="en-IE" sz="1800" dirty="0">
                <a:solidFill>
                  <a:srgbClr val="0000FF"/>
                </a:solidFill>
                <a:effectLst/>
                <a:latin typeface="Menlo" panose="020B0609030804020204" pitchFamily="49" charset="0"/>
              </a:rPr>
              <a:t>7</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
        <p:nvSpPr>
          <p:cNvPr id="4" name="TextBox 3">
            <a:extLst>
              <a:ext uri="{FF2B5EF4-FFF2-40B4-BE49-F238E27FC236}">
                <a16:creationId xmlns:a16="http://schemas.microsoft.com/office/drawing/2014/main" id="{0163645B-5C9E-E669-72F1-F8A731671EAA}"/>
              </a:ext>
            </a:extLst>
          </p:cNvPr>
          <p:cNvSpPr txBox="1"/>
          <p:nvPr/>
        </p:nvSpPr>
        <p:spPr>
          <a:xfrm>
            <a:off x="628649" y="4513106"/>
            <a:ext cx="7089321" cy="646331"/>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--project duration in weeks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end_date</a:t>
            </a:r>
            <a:r>
              <a:rPr lang="en-IE" sz="1800" dirty="0">
                <a:solidFill>
                  <a:srgbClr val="000000"/>
                </a:solidFill>
                <a:effectLst/>
                <a:latin typeface="Menlo" panose="020B0609030804020204" pitchFamily="49" charset="0"/>
              </a:rPr>
              <a:t> - </a:t>
            </a:r>
            <a:r>
              <a:rPr lang="en-IE" sz="1800" dirty="0" err="1">
                <a:solidFill>
                  <a:srgbClr val="006464"/>
                </a:solidFill>
                <a:effectLst/>
                <a:latin typeface="Menlo" panose="020B0609030804020204" pitchFamily="49" charset="0"/>
              </a:rPr>
              <a:t>begin_date</a:t>
            </a:r>
            <a:r>
              <a:rPr lang="en-IE" sz="1800" dirty="0">
                <a:solidFill>
                  <a:srgbClr val="000000"/>
                </a:solidFill>
                <a:effectLst/>
                <a:latin typeface="Menlo" panose="020B0609030804020204" pitchFamily="49" charset="0"/>
              </a:rPr>
              <a:t>) / </a:t>
            </a:r>
            <a:r>
              <a:rPr lang="en-IE" sz="1800" dirty="0">
                <a:solidFill>
                  <a:srgbClr val="0000FF"/>
                </a:solidFill>
                <a:effectLst/>
                <a:latin typeface="Menlo" panose="020B0609030804020204" pitchFamily="49" charset="0"/>
              </a:rPr>
              <a:t>7</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research</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46268013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8" name="Rectangle 4"/>
          <p:cNvSpPr>
            <a:spLocks noGrp="1" noChangeArrowheads="1"/>
          </p:cNvSpPr>
          <p:nvPr>
            <p:ph type="title"/>
          </p:nvPr>
        </p:nvSpPr>
        <p:spPr>
          <a:xfrm>
            <a:off x="628650" y="136525"/>
            <a:ext cx="7886700" cy="885452"/>
          </a:xfrm>
        </p:spPr>
        <p:txBody>
          <a:bodyPr/>
          <a:lstStyle/>
          <a:p>
            <a:r>
              <a:rPr lang="en-US" altLang="en-US" dirty="0"/>
              <a:t>Arithmetic with Dates</a:t>
            </a:r>
          </a:p>
        </p:txBody>
      </p:sp>
      <p:sp>
        <p:nvSpPr>
          <p:cNvPr id="400389" name="Rectangle 5"/>
          <p:cNvSpPr>
            <a:spLocks noGrp="1" noChangeArrowheads="1"/>
          </p:cNvSpPr>
          <p:nvPr>
            <p:ph idx="1"/>
          </p:nvPr>
        </p:nvSpPr>
        <p:spPr>
          <a:xfrm>
            <a:off x="419549" y="1021977"/>
            <a:ext cx="8180166" cy="980444"/>
          </a:xfrm>
        </p:spPr>
        <p:txBody>
          <a:bodyPr>
            <a:normAutofit/>
          </a:bodyPr>
          <a:lstStyle/>
          <a:p>
            <a:pPr>
              <a:lnSpc>
                <a:spcPct val="110000"/>
              </a:lnSpc>
            </a:pPr>
            <a:r>
              <a:rPr lang="en-US" sz="2400" dirty="0"/>
              <a:t>We can also calculate the difference between the current date and a specific value using the function </a:t>
            </a:r>
            <a:r>
              <a:rPr lang="en-US" sz="2400" b="1" dirty="0"/>
              <a:t>age( )</a:t>
            </a:r>
            <a:r>
              <a:rPr lang="en-US" sz="2400" dirty="0"/>
              <a:t> </a:t>
            </a:r>
          </a:p>
        </p:txBody>
      </p:sp>
      <p:sp>
        <p:nvSpPr>
          <p:cNvPr id="2" name="Slide Number Placeholder 1">
            <a:extLst>
              <a:ext uri="{FF2B5EF4-FFF2-40B4-BE49-F238E27FC236}">
                <a16:creationId xmlns:a16="http://schemas.microsoft.com/office/drawing/2014/main" id="{447E6E09-B03D-DC7C-F9FF-CB1E179A9A63}"/>
              </a:ext>
            </a:extLst>
          </p:cNvPr>
          <p:cNvSpPr>
            <a:spLocks noGrp="1"/>
          </p:cNvSpPr>
          <p:nvPr>
            <p:ph type="sldNum" sz="quarter" idx="12"/>
          </p:nvPr>
        </p:nvSpPr>
        <p:spPr/>
        <p:txBody>
          <a:bodyPr/>
          <a:lstStyle/>
          <a:p>
            <a:fld id="{E0D3016C-3324-DD4B-A390-F77967EFEDE9}" type="slidenum">
              <a:rPr lang="pt-PT" smtClean="0"/>
              <a:t>22</a:t>
            </a:fld>
            <a:endParaRPr lang="pt-PT"/>
          </a:p>
        </p:txBody>
      </p:sp>
      <p:sp>
        <p:nvSpPr>
          <p:cNvPr id="7" name="TextBox 6">
            <a:extLst>
              <a:ext uri="{FF2B5EF4-FFF2-40B4-BE49-F238E27FC236}">
                <a16:creationId xmlns:a16="http://schemas.microsoft.com/office/drawing/2014/main" id="{0C754953-3AA8-1152-F19E-4711AB1FBD4C}"/>
              </a:ext>
            </a:extLst>
          </p:cNvPr>
          <p:cNvSpPr txBox="1"/>
          <p:nvPr/>
        </p:nvSpPr>
        <p:spPr>
          <a:xfrm>
            <a:off x="628650" y="2251186"/>
            <a:ext cx="6955972" cy="1477328"/>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--calculate scientist's 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age</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birth_date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scientist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--calculate </a:t>
            </a:r>
            <a:r>
              <a:rPr lang="en-IE" sz="1800" dirty="0" err="1">
                <a:solidFill>
                  <a:srgbClr val="808080"/>
                </a:solidFill>
                <a:effectLst/>
                <a:latin typeface="Menlo" panose="020B0609030804020204" pitchFamily="49" charset="0"/>
              </a:rPr>
              <a:t>projects's</a:t>
            </a:r>
            <a:r>
              <a:rPr lang="en-IE" sz="1800" dirty="0">
                <a:solidFill>
                  <a:srgbClr val="808080"/>
                </a:solidFill>
                <a:effectLst/>
                <a:latin typeface="Menlo" panose="020B0609030804020204" pitchFamily="49" charset="0"/>
              </a:rPr>
              <a:t> 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age</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begin_date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research</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197066714"/>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83" name="Rectangle 11"/>
          <p:cNvSpPr>
            <a:spLocks noGrp="1" noChangeArrowheads="1"/>
          </p:cNvSpPr>
          <p:nvPr>
            <p:ph type="title"/>
          </p:nvPr>
        </p:nvSpPr>
        <p:spPr/>
        <p:txBody>
          <a:bodyPr/>
          <a:lstStyle/>
          <a:p>
            <a:r>
              <a:rPr lang="en-US" altLang="en-US"/>
              <a:t>Conversion Functions</a:t>
            </a:r>
          </a:p>
        </p:txBody>
      </p:sp>
      <p:sp>
        <p:nvSpPr>
          <p:cNvPr id="2" name="Slide Number Placeholder 1">
            <a:extLst>
              <a:ext uri="{FF2B5EF4-FFF2-40B4-BE49-F238E27FC236}">
                <a16:creationId xmlns:a16="http://schemas.microsoft.com/office/drawing/2014/main" id="{53FF6162-E470-05EC-3BEE-F93A7E0061B9}"/>
              </a:ext>
            </a:extLst>
          </p:cNvPr>
          <p:cNvSpPr>
            <a:spLocks noGrp="1"/>
          </p:cNvSpPr>
          <p:nvPr>
            <p:ph type="sldNum" sz="quarter" idx="12"/>
          </p:nvPr>
        </p:nvSpPr>
        <p:spPr/>
        <p:txBody>
          <a:bodyPr/>
          <a:lstStyle/>
          <a:p>
            <a:fld id="{E0D3016C-3324-DD4B-A390-F77967EFEDE9}" type="slidenum">
              <a:rPr lang="pt-PT" smtClean="0"/>
              <a:t>23</a:t>
            </a:fld>
            <a:endParaRPr lang="pt-PT"/>
          </a:p>
        </p:txBody>
      </p:sp>
      <p:pic>
        <p:nvPicPr>
          <p:cNvPr id="3" name="Picture 2" descr="A screenshot of a computer&#10;&#10;Description automatically generated">
            <a:extLst>
              <a:ext uri="{FF2B5EF4-FFF2-40B4-BE49-F238E27FC236}">
                <a16:creationId xmlns:a16="http://schemas.microsoft.com/office/drawing/2014/main" id="{3BED060F-F8F0-FF2D-753F-2DCFA9AEC134}"/>
              </a:ext>
            </a:extLst>
          </p:cNvPr>
          <p:cNvPicPr>
            <a:picLocks noChangeAspect="1"/>
          </p:cNvPicPr>
          <p:nvPr/>
        </p:nvPicPr>
        <p:blipFill>
          <a:blip r:embed="rId3"/>
          <a:stretch>
            <a:fillRect/>
          </a:stretch>
        </p:blipFill>
        <p:spPr>
          <a:xfrm>
            <a:off x="-1" y="2148840"/>
            <a:ext cx="9198429" cy="2575560"/>
          </a:xfrm>
          <a:prstGeom prst="rect">
            <a:avLst/>
          </a:prstGeom>
        </p:spPr>
      </p:pic>
    </p:spTree>
    <p:extLst>
      <p:ext uri="{BB962C8B-B14F-4D97-AF65-F5344CB8AC3E}">
        <p14:creationId xmlns:p14="http://schemas.microsoft.com/office/powerpoint/2010/main" val="209413313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457A-052A-3D27-F30D-BB6C15425C8F}"/>
            </a:ext>
          </a:extLst>
        </p:cNvPr>
        <p:cNvGrpSpPr/>
        <p:nvPr/>
      </p:nvGrpSpPr>
      <p:grpSpPr>
        <a:xfrm>
          <a:off x="0" y="0"/>
          <a:ext cx="0" cy="0"/>
          <a:chOff x="0" y="0"/>
          <a:chExt cx="0" cy="0"/>
        </a:xfrm>
      </p:grpSpPr>
      <p:sp>
        <p:nvSpPr>
          <p:cNvPr id="400388" name="Rectangle 4">
            <a:extLst>
              <a:ext uri="{FF2B5EF4-FFF2-40B4-BE49-F238E27FC236}">
                <a16:creationId xmlns:a16="http://schemas.microsoft.com/office/drawing/2014/main" id="{9061CBE5-F3C9-C47C-5F58-0653FC0E7A9C}"/>
              </a:ext>
            </a:extLst>
          </p:cNvPr>
          <p:cNvSpPr>
            <a:spLocks noGrp="1" noChangeArrowheads="1"/>
          </p:cNvSpPr>
          <p:nvPr>
            <p:ph type="title"/>
          </p:nvPr>
        </p:nvSpPr>
        <p:spPr>
          <a:xfrm>
            <a:off x="628650" y="136525"/>
            <a:ext cx="7886700" cy="885452"/>
          </a:xfrm>
        </p:spPr>
        <p:txBody>
          <a:bodyPr/>
          <a:lstStyle/>
          <a:p>
            <a:r>
              <a:rPr lang="en-US" altLang="en-US" dirty="0"/>
              <a:t>Cast( )</a:t>
            </a:r>
          </a:p>
        </p:txBody>
      </p:sp>
      <p:sp>
        <p:nvSpPr>
          <p:cNvPr id="400389" name="Rectangle 5">
            <a:extLst>
              <a:ext uri="{FF2B5EF4-FFF2-40B4-BE49-F238E27FC236}">
                <a16:creationId xmlns:a16="http://schemas.microsoft.com/office/drawing/2014/main" id="{F77706DF-DA5E-BC77-EC74-070BF8E390B4}"/>
              </a:ext>
            </a:extLst>
          </p:cNvPr>
          <p:cNvSpPr>
            <a:spLocks noGrp="1" noChangeArrowheads="1"/>
          </p:cNvSpPr>
          <p:nvPr>
            <p:ph idx="1"/>
          </p:nvPr>
        </p:nvSpPr>
        <p:spPr>
          <a:xfrm>
            <a:off x="419549" y="1021977"/>
            <a:ext cx="8180166" cy="980444"/>
          </a:xfrm>
        </p:spPr>
        <p:txBody>
          <a:bodyPr>
            <a:normAutofit fontScale="77500" lnSpcReduction="20000"/>
          </a:bodyPr>
          <a:lstStyle/>
          <a:p>
            <a:pPr>
              <a:lnSpc>
                <a:spcPct val="110000"/>
              </a:lnSpc>
            </a:pPr>
            <a:r>
              <a:rPr lang="en-US" sz="2400" dirty="0"/>
              <a:t>The function cast(attribute AS data type) is used to convert values into other data types for processing.</a:t>
            </a:r>
          </a:p>
          <a:p>
            <a:pPr>
              <a:lnSpc>
                <a:spcPct val="110000"/>
              </a:lnSpc>
            </a:pPr>
            <a:r>
              <a:rPr lang="en-US" sz="2400" dirty="0"/>
              <a:t>The double colon syntax is a shorthand to cast values.</a:t>
            </a:r>
          </a:p>
        </p:txBody>
      </p:sp>
      <p:sp>
        <p:nvSpPr>
          <p:cNvPr id="2" name="Slide Number Placeholder 1">
            <a:extLst>
              <a:ext uri="{FF2B5EF4-FFF2-40B4-BE49-F238E27FC236}">
                <a16:creationId xmlns:a16="http://schemas.microsoft.com/office/drawing/2014/main" id="{7E92D1DE-9B22-878B-F084-D1785264FD3A}"/>
              </a:ext>
            </a:extLst>
          </p:cNvPr>
          <p:cNvSpPr>
            <a:spLocks noGrp="1"/>
          </p:cNvSpPr>
          <p:nvPr>
            <p:ph type="sldNum" sz="quarter" idx="12"/>
          </p:nvPr>
        </p:nvSpPr>
        <p:spPr/>
        <p:txBody>
          <a:bodyPr/>
          <a:lstStyle/>
          <a:p>
            <a:fld id="{E0D3016C-3324-DD4B-A390-F77967EFEDE9}" type="slidenum">
              <a:rPr lang="pt-PT" smtClean="0"/>
              <a:t>24</a:t>
            </a:fld>
            <a:endParaRPr lang="pt-PT"/>
          </a:p>
        </p:txBody>
      </p:sp>
      <p:sp>
        <p:nvSpPr>
          <p:cNvPr id="4" name="TextBox 3">
            <a:extLst>
              <a:ext uri="{FF2B5EF4-FFF2-40B4-BE49-F238E27FC236}">
                <a16:creationId xmlns:a16="http://schemas.microsoft.com/office/drawing/2014/main" id="{D07DF6DD-7E56-7A00-DB7F-BE1B29ACBED0}"/>
              </a:ext>
            </a:extLst>
          </p:cNvPr>
          <p:cNvSpPr txBox="1"/>
          <p:nvPr/>
        </p:nvSpPr>
        <p:spPr>
          <a:xfrm>
            <a:off x="628649" y="2705599"/>
            <a:ext cx="8180165" cy="1631216"/>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pg_typeof</a:t>
            </a:r>
            <a:r>
              <a:rPr lang="en-IE" sz="2000" dirty="0">
                <a:solidFill>
                  <a:srgbClr val="000000"/>
                </a:solidFill>
                <a:effectLst/>
                <a:latin typeface="Menlo" panose="020B0609030804020204" pitchFamily="49" charset="0"/>
              </a:rPr>
              <a:t>(</a:t>
            </a:r>
            <a:r>
              <a:rPr lang="en-IE" sz="2000" b="1" dirty="0">
                <a:solidFill>
                  <a:srgbClr val="000080"/>
                </a:solidFill>
                <a:effectLst/>
                <a:latin typeface="Menlo" panose="020B0609030804020204" pitchFamily="49" charset="0"/>
              </a:rPr>
              <a:t>cast</a:t>
            </a:r>
            <a:r>
              <a:rPr lang="en-IE" sz="2000" dirty="0">
                <a:solidFill>
                  <a:srgbClr val="000000"/>
                </a:solidFill>
                <a:effectLst/>
                <a:latin typeface="Menlo" panose="020B0609030804020204" pitchFamily="49" charset="0"/>
              </a:rPr>
              <a:t>(</a:t>
            </a:r>
            <a:r>
              <a:rPr lang="en-IE" sz="2000" dirty="0" err="1">
                <a:solidFill>
                  <a:srgbClr val="000000"/>
                </a:solidFill>
                <a:effectLst/>
                <a:latin typeface="Menlo" panose="020B0609030804020204" pitchFamily="49" charset="0"/>
              </a:rPr>
              <a:t>begin_date</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AS</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TEXT</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research</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a:p>
            <a:pPr marL="0" marR="0">
              <a:buNone/>
            </a:pPr>
            <a:br>
              <a:rPr lang="en-IE" sz="2000" dirty="0">
                <a:solidFill>
                  <a:srgbClr val="000000"/>
                </a:solidFill>
                <a:effectLst/>
                <a:latin typeface="Menlo" panose="020B0609030804020204" pitchFamily="49" charset="0"/>
              </a:rPr>
            </a:b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pg_typeof</a:t>
            </a:r>
            <a:r>
              <a:rPr lang="en-IE" sz="2000" dirty="0">
                <a:solidFill>
                  <a:srgbClr val="000000"/>
                </a:solidFill>
                <a:effectLst/>
                <a:latin typeface="Menlo" panose="020B0609030804020204" pitchFamily="49" charset="0"/>
              </a:rPr>
              <a:t>(amount::</a:t>
            </a:r>
            <a:r>
              <a:rPr lang="en-IE" sz="2000" b="1" dirty="0">
                <a:solidFill>
                  <a:srgbClr val="000080"/>
                </a:solidFill>
                <a:effectLst/>
                <a:latin typeface="Menlo" panose="020B0609030804020204" pitchFamily="49" charset="0"/>
              </a:rPr>
              <a:t>text</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grant_funding</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12929677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13" name="Rectangle 13"/>
          <p:cNvSpPr>
            <a:spLocks noGrp="1" noChangeArrowheads="1"/>
          </p:cNvSpPr>
          <p:nvPr>
            <p:ph type="title"/>
          </p:nvPr>
        </p:nvSpPr>
        <p:spPr/>
        <p:txBody>
          <a:bodyPr>
            <a:normAutofit/>
          </a:bodyPr>
          <a:lstStyle/>
          <a:p>
            <a:r>
              <a:rPr lang="en-US" altLang="en-US" sz="3600" dirty="0"/>
              <a:t>Using the </a:t>
            </a:r>
            <a:r>
              <a:rPr lang="en-US" altLang="en-US" sz="3600" dirty="0">
                <a:latin typeface="Courier New" pitchFamily="49" charset="0"/>
              </a:rPr>
              <a:t>TO_CHAR</a:t>
            </a:r>
            <a:r>
              <a:rPr lang="en-US" altLang="en-US" sz="3600" dirty="0"/>
              <a:t> Function with Dates</a:t>
            </a:r>
          </a:p>
        </p:txBody>
      </p:sp>
      <p:sp>
        <p:nvSpPr>
          <p:cNvPr id="2" name="Slide Number Placeholder 1">
            <a:extLst>
              <a:ext uri="{FF2B5EF4-FFF2-40B4-BE49-F238E27FC236}">
                <a16:creationId xmlns:a16="http://schemas.microsoft.com/office/drawing/2014/main" id="{338290EF-1D0C-4023-5858-E63BC0D2DA17}"/>
              </a:ext>
            </a:extLst>
          </p:cNvPr>
          <p:cNvSpPr>
            <a:spLocks noGrp="1"/>
          </p:cNvSpPr>
          <p:nvPr>
            <p:ph type="sldNum" sz="quarter" idx="12"/>
          </p:nvPr>
        </p:nvSpPr>
        <p:spPr/>
        <p:txBody>
          <a:bodyPr/>
          <a:lstStyle/>
          <a:p>
            <a:fld id="{E0D3016C-3324-DD4B-A390-F77967EFEDE9}" type="slidenum">
              <a:rPr lang="pt-PT" smtClean="0"/>
              <a:t>25</a:t>
            </a:fld>
            <a:endParaRPr lang="pt-PT"/>
          </a:p>
        </p:txBody>
      </p:sp>
      <p:sp>
        <p:nvSpPr>
          <p:cNvPr id="8" name="TextBox 7">
            <a:extLst>
              <a:ext uri="{FF2B5EF4-FFF2-40B4-BE49-F238E27FC236}">
                <a16:creationId xmlns:a16="http://schemas.microsoft.com/office/drawing/2014/main" id="{B7081207-B9CA-8F5F-15E2-A710E50514C4}"/>
              </a:ext>
            </a:extLst>
          </p:cNvPr>
          <p:cNvSpPr txBox="1"/>
          <p:nvPr/>
        </p:nvSpPr>
        <p:spPr>
          <a:xfrm>
            <a:off x="628649" y="1690689"/>
            <a:ext cx="8168109" cy="3477875"/>
          </a:xfrm>
          <a:prstGeom prst="rect">
            <a:avLst/>
          </a:prstGeom>
          <a:noFill/>
        </p:spPr>
        <p:txBody>
          <a:bodyPr wrap="square">
            <a:spAutoFit/>
          </a:bodyPr>
          <a:lstStyle/>
          <a:p>
            <a:pPr marL="342900" indent="-342900">
              <a:buFont typeface="Arial" panose="020B0604020202020204" pitchFamily="34" charset="0"/>
              <a:buChar char="•"/>
            </a:pPr>
            <a:r>
              <a:rPr lang="en-GB" sz="2000" dirty="0"/>
              <a:t>In our function, </a:t>
            </a:r>
            <a:r>
              <a:rPr lang="en-GB" sz="2000" dirty="0" err="1"/>
              <a:t>fm</a:t>
            </a:r>
            <a:r>
              <a:rPr lang="en-GB" sz="2000" dirty="0"/>
              <a:t> stands for </a:t>
            </a:r>
            <a:r>
              <a:rPr lang="en-GB" sz="2000" b="1" dirty="0"/>
              <a:t>fill mode</a:t>
            </a:r>
            <a:r>
              <a:rPr lang="en-GB" sz="2000" dirty="0"/>
              <a: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Fill mode removes any leading spaces or padding that would normally be added for certain format elements.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In our formula, depth is used to format numbers as spelt-out ordinal words with appropriate suffixes (like "</a:t>
            </a:r>
            <a:r>
              <a:rPr lang="en-GB" sz="2000" dirty="0" err="1"/>
              <a:t>st</a:t>
            </a:r>
            <a:r>
              <a:rPr lang="en-GB" sz="2000" dirty="0"/>
              <a:t>", "</a:t>
            </a:r>
            <a:r>
              <a:rPr lang="en-GB" sz="2000" dirty="0" err="1"/>
              <a:t>nd</a:t>
            </a:r>
            <a:r>
              <a:rPr lang="en-GB" sz="2000" dirty="0"/>
              <a:t>", "</a:t>
            </a:r>
            <a:r>
              <a:rPr lang="en-GB" sz="2000" dirty="0" err="1"/>
              <a:t>rd</a:t>
            </a:r>
            <a:r>
              <a:rPr lang="en-GB" sz="2000" dirty="0"/>
              <a:t>", and "</a:t>
            </a:r>
            <a:r>
              <a:rPr lang="en-GB" sz="2000" dirty="0" err="1"/>
              <a:t>th</a:t>
            </a:r>
            <a:r>
              <a:rPr lang="en-GB" sz="2000" dirty="0"/>
              <a:t>").</a:t>
            </a:r>
            <a:endParaRPr lang="en-SI" sz="2000"/>
          </a:p>
          <a:p>
            <a:pPr marL="342900" indent="-342900">
              <a:buFont typeface="Arial" panose="020B0604020202020204" pitchFamily="34" charset="0"/>
              <a:buChar char="•"/>
            </a:pPr>
            <a:endParaRPr lang="en-GB" sz="2000" dirty="0"/>
          </a:p>
        </p:txBody>
      </p:sp>
      <p:sp>
        <p:nvSpPr>
          <p:cNvPr id="9" name="TextBox 8">
            <a:extLst>
              <a:ext uri="{FF2B5EF4-FFF2-40B4-BE49-F238E27FC236}">
                <a16:creationId xmlns:a16="http://schemas.microsoft.com/office/drawing/2014/main" id="{91227399-32D3-0534-C05B-BA5857E5C7E2}"/>
              </a:ext>
            </a:extLst>
          </p:cNvPr>
          <p:cNvSpPr txBox="1"/>
          <p:nvPr/>
        </p:nvSpPr>
        <p:spPr>
          <a:xfrm>
            <a:off x="914400" y="4972477"/>
            <a:ext cx="7517757" cy="646331"/>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firstname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TO_CHAR</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birth_date</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'Month </a:t>
            </a:r>
            <a:r>
              <a:rPr lang="en-IE" sz="1800" dirty="0" err="1">
                <a:solidFill>
                  <a:srgbClr val="008000"/>
                </a:solidFill>
                <a:effectLst/>
                <a:latin typeface="Menlo" panose="020B0609030804020204" pitchFamily="49" charset="0"/>
              </a:rPr>
              <a:t>DDspth</a:t>
            </a:r>
            <a:r>
              <a:rPr lang="en-IE" sz="1800" dirty="0">
                <a:solidFill>
                  <a:srgbClr val="008000"/>
                </a:solidFill>
                <a:effectLst/>
                <a:latin typeface="Menlo" panose="020B0609030804020204" pitchFamily="49" charset="0"/>
              </a:rPr>
              <a: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scientist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
        <p:nvSpPr>
          <p:cNvPr id="11" name="TextBox 10">
            <a:extLst>
              <a:ext uri="{FF2B5EF4-FFF2-40B4-BE49-F238E27FC236}">
                <a16:creationId xmlns:a16="http://schemas.microsoft.com/office/drawing/2014/main" id="{7A074415-7F40-26C0-6524-EB298EE6247A}"/>
              </a:ext>
            </a:extLst>
          </p:cNvPr>
          <p:cNvSpPr txBox="1"/>
          <p:nvPr/>
        </p:nvSpPr>
        <p:spPr>
          <a:xfrm>
            <a:off x="914400" y="3106461"/>
            <a:ext cx="6229350" cy="646331"/>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firstname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TO_CHAR</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birth_date</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a:t>
            </a:r>
            <a:r>
              <a:rPr lang="en-IE" sz="1800" dirty="0" err="1">
                <a:solidFill>
                  <a:srgbClr val="008000"/>
                </a:solidFill>
                <a:effectLst/>
                <a:latin typeface="Menlo" panose="020B0609030804020204" pitchFamily="49" charset="0"/>
              </a:rPr>
              <a:t>fmDD</a:t>
            </a:r>
            <a:r>
              <a:rPr lang="en-IE" sz="1800" dirty="0">
                <a:solidFill>
                  <a:srgbClr val="008000"/>
                </a:solidFill>
                <a:effectLst/>
                <a:latin typeface="Menlo" panose="020B0609030804020204" pitchFamily="49" charset="0"/>
              </a:rPr>
              <a:t> Month YYYY'</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scientist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883263306"/>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Date Format of </a:t>
            </a:r>
            <a:r>
              <a:rPr lang="en-IE" dirty="0" err="1"/>
              <a:t>to_char</a:t>
            </a:r>
            <a:endParaRPr lang="en-IE" dirty="0"/>
          </a:p>
        </p:txBody>
      </p:sp>
      <p:sp>
        <p:nvSpPr>
          <p:cNvPr id="5" name="Slide Number Placeholder 4">
            <a:extLst>
              <a:ext uri="{FF2B5EF4-FFF2-40B4-BE49-F238E27FC236}">
                <a16:creationId xmlns:a16="http://schemas.microsoft.com/office/drawing/2014/main" id="{9B57D489-F310-A513-7961-3020764F36EA}"/>
              </a:ext>
            </a:extLst>
          </p:cNvPr>
          <p:cNvSpPr>
            <a:spLocks noGrp="1"/>
          </p:cNvSpPr>
          <p:nvPr>
            <p:ph type="sldNum" sz="quarter" idx="12"/>
          </p:nvPr>
        </p:nvSpPr>
        <p:spPr/>
        <p:txBody>
          <a:bodyPr/>
          <a:lstStyle/>
          <a:p>
            <a:fld id="{E0D3016C-3324-DD4B-A390-F77967EFEDE9}" type="slidenum">
              <a:rPr lang="pt-PT" smtClean="0"/>
              <a:t>26</a:t>
            </a:fld>
            <a:endParaRPr lang="pt-PT"/>
          </a:p>
        </p:txBody>
      </p:sp>
      <p:graphicFrame>
        <p:nvGraphicFramePr>
          <p:cNvPr id="3" name="Table 2"/>
          <p:cNvGraphicFramePr>
            <a:graphicFrameLocks noGrp="1"/>
          </p:cNvGraphicFramePr>
          <p:nvPr/>
        </p:nvGraphicFramePr>
        <p:xfrm>
          <a:off x="395536" y="1397000"/>
          <a:ext cx="8496945" cy="370840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7416825">
                  <a:extLst>
                    <a:ext uri="{9D8B030D-6E8A-4147-A177-3AD203B41FA5}">
                      <a16:colId xmlns:a16="http://schemas.microsoft.com/office/drawing/2014/main" val="20001"/>
                    </a:ext>
                  </a:extLst>
                </a:gridCol>
              </a:tblGrid>
              <a:tr h="370840">
                <a:tc>
                  <a:txBody>
                    <a:bodyPr/>
                    <a:lstStyle/>
                    <a:p>
                      <a:r>
                        <a:rPr lang="en-IE" dirty="0"/>
                        <a:t>Format</a:t>
                      </a:r>
                    </a:p>
                  </a:txBody>
                  <a:tcPr/>
                </a:tc>
                <a:tc>
                  <a:txBody>
                    <a:bodyPr/>
                    <a:lstStyle/>
                    <a:p>
                      <a:r>
                        <a:rPr lang="en-IE" dirty="0"/>
                        <a:t>Output</a:t>
                      </a:r>
                    </a:p>
                  </a:txBody>
                  <a:tcPr/>
                </a:tc>
                <a:extLst>
                  <a:ext uri="{0D108BD9-81ED-4DB2-BD59-A6C34878D82A}">
                    <a16:rowId xmlns:a16="http://schemas.microsoft.com/office/drawing/2014/main" val="10000"/>
                  </a:ext>
                </a:extLst>
              </a:tr>
              <a:tr h="370840">
                <a:tc>
                  <a:txBody>
                    <a:bodyPr/>
                    <a:lstStyle/>
                    <a:p>
                      <a:r>
                        <a:rPr lang="en-IE" dirty="0"/>
                        <a:t>D</a:t>
                      </a:r>
                    </a:p>
                  </a:txBody>
                  <a:tcPr/>
                </a:tc>
                <a:tc>
                  <a:txBody>
                    <a:bodyPr/>
                    <a:lstStyle/>
                    <a:p>
                      <a:r>
                        <a:rPr lang="en-IE" dirty="0"/>
                        <a:t>Day of week (1-7)</a:t>
                      </a:r>
                    </a:p>
                  </a:txBody>
                  <a:tcPr/>
                </a:tc>
                <a:extLst>
                  <a:ext uri="{0D108BD9-81ED-4DB2-BD59-A6C34878D82A}">
                    <a16:rowId xmlns:a16="http://schemas.microsoft.com/office/drawing/2014/main" val="10001"/>
                  </a:ext>
                </a:extLst>
              </a:tr>
              <a:tr h="370840">
                <a:tc>
                  <a:txBody>
                    <a:bodyPr/>
                    <a:lstStyle/>
                    <a:p>
                      <a:r>
                        <a:rPr lang="en-IE" dirty="0"/>
                        <a:t>DD</a:t>
                      </a:r>
                    </a:p>
                  </a:txBody>
                  <a:tcPr/>
                </a:tc>
                <a:tc>
                  <a:txBody>
                    <a:bodyPr/>
                    <a:lstStyle/>
                    <a:p>
                      <a:r>
                        <a:rPr lang="en-IE" dirty="0"/>
                        <a:t>Day</a:t>
                      </a:r>
                      <a:r>
                        <a:rPr lang="en-IE" baseline="0" dirty="0"/>
                        <a:t> of week (1-31)</a:t>
                      </a:r>
                      <a:endParaRPr lang="en-IE" dirty="0"/>
                    </a:p>
                  </a:txBody>
                  <a:tcPr/>
                </a:tc>
                <a:extLst>
                  <a:ext uri="{0D108BD9-81ED-4DB2-BD59-A6C34878D82A}">
                    <a16:rowId xmlns:a16="http://schemas.microsoft.com/office/drawing/2014/main" val="10002"/>
                  </a:ext>
                </a:extLst>
              </a:tr>
              <a:tr h="370840">
                <a:tc>
                  <a:txBody>
                    <a:bodyPr/>
                    <a:lstStyle/>
                    <a:p>
                      <a:r>
                        <a:rPr lang="en-IE" dirty="0"/>
                        <a:t>DAY</a:t>
                      </a:r>
                    </a:p>
                  </a:txBody>
                  <a:tcPr/>
                </a:tc>
                <a:tc>
                  <a:txBody>
                    <a:bodyPr/>
                    <a:lstStyle/>
                    <a:p>
                      <a:r>
                        <a:rPr lang="en-IE" dirty="0"/>
                        <a:t>Name of</a:t>
                      </a:r>
                      <a:r>
                        <a:rPr lang="en-IE" baseline="0" dirty="0"/>
                        <a:t> day right padded to display blanks up to length of longest day name</a:t>
                      </a:r>
                      <a:endParaRPr lang="en-IE" dirty="0"/>
                    </a:p>
                  </a:txBody>
                  <a:tcPr/>
                </a:tc>
                <a:extLst>
                  <a:ext uri="{0D108BD9-81ED-4DB2-BD59-A6C34878D82A}">
                    <a16:rowId xmlns:a16="http://schemas.microsoft.com/office/drawing/2014/main" val="10003"/>
                  </a:ext>
                </a:extLst>
              </a:tr>
              <a:tr h="370840">
                <a:tc>
                  <a:txBody>
                    <a:bodyPr/>
                    <a:lstStyle/>
                    <a:p>
                      <a:r>
                        <a:rPr lang="en-IE" dirty="0"/>
                        <a:t>MM</a:t>
                      </a:r>
                    </a:p>
                  </a:txBody>
                  <a:tcPr/>
                </a:tc>
                <a:tc>
                  <a:txBody>
                    <a:bodyPr/>
                    <a:lstStyle/>
                    <a:p>
                      <a:r>
                        <a:rPr lang="en-IE" dirty="0"/>
                        <a:t>Month (1-12)</a:t>
                      </a:r>
                    </a:p>
                  </a:txBody>
                  <a:tcPr/>
                </a:tc>
                <a:extLst>
                  <a:ext uri="{0D108BD9-81ED-4DB2-BD59-A6C34878D82A}">
                    <a16:rowId xmlns:a16="http://schemas.microsoft.com/office/drawing/2014/main" val="10004"/>
                  </a:ext>
                </a:extLst>
              </a:tr>
              <a:tr h="370840">
                <a:tc>
                  <a:txBody>
                    <a:bodyPr/>
                    <a:lstStyle/>
                    <a:p>
                      <a:r>
                        <a:rPr lang="en-IE" dirty="0"/>
                        <a:t>MON </a:t>
                      </a:r>
                    </a:p>
                  </a:txBody>
                  <a:tcPr/>
                </a:tc>
                <a:tc>
                  <a:txBody>
                    <a:bodyPr/>
                    <a:lstStyle/>
                    <a:p>
                      <a:r>
                        <a:rPr lang="en-IE" dirty="0"/>
                        <a:t>Abbreviated</a:t>
                      </a:r>
                      <a:r>
                        <a:rPr lang="en-IE" baseline="0" dirty="0"/>
                        <a:t> Month Name</a:t>
                      </a:r>
                      <a:endParaRPr lang="en-IE" dirty="0"/>
                    </a:p>
                  </a:txBody>
                  <a:tcPr/>
                </a:tc>
                <a:extLst>
                  <a:ext uri="{0D108BD9-81ED-4DB2-BD59-A6C34878D82A}">
                    <a16:rowId xmlns:a16="http://schemas.microsoft.com/office/drawing/2014/main" val="10005"/>
                  </a:ext>
                </a:extLst>
              </a:tr>
              <a:tr h="370840">
                <a:tc>
                  <a:txBody>
                    <a:bodyPr/>
                    <a:lstStyle/>
                    <a:p>
                      <a:r>
                        <a:rPr lang="en-IE" dirty="0"/>
                        <a:t>MONTH</a:t>
                      </a:r>
                    </a:p>
                  </a:txBody>
                  <a:tcPr/>
                </a:tc>
                <a:tc>
                  <a:txBody>
                    <a:bodyPr/>
                    <a:lstStyle/>
                    <a:p>
                      <a:r>
                        <a:rPr lang="en-IE" dirty="0"/>
                        <a:t>Full Month Name</a:t>
                      </a:r>
                    </a:p>
                  </a:txBody>
                  <a:tcPr/>
                </a:tc>
                <a:extLst>
                  <a:ext uri="{0D108BD9-81ED-4DB2-BD59-A6C34878D82A}">
                    <a16:rowId xmlns:a16="http://schemas.microsoft.com/office/drawing/2014/main" val="10006"/>
                  </a:ext>
                </a:extLst>
              </a:tr>
              <a:tr h="370840">
                <a:tc>
                  <a:txBody>
                    <a:bodyPr/>
                    <a:lstStyle/>
                    <a:p>
                      <a:r>
                        <a:rPr lang="en-IE" dirty="0"/>
                        <a:t>YEAR</a:t>
                      </a:r>
                    </a:p>
                  </a:txBody>
                  <a:tcPr/>
                </a:tc>
                <a:tc>
                  <a:txBody>
                    <a:bodyPr/>
                    <a:lstStyle/>
                    <a:p>
                      <a:r>
                        <a:rPr lang="en-IE" dirty="0"/>
                        <a:t>Year spelt out</a:t>
                      </a:r>
                    </a:p>
                  </a:txBody>
                  <a:tcPr/>
                </a:tc>
                <a:extLst>
                  <a:ext uri="{0D108BD9-81ED-4DB2-BD59-A6C34878D82A}">
                    <a16:rowId xmlns:a16="http://schemas.microsoft.com/office/drawing/2014/main" val="10007"/>
                  </a:ext>
                </a:extLst>
              </a:tr>
              <a:tr h="370840">
                <a:tc>
                  <a:txBody>
                    <a:bodyPr/>
                    <a:lstStyle/>
                    <a:p>
                      <a:r>
                        <a:rPr lang="en-IE" dirty="0"/>
                        <a:t>YYYY</a:t>
                      </a:r>
                    </a:p>
                  </a:txBody>
                  <a:tcPr/>
                </a:tc>
                <a:tc>
                  <a:txBody>
                    <a:bodyPr/>
                    <a:lstStyle/>
                    <a:p>
                      <a:r>
                        <a:rPr lang="en-IE" dirty="0"/>
                        <a:t>4 digit year</a:t>
                      </a:r>
                    </a:p>
                  </a:txBody>
                  <a:tcPr/>
                </a:tc>
                <a:extLst>
                  <a:ext uri="{0D108BD9-81ED-4DB2-BD59-A6C34878D82A}">
                    <a16:rowId xmlns:a16="http://schemas.microsoft.com/office/drawing/2014/main" val="10008"/>
                  </a:ext>
                </a:extLst>
              </a:tr>
              <a:tr h="370840">
                <a:tc>
                  <a:txBody>
                    <a:bodyPr/>
                    <a:lstStyle/>
                    <a:p>
                      <a:r>
                        <a:rPr lang="en-IE" dirty="0"/>
                        <a:t>YY</a:t>
                      </a:r>
                    </a:p>
                  </a:txBody>
                  <a:tcPr/>
                </a:tc>
                <a:tc>
                  <a:txBody>
                    <a:bodyPr/>
                    <a:lstStyle/>
                    <a:p>
                      <a:r>
                        <a:rPr lang="en-IE" dirty="0"/>
                        <a:t>2 digit year</a:t>
                      </a:r>
                    </a:p>
                  </a:txBody>
                  <a:tcPr/>
                </a:tc>
                <a:extLst>
                  <a:ext uri="{0D108BD9-81ED-4DB2-BD59-A6C34878D82A}">
                    <a16:rowId xmlns:a16="http://schemas.microsoft.com/office/drawing/2014/main" val="10009"/>
                  </a:ext>
                </a:extLst>
              </a:tr>
            </a:tbl>
          </a:graphicData>
        </a:graphic>
      </p:graphicFrame>
      <p:sp>
        <p:nvSpPr>
          <p:cNvPr id="4" name="TextBox 3"/>
          <p:cNvSpPr txBox="1"/>
          <p:nvPr/>
        </p:nvSpPr>
        <p:spPr>
          <a:xfrm>
            <a:off x="179512" y="5157192"/>
            <a:ext cx="8712968" cy="1200329"/>
          </a:xfrm>
          <a:prstGeom prst="rect">
            <a:avLst/>
          </a:prstGeom>
          <a:noFill/>
        </p:spPr>
        <p:txBody>
          <a:bodyPr wrap="square" rtlCol="0">
            <a:spAutoFit/>
          </a:bodyPr>
          <a:lstStyle/>
          <a:p>
            <a:r>
              <a:rPr lang="en-IE" dirty="0"/>
              <a:t>Suffixes for numbers:</a:t>
            </a:r>
          </a:p>
          <a:p>
            <a:r>
              <a:rPr lang="en-IE" dirty="0"/>
              <a:t>TH </a:t>
            </a:r>
            <a:r>
              <a:rPr lang="en-IE" dirty="0" err="1"/>
              <a:t>e.g</a:t>
            </a:r>
            <a:r>
              <a:rPr lang="en-IE" dirty="0"/>
              <a:t> DDTH would be perhaps 4</a:t>
            </a:r>
            <a:r>
              <a:rPr lang="en-IE" baseline="30000" dirty="0"/>
              <a:t>TH</a:t>
            </a:r>
            <a:endParaRPr lang="en-IE" dirty="0"/>
          </a:p>
          <a:p>
            <a:r>
              <a:rPr lang="en-IE" dirty="0"/>
              <a:t>SP spelled number DDSP FOUR</a:t>
            </a:r>
          </a:p>
          <a:p>
            <a:r>
              <a:rPr lang="en-IE" dirty="0"/>
              <a:t>SPTH spelled number plus TH FOURTH</a:t>
            </a:r>
          </a:p>
        </p:txBody>
      </p:sp>
    </p:spTree>
    <p:extLst>
      <p:ext uri="{BB962C8B-B14F-4D97-AF65-F5344CB8AC3E}">
        <p14:creationId xmlns:p14="http://schemas.microsoft.com/office/powerpoint/2010/main" val="565734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80" name="Rectangle 32"/>
          <p:cNvSpPr>
            <a:spLocks noGrp="1" noChangeArrowheads="1"/>
          </p:cNvSpPr>
          <p:nvPr>
            <p:ph type="title"/>
          </p:nvPr>
        </p:nvSpPr>
        <p:spPr/>
        <p:txBody>
          <a:bodyPr>
            <a:normAutofit/>
          </a:bodyPr>
          <a:lstStyle/>
          <a:p>
            <a:r>
              <a:rPr lang="en-US" altLang="en-US"/>
              <a:t>Using the </a:t>
            </a:r>
            <a:r>
              <a:rPr lang="en-US" altLang="en-US">
                <a:latin typeface="Courier New" pitchFamily="49" charset="0"/>
              </a:rPr>
              <a:t>TO_CHAR</a:t>
            </a:r>
            <a:r>
              <a:rPr lang="en-US" altLang="en-US"/>
              <a:t> Function with Numbers</a:t>
            </a:r>
          </a:p>
        </p:txBody>
      </p:sp>
      <p:sp>
        <p:nvSpPr>
          <p:cNvPr id="437281" name="Rectangle 33"/>
          <p:cNvSpPr>
            <a:spLocks noGrp="1" noChangeArrowheads="1"/>
          </p:cNvSpPr>
          <p:nvPr>
            <p:ph idx="1"/>
          </p:nvPr>
        </p:nvSpPr>
        <p:spPr>
          <a:xfrm>
            <a:off x="863600" y="1922462"/>
            <a:ext cx="7366000" cy="1325563"/>
          </a:xfrm>
        </p:spPr>
        <p:txBody>
          <a:bodyPr>
            <a:normAutofit fontScale="92500"/>
          </a:bodyPr>
          <a:lstStyle/>
          <a:p>
            <a:pPr>
              <a:lnSpc>
                <a:spcPct val="120000"/>
              </a:lnSpc>
            </a:pPr>
            <a:endParaRPr lang="en-US" altLang="en-US" dirty="0"/>
          </a:p>
          <a:p>
            <a:pPr marL="0" indent="0">
              <a:lnSpc>
                <a:spcPct val="120000"/>
              </a:lnSpc>
              <a:buNone/>
            </a:pPr>
            <a:r>
              <a:rPr lang="en-US" altLang="en-US" dirty="0"/>
              <a:t>These are some of the format elements that you can use with the </a:t>
            </a:r>
            <a:r>
              <a:rPr lang="en-US" altLang="en-US" dirty="0">
                <a:latin typeface="Courier New" pitchFamily="49" charset="0"/>
              </a:rPr>
              <a:t>TO_CHAR</a:t>
            </a:r>
            <a:r>
              <a:rPr lang="en-US" altLang="en-US" dirty="0"/>
              <a:t> function to display a number value as a character:</a:t>
            </a:r>
          </a:p>
        </p:txBody>
      </p:sp>
      <p:sp>
        <p:nvSpPr>
          <p:cNvPr id="2" name="Slide Number Placeholder 1">
            <a:extLst>
              <a:ext uri="{FF2B5EF4-FFF2-40B4-BE49-F238E27FC236}">
                <a16:creationId xmlns:a16="http://schemas.microsoft.com/office/drawing/2014/main" id="{64FF963D-003D-2275-E1E6-117975247F1F}"/>
              </a:ext>
            </a:extLst>
          </p:cNvPr>
          <p:cNvSpPr>
            <a:spLocks noGrp="1"/>
          </p:cNvSpPr>
          <p:nvPr>
            <p:ph type="sldNum" sz="quarter" idx="12"/>
          </p:nvPr>
        </p:nvSpPr>
        <p:spPr/>
        <p:txBody>
          <a:bodyPr/>
          <a:lstStyle/>
          <a:p>
            <a:fld id="{E0D3016C-3324-DD4B-A390-F77967EFEDE9}" type="slidenum">
              <a:rPr lang="pt-PT" smtClean="0"/>
              <a:t>27</a:t>
            </a:fld>
            <a:endParaRPr lang="pt-PT"/>
          </a:p>
        </p:txBody>
      </p:sp>
      <p:graphicFrame>
        <p:nvGraphicFramePr>
          <p:cNvPr id="437332" name="Group 84"/>
          <p:cNvGraphicFramePr>
            <a:graphicFrameLocks noGrp="1"/>
          </p:cNvGraphicFramePr>
          <p:nvPr>
            <p:extLst>
              <p:ext uri="{D42A27DB-BD31-4B8C-83A1-F6EECF244321}">
                <p14:modId xmlns:p14="http://schemas.microsoft.com/office/powerpoint/2010/main" val="4023124149"/>
              </p:ext>
            </p:extLst>
          </p:nvPr>
        </p:nvGraphicFramePr>
        <p:xfrm>
          <a:off x="857250" y="3333750"/>
          <a:ext cx="7364413" cy="2593976"/>
        </p:xfrm>
        <a:graphic>
          <a:graphicData uri="http://schemas.openxmlformats.org/drawingml/2006/table">
            <a:tbl>
              <a:tblPr/>
              <a:tblGrid>
                <a:gridCol w="2566988">
                  <a:extLst>
                    <a:ext uri="{9D8B030D-6E8A-4147-A177-3AD203B41FA5}">
                      <a16:colId xmlns:a16="http://schemas.microsoft.com/office/drawing/2014/main" val="20000"/>
                    </a:ext>
                  </a:extLst>
                </a:gridCol>
                <a:gridCol w="4797425">
                  <a:extLst>
                    <a:ext uri="{9D8B030D-6E8A-4147-A177-3AD203B41FA5}">
                      <a16:colId xmlns:a16="http://schemas.microsoft.com/office/drawing/2014/main" val="20001"/>
                    </a:ext>
                  </a:extLst>
                </a:gridCol>
              </a:tblGrid>
              <a:tr h="12858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1" fontAlgn="base" latinLnBrk="0" hangingPunct="1">
                        <a:lnSpc>
                          <a:spcPct val="100000"/>
                        </a:lnSpc>
                        <a:spcBef>
                          <a:spcPct val="20000"/>
                        </a:spcBef>
                        <a:spcAft>
                          <a:spcPct val="0"/>
                        </a:spcAft>
                        <a:buClr>
                          <a:srgbClr val="000000"/>
                        </a:buClr>
                        <a:buSzTx/>
                        <a:buFont typeface="Arial" charset="0"/>
                        <a:buNone/>
                        <a:tabLst/>
                      </a:pPr>
                      <a:r>
                        <a:rPr kumimoji="0" lang="en-US" altLang="en-US" sz="1800" b="1" i="0" u="none" strike="noStrike" cap="none" normalizeH="0" baseline="0" dirty="0">
                          <a:ln>
                            <a:noFill/>
                          </a:ln>
                          <a:solidFill>
                            <a:schemeClr val="tx1"/>
                          </a:solidFill>
                          <a:effectLst/>
                          <a:latin typeface="Arial" charset="0"/>
                        </a:rPr>
                        <a:t>Element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1" fontAlgn="base" latinLnBrk="0" hangingPunct="1">
                        <a:lnSpc>
                          <a:spcPct val="100000"/>
                        </a:lnSpc>
                        <a:spcBef>
                          <a:spcPct val="20000"/>
                        </a:spcBef>
                        <a:spcAft>
                          <a:spcPct val="0"/>
                        </a:spcAft>
                        <a:buClr>
                          <a:srgbClr val="000000"/>
                        </a:buClr>
                        <a:buSzTx/>
                        <a:buFont typeface="Arial" charset="0"/>
                        <a:buNone/>
                        <a:tabLst/>
                      </a:pPr>
                      <a:r>
                        <a:rPr kumimoji="0" lang="en-US" altLang="en-US" sz="1800" b="1" i="0" u="none" strike="noStrike" cap="none" normalizeH="0" baseline="0">
                          <a:ln>
                            <a:noFill/>
                          </a:ln>
                          <a:solidFill>
                            <a:schemeClr val="tx1"/>
                          </a:solidFill>
                          <a:effectLst/>
                          <a:latin typeface="Arial" charset="0"/>
                        </a:rPr>
                        <a:t>Result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0"/>
                  </a:ext>
                </a:extLst>
              </a:tr>
              <a:tr h="38258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0000"/>
                        </a:lnSpc>
                        <a:spcBef>
                          <a:spcPct val="3500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New" pitchFamily="49" charset="0"/>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charset="0"/>
                        </a:rPr>
                        <a:t>Represents a number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1"/>
                  </a:ext>
                </a:extLst>
              </a:tr>
              <a:tr h="38258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0000"/>
                        </a:lnSpc>
                        <a:spcBef>
                          <a:spcPct val="35000"/>
                        </a:spcBef>
                        <a:spcAft>
                          <a:spcPct val="0"/>
                        </a:spcAft>
                        <a:buClrTx/>
                        <a:buSzTx/>
                        <a:buFontTx/>
                        <a:buNone/>
                        <a:tabLst/>
                      </a:pPr>
                      <a:r>
                        <a:rPr kumimoji="0" lang="en-US" altLang="en-US" sz="1800" b="1" i="0" u="none" strike="noStrike" cap="none" normalizeH="0" baseline="0">
                          <a:ln>
                            <a:noFill/>
                          </a:ln>
                          <a:solidFill>
                            <a:srgbClr val="000000"/>
                          </a:solidFill>
                          <a:effectLst/>
                          <a:latin typeface="Courier New" pitchFamily="49" charset="0"/>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charset="0"/>
                        </a:rPr>
                        <a:t>Forces a zero to be displayed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2"/>
                  </a:ext>
                </a:extLst>
              </a:tr>
              <a:tr h="31273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1800" b="1" i="0" u="none" strike="noStrike" cap="none" normalizeH="0" baseline="0">
                          <a:ln>
                            <a:noFill/>
                          </a:ln>
                          <a:solidFill>
                            <a:srgbClr val="000000"/>
                          </a:solidFill>
                          <a:effectLst/>
                          <a:latin typeface="Courier New" pitchFamily="49"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charset="0"/>
                        </a:rPr>
                        <a:t>Places a floating dollar sign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3"/>
                  </a:ext>
                </a:extLst>
              </a:tr>
              <a:tr h="31273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ourier New" pitchFamily="49" charset="0"/>
                        </a:rPr>
                        <a:t>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r>
                        <a:rPr lang="en-IE" sz="1800" dirty="0"/>
                        <a:t>Local currency</a:t>
                      </a:r>
                      <a:r>
                        <a:rPr lang="en-IE" sz="1800" baseline="0" dirty="0"/>
                        <a:t> sign</a:t>
                      </a:r>
                      <a:endParaRPr lang="en-IE" sz="1800" dirty="0"/>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4"/>
                  </a:ext>
                </a:extLst>
              </a:tr>
              <a:tr h="31273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1800" b="1" i="0" u="none" strike="noStrike" cap="none" normalizeH="0" baseline="0">
                          <a:ln>
                            <a:noFill/>
                          </a:ln>
                          <a:solidFill>
                            <a:srgbClr val="000000"/>
                          </a:solidFill>
                          <a:effectLst/>
                          <a:latin typeface="Courier New" pitchFamily="49"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charset="0"/>
                        </a:rPr>
                        <a:t>Prints a decimal point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5"/>
                  </a:ext>
                </a:extLst>
              </a:tr>
              <a:tr h="312738">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95000"/>
                        </a:lnSpc>
                        <a:spcBef>
                          <a:spcPct val="35000"/>
                        </a:spcBef>
                        <a:spcAft>
                          <a:spcPct val="0"/>
                        </a:spcAft>
                        <a:buClrTx/>
                        <a:buSzTx/>
                        <a:buFontTx/>
                        <a:buNone/>
                        <a:tabLst/>
                      </a:pPr>
                      <a:r>
                        <a:rPr kumimoji="0" lang="en-US" altLang="en-US" sz="1800" b="1" i="0" u="none" strike="noStrike" cap="none" normalizeH="0" baseline="0">
                          <a:ln>
                            <a:noFill/>
                          </a:ln>
                          <a:solidFill>
                            <a:srgbClr val="000000"/>
                          </a:solidFill>
                          <a:effectLst/>
                          <a:latin typeface="Courier New" pitchFamily="49"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lvl1pPr algn="l" defTabSz="228600">
                        <a:buClr>
                          <a:srgbClr val="000000"/>
                        </a:buClr>
                        <a:defRPr sz="2000" b="1">
                          <a:solidFill>
                            <a:schemeClr val="tx1"/>
                          </a:solidFill>
                          <a:latin typeface="Arial" charset="0"/>
                        </a:defRPr>
                      </a:lvl1pPr>
                      <a:lvl2pPr marL="114300" algn="l" defTabSz="228600">
                        <a:defRPr sz="2000" b="1">
                          <a:solidFill>
                            <a:schemeClr val="tx1"/>
                          </a:solidFill>
                          <a:latin typeface="Arial" charset="0"/>
                        </a:defRPr>
                      </a:lvl2pPr>
                      <a:lvl3pPr marL="685800" algn="l" defTabSz="228600">
                        <a:defRPr b="1">
                          <a:solidFill>
                            <a:schemeClr val="tx1"/>
                          </a:solidFill>
                          <a:latin typeface="Arial" charset="0"/>
                        </a:defRPr>
                      </a:lvl3pPr>
                      <a:lvl4pPr marL="1143000" algn="l" defTabSz="228600">
                        <a:buClr>
                          <a:srgbClr val="000000"/>
                        </a:buClr>
                        <a:defRPr b="1">
                          <a:solidFill>
                            <a:srgbClr val="FF0000"/>
                          </a:solidFill>
                          <a:latin typeface="Arial" charset="0"/>
                        </a:defRPr>
                      </a:lvl4pPr>
                      <a:lvl5pPr marL="1257300" algn="l" defTabSz="228600">
                        <a:buClr>
                          <a:srgbClr val="000000"/>
                        </a:buClr>
                        <a:defRPr b="1">
                          <a:solidFill>
                            <a:schemeClr val="tx1"/>
                          </a:solidFill>
                          <a:latin typeface="Arial" charset="0"/>
                        </a:defRPr>
                      </a:lvl5pPr>
                      <a:lvl6pPr marL="1714500" defTabSz="228600" fontAlgn="base">
                        <a:spcBef>
                          <a:spcPct val="20000"/>
                        </a:spcBef>
                        <a:spcAft>
                          <a:spcPct val="0"/>
                        </a:spcAft>
                        <a:buClr>
                          <a:srgbClr val="000000"/>
                        </a:buClr>
                        <a:buFont typeface="Arial" charset="0"/>
                        <a:defRPr b="1">
                          <a:solidFill>
                            <a:schemeClr val="tx1"/>
                          </a:solidFill>
                          <a:latin typeface="Arial" charset="0"/>
                        </a:defRPr>
                      </a:lvl6pPr>
                      <a:lvl7pPr marL="2171700" defTabSz="228600" fontAlgn="base">
                        <a:spcBef>
                          <a:spcPct val="20000"/>
                        </a:spcBef>
                        <a:spcAft>
                          <a:spcPct val="0"/>
                        </a:spcAft>
                        <a:buClr>
                          <a:srgbClr val="000000"/>
                        </a:buClr>
                        <a:buFont typeface="Arial" charset="0"/>
                        <a:defRPr b="1">
                          <a:solidFill>
                            <a:schemeClr val="tx1"/>
                          </a:solidFill>
                          <a:latin typeface="Arial" charset="0"/>
                        </a:defRPr>
                      </a:lvl7pPr>
                      <a:lvl8pPr marL="2628900" defTabSz="228600" fontAlgn="base">
                        <a:spcBef>
                          <a:spcPct val="20000"/>
                        </a:spcBef>
                        <a:spcAft>
                          <a:spcPct val="0"/>
                        </a:spcAft>
                        <a:buClr>
                          <a:srgbClr val="000000"/>
                        </a:buClr>
                        <a:buFont typeface="Arial" charset="0"/>
                        <a:defRPr b="1">
                          <a:solidFill>
                            <a:schemeClr val="tx1"/>
                          </a:solidFill>
                          <a:latin typeface="Arial" charset="0"/>
                        </a:defRPr>
                      </a:lvl8pPr>
                      <a:lvl9pPr marL="3086100" defTabSz="228600" fontAlgn="base">
                        <a:spcBef>
                          <a:spcPct val="20000"/>
                        </a:spcBef>
                        <a:spcAft>
                          <a:spcPct val="0"/>
                        </a:spcAft>
                        <a:buClr>
                          <a:srgbClr val="000000"/>
                        </a:buClr>
                        <a:buFont typeface="Arial" charset="0"/>
                        <a:defRPr b="1">
                          <a:solidFill>
                            <a:schemeClr val="tx1"/>
                          </a:solidFill>
                          <a:latin typeface="Arial" charset="0"/>
                        </a:defRPr>
                      </a:lvl9pPr>
                    </a:lstStyle>
                    <a:p>
                      <a:pPr marL="0" marR="0" lvl="0" indent="0" algn="l" defTabSz="2286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rPr>
                        <a:t>Prints a comma as thousands indicator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6"/>
                  </a:ext>
                </a:extLst>
              </a:tr>
            </a:tbl>
          </a:graphicData>
        </a:graphic>
      </p:graphicFrame>
      <p:sp>
        <p:nvSpPr>
          <p:cNvPr id="437334" name="Rectangle 86"/>
          <p:cNvSpPr>
            <a:spLocks noChangeArrowheads="1"/>
          </p:cNvSpPr>
          <p:nvPr/>
        </p:nvSpPr>
        <p:spPr bwMode="blackGray">
          <a:xfrm>
            <a:off x="857250" y="1556792"/>
            <a:ext cx="7299325" cy="328612"/>
          </a:xfrm>
          <a:prstGeom prst="rect">
            <a:avLst/>
          </a:prstGeom>
          <a:solidFill>
            <a:schemeClr val="bg1"/>
          </a:solidFill>
          <a:ln w="28575">
            <a:solidFill>
              <a:srgbClr val="000000"/>
            </a:solidFill>
            <a:miter lim="800000"/>
            <a:headEnd/>
            <a:tailEnd/>
          </a:ln>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eaLnBrk="0" hangingPunct="0"/>
            <a:r>
              <a:rPr lang="en-US" altLang="en-US" sz="1800" dirty="0">
                <a:solidFill>
                  <a:srgbClr val="000000"/>
                </a:solidFill>
                <a:latin typeface="Courier New" pitchFamily="49" charset="0"/>
              </a:rPr>
              <a:t>TO_CHAR(</a:t>
            </a:r>
            <a:r>
              <a:rPr lang="en-US" altLang="en-US" sz="1800" i="1" dirty="0">
                <a:solidFill>
                  <a:srgbClr val="000000"/>
                </a:solidFill>
                <a:latin typeface="Courier New" pitchFamily="49" charset="0"/>
              </a:rPr>
              <a:t>number, </a:t>
            </a:r>
            <a:r>
              <a:rPr lang="en-US" altLang="en-US" sz="1800" dirty="0">
                <a:solidFill>
                  <a:srgbClr val="000000"/>
                </a:solidFill>
                <a:latin typeface="Courier New" pitchFamily="49" charset="0"/>
              </a:rPr>
              <a:t>'</a:t>
            </a:r>
            <a:r>
              <a:rPr lang="en-US" altLang="en-US" sz="1800" i="1" dirty="0" err="1">
                <a:solidFill>
                  <a:srgbClr val="000000"/>
                </a:solidFill>
                <a:latin typeface="Courier New" pitchFamily="49" charset="0"/>
              </a:rPr>
              <a:t>format_model</a:t>
            </a:r>
            <a:r>
              <a:rPr lang="en-US" altLang="en-US" sz="1800" dirty="0">
                <a:solidFill>
                  <a:srgbClr val="000000"/>
                </a:solidFill>
                <a:latin typeface="Courier New" pitchFamily="49" charset="0"/>
              </a:rPr>
              <a:t>') </a:t>
            </a:r>
            <a:r>
              <a:rPr lang="en-US" altLang="en-US" sz="1800" dirty="0" err="1">
                <a:solidFill>
                  <a:srgbClr val="000000"/>
                </a:solidFill>
                <a:latin typeface="Courier New" pitchFamily="49" charset="0"/>
              </a:rPr>
              <a:t>ddspth</a:t>
            </a:r>
            <a:endParaRPr lang="en-US" altLang="en-US" sz="1800" dirty="0">
              <a:solidFill>
                <a:srgbClr val="000000"/>
              </a:solidFill>
              <a:latin typeface="Courier New" pitchFamily="49" charset="0"/>
            </a:endParaRPr>
          </a:p>
        </p:txBody>
      </p:sp>
    </p:spTree>
    <p:extLst>
      <p:ext uri="{BB962C8B-B14F-4D97-AF65-F5344CB8AC3E}">
        <p14:creationId xmlns:p14="http://schemas.microsoft.com/office/powerpoint/2010/main" val="104269854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307" name="Rectangle 11"/>
          <p:cNvSpPr>
            <a:spLocks noGrp="1" noChangeArrowheads="1"/>
          </p:cNvSpPr>
          <p:nvPr>
            <p:ph type="title"/>
          </p:nvPr>
        </p:nvSpPr>
        <p:spPr/>
        <p:txBody>
          <a:bodyPr>
            <a:normAutofit/>
          </a:bodyPr>
          <a:lstStyle/>
          <a:p>
            <a:r>
              <a:rPr lang="en-US" altLang="en-US"/>
              <a:t>Using the </a:t>
            </a:r>
            <a:r>
              <a:rPr lang="en-US" altLang="en-US">
                <a:latin typeface="Courier New" pitchFamily="49" charset="0"/>
              </a:rPr>
              <a:t>TO_CHAR</a:t>
            </a:r>
            <a:r>
              <a:rPr lang="en-US" altLang="en-US"/>
              <a:t> Function with Numbers</a:t>
            </a:r>
          </a:p>
        </p:txBody>
      </p:sp>
      <p:sp>
        <p:nvSpPr>
          <p:cNvPr id="2" name="Slide Number Placeholder 1">
            <a:extLst>
              <a:ext uri="{FF2B5EF4-FFF2-40B4-BE49-F238E27FC236}">
                <a16:creationId xmlns:a16="http://schemas.microsoft.com/office/drawing/2014/main" id="{551A199D-E334-4822-91E2-6CD970000408}"/>
              </a:ext>
            </a:extLst>
          </p:cNvPr>
          <p:cNvSpPr>
            <a:spLocks noGrp="1"/>
          </p:cNvSpPr>
          <p:nvPr>
            <p:ph type="sldNum" sz="quarter" idx="12"/>
          </p:nvPr>
        </p:nvSpPr>
        <p:spPr/>
        <p:txBody>
          <a:bodyPr/>
          <a:lstStyle/>
          <a:p>
            <a:fld id="{E0D3016C-3324-DD4B-A390-F77967EFEDE9}" type="slidenum">
              <a:rPr lang="pt-PT" smtClean="0"/>
              <a:t>28</a:t>
            </a:fld>
            <a:endParaRPr lang="pt-PT"/>
          </a:p>
        </p:txBody>
      </p:sp>
      <p:sp>
        <p:nvSpPr>
          <p:cNvPr id="4" name="TextBox 3">
            <a:extLst>
              <a:ext uri="{FF2B5EF4-FFF2-40B4-BE49-F238E27FC236}">
                <a16:creationId xmlns:a16="http://schemas.microsoft.com/office/drawing/2014/main" id="{8F902AFB-A596-50D9-9291-FF47F2B353E9}"/>
              </a:ext>
            </a:extLst>
          </p:cNvPr>
          <p:cNvSpPr txBox="1"/>
          <p:nvPr/>
        </p:nvSpPr>
        <p:spPr>
          <a:xfrm>
            <a:off x="781290" y="2634959"/>
            <a:ext cx="7886699" cy="1015663"/>
          </a:xfrm>
          <a:prstGeom prst="rect">
            <a:avLst/>
          </a:prstGeom>
          <a:noFill/>
        </p:spPr>
        <p:txBody>
          <a:bodyPr wrap="square">
            <a:spAutoFit/>
          </a:bodyPr>
          <a:lstStyle/>
          <a:p>
            <a:pPr marL="0" marR="0">
              <a:buNone/>
            </a:pPr>
            <a:r>
              <a:rPr lang="en-IE" sz="2000" dirty="0">
                <a:solidFill>
                  <a:srgbClr val="808080"/>
                </a:solidFill>
                <a:effectLst/>
                <a:latin typeface="Menlo" panose="020B0609030804020204" pitchFamily="49" charset="0"/>
              </a:rPr>
              <a:t>--currency sign</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b="1" dirty="0" err="1">
                <a:solidFill>
                  <a:srgbClr val="000080"/>
                </a:solidFill>
                <a:effectLst/>
                <a:latin typeface="Menlo" panose="020B0609030804020204" pitchFamily="49" charset="0"/>
              </a:rPr>
              <a:t>to_char</a:t>
            </a:r>
            <a:r>
              <a:rPr lang="en-IE" sz="2000" dirty="0">
                <a:solidFill>
                  <a:srgbClr val="000000"/>
                </a:solidFill>
                <a:effectLst/>
                <a:latin typeface="Menlo" panose="020B0609030804020204" pitchFamily="49" charset="0"/>
              </a:rPr>
              <a:t>(amount, </a:t>
            </a:r>
            <a:r>
              <a:rPr lang="en-IE" sz="2000" dirty="0">
                <a:solidFill>
                  <a:srgbClr val="008000"/>
                </a:solidFill>
                <a:effectLst/>
                <a:latin typeface="Menlo" panose="020B0609030804020204" pitchFamily="49" charset="0"/>
              </a:rPr>
              <a:t>'€999,999.99'</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grant_funding</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088461056"/>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307" name="Rectangle 11"/>
          <p:cNvSpPr>
            <a:spLocks noGrp="1" noChangeArrowheads="1"/>
          </p:cNvSpPr>
          <p:nvPr>
            <p:ph type="title"/>
          </p:nvPr>
        </p:nvSpPr>
        <p:spPr>
          <a:xfrm>
            <a:off x="628650" y="2645747"/>
            <a:ext cx="7886700" cy="1325563"/>
          </a:xfrm>
        </p:spPr>
        <p:txBody>
          <a:bodyPr>
            <a:normAutofit/>
          </a:bodyPr>
          <a:lstStyle/>
          <a:p>
            <a:r>
              <a:rPr lang="en-US" altLang="en-US" dirty="0"/>
              <a:t>Create your own function Procedure language SQL (PL/</a:t>
            </a:r>
            <a:r>
              <a:rPr lang="en-US" altLang="en-US" dirty="0" err="1"/>
              <a:t>pgSQL</a:t>
            </a:r>
            <a:r>
              <a:rPr lang="en-US" altLang="en-US" dirty="0"/>
              <a:t>)</a:t>
            </a:r>
          </a:p>
        </p:txBody>
      </p:sp>
      <p:sp>
        <p:nvSpPr>
          <p:cNvPr id="2" name="Slide Number Placeholder 1">
            <a:extLst>
              <a:ext uri="{FF2B5EF4-FFF2-40B4-BE49-F238E27FC236}">
                <a16:creationId xmlns:a16="http://schemas.microsoft.com/office/drawing/2014/main" id="{E7F78A55-2167-1518-239A-9362695CF463}"/>
              </a:ext>
            </a:extLst>
          </p:cNvPr>
          <p:cNvSpPr>
            <a:spLocks noGrp="1"/>
          </p:cNvSpPr>
          <p:nvPr>
            <p:ph type="sldNum" sz="quarter" idx="12"/>
          </p:nvPr>
        </p:nvSpPr>
        <p:spPr/>
        <p:txBody>
          <a:bodyPr/>
          <a:lstStyle/>
          <a:p>
            <a:fld id="{E0D3016C-3324-DD4B-A390-F77967EFEDE9}" type="slidenum">
              <a:rPr lang="pt-PT" smtClean="0"/>
              <a:t>29</a:t>
            </a:fld>
            <a:endParaRPr lang="pt-PT"/>
          </a:p>
        </p:txBody>
      </p:sp>
    </p:spTree>
    <p:extLst>
      <p:ext uri="{BB962C8B-B14F-4D97-AF65-F5344CB8AC3E}">
        <p14:creationId xmlns:p14="http://schemas.microsoft.com/office/powerpoint/2010/main" val="66870590"/>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81EC8-391B-01A9-F8E5-27791CA1EC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23357A-3B75-3667-4B88-3CAA2D4373BD}"/>
              </a:ext>
            </a:extLst>
          </p:cNvPr>
          <p:cNvSpPr>
            <a:spLocks noGrp="1"/>
          </p:cNvSpPr>
          <p:nvPr>
            <p:ph type="sldNum" sz="quarter" idx="12"/>
          </p:nvPr>
        </p:nvSpPr>
        <p:spPr/>
        <p:txBody>
          <a:bodyPr/>
          <a:lstStyle/>
          <a:p>
            <a:fld id="{E0D3016C-3324-DD4B-A390-F77967EFEDE9}" type="slidenum">
              <a:rPr lang="pt-PT" smtClean="0"/>
              <a:t>30</a:t>
            </a:fld>
            <a:endParaRPr lang="pt-PT"/>
          </a:p>
        </p:txBody>
      </p:sp>
      <p:sp>
        <p:nvSpPr>
          <p:cNvPr id="6" name="TextBox 5">
            <a:extLst>
              <a:ext uri="{FF2B5EF4-FFF2-40B4-BE49-F238E27FC236}">
                <a16:creationId xmlns:a16="http://schemas.microsoft.com/office/drawing/2014/main" id="{E10A03CF-F82A-9B68-B054-19EB033CCF8B}"/>
              </a:ext>
            </a:extLst>
          </p:cNvPr>
          <p:cNvSpPr txBox="1"/>
          <p:nvPr/>
        </p:nvSpPr>
        <p:spPr>
          <a:xfrm>
            <a:off x="204107" y="1351508"/>
            <a:ext cx="8558894" cy="4154984"/>
          </a:xfrm>
          <a:prstGeom prst="rect">
            <a:avLst/>
          </a:prstGeom>
          <a:noFill/>
        </p:spPr>
        <p:txBody>
          <a:bodyPr wrap="square">
            <a:spAutoFit/>
          </a:bodyPr>
          <a:lstStyle/>
          <a:p>
            <a:pPr marL="285750" indent="-285750">
              <a:buFont typeface="Arial" panose="020B0604020202020204" pitchFamily="34" charset="0"/>
              <a:buChar char="•"/>
            </a:pPr>
            <a:r>
              <a:rPr lang="en-GB" sz="2400" dirty="0"/>
              <a:t>PL/</a:t>
            </a:r>
            <a:r>
              <a:rPr lang="en-GB" sz="2400" dirty="0" err="1"/>
              <a:t>pgSQL</a:t>
            </a:r>
            <a:r>
              <a:rPr lang="en-GB" sz="2400" dirty="0"/>
              <a:t> (Procedural Language/PostgreSQL) functions allow you to write reusable, modular blocks of code that can perform complex operations not easily achieved with a simple query.</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PL/</a:t>
            </a:r>
            <a:r>
              <a:rPr lang="en-GB" sz="2400" dirty="0" err="1"/>
              <a:t>pgSQL</a:t>
            </a:r>
            <a:r>
              <a:rPr lang="en-GB" sz="2400" dirty="0"/>
              <a:t> functions extend SQL by allowing control structures such as loops and conditional statements.</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PL/</a:t>
            </a:r>
            <a:r>
              <a:rPr lang="en-GB" sz="2400" dirty="0" err="1"/>
              <a:t>pgSQL</a:t>
            </a:r>
            <a:r>
              <a:rPr lang="en-GB" sz="2400" dirty="0"/>
              <a:t> functions are often used as triggers, where a function is executed automatically in response to certain events on a table (like INSERT, UPDATE, or DELETE).</a:t>
            </a:r>
            <a:endParaRPr lang="en-SI" sz="2400" dirty="0"/>
          </a:p>
        </p:txBody>
      </p:sp>
    </p:spTree>
    <p:extLst>
      <p:ext uri="{BB962C8B-B14F-4D97-AF65-F5344CB8AC3E}">
        <p14:creationId xmlns:p14="http://schemas.microsoft.com/office/powerpoint/2010/main" val="130545780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4C8E5-F227-32E2-44F1-6263E7467A7F}"/>
              </a:ext>
            </a:extLst>
          </p:cNvPr>
          <p:cNvSpPr>
            <a:spLocks noGrp="1"/>
          </p:cNvSpPr>
          <p:nvPr>
            <p:ph type="sldNum" sz="quarter" idx="12"/>
          </p:nvPr>
        </p:nvSpPr>
        <p:spPr/>
        <p:txBody>
          <a:bodyPr/>
          <a:lstStyle/>
          <a:p>
            <a:fld id="{E0D3016C-3324-DD4B-A390-F77967EFEDE9}" type="slidenum">
              <a:rPr lang="pt-PT" smtClean="0"/>
              <a:t>31</a:t>
            </a:fld>
            <a:endParaRPr lang="pt-PT"/>
          </a:p>
        </p:txBody>
      </p:sp>
      <p:sp>
        <p:nvSpPr>
          <p:cNvPr id="5" name="TextBox 4">
            <a:extLst>
              <a:ext uri="{FF2B5EF4-FFF2-40B4-BE49-F238E27FC236}">
                <a16:creationId xmlns:a16="http://schemas.microsoft.com/office/drawing/2014/main" id="{28B1E79F-6A89-CB3C-F138-5AA7707A8C38}"/>
              </a:ext>
            </a:extLst>
          </p:cNvPr>
          <p:cNvSpPr txBox="1"/>
          <p:nvPr/>
        </p:nvSpPr>
        <p:spPr>
          <a:xfrm>
            <a:off x="688693" y="2136338"/>
            <a:ext cx="6881149" cy="2031325"/>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CREATE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OR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REPLACE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FUNCTION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function_name</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parameter_name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data_type</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RETURNS</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return_type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AS</a:t>
            </a:r>
            <a:r>
              <a:rPr lang="en-IE" sz="1800" dirty="0">
                <a:solidFill>
                  <a:srgbClr val="000000"/>
                </a:solidFill>
                <a:effectLst/>
                <a:latin typeface="Menlo" panose="020B0609030804020204" pitchFamily="49" charset="0"/>
              </a:rPr>
              <a:t> </a:t>
            </a:r>
            <a:r>
              <a:rPr lang="en-IE" sz="1800" b="1"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BEGIN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RETURN</a:t>
            </a:r>
            <a:r>
              <a:rPr lang="en-IE" sz="1800" dirty="0">
                <a:solidFill>
                  <a:srgbClr val="000000"/>
                </a:solidFill>
                <a:effectLst/>
                <a:latin typeface="Menlo" panose="020B0609030804020204" pitchFamily="49" charset="0"/>
              </a:rPr>
              <a:t> something</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END</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FF0000"/>
                </a:solidFill>
                <a:effectLst/>
                <a:latin typeface="Menlo" panose="020B0609030804020204" pitchFamily="49" charset="0"/>
              </a:rPr>
              <a: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LANGUAGE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plpgsql</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
        <p:nvSpPr>
          <p:cNvPr id="6" name="Rectangle 11">
            <a:extLst>
              <a:ext uri="{FF2B5EF4-FFF2-40B4-BE49-F238E27FC236}">
                <a16:creationId xmlns:a16="http://schemas.microsoft.com/office/drawing/2014/main" id="{DEC971DA-24EA-0CD2-CBBF-779DD688B26C}"/>
              </a:ext>
            </a:extLst>
          </p:cNvPr>
          <p:cNvSpPr>
            <a:spLocks noGrp="1" noChangeArrowheads="1"/>
          </p:cNvSpPr>
          <p:nvPr>
            <p:ph type="title"/>
          </p:nvPr>
        </p:nvSpPr>
        <p:spPr>
          <a:xfrm>
            <a:off x="628650" y="365126"/>
            <a:ext cx="7886700" cy="1325563"/>
          </a:xfrm>
        </p:spPr>
        <p:txBody>
          <a:bodyPr>
            <a:normAutofit/>
          </a:bodyPr>
          <a:lstStyle/>
          <a:p>
            <a:r>
              <a:rPr lang="en-US" altLang="en-US" dirty="0"/>
              <a:t>Syntax</a:t>
            </a:r>
          </a:p>
        </p:txBody>
      </p:sp>
    </p:spTree>
    <p:extLst>
      <p:ext uri="{BB962C8B-B14F-4D97-AF65-F5344CB8AC3E}">
        <p14:creationId xmlns:p14="http://schemas.microsoft.com/office/powerpoint/2010/main" val="287172163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2FDE5-6F3A-62AE-DD18-76CE0C84512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9BAAE6D-7DE2-E00A-23F7-65F678CB85DD}"/>
              </a:ext>
            </a:extLst>
          </p:cNvPr>
          <p:cNvSpPr txBox="1"/>
          <p:nvPr/>
        </p:nvSpPr>
        <p:spPr>
          <a:xfrm>
            <a:off x="457199" y="304809"/>
            <a:ext cx="8501605" cy="5632311"/>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--PL/SQL</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CREATE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OR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REPLACE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FUNCTION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get_project_status</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begin_d</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DATE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end_d</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DATE</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RETURNS</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TEXT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AS</a:t>
            </a:r>
            <a:r>
              <a:rPr lang="en-IE" sz="1800" dirty="0">
                <a:solidFill>
                  <a:srgbClr val="000000"/>
                </a:solidFill>
                <a:effectLst/>
                <a:latin typeface="Menlo" panose="020B0609030804020204" pitchFamily="49" charset="0"/>
              </a:rPr>
              <a:t> </a:t>
            </a:r>
            <a:r>
              <a:rPr lang="en-IE" sz="1800" b="1"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BEGIN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IF</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current_date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BETWEEN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begin_d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AND</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end_d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THEN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RETURN</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'Active'</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ELSEIF</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current_date</a:t>
            </a:r>
            <a:r>
              <a:rPr lang="en-IE" sz="1800" dirty="0">
                <a:solidFill>
                  <a:srgbClr val="000000"/>
                </a:solidFill>
                <a:effectLst/>
                <a:latin typeface="Menlo" panose="020B0609030804020204" pitchFamily="49" charset="0"/>
              </a:rPr>
              <a:t> &lt; </a:t>
            </a:r>
            <a:r>
              <a:rPr lang="en-IE" sz="1800" dirty="0" err="1">
                <a:solidFill>
                  <a:srgbClr val="000000"/>
                </a:solidFill>
                <a:effectLst/>
                <a:latin typeface="Menlo" panose="020B0609030804020204" pitchFamily="49" charset="0"/>
              </a:rPr>
              <a:t>begin_d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THEN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RETURN</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'Upcoming'</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ELSE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RETURN</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'Completed'</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END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IF</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END</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b="1" dirty="0">
                <a:solidFill>
                  <a:srgbClr val="FF0000"/>
                </a:solidFill>
                <a:effectLst/>
                <a:latin typeface="Menlo" panose="020B0609030804020204" pitchFamily="49" charset="0"/>
              </a:rPr>
              <a: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LANGUAGE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plpgsql</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br>
              <a:rPr lang="en-IE" sz="1800" dirty="0">
                <a:solidFill>
                  <a:srgbClr val="000000"/>
                </a:solidFill>
                <a:effectLst/>
                <a:latin typeface="Menlo" panose="020B0609030804020204" pitchFamily="49" charset="0"/>
              </a:rPr>
            </a:b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research_id</a:t>
            </a:r>
            <a:r>
              <a:rPr lang="en-IE" sz="1800" dirty="0">
                <a:solidFill>
                  <a:srgbClr val="000000"/>
                </a:solidFill>
                <a:effectLst/>
                <a:latin typeface="Menlo" panose="020B0609030804020204" pitchFamily="49" charset="0"/>
              </a:rPr>
              <a:t>, title,</a:t>
            </a:r>
          </a:p>
          <a:p>
            <a:pPr marL="0" marR="0">
              <a:buNone/>
            </a:pPr>
            <a:r>
              <a:rPr lang="en-IE" sz="1800" dirty="0" err="1">
                <a:solidFill>
                  <a:srgbClr val="000000"/>
                </a:solidFill>
                <a:effectLst/>
                <a:latin typeface="Menlo" panose="020B0609030804020204" pitchFamily="49" charset="0"/>
              </a:rPr>
              <a:t>get_project_status</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begin_date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end_date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AS</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project_status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research</a:t>
            </a:r>
          </a:p>
          <a:p>
            <a:pPr marL="0" marR="0">
              <a:buNone/>
            </a:pPr>
            <a:r>
              <a:rPr lang="en-IE" sz="1800" b="1" dirty="0">
                <a:solidFill>
                  <a:srgbClr val="800000"/>
                </a:solidFill>
                <a:effectLst/>
                <a:latin typeface="Menlo" panose="020B0609030804020204" pitchFamily="49" charset="0"/>
              </a:rPr>
              <a:t>LIMIT</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5</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51045152"/>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6C1BC-0F70-9A7C-7B92-AFC1044DF7BD}"/>
            </a:ext>
          </a:extLst>
        </p:cNvPr>
        <p:cNvGrpSpPr/>
        <p:nvPr/>
      </p:nvGrpSpPr>
      <p:grpSpPr>
        <a:xfrm>
          <a:off x="0" y="0"/>
          <a:ext cx="0" cy="0"/>
          <a:chOff x="0" y="0"/>
          <a:chExt cx="0" cy="0"/>
        </a:xfrm>
      </p:grpSpPr>
      <p:pic>
        <p:nvPicPr>
          <p:cNvPr id="1026" name="Picture 2" descr="Vevox Product Update - June 2024">
            <a:extLst>
              <a:ext uri="{FF2B5EF4-FFF2-40B4-BE49-F238E27FC236}">
                <a16:creationId xmlns:a16="http://schemas.microsoft.com/office/drawing/2014/main" id="{51DCF28D-A95A-C032-0387-7DABB97F48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607" y="-358774"/>
            <a:ext cx="9144000" cy="671512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F9226D1-9080-5093-D71E-BCA562F5A4A1}"/>
              </a:ext>
            </a:extLst>
          </p:cNvPr>
          <p:cNvSpPr>
            <a:spLocks noGrp="1"/>
          </p:cNvSpPr>
          <p:nvPr>
            <p:ph type="sldNum" sz="quarter" idx="12"/>
          </p:nvPr>
        </p:nvSpPr>
        <p:spPr/>
        <p:txBody>
          <a:bodyPr/>
          <a:lstStyle/>
          <a:p>
            <a:fld id="{E0D3016C-3324-DD4B-A390-F77967EFEDE9}" type="slidenum">
              <a:rPr lang="pt-PT" smtClean="0"/>
              <a:t>33</a:t>
            </a:fld>
            <a:endParaRPr lang="pt-PT"/>
          </a:p>
        </p:txBody>
      </p:sp>
    </p:spTree>
    <p:extLst>
      <p:ext uri="{BB962C8B-B14F-4D97-AF65-F5344CB8AC3E}">
        <p14:creationId xmlns:p14="http://schemas.microsoft.com/office/powerpoint/2010/main" val="1759516437"/>
      </p:ext>
    </p:extLst>
  </p:cSld>
  <p:clrMapOvr>
    <a:masterClrMapping/>
  </p:clrMapOvr>
  <p:transition spd="slow"/>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682</TotalTime>
  <Words>3729</Words>
  <Application>Microsoft Macintosh PowerPoint</Application>
  <PresentationFormat>On-screen Show (4:3)</PresentationFormat>
  <Paragraphs>368</Paragraphs>
  <Slides>33</Slides>
  <Notes>25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3" baseType="lpstr">
      <vt:lpstr>Times</vt:lpstr>
      <vt:lpstr>Arial</vt:lpstr>
      <vt:lpstr>Calibri</vt:lpstr>
      <vt:lpstr>Courier New</vt:lpstr>
      <vt:lpstr>Helvetica</vt:lpstr>
      <vt:lpstr>Menlo</vt:lpstr>
      <vt:lpstr>Symbol</vt:lpstr>
      <vt:lpstr>Times New Roman</vt:lpstr>
      <vt:lpstr>1_Office Theme</vt:lpstr>
      <vt:lpstr>Document</vt:lpstr>
      <vt:lpstr>SQL Functions – Handling NULL values, numbers and dates  Dr Mariana Rocha School of Computer Science</vt:lpstr>
      <vt:lpstr>PowerPoint Presentation</vt:lpstr>
      <vt:lpstr>PowerPoint Presentation</vt:lpstr>
      <vt:lpstr>General functions</vt:lpstr>
      <vt:lpstr>nullif(x,y)</vt:lpstr>
      <vt:lpstr>coalesce( )</vt:lpstr>
      <vt:lpstr>greatest( )</vt:lpstr>
      <vt:lpstr>least( )</vt:lpstr>
      <vt:lpstr>Number functions</vt:lpstr>
      <vt:lpstr>Number Functions</vt:lpstr>
      <vt:lpstr>Number Functions</vt:lpstr>
      <vt:lpstr>Using the ROUND Function</vt:lpstr>
      <vt:lpstr>Using the TRUNC Function</vt:lpstr>
      <vt:lpstr>Using the TRUNC Function</vt:lpstr>
      <vt:lpstr>Mod</vt:lpstr>
      <vt:lpstr>Mod</vt:lpstr>
      <vt:lpstr>Mod</vt:lpstr>
      <vt:lpstr>abs( )</vt:lpstr>
      <vt:lpstr>Working with Dates - formatting</vt:lpstr>
      <vt:lpstr>Working with Dates – current time</vt:lpstr>
      <vt:lpstr>Arithmetic with Dates</vt:lpstr>
      <vt:lpstr>Arithmetic with Dates</vt:lpstr>
      <vt:lpstr>Conversion Functions</vt:lpstr>
      <vt:lpstr>Cast( )</vt:lpstr>
      <vt:lpstr>Using the TO_CHAR Function with Dates</vt:lpstr>
      <vt:lpstr>Date Format of to_char</vt:lpstr>
      <vt:lpstr>Using the TO_CHAR Function with Numbers</vt:lpstr>
      <vt:lpstr>Using the TO_CHAR Function with Numbers</vt:lpstr>
      <vt:lpstr>Create your own function Procedure language SQL (PL/pgSQL)</vt:lpstr>
      <vt:lpstr>PowerPoint Presentation</vt:lpstr>
      <vt:lpstr>Syntax</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Functions</dc:title>
  <dc:creator>Mariana Rocha</dc:creator>
  <cp:lastModifiedBy>Mariana Rocha</cp:lastModifiedBy>
  <cp:revision>37</cp:revision>
  <dcterms:created xsi:type="dcterms:W3CDTF">2022-10-12T17:45:55Z</dcterms:created>
  <dcterms:modified xsi:type="dcterms:W3CDTF">2025-10-10T16:19:53Z</dcterms:modified>
</cp:coreProperties>
</file>