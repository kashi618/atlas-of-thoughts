
<file path=[Content_Types].xml><?xml version="1.0" encoding="utf-8"?>
<Types xmlns="http://schemas.openxmlformats.org/package/2006/content-types">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6" r:id="rId2"/>
  </p:sldMasterIdLst>
  <p:notesMasterIdLst>
    <p:notesMasterId r:id="rId39"/>
  </p:notesMasterIdLst>
  <p:sldIdLst>
    <p:sldId id="378" r:id="rId3"/>
    <p:sldId id="330" r:id="rId4"/>
    <p:sldId id="319" r:id="rId5"/>
    <p:sldId id="386" r:id="rId6"/>
    <p:sldId id="321" r:id="rId7"/>
    <p:sldId id="372" r:id="rId8"/>
    <p:sldId id="373" r:id="rId9"/>
    <p:sldId id="379" r:id="rId10"/>
    <p:sldId id="382" r:id="rId11"/>
    <p:sldId id="324" r:id="rId12"/>
    <p:sldId id="325" r:id="rId13"/>
    <p:sldId id="383" r:id="rId14"/>
    <p:sldId id="387" r:id="rId15"/>
    <p:sldId id="337" r:id="rId16"/>
    <p:sldId id="388" r:id="rId17"/>
    <p:sldId id="332" r:id="rId18"/>
    <p:sldId id="389" r:id="rId19"/>
    <p:sldId id="339" r:id="rId20"/>
    <p:sldId id="346" r:id="rId21"/>
    <p:sldId id="347" r:id="rId22"/>
    <p:sldId id="351" r:id="rId23"/>
    <p:sldId id="353" r:id="rId24"/>
    <p:sldId id="354" r:id="rId25"/>
    <p:sldId id="355" r:id="rId26"/>
    <p:sldId id="356" r:id="rId27"/>
    <p:sldId id="357" r:id="rId28"/>
    <p:sldId id="358" r:id="rId29"/>
    <p:sldId id="359" r:id="rId30"/>
    <p:sldId id="361" r:id="rId31"/>
    <p:sldId id="369" r:id="rId32"/>
    <p:sldId id="370" r:id="rId33"/>
    <p:sldId id="362" r:id="rId34"/>
    <p:sldId id="371" r:id="rId35"/>
    <p:sldId id="363" r:id="rId36"/>
    <p:sldId id="377" r:id="rId37"/>
    <p:sldId id="366" r:id="rId38"/>
  </p:sldIdLst>
  <p:sldSz cx="10693400" cy="7556500"/>
  <p:notesSz cx="10693400" cy="75565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98A2F1A-A2F4-5747-B7E7-691B219AB205}" v="15" dt="2025-09-24T15:30:36.806"/>
  </p1510:revLst>
</p1510:revInfo>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490"/>
    <p:restoredTop sz="94752"/>
  </p:normalViewPr>
  <p:slideViewPr>
    <p:cSldViewPr>
      <p:cViewPr varScale="1">
        <p:scale>
          <a:sx n="101" d="100"/>
          <a:sy n="101" d="100"/>
        </p:scale>
        <p:origin x="960" y="200"/>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notesMaster" Target="notesMasters/notesMaster1.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theme" Target="theme/theme1.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presProps" Target="presProps.xml"/><Relationship Id="rId45" Type="http://schemas.microsoft.com/office/2015/10/relationships/revisionInfo" Target="revisionInfo.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4" Type="http://schemas.microsoft.com/office/2016/11/relationships/changesInfo" Target="changesInfos/changesInfo1.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tableStyles" Target="tableStyles.xml"/><Relationship Id="rId8" Type="http://schemas.openxmlformats.org/officeDocument/2006/relationships/slide" Target="slides/slide6.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20" Type="http://schemas.openxmlformats.org/officeDocument/2006/relationships/slide" Target="slides/slide18.xml"/><Relationship Id="rId41"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ariana Rocha" userId="0a3173bd-d0ed-4c32-8e4c-b90c820606c5" providerId="ADAL" clId="{DCC3A51D-31E8-5BC6-970B-354B54D5302A}"/>
    <pc:docChg chg="undo custSel addSld delSld modSld sldOrd">
      <pc:chgData name="Mariana Rocha" userId="0a3173bd-d0ed-4c32-8e4c-b90c820606c5" providerId="ADAL" clId="{DCC3A51D-31E8-5BC6-970B-354B54D5302A}" dt="2025-09-24T15:50:13.552" v="981" actId="2696"/>
      <pc:docMkLst>
        <pc:docMk/>
      </pc:docMkLst>
      <pc:sldChg chg="delSp modSp mod">
        <pc:chgData name="Mariana Rocha" userId="0a3173bd-d0ed-4c32-8e4c-b90c820606c5" providerId="ADAL" clId="{DCC3A51D-31E8-5BC6-970B-354B54D5302A}" dt="2025-09-24T13:22:49.157" v="78" actId="1076"/>
        <pc:sldMkLst>
          <pc:docMk/>
          <pc:sldMk cId="0" sldId="319"/>
        </pc:sldMkLst>
        <pc:spChg chg="mod">
          <ac:chgData name="Mariana Rocha" userId="0a3173bd-d0ed-4c32-8e4c-b90c820606c5" providerId="ADAL" clId="{DCC3A51D-31E8-5BC6-970B-354B54D5302A}" dt="2025-09-24T13:22:49.157" v="78" actId="1076"/>
          <ac:spMkLst>
            <pc:docMk/>
            <pc:sldMk cId="0" sldId="319"/>
            <ac:spMk id="2" creationId="{37F6D3D7-592F-45EB-58F1-605A720CD9D2}"/>
          </ac:spMkLst>
        </pc:spChg>
        <pc:spChg chg="del mod">
          <ac:chgData name="Mariana Rocha" userId="0a3173bd-d0ed-4c32-8e4c-b90c820606c5" providerId="ADAL" clId="{DCC3A51D-31E8-5BC6-970B-354B54D5302A}" dt="2025-09-24T13:22:28.513" v="63" actId="478"/>
          <ac:spMkLst>
            <pc:docMk/>
            <pc:sldMk cId="0" sldId="319"/>
            <ac:spMk id="4" creationId="{170D70D4-540D-BB58-87E5-44595ADB46D2}"/>
          </ac:spMkLst>
        </pc:spChg>
      </pc:sldChg>
      <pc:sldChg chg="modSp mod">
        <pc:chgData name="Mariana Rocha" userId="0a3173bd-d0ed-4c32-8e4c-b90c820606c5" providerId="ADAL" clId="{DCC3A51D-31E8-5BC6-970B-354B54D5302A}" dt="2025-09-24T13:19:51.031" v="51" actId="1076"/>
        <pc:sldMkLst>
          <pc:docMk/>
          <pc:sldMk cId="0" sldId="321"/>
        </pc:sldMkLst>
        <pc:spChg chg="mod">
          <ac:chgData name="Mariana Rocha" userId="0a3173bd-d0ed-4c32-8e4c-b90c820606c5" providerId="ADAL" clId="{DCC3A51D-31E8-5BC6-970B-354B54D5302A}" dt="2025-09-24T13:19:51.031" v="51" actId="1076"/>
          <ac:spMkLst>
            <pc:docMk/>
            <pc:sldMk cId="0" sldId="321"/>
            <ac:spMk id="4" creationId="{00000000-0000-0000-0000-000000000000}"/>
          </ac:spMkLst>
        </pc:spChg>
      </pc:sldChg>
      <pc:sldChg chg="modSp mod">
        <pc:chgData name="Mariana Rocha" userId="0a3173bd-d0ed-4c32-8e4c-b90c820606c5" providerId="ADAL" clId="{DCC3A51D-31E8-5BC6-970B-354B54D5302A}" dt="2025-09-24T14:15:42.790" v="302" actId="313"/>
        <pc:sldMkLst>
          <pc:docMk/>
          <pc:sldMk cId="0" sldId="324"/>
        </pc:sldMkLst>
        <pc:spChg chg="mod">
          <ac:chgData name="Mariana Rocha" userId="0a3173bd-d0ed-4c32-8e4c-b90c820606c5" providerId="ADAL" clId="{DCC3A51D-31E8-5BC6-970B-354B54D5302A}" dt="2025-09-24T14:15:42.790" v="302" actId="313"/>
          <ac:spMkLst>
            <pc:docMk/>
            <pc:sldMk cId="0" sldId="324"/>
            <ac:spMk id="5" creationId="{1EE8376F-BD8E-578E-29BC-5B3277349070}"/>
          </ac:spMkLst>
        </pc:spChg>
      </pc:sldChg>
      <pc:sldChg chg="del">
        <pc:chgData name="Mariana Rocha" userId="0a3173bd-d0ed-4c32-8e4c-b90c820606c5" providerId="ADAL" clId="{DCC3A51D-31E8-5BC6-970B-354B54D5302A}" dt="2025-09-24T13:22:03.358" v="53" actId="2696"/>
        <pc:sldMkLst>
          <pc:docMk/>
          <pc:sldMk cId="0" sldId="326"/>
        </pc:sldMkLst>
      </pc:sldChg>
      <pc:sldChg chg="addSp delSp modSp add del mod">
        <pc:chgData name="Mariana Rocha" userId="0a3173bd-d0ed-4c32-8e4c-b90c820606c5" providerId="ADAL" clId="{DCC3A51D-31E8-5BC6-970B-354B54D5302A}" dt="2025-09-24T15:50:13.552" v="981" actId="2696"/>
        <pc:sldMkLst>
          <pc:docMk/>
          <pc:sldMk cId="4271405198" sldId="326"/>
        </pc:sldMkLst>
        <pc:spChg chg="del mod">
          <ac:chgData name="Mariana Rocha" userId="0a3173bd-d0ed-4c32-8e4c-b90c820606c5" providerId="ADAL" clId="{DCC3A51D-31E8-5BC6-970B-354B54D5302A}" dt="2025-09-24T15:14:26.439" v="443" actId="478"/>
          <ac:spMkLst>
            <pc:docMk/>
            <pc:sldMk cId="4271405198" sldId="326"/>
            <ac:spMk id="2" creationId="{06EA5F51-AF75-1DDD-A749-E7C94F6131A7}"/>
          </ac:spMkLst>
        </pc:spChg>
        <pc:spChg chg="mod">
          <ac:chgData name="Mariana Rocha" userId="0a3173bd-d0ed-4c32-8e4c-b90c820606c5" providerId="ADAL" clId="{DCC3A51D-31E8-5BC6-970B-354B54D5302A}" dt="2025-09-24T15:15:34.436" v="458" actId="1076"/>
          <ac:spMkLst>
            <pc:docMk/>
            <pc:sldMk cId="4271405198" sldId="326"/>
            <ac:spMk id="3" creationId="{E7F523BD-FB2F-EE48-4A05-FEA1712F0BA6}"/>
          </ac:spMkLst>
        </pc:spChg>
        <pc:spChg chg="add mod">
          <ac:chgData name="Mariana Rocha" userId="0a3173bd-d0ed-4c32-8e4c-b90c820606c5" providerId="ADAL" clId="{DCC3A51D-31E8-5BC6-970B-354B54D5302A}" dt="2025-09-24T15:14:40.452" v="446" actId="255"/>
          <ac:spMkLst>
            <pc:docMk/>
            <pc:sldMk cId="4271405198" sldId="326"/>
            <ac:spMk id="5" creationId="{4DA898EF-5627-A47C-FE70-D50BC4ED38FB}"/>
          </ac:spMkLst>
        </pc:spChg>
      </pc:sldChg>
      <pc:sldChg chg="del">
        <pc:chgData name="Mariana Rocha" userId="0a3173bd-d0ed-4c32-8e4c-b90c820606c5" providerId="ADAL" clId="{DCC3A51D-31E8-5BC6-970B-354B54D5302A}" dt="2025-09-24T13:22:03.358" v="53" actId="2696"/>
        <pc:sldMkLst>
          <pc:docMk/>
          <pc:sldMk cId="0" sldId="327"/>
        </pc:sldMkLst>
      </pc:sldChg>
      <pc:sldChg chg="addSp delSp modSp add del mod">
        <pc:chgData name="Mariana Rocha" userId="0a3173bd-d0ed-4c32-8e4c-b90c820606c5" providerId="ADAL" clId="{DCC3A51D-31E8-5BC6-970B-354B54D5302A}" dt="2025-09-24T15:50:13.552" v="981" actId="2696"/>
        <pc:sldMkLst>
          <pc:docMk/>
          <pc:sldMk cId="3232177585" sldId="327"/>
        </pc:sldMkLst>
        <pc:spChg chg="del">
          <ac:chgData name="Mariana Rocha" userId="0a3173bd-d0ed-4c32-8e4c-b90c820606c5" providerId="ADAL" clId="{DCC3A51D-31E8-5BC6-970B-354B54D5302A}" dt="2025-09-24T15:20:28.189" v="531" actId="478"/>
          <ac:spMkLst>
            <pc:docMk/>
            <pc:sldMk cId="3232177585" sldId="327"/>
            <ac:spMk id="2" creationId="{321ADDFD-6318-4AD5-A8E8-E10B64C4EC82}"/>
          </ac:spMkLst>
        </pc:spChg>
        <pc:spChg chg="del mod">
          <ac:chgData name="Mariana Rocha" userId="0a3173bd-d0ed-4c32-8e4c-b90c820606c5" providerId="ADAL" clId="{DCC3A51D-31E8-5BC6-970B-354B54D5302A}" dt="2025-09-24T15:20:21.878" v="528" actId="478"/>
          <ac:spMkLst>
            <pc:docMk/>
            <pc:sldMk cId="3232177585" sldId="327"/>
            <ac:spMk id="3" creationId="{183138D9-03FB-0E7C-E6E1-3A5E6F964914}"/>
          </ac:spMkLst>
        </pc:spChg>
        <pc:spChg chg="add del mod">
          <ac:chgData name="Mariana Rocha" userId="0a3173bd-d0ed-4c32-8e4c-b90c820606c5" providerId="ADAL" clId="{DCC3A51D-31E8-5BC6-970B-354B54D5302A}" dt="2025-09-24T15:20:25.029" v="529" actId="478"/>
          <ac:spMkLst>
            <pc:docMk/>
            <pc:sldMk cId="3232177585" sldId="327"/>
            <ac:spMk id="5" creationId="{568CA54D-102E-3630-1802-78DEDB4F6DD3}"/>
          </ac:spMkLst>
        </pc:spChg>
        <pc:spChg chg="add mod">
          <ac:chgData name="Mariana Rocha" userId="0a3173bd-d0ed-4c32-8e4c-b90c820606c5" providerId="ADAL" clId="{DCC3A51D-31E8-5BC6-970B-354B54D5302A}" dt="2025-09-24T15:20:34.491" v="541" actId="20577"/>
          <ac:spMkLst>
            <pc:docMk/>
            <pc:sldMk cId="3232177585" sldId="327"/>
            <ac:spMk id="6" creationId="{C8E17F83-D43A-0E76-2971-4FD6A7EEB8C5}"/>
          </ac:spMkLst>
        </pc:spChg>
        <pc:spChg chg="add del mod">
          <ac:chgData name="Mariana Rocha" userId="0a3173bd-d0ed-4c32-8e4c-b90c820606c5" providerId="ADAL" clId="{DCC3A51D-31E8-5BC6-970B-354B54D5302A}" dt="2025-09-24T15:20:30.066" v="533" actId="478"/>
          <ac:spMkLst>
            <pc:docMk/>
            <pc:sldMk cId="3232177585" sldId="327"/>
            <ac:spMk id="8" creationId="{1896D8AF-F491-00BD-A59C-30DDF443F7DF}"/>
          </ac:spMkLst>
        </pc:spChg>
        <pc:spChg chg="add mod">
          <ac:chgData name="Mariana Rocha" userId="0a3173bd-d0ed-4c32-8e4c-b90c820606c5" providerId="ADAL" clId="{DCC3A51D-31E8-5BC6-970B-354B54D5302A}" dt="2025-09-24T15:21:08.724" v="561" actId="1076"/>
          <ac:spMkLst>
            <pc:docMk/>
            <pc:sldMk cId="3232177585" sldId="327"/>
            <ac:spMk id="10" creationId="{6125BF29-F745-BAF9-5A08-EAE7EF5F2750}"/>
          </ac:spMkLst>
        </pc:spChg>
      </pc:sldChg>
      <pc:sldChg chg="del">
        <pc:chgData name="Mariana Rocha" userId="0a3173bd-d0ed-4c32-8e4c-b90c820606c5" providerId="ADAL" clId="{DCC3A51D-31E8-5BC6-970B-354B54D5302A}" dt="2025-09-24T13:22:03.358" v="53" actId="2696"/>
        <pc:sldMkLst>
          <pc:docMk/>
          <pc:sldMk cId="0" sldId="328"/>
        </pc:sldMkLst>
      </pc:sldChg>
      <pc:sldChg chg="modSp add del mod">
        <pc:chgData name="Mariana Rocha" userId="0a3173bd-d0ed-4c32-8e4c-b90c820606c5" providerId="ADAL" clId="{DCC3A51D-31E8-5BC6-970B-354B54D5302A}" dt="2025-09-24T15:50:13.552" v="981" actId="2696"/>
        <pc:sldMkLst>
          <pc:docMk/>
          <pc:sldMk cId="2864263059" sldId="328"/>
        </pc:sldMkLst>
        <pc:spChg chg="mod">
          <ac:chgData name="Mariana Rocha" userId="0a3173bd-d0ed-4c32-8e4c-b90c820606c5" providerId="ADAL" clId="{DCC3A51D-31E8-5BC6-970B-354B54D5302A}" dt="2025-09-24T13:22:08.851" v="59" actId="27636"/>
          <ac:spMkLst>
            <pc:docMk/>
            <pc:sldMk cId="2864263059" sldId="328"/>
            <ac:spMk id="3" creationId="{69943D25-5042-C9AB-3AF7-56923F20645E}"/>
          </ac:spMkLst>
        </pc:spChg>
      </pc:sldChg>
      <pc:sldChg chg="modSp mod">
        <pc:chgData name="Mariana Rocha" userId="0a3173bd-d0ed-4c32-8e4c-b90c820606c5" providerId="ADAL" clId="{DCC3A51D-31E8-5BC6-970B-354B54D5302A}" dt="2025-09-24T13:25:54.017" v="134" actId="1076"/>
        <pc:sldMkLst>
          <pc:docMk/>
          <pc:sldMk cId="0" sldId="332"/>
        </pc:sldMkLst>
        <pc:spChg chg="mod">
          <ac:chgData name="Mariana Rocha" userId="0a3173bd-d0ed-4c32-8e4c-b90c820606c5" providerId="ADAL" clId="{DCC3A51D-31E8-5BC6-970B-354B54D5302A}" dt="2025-09-24T13:25:50.875" v="133" actId="403"/>
          <ac:spMkLst>
            <pc:docMk/>
            <pc:sldMk cId="0" sldId="332"/>
            <ac:spMk id="3" creationId="{FB7891A4-4F5F-C5EE-C95A-EE2E0568E1A2}"/>
          </ac:spMkLst>
        </pc:spChg>
        <pc:spChg chg="mod">
          <ac:chgData name="Mariana Rocha" userId="0a3173bd-d0ed-4c32-8e4c-b90c820606c5" providerId="ADAL" clId="{DCC3A51D-31E8-5BC6-970B-354B54D5302A}" dt="2025-09-24T13:25:54.017" v="134" actId="1076"/>
          <ac:spMkLst>
            <pc:docMk/>
            <pc:sldMk cId="0" sldId="332"/>
            <ac:spMk id="8" creationId="{0F510387-42BA-3024-F7E9-55CD395DE59D}"/>
          </ac:spMkLst>
        </pc:spChg>
      </pc:sldChg>
      <pc:sldChg chg="modSp mod">
        <pc:chgData name="Mariana Rocha" userId="0a3173bd-d0ed-4c32-8e4c-b90c820606c5" providerId="ADAL" clId="{DCC3A51D-31E8-5BC6-970B-354B54D5302A}" dt="2025-09-24T13:24:53.807" v="113" actId="20577"/>
        <pc:sldMkLst>
          <pc:docMk/>
          <pc:sldMk cId="0" sldId="337"/>
        </pc:sldMkLst>
        <pc:spChg chg="mod">
          <ac:chgData name="Mariana Rocha" userId="0a3173bd-d0ed-4c32-8e4c-b90c820606c5" providerId="ADAL" clId="{DCC3A51D-31E8-5BC6-970B-354B54D5302A}" dt="2025-09-24T13:24:53.807" v="113" actId="20577"/>
          <ac:spMkLst>
            <pc:docMk/>
            <pc:sldMk cId="0" sldId="337"/>
            <ac:spMk id="3" creationId="{803F51C4-F4EA-EDED-B924-487DCC6982E1}"/>
          </ac:spMkLst>
        </pc:spChg>
      </pc:sldChg>
      <pc:sldChg chg="modSp mod">
        <pc:chgData name="Mariana Rocha" userId="0a3173bd-d0ed-4c32-8e4c-b90c820606c5" providerId="ADAL" clId="{DCC3A51D-31E8-5BC6-970B-354B54D5302A}" dt="2025-09-24T14:18:20.239" v="377" actId="1076"/>
        <pc:sldMkLst>
          <pc:docMk/>
          <pc:sldMk cId="0" sldId="347"/>
        </pc:sldMkLst>
        <pc:spChg chg="mod">
          <ac:chgData name="Mariana Rocha" userId="0a3173bd-d0ed-4c32-8e4c-b90c820606c5" providerId="ADAL" clId="{DCC3A51D-31E8-5BC6-970B-354B54D5302A}" dt="2025-09-24T14:18:20.239" v="377" actId="1076"/>
          <ac:spMkLst>
            <pc:docMk/>
            <pc:sldMk cId="0" sldId="347"/>
            <ac:spMk id="3" creationId="{7D1D39CD-5E4D-A013-11C4-AAD1612DD624}"/>
          </ac:spMkLst>
        </pc:spChg>
        <pc:spChg chg="mod">
          <ac:chgData name="Mariana Rocha" userId="0a3173bd-d0ed-4c32-8e4c-b90c820606c5" providerId="ADAL" clId="{DCC3A51D-31E8-5BC6-970B-354B54D5302A}" dt="2025-09-24T14:18:16.028" v="376" actId="20577"/>
          <ac:spMkLst>
            <pc:docMk/>
            <pc:sldMk cId="0" sldId="347"/>
            <ac:spMk id="5" creationId="{EEC43035-0D12-43F8-CC5B-FD47A865F80B}"/>
          </ac:spMkLst>
        </pc:spChg>
      </pc:sldChg>
      <pc:sldChg chg="modSp mod">
        <pc:chgData name="Mariana Rocha" userId="0a3173bd-d0ed-4c32-8e4c-b90c820606c5" providerId="ADAL" clId="{DCC3A51D-31E8-5BC6-970B-354B54D5302A}" dt="2025-09-24T14:18:41.248" v="381" actId="27636"/>
        <pc:sldMkLst>
          <pc:docMk/>
          <pc:sldMk cId="0" sldId="351"/>
        </pc:sldMkLst>
        <pc:spChg chg="mod">
          <ac:chgData name="Mariana Rocha" userId="0a3173bd-d0ed-4c32-8e4c-b90c820606c5" providerId="ADAL" clId="{DCC3A51D-31E8-5BC6-970B-354B54D5302A}" dt="2025-09-24T14:18:41.248" v="381" actId="27636"/>
          <ac:spMkLst>
            <pc:docMk/>
            <pc:sldMk cId="0" sldId="351"/>
            <ac:spMk id="3" creationId="{6700DEF4-30D8-B954-3BEC-ABCA37818519}"/>
          </ac:spMkLst>
        </pc:spChg>
      </pc:sldChg>
      <pc:sldChg chg="delSp modSp mod">
        <pc:chgData name="Mariana Rocha" userId="0a3173bd-d0ed-4c32-8e4c-b90c820606c5" providerId="ADAL" clId="{DCC3A51D-31E8-5BC6-970B-354B54D5302A}" dt="2025-09-24T14:19:03.841" v="384" actId="403"/>
        <pc:sldMkLst>
          <pc:docMk/>
          <pc:sldMk cId="0" sldId="355"/>
        </pc:sldMkLst>
        <pc:spChg chg="mod">
          <ac:chgData name="Mariana Rocha" userId="0a3173bd-d0ed-4c32-8e4c-b90c820606c5" providerId="ADAL" clId="{DCC3A51D-31E8-5BC6-970B-354B54D5302A}" dt="2025-09-24T14:19:03.841" v="384" actId="403"/>
          <ac:spMkLst>
            <pc:docMk/>
            <pc:sldMk cId="0" sldId="355"/>
            <ac:spMk id="10" creationId="{ADE052E1-06A2-615C-F96C-7A08B83D0BD5}"/>
          </ac:spMkLst>
        </pc:spChg>
        <pc:spChg chg="mod">
          <ac:chgData name="Mariana Rocha" userId="0a3173bd-d0ed-4c32-8e4c-b90c820606c5" providerId="ADAL" clId="{DCC3A51D-31E8-5BC6-970B-354B54D5302A}" dt="2025-09-24T14:19:01.764" v="383" actId="1076"/>
          <ac:spMkLst>
            <pc:docMk/>
            <pc:sldMk cId="0" sldId="355"/>
            <ac:spMk id="13" creationId="{5345FCAA-CC5D-5436-FF47-D26AC7E2E0C3}"/>
          </ac:spMkLst>
        </pc:spChg>
        <pc:picChg chg="del">
          <ac:chgData name="Mariana Rocha" userId="0a3173bd-d0ed-4c32-8e4c-b90c820606c5" providerId="ADAL" clId="{DCC3A51D-31E8-5BC6-970B-354B54D5302A}" dt="2025-09-24T14:18:55.616" v="382" actId="478"/>
          <ac:picMkLst>
            <pc:docMk/>
            <pc:sldMk cId="0" sldId="355"/>
            <ac:picMk id="3" creationId="{5E15EA30-94C8-164F-7F29-65AC2DB49AC5}"/>
          </ac:picMkLst>
        </pc:picChg>
      </pc:sldChg>
      <pc:sldChg chg="delSp mod">
        <pc:chgData name="Mariana Rocha" userId="0a3173bd-d0ed-4c32-8e4c-b90c820606c5" providerId="ADAL" clId="{DCC3A51D-31E8-5BC6-970B-354B54D5302A}" dt="2025-09-24T14:19:09.119" v="385" actId="478"/>
        <pc:sldMkLst>
          <pc:docMk/>
          <pc:sldMk cId="0" sldId="356"/>
        </pc:sldMkLst>
        <pc:picChg chg="del">
          <ac:chgData name="Mariana Rocha" userId="0a3173bd-d0ed-4c32-8e4c-b90c820606c5" providerId="ADAL" clId="{DCC3A51D-31E8-5BC6-970B-354B54D5302A}" dt="2025-09-24T14:19:09.119" v="385" actId="478"/>
          <ac:picMkLst>
            <pc:docMk/>
            <pc:sldMk cId="0" sldId="356"/>
            <ac:picMk id="4" creationId="{75B688D2-A8DE-9EE9-678B-3C1EABEB78E2}"/>
          </ac:picMkLst>
        </pc:picChg>
      </pc:sldChg>
      <pc:sldChg chg="addSp delSp modSp mod">
        <pc:chgData name="Mariana Rocha" userId="0a3173bd-d0ed-4c32-8e4c-b90c820606c5" providerId="ADAL" clId="{DCC3A51D-31E8-5BC6-970B-354B54D5302A}" dt="2025-09-24T14:24:17.847" v="395" actId="20577"/>
        <pc:sldMkLst>
          <pc:docMk/>
          <pc:sldMk cId="0" sldId="358"/>
        </pc:sldMkLst>
        <pc:spChg chg="del">
          <ac:chgData name="Mariana Rocha" userId="0a3173bd-d0ed-4c32-8e4c-b90c820606c5" providerId="ADAL" clId="{DCC3A51D-31E8-5BC6-970B-354B54D5302A}" dt="2025-09-24T14:24:01.371" v="386" actId="478"/>
          <ac:spMkLst>
            <pc:docMk/>
            <pc:sldMk cId="0" sldId="358"/>
            <ac:spMk id="4" creationId="{EFA78713-D3D0-2048-A02B-C346BAB76837}"/>
          </ac:spMkLst>
        </pc:spChg>
        <pc:spChg chg="add mod">
          <ac:chgData name="Mariana Rocha" userId="0a3173bd-d0ed-4c32-8e4c-b90c820606c5" providerId="ADAL" clId="{DCC3A51D-31E8-5BC6-970B-354B54D5302A}" dt="2025-09-24T14:24:17.847" v="395" actId="20577"/>
          <ac:spMkLst>
            <pc:docMk/>
            <pc:sldMk cId="0" sldId="358"/>
            <ac:spMk id="5" creationId="{2D018DAB-C3CE-3A34-C246-9A0914D45FE9}"/>
          </ac:spMkLst>
        </pc:spChg>
      </pc:sldChg>
      <pc:sldChg chg="modSp mod">
        <pc:chgData name="Mariana Rocha" userId="0a3173bd-d0ed-4c32-8e4c-b90c820606c5" providerId="ADAL" clId="{DCC3A51D-31E8-5BC6-970B-354B54D5302A}" dt="2025-09-24T14:25:15.290" v="422" actId="20577"/>
        <pc:sldMkLst>
          <pc:docMk/>
          <pc:sldMk cId="0" sldId="359"/>
        </pc:sldMkLst>
        <pc:spChg chg="mod">
          <ac:chgData name="Mariana Rocha" userId="0a3173bd-d0ed-4c32-8e4c-b90c820606c5" providerId="ADAL" clId="{DCC3A51D-31E8-5BC6-970B-354B54D5302A}" dt="2025-09-24T14:25:15.290" v="422" actId="20577"/>
          <ac:spMkLst>
            <pc:docMk/>
            <pc:sldMk cId="0" sldId="359"/>
            <ac:spMk id="7" creationId="{791E114E-F36C-AC19-8F75-ED5CAF291469}"/>
          </ac:spMkLst>
        </pc:spChg>
        <pc:graphicFrameChg chg="modGraphic">
          <ac:chgData name="Mariana Rocha" userId="0a3173bd-d0ed-4c32-8e4c-b90c820606c5" providerId="ADAL" clId="{DCC3A51D-31E8-5BC6-970B-354B54D5302A}" dt="2025-09-24T14:24:30.534" v="396" actId="6559"/>
          <ac:graphicFrameMkLst>
            <pc:docMk/>
            <pc:sldMk cId="0" sldId="359"/>
            <ac:graphicFrameMk id="4" creationId="{B0B7FF16-060A-DD78-A606-20A25CB1F583}"/>
          </ac:graphicFrameMkLst>
        </pc:graphicFrameChg>
      </pc:sldChg>
      <pc:sldChg chg="addSp delSp modSp mod">
        <pc:chgData name="Mariana Rocha" userId="0a3173bd-d0ed-4c32-8e4c-b90c820606c5" providerId="ADAL" clId="{DCC3A51D-31E8-5BC6-970B-354B54D5302A}" dt="2025-09-24T14:28:48.581" v="439" actId="14100"/>
        <pc:sldMkLst>
          <pc:docMk/>
          <pc:sldMk cId="0" sldId="363"/>
        </pc:sldMkLst>
        <pc:spChg chg="del mod">
          <ac:chgData name="Mariana Rocha" userId="0a3173bd-d0ed-4c32-8e4c-b90c820606c5" providerId="ADAL" clId="{DCC3A51D-31E8-5BC6-970B-354B54D5302A}" dt="2025-09-24T14:28:34.252" v="432" actId="478"/>
          <ac:spMkLst>
            <pc:docMk/>
            <pc:sldMk cId="0" sldId="363"/>
            <ac:spMk id="4" creationId="{20725BBE-C692-724B-A124-E32D05B986EE}"/>
          </ac:spMkLst>
        </pc:spChg>
        <pc:spChg chg="add mod">
          <ac:chgData name="Mariana Rocha" userId="0a3173bd-d0ed-4c32-8e4c-b90c820606c5" providerId="ADAL" clId="{DCC3A51D-31E8-5BC6-970B-354B54D5302A}" dt="2025-09-24T14:28:48.581" v="439" actId="14100"/>
          <ac:spMkLst>
            <pc:docMk/>
            <pc:sldMk cId="0" sldId="363"/>
            <ac:spMk id="5" creationId="{ED2B987D-20F6-76D4-6117-15BCFEF67A44}"/>
          </ac:spMkLst>
        </pc:spChg>
      </pc:sldChg>
      <pc:sldChg chg="addSp delSp modSp add del mod">
        <pc:chgData name="Mariana Rocha" userId="0a3173bd-d0ed-4c32-8e4c-b90c820606c5" providerId="ADAL" clId="{DCC3A51D-31E8-5BC6-970B-354B54D5302A}" dt="2025-09-24T15:50:13.552" v="981" actId="2696"/>
        <pc:sldMkLst>
          <pc:docMk/>
          <pc:sldMk cId="2375382745" sldId="367"/>
        </pc:sldMkLst>
        <pc:spChg chg="del">
          <ac:chgData name="Mariana Rocha" userId="0a3173bd-d0ed-4c32-8e4c-b90c820606c5" providerId="ADAL" clId="{DCC3A51D-31E8-5BC6-970B-354B54D5302A}" dt="2025-09-24T15:18:39.686" v="525" actId="478"/>
          <ac:spMkLst>
            <pc:docMk/>
            <pc:sldMk cId="2375382745" sldId="367"/>
            <ac:spMk id="2" creationId="{354C4E2A-6F70-D257-656D-685245387B52}"/>
          </ac:spMkLst>
        </pc:spChg>
        <pc:spChg chg="mod">
          <ac:chgData name="Mariana Rocha" userId="0a3173bd-d0ed-4c32-8e4c-b90c820606c5" providerId="ADAL" clId="{DCC3A51D-31E8-5BC6-970B-354B54D5302A}" dt="2025-09-24T15:18:30.459" v="524" actId="255"/>
          <ac:spMkLst>
            <pc:docMk/>
            <pc:sldMk cId="2375382745" sldId="367"/>
            <ac:spMk id="3" creationId="{24E2D345-FA72-4B7A-D067-5B7ADCB34E3F}"/>
          </ac:spMkLst>
        </pc:spChg>
        <pc:spChg chg="add del mod">
          <ac:chgData name="Mariana Rocha" userId="0a3173bd-d0ed-4c32-8e4c-b90c820606c5" providerId="ADAL" clId="{DCC3A51D-31E8-5BC6-970B-354B54D5302A}" dt="2025-09-24T15:18:41.172" v="526" actId="478"/>
          <ac:spMkLst>
            <pc:docMk/>
            <pc:sldMk cId="2375382745" sldId="367"/>
            <ac:spMk id="5" creationId="{4CC16607-C85A-5373-407A-392FD0EDF170}"/>
          </ac:spMkLst>
        </pc:spChg>
        <pc:spChg chg="add mod">
          <ac:chgData name="Mariana Rocha" userId="0a3173bd-d0ed-4c32-8e4c-b90c820606c5" providerId="ADAL" clId="{DCC3A51D-31E8-5BC6-970B-354B54D5302A}" dt="2025-09-24T15:18:41.776" v="527"/>
          <ac:spMkLst>
            <pc:docMk/>
            <pc:sldMk cId="2375382745" sldId="367"/>
            <ac:spMk id="6" creationId="{8F63F71D-ED55-64DF-AF71-2F73379761AB}"/>
          </ac:spMkLst>
        </pc:spChg>
      </pc:sldChg>
      <pc:sldChg chg="del">
        <pc:chgData name="Mariana Rocha" userId="0a3173bd-d0ed-4c32-8e4c-b90c820606c5" providerId="ADAL" clId="{DCC3A51D-31E8-5BC6-970B-354B54D5302A}" dt="2025-09-24T13:22:03.358" v="53" actId="2696"/>
        <pc:sldMkLst>
          <pc:docMk/>
          <pc:sldMk cId="3286814087" sldId="367"/>
        </pc:sldMkLst>
      </pc:sldChg>
      <pc:sldChg chg="del">
        <pc:chgData name="Mariana Rocha" userId="0a3173bd-d0ed-4c32-8e4c-b90c820606c5" providerId="ADAL" clId="{DCC3A51D-31E8-5BC6-970B-354B54D5302A}" dt="2025-09-24T13:22:03.358" v="53" actId="2696"/>
        <pc:sldMkLst>
          <pc:docMk/>
          <pc:sldMk cId="671579948" sldId="368"/>
        </pc:sldMkLst>
      </pc:sldChg>
      <pc:sldChg chg="add del">
        <pc:chgData name="Mariana Rocha" userId="0a3173bd-d0ed-4c32-8e4c-b90c820606c5" providerId="ADAL" clId="{DCC3A51D-31E8-5BC6-970B-354B54D5302A}" dt="2025-09-24T15:31:02.594" v="565" actId="2696"/>
        <pc:sldMkLst>
          <pc:docMk/>
          <pc:sldMk cId="4198826406" sldId="368"/>
        </pc:sldMkLst>
      </pc:sldChg>
      <pc:sldChg chg="add del">
        <pc:chgData name="Mariana Rocha" userId="0a3173bd-d0ed-4c32-8e4c-b90c820606c5" providerId="ADAL" clId="{DCC3A51D-31E8-5BC6-970B-354B54D5302A}" dt="2025-09-24T15:31:03.200" v="566" actId="2696"/>
        <pc:sldMkLst>
          <pc:docMk/>
          <pc:sldMk cId="1661009111" sldId="376"/>
        </pc:sldMkLst>
      </pc:sldChg>
      <pc:sldChg chg="del">
        <pc:chgData name="Mariana Rocha" userId="0a3173bd-d0ed-4c32-8e4c-b90c820606c5" providerId="ADAL" clId="{DCC3A51D-31E8-5BC6-970B-354B54D5302A}" dt="2025-09-24T13:22:03.358" v="53" actId="2696"/>
        <pc:sldMkLst>
          <pc:docMk/>
          <pc:sldMk cId="3310670514" sldId="376"/>
        </pc:sldMkLst>
      </pc:sldChg>
      <pc:sldChg chg="delSp mod">
        <pc:chgData name="Mariana Rocha" userId="0a3173bd-d0ed-4c32-8e4c-b90c820606c5" providerId="ADAL" clId="{DCC3A51D-31E8-5BC6-970B-354B54D5302A}" dt="2025-09-24T14:29:02.936" v="440" actId="478"/>
        <pc:sldMkLst>
          <pc:docMk/>
          <pc:sldMk cId="3339007852" sldId="377"/>
        </pc:sldMkLst>
        <pc:picChg chg="del">
          <ac:chgData name="Mariana Rocha" userId="0a3173bd-d0ed-4c32-8e4c-b90c820606c5" providerId="ADAL" clId="{DCC3A51D-31E8-5BC6-970B-354B54D5302A}" dt="2025-09-24T14:29:02.936" v="440" actId="478"/>
          <ac:picMkLst>
            <pc:docMk/>
            <pc:sldMk cId="3339007852" sldId="377"/>
            <ac:picMk id="7" creationId="{EF79859B-D9B3-B641-89F7-98B677767580}"/>
          </ac:picMkLst>
        </pc:picChg>
      </pc:sldChg>
      <pc:sldChg chg="del">
        <pc:chgData name="Mariana Rocha" userId="0a3173bd-d0ed-4c32-8e4c-b90c820606c5" providerId="ADAL" clId="{DCC3A51D-31E8-5BC6-970B-354B54D5302A}" dt="2025-09-24T13:21:13.358" v="52" actId="2696"/>
        <pc:sldMkLst>
          <pc:docMk/>
          <pc:sldMk cId="3280172556" sldId="381"/>
        </pc:sldMkLst>
      </pc:sldChg>
      <pc:sldChg chg="modSp mod">
        <pc:chgData name="Mariana Rocha" userId="0a3173bd-d0ed-4c32-8e4c-b90c820606c5" providerId="ADAL" clId="{DCC3A51D-31E8-5BC6-970B-354B54D5302A}" dt="2025-09-24T14:13:25.216" v="278" actId="20577"/>
        <pc:sldMkLst>
          <pc:docMk/>
          <pc:sldMk cId="3176315281" sldId="382"/>
        </pc:sldMkLst>
        <pc:spChg chg="mod">
          <ac:chgData name="Mariana Rocha" userId="0a3173bd-d0ed-4c32-8e4c-b90c820606c5" providerId="ADAL" clId="{DCC3A51D-31E8-5BC6-970B-354B54D5302A}" dt="2025-09-24T14:13:25.216" v="278" actId="20577"/>
          <ac:spMkLst>
            <pc:docMk/>
            <pc:sldMk cId="3176315281" sldId="382"/>
            <ac:spMk id="4" creationId="{5467564C-B075-08E5-B55E-BBF447F19087}"/>
          </ac:spMkLst>
        </pc:spChg>
      </pc:sldChg>
      <pc:sldChg chg="del">
        <pc:chgData name="Mariana Rocha" userId="0a3173bd-d0ed-4c32-8e4c-b90c820606c5" providerId="ADAL" clId="{DCC3A51D-31E8-5BC6-970B-354B54D5302A}" dt="2025-09-24T13:22:03.358" v="53" actId="2696"/>
        <pc:sldMkLst>
          <pc:docMk/>
          <pc:sldMk cId="1446281897" sldId="384"/>
        </pc:sldMkLst>
      </pc:sldChg>
      <pc:sldChg chg="addSp delSp modSp add del mod ord">
        <pc:chgData name="Mariana Rocha" userId="0a3173bd-d0ed-4c32-8e4c-b90c820606c5" providerId="ADAL" clId="{DCC3A51D-31E8-5BC6-970B-354B54D5302A}" dt="2025-09-24T15:50:13.552" v="981" actId="2696"/>
        <pc:sldMkLst>
          <pc:docMk/>
          <pc:sldMk cId="3665528483" sldId="384"/>
        </pc:sldMkLst>
        <pc:spChg chg="del">
          <ac:chgData name="Mariana Rocha" userId="0a3173bd-d0ed-4c32-8e4c-b90c820606c5" providerId="ADAL" clId="{DCC3A51D-31E8-5BC6-970B-354B54D5302A}" dt="2025-09-24T15:30:34.886" v="562" actId="478"/>
          <ac:spMkLst>
            <pc:docMk/>
            <pc:sldMk cId="3665528483" sldId="384"/>
            <ac:spMk id="2" creationId="{321ADDFD-6318-4AD5-A8E8-E10B64C4EC82}"/>
          </ac:spMkLst>
        </pc:spChg>
        <pc:spChg chg="del mod">
          <ac:chgData name="Mariana Rocha" userId="0a3173bd-d0ed-4c32-8e4c-b90c820606c5" providerId="ADAL" clId="{DCC3A51D-31E8-5BC6-970B-354B54D5302A}" dt="2025-09-24T15:37:59.237" v="576" actId="478"/>
          <ac:spMkLst>
            <pc:docMk/>
            <pc:sldMk cId="3665528483" sldId="384"/>
            <ac:spMk id="3" creationId="{183138D9-03FB-0E7C-E6E1-3A5E6F964914}"/>
          </ac:spMkLst>
        </pc:spChg>
        <pc:spChg chg="del">
          <ac:chgData name="Mariana Rocha" userId="0a3173bd-d0ed-4c32-8e4c-b90c820606c5" providerId="ADAL" clId="{DCC3A51D-31E8-5BC6-970B-354B54D5302A}" dt="2025-09-24T15:37:28.960" v="567" actId="478"/>
          <ac:spMkLst>
            <pc:docMk/>
            <pc:sldMk cId="3665528483" sldId="384"/>
            <ac:spMk id="5" creationId="{CF254EF5-545C-3985-04ED-1ACCDCEEC6AF}"/>
          </ac:spMkLst>
        </pc:spChg>
        <pc:spChg chg="add del mod">
          <ac:chgData name="Mariana Rocha" userId="0a3173bd-d0ed-4c32-8e4c-b90c820606c5" providerId="ADAL" clId="{DCC3A51D-31E8-5BC6-970B-354B54D5302A}" dt="2025-09-24T15:30:36.175" v="563" actId="478"/>
          <ac:spMkLst>
            <pc:docMk/>
            <pc:sldMk cId="3665528483" sldId="384"/>
            <ac:spMk id="6" creationId="{9D5C7AFB-21A8-DC0F-CF67-AFE871BAD3F5}"/>
          </ac:spMkLst>
        </pc:spChg>
        <pc:spChg chg="add del mod">
          <ac:chgData name="Mariana Rocha" userId="0a3173bd-d0ed-4c32-8e4c-b90c820606c5" providerId="ADAL" clId="{DCC3A51D-31E8-5BC6-970B-354B54D5302A}" dt="2025-09-24T15:38:00.617" v="577" actId="478"/>
          <ac:spMkLst>
            <pc:docMk/>
            <pc:sldMk cId="3665528483" sldId="384"/>
            <ac:spMk id="7" creationId="{09CEE2FB-752E-B5F1-1593-8CA854450A3E}"/>
          </ac:spMkLst>
        </pc:spChg>
        <pc:spChg chg="add mod">
          <ac:chgData name="Mariana Rocha" userId="0a3173bd-d0ed-4c32-8e4c-b90c820606c5" providerId="ADAL" clId="{DCC3A51D-31E8-5BC6-970B-354B54D5302A}" dt="2025-09-24T15:38:05.570" v="579" actId="1076"/>
          <ac:spMkLst>
            <pc:docMk/>
            <pc:sldMk cId="3665528483" sldId="384"/>
            <ac:spMk id="9" creationId="{4482656D-E5D0-389E-3E3C-6C4DB6C6F1AE}"/>
          </ac:spMkLst>
        </pc:spChg>
        <pc:spChg chg="add del mod">
          <ac:chgData name="Mariana Rocha" userId="0a3173bd-d0ed-4c32-8e4c-b90c820606c5" providerId="ADAL" clId="{DCC3A51D-31E8-5BC6-970B-354B54D5302A}" dt="2025-09-24T15:38:02.244" v="578" actId="478"/>
          <ac:spMkLst>
            <pc:docMk/>
            <pc:sldMk cId="3665528483" sldId="384"/>
            <ac:spMk id="11" creationId="{D6B0408D-32AA-3B87-79B4-37806BB7716A}"/>
          </ac:spMkLst>
        </pc:spChg>
      </pc:sldChg>
      <pc:sldChg chg="add del">
        <pc:chgData name="Mariana Rocha" userId="0a3173bd-d0ed-4c32-8e4c-b90c820606c5" providerId="ADAL" clId="{DCC3A51D-31E8-5BC6-970B-354B54D5302A}" dt="2025-09-24T15:50:13.552" v="981" actId="2696"/>
        <pc:sldMkLst>
          <pc:docMk/>
          <pc:sldMk cId="784823427" sldId="385"/>
        </pc:sldMkLst>
      </pc:sldChg>
      <pc:sldChg chg="del">
        <pc:chgData name="Mariana Rocha" userId="0a3173bd-d0ed-4c32-8e4c-b90c820606c5" providerId="ADAL" clId="{DCC3A51D-31E8-5BC6-970B-354B54D5302A}" dt="2025-09-24T13:22:03.358" v="53" actId="2696"/>
        <pc:sldMkLst>
          <pc:docMk/>
          <pc:sldMk cId="2562596180" sldId="385"/>
        </pc:sldMkLst>
      </pc:sldChg>
      <pc:sldChg chg="add">
        <pc:chgData name="Mariana Rocha" userId="0a3173bd-d0ed-4c32-8e4c-b90c820606c5" providerId="ADAL" clId="{DCC3A51D-31E8-5BC6-970B-354B54D5302A}" dt="2025-09-24T13:22:23.311" v="60" actId="2890"/>
        <pc:sldMkLst>
          <pc:docMk/>
          <pc:sldMk cId="1200419058" sldId="386"/>
        </pc:sldMkLst>
      </pc:sldChg>
      <pc:sldChg chg="modSp add mod">
        <pc:chgData name="Mariana Rocha" userId="0a3173bd-d0ed-4c32-8e4c-b90c820606c5" providerId="ADAL" clId="{DCC3A51D-31E8-5BC6-970B-354B54D5302A}" dt="2025-09-24T13:23:11.521" v="100" actId="1076"/>
        <pc:sldMkLst>
          <pc:docMk/>
          <pc:sldMk cId="4088112224" sldId="387"/>
        </pc:sldMkLst>
        <pc:spChg chg="mod">
          <ac:chgData name="Mariana Rocha" userId="0a3173bd-d0ed-4c32-8e4c-b90c820606c5" providerId="ADAL" clId="{DCC3A51D-31E8-5BC6-970B-354B54D5302A}" dt="2025-09-24T13:23:11.521" v="100" actId="1076"/>
          <ac:spMkLst>
            <pc:docMk/>
            <pc:sldMk cId="4088112224" sldId="387"/>
            <ac:spMk id="2" creationId="{C8946879-BBE3-A524-7224-9D816199DE79}"/>
          </ac:spMkLst>
        </pc:spChg>
      </pc:sldChg>
      <pc:sldChg chg="addSp delSp modSp add mod">
        <pc:chgData name="Mariana Rocha" userId="0a3173bd-d0ed-4c32-8e4c-b90c820606c5" providerId="ADAL" clId="{DCC3A51D-31E8-5BC6-970B-354B54D5302A}" dt="2025-09-24T13:25:44.226" v="132" actId="20577"/>
        <pc:sldMkLst>
          <pc:docMk/>
          <pc:sldMk cId="3318655458" sldId="388"/>
        </pc:sldMkLst>
        <pc:spChg chg="mod">
          <ac:chgData name="Mariana Rocha" userId="0a3173bd-d0ed-4c32-8e4c-b90c820606c5" providerId="ADAL" clId="{DCC3A51D-31E8-5BC6-970B-354B54D5302A}" dt="2025-09-24T13:25:44.226" v="132" actId="20577"/>
          <ac:spMkLst>
            <pc:docMk/>
            <pc:sldMk cId="3318655458" sldId="388"/>
            <ac:spMk id="2" creationId="{C7F7B105-1B7D-3796-DFD5-551092233E7C}"/>
          </ac:spMkLst>
        </pc:spChg>
        <pc:spChg chg="del">
          <ac:chgData name="Mariana Rocha" userId="0a3173bd-d0ed-4c32-8e4c-b90c820606c5" providerId="ADAL" clId="{DCC3A51D-31E8-5BC6-970B-354B54D5302A}" dt="2025-09-24T13:25:10.605" v="115" actId="478"/>
          <ac:spMkLst>
            <pc:docMk/>
            <pc:sldMk cId="3318655458" sldId="388"/>
            <ac:spMk id="3" creationId="{30ABB3F5-5149-C4B7-2F25-9B88B4BB227E}"/>
          </ac:spMkLst>
        </pc:spChg>
        <pc:spChg chg="add del mod">
          <ac:chgData name="Mariana Rocha" userId="0a3173bd-d0ed-4c32-8e4c-b90c820606c5" providerId="ADAL" clId="{DCC3A51D-31E8-5BC6-970B-354B54D5302A}" dt="2025-09-24T13:25:12.413" v="116" actId="478"/>
          <ac:spMkLst>
            <pc:docMk/>
            <pc:sldMk cId="3318655458" sldId="388"/>
            <ac:spMk id="5" creationId="{7A157DB9-352C-D6F0-2B00-3D1BB84EEDC0}"/>
          </ac:spMkLst>
        </pc:spChg>
        <pc:spChg chg="add mod">
          <ac:chgData name="Mariana Rocha" userId="0a3173bd-d0ed-4c32-8e4c-b90c820606c5" providerId="ADAL" clId="{DCC3A51D-31E8-5BC6-970B-354B54D5302A}" dt="2025-09-24T13:25:35.027" v="123" actId="14100"/>
          <ac:spMkLst>
            <pc:docMk/>
            <pc:sldMk cId="3318655458" sldId="388"/>
            <ac:spMk id="7" creationId="{3C1EB64D-6B12-9AA3-C7D6-8CF7B7FF9B5B}"/>
          </ac:spMkLst>
        </pc:spChg>
      </pc:sldChg>
      <pc:sldChg chg="addSp delSp modSp add mod">
        <pc:chgData name="Mariana Rocha" userId="0a3173bd-d0ed-4c32-8e4c-b90c820606c5" providerId="ADAL" clId="{DCC3A51D-31E8-5BC6-970B-354B54D5302A}" dt="2025-09-24T13:58:49.205" v="275" actId="20577"/>
        <pc:sldMkLst>
          <pc:docMk/>
          <pc:sldMk cId="3246240290" sldId="389"/>
        </pc:sldMkLst>
        <pc:spChg chg="mod">
          <ac:chgData name="Mariana Rocha" userId="0a3173bd-d0ed-4c32-8e4c-b90c820606c5" providerId="ADAL" clId="{DCC3A51D-31E8-5BC6-970B-354B54D5302A}" dt="2025-09-24T13:26:36.177" v="153" actId="20577"/>
          <ac:spMkLst>
            <pc:docMk/>
            <pc:sldMk cId="3246240290" sldId="389"/>
            <ac:spMk id="2" creationId="{25CB051D-39DC-6964-6621-55C569AD4113}"/>
          </ac:spMkLst>
        </pc:spChg>
        <pc:spChg chg="mod">
          <ac:chgData name="Mariana Rocha" userId="0a3173bd-d0ed-4c32-8e4c-b90c820606c5" providerId="ADAL" clId="{DCC3A51D-31E8-5BC6-970B-354B54D5302A}" dt="2025-09-24T13:27:39.280" v="249" actId="113"/>
          <ac:spMkLst>
            <pc:docMk/>
            <pc:sldMk cId="3246240290" sldId="389"/>
            <ac:spMk id="3" creationId="{6AD571C1-849E-59E1-A30E-51F7F0933C33}"/>
          </ac:spMkLst>
        </pc:spChg>
        <pc:spChg chg="del mod">
          <ac:chgData name="Mariana Rocha" userId="0a3173bd-d0ed-4c32-8e4c-b90c820606c5" providerId="ADAL" clId="{DCC3A51D-31E8-5BC6-970B-354B54D5302A}" dt="2025-09-24T13:27:41.545" v="250" actId="478"/>
          <ac:spMkLst>
            <pc:docMk/>
            <pc:sldMk cId="3246240290" sldId="389"/>
            <ac:spMk id="5" creationId="{5FD25AF3-047A-2EAE-B190-ABD5A2239E79}"/>
          </ac:spMkLst>
        </pc:spChg>
        <pc:spChg chg="add del mod">
          <ac:chgData name="Mariana Rocha" userId="0a3173bd-d0ed-4c32-8e4c-b90c820606c5" providerId="ADAL" clId="{DCC3A51D-31E8-5BC6-970B-354B54D5302A}" dt="2025-09-24T13:54:24.375" v="254" actId="478"/>
          <ac:spMkLst>
            <pc:docMk/>
            <pc:sldMk cId="3246240290" sldId="389"/>
            <ac:spMk id="6" creationId="{7D245CA7-1562-8324-F14A-0D465B955AEE}"/>
          </ac:spMkLst>
        </pc:spChg>
        <pc:spChg chg="del">
          <ac:chgData name="Mariana Rocha" userId="0a3173bd-d0ed-4c32-8e4c-b90c820606c5" providerId="ADAL" clId="{DCC3A51D-31E8-5BC6-970B-354B54D5302A}" dt="2025-09-24T13:27:42.979" v="251" actId="478"/>
          <ac:spMkLst>
            <pc:docMk/>
            <pc:sldMk cId="3246240290" sldId="389"/>
            <ac:spMk id="8" creationId="{7672E5CD-4FD8-294C-07BD-7FFFC0BEA5BD}"/>
          </ac:spMkLst>
        </pc:spChg>
        <pc:spChg chg="add mod">
          <ac:chgData name="Mariana Rocha" userId="0a3173bd-d0ed-4c32-8e4c-b90c820606c5" providerId="ADAL" clId="{DCC3A51D-31E8-5BC6-970B-354B54D5302A}" dt="2025-09-24T13:58:49.205" v="275" actId="20577"/>
          <ac:spMkLst>
            <pc:docMk/>
            <pc:sldMk cId="3246240290" sldId="389"/>
            <ac:spMk id="9" creationId="{B8037ACB-19EE-EDBD-D409-A959428FFFF7}"/>
          </ac:spMkLst>
        </pc:spChg>
        <pc:spChg chg="add mod">
          <ac:chgData name="Mariana Rocha" userId="0a3173bd-d0ed-4c32-8e4c-b90c820606c5" providerId="ADAL" clId="{DCC3A51D-31E8-5BC6-970B-354B54D5302A}" dt="2025-09-24T13:58:43.804" v="270" actId="1076"/>
          <ac:spMkLst>
            <pc:docMk/>
            <pc:sldMk cId="3246240290" sldId="389"/>
            <ac:spMk id="11" creationId="{849D7514-53A1-322F-7C69-2738B10295E5}"/>
          </ac:spMkLst>
        </pc:spChg>
      </pc:sldChg>
      <pc:sldChg chg="addSp delSp modSp add del mod">
        <pc:chgData name="Mariana Rocha" userId="0a3173bd-d0ed-4c32-8e4c-b90c820606c5" providerId="ADAL" clId="{DCC3A51D-31E8-5BC6-970B-354B54D5302A}" dt="2025-09-24T15:50:13.552" v="981" actId="2696"/>
        <pc:sldMkLst>
          <pc:docMk/>
          <pc:sldMk cId="3072256571" sldId="390"/>
        </pc:sldMkLst>
        <pc:spChg chg="del">
          <ac:chgData name="Mariana Rocha" userId="0a3173bd-d0ed-4c32-8e4c-b90c820606c5" providerId="ADAL" clId="{DCC3A51D-31E8-5BC6-970B-354B54D5302A}" dt="2025-09-24T15:16:11.923" v="487" actId="478"/>
          <ac:spMkLst>
            <pc:docMk/>
            <pc:sldMk cId="3072256571" sldId="390"/>
            <ac:spMk id="3" creationId="{88BB4FB2-B7E8-E48F-A878-45B406FEE6E8}"/>
          </ac:spMkLst>
        </pc:spChg>
        <pc:spChg chg="add del mod">
          <ac:chgData name="Mariana Rocha" userId="0a3173bd-d0ed-4c32-8e4c-b90c820606c5" providerId="ADAL" clId="{DCC3A51D-31E8-5BC6-970B-354B54D5302A}" dt="2025-09-24T15:16:13.433" v="488" actId="478"/>
          <ac:spMkLst>
            <pc:docMk/>
            <pc:sldMk cId="3072256571" sldId="390"/>
            <ac:spMk id="4" creationId="{6B71C425-2C5E-E40D-E392-F8AE4B75D410}"/>
          </ac:spMkLst>
        </pc:spChg>
        <pc:spChg chg="mod">
          <ac:chgData name="Mariana Rocha" userId="0a3173bd-d0ed-4c32-8e4c-b90c820606c5" providerId="ADAL" clId="{DCC3A51D-31E8-5BC6-970B-354B54D5302A}" dt="2025-09-24T15:16:10.034" v="486" actId="14100"/>
          <ac:spMkLst>
            <pc:docMk/>
            <pc:sldMk cId="3072256571" sldId="390"/>
            <ac:spMk id="5" creationId="{AC1AAD62-C83B-8239-AEB0-D6865AB3FBFB}"/>
          </ac:spMkLst>
        </pc:spChg>
        <pc:spChg chg="add del mod">
          <ac:chgData name="Mariana Rocha" userId="0a3173bd-d0ed-4c32-8e4c-b90c820606c5" providerId="ADAL" clId="{DCC3A51D-31E8-5BC6-970B-354B54D5302A}" dt="2025-09-24T15:16:45.263" v="495" actId="478"/>
          <ac:spMkLst>
            <pc:docMk/>
            <pc:sldMk cId="3072256571" sldId="390"/>
            <ac:spMk id="6" creationId="{7A675842-2D57-2425-4CEA-8D6A86C9EEAA}"/>
          </ac:spMkLst>
        </pc:spChg>
        <pc:spChg chg="add mod">
          <ac:chgData name="Mariana Rocha" userId="0a3173bd-d0ed-4c32-8e4c-b90c820606c5" providerId="ADAL" clId="{DCC3A51D-31E8-5BC6-970B-354B54D5302A}" dt="2025-09-24T15:17:16.631" v="510" actId="14100"/>
          <ac:spMkLst>
            <pc:docMk/>
            <pc:sldMk cId="3072256571" sldId="390"/>
            <ac:spMk id="8" creationId="{116E549F-301D-12B4-FAB0-316536DA7EF2}"/>
          </ac:spMkLst>
        </pc:spChg>
        <pc:picChg chg="del">
          <ac:chgData name="Mariana Rocha" userId="0a3173bd-d0ed-4c32-8e4c-b90c820606c5" providerId="ADAL" clId="{DCC3A51D-31E8-5BC6-970B-354B54D5302A}" dt="2025-09-24T15:16:14.497" v="489" actId="478"/>
          <ac:picMkLst>
            <pc:docMk/>
            <pc:sldMk cId="3072256571" sldId="390"/>
            <ac:picMk id="1026" creationId="{CA7BB1DA-B208-52B2-7A56-BD0DC49B6536}"/>
          </ac:picMkLst>
        </pc:picChg>
      </pc:sldChg>
      <pc:sldChg chg="delSp modSp add del mod ord">
        <pc:chgData name="Mariana Rocha" userId="0a3173bd-d0ed-4c32-8e4c-b90c820606c5" providerId="ADAL" clId="{DCC3A51D-31E8-5BC6-970B-354B54D5302A}" dt="2025-09-24T15:50:13.552" v="981" actId="2696"/>
        <pc:sldMkLst>
          <pc:docMk/>
          <pc:sldMk cId="640800305" sldId="391"/>
        </pc:sldMkLst>
        <pc:spChg chg="mod">
          <ac:chgData name="Mariana Rocha" userId="0a3173bd-d0ed-4c32-8e4c-b90c820606c5" providerId="ADAL" clId="{DCC3A51D-31E8-5BC6-970B-354B54D5302A}" dt="2025-09-24T15:38:38.990" v="719" actId="1076"/>
          <ac:spMkLst>
            <pc:docMk/>
            <pc:sldMk cId="640800305" sldId="391"/>
            <ac:spMk id="3" creationId="{23EBE47D-F265-71B8-C0B0-5B3A9ADB0AD3}"/>
          </ac:spMkLst>
        </pc:spChg>
        <pc:spChg chg="del">
          <ac:chgData name="Mariana Rocha" userId="0a3173bd-d0ed-4c32-8e4c-b90c820606c5" providerId="ADAL" clId="{DCC3A51D-31E8-5BC6-970B-354B54D5302A}" dt="2025-09-24T15:38:11.766" v="580" actId="478"/>
          <ac:spMkLst>
            <pc:docMk/>
            <pc:sldMk cId="640800305" sldId="391"/>
            <ac:spMk id="9" creationId="{559CC452-EB00-584E-420C-DC641154D7E0}"/>
          </ac:spMkLst>
        </pc:spChg>
      </pc:sldChg>
      <pc:sldChg chg="addSp delSp modSp add del mod">
        <pc:chgData name="Mariana Rocha" userId="0a3173bd-d0ed-4c32-8e4c-b90c820606c5" providerId="ADAL" clId="{DCC3A51D-31E8-5BC6-970B-354B54D5302A}" dt="2025-09-24T15:50:13.552" v="981" actId="2696"/>
        <pc:sldMkLst>
          <pc:docMk/>
          <pc:sldMk cId="985701011" sldId="392"/>
        </pc:sldMkLst>
        <pc:spChg chg="mod">
          <ac:chgData name="Mariana Rocha" userId="0a3173bd-d0ed-4c32-8e4c-b90c820606c5" providerId="ADAL" clId="{DCC3A51D-31E8-5BC6-970B-354B54D5302A}" dt="2025-09-24T15:43:58.285" v="980" actId="20577"/>
          <ac:spMkLst>
            <pc:docMk/>
            <pc:sldMk cId="985701011" sldId="392"/>
            <ac:spMk id="3" creationId="{D284D88B-0456-0084-6056-3CADCF940F22}"/>
          </ac:spMkLst>
        </pc:spChg>
        <pc:spChg chg="add mod">
          <ac:chgData name="Mariana Rocha" userId="0a3173bd-d0ed-4c32-8e4c-b90c820606c5" providerId="ADAL" clId="{DCC3A51D-31E8-5BC6-970B-354B54D5302A}" dt="2025-09-24T15:43:20.431" v="808" actId="1076"/>
          <ac:spMkLst>
            <pc:docMk/>
            <pc:sldMk cId="985701011" sldId="392"/>
            <ac:spMk id="4" creationId="{4FC1E395-1D40-CF46-1643-0A9A2D8BF8D9}"/>
          </ac:spMkLst>
        </pc:spChg>
        <pc:spChg chg="del">
          <ac:chgData name="Mariana Rocha" userId="0a3173bd-d0ed-4c32-8e4c-b90c820606c5" providerId="ADAL" clId="{DCC3A51D-31E8-5BC6-970B-354B54D5302A}" dt="2025-09-24T15:42:54.366" v="797" actId="478"/>
          <ac:spMkLst>
            <pc:docMk/>
            <pc:sldMk cId="985701011" sldId="392"/>
            <ac:spMk id="7" creationId="{45BF67C4-E572-92F8-E1E5-F17C800391F4}"/>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4633913" cy="379413"/>
          </a:xfrm>
          <a:prstGeom prst="rect">
            <a:avLst/>
          </a:prstGeom>
        </p:spPr>
        <p:txBody>
          <a:bodyPr vert="horz" lIns="91440" tIns="45720" rIns="91440" bIns="45720" rtlCol="0"/>
          <a:lstStyle>
            <a:lvl1pPr algn="l">
              <a:defRPr sz="1200"/>
            </a:lvl1pPr>
          </a:lstStyle>
          <a:p>
            <a:endParaRPr lang="en-IE"/>
          </a:p>
        </p:txBody>
      </p:sp>
      <p:sp>
        <p:nvSpPr>
          <p:cNvPr id="3" name="Date Placeholder 2"/>
          <p:cNvSpPr>
            <a:spLocks noGrp="1"/>
          </p:cNvSpPr>
          <p:nvPr>
            <p:ph type="dt" idx="1"/>
          </p:nvPr>
        </p:nvSpPr>
        <p:spPr>
          <a:xfrm>
            <a:off x="6057900" y="0"/>
            <a:ext cx="4632325" cy="379413"/>
          </a:xfrm>
          <a:prstGeom prst="rect">
            <a:avLst/>
          </a:prstGeom>
        </p:spPr>
        <p:txBody>
          <a:bodyPr vert="horz" lIns="91440" tIns="45720" rIns="91440" bIns="45720" rtlCol="0"/>
          <a:lstStyle>
            <a:lvl1pPr algn="r">
              <a:defRPr sz="1200"/>
            </a:lvl1pPr>
          </a:lstStyle>
          <a:p>
            <a:fld id="{A0D90B94-2FF9-3C46-A456-D07E6D8B6A31}" type="datetimeFigureOut">
              <a:rPr lang="en-IE" smtClean="0"/>
              <a:t>24/09/2025</a:t>
            </a:fld>
            <a:endParaRPr lang="en-IE"/>
          </a:p>
        </p:txBody>
      </p:sp>
      <p:sp>
        <p:nvSpPr>
          <p:cNvPr id="4" name="Slide Image Placeholder 3"/>
          <p:cNvSpPr>
            <a:spLocks noGrp="1" noRot="1" noChangeAspect="1"/>
          </p:cNvSpPr>
          <p:nvPr>
            <p:ph type="sldImg" idx="2"/>
          </p:nvPr>
        </p:nvSpPr>
        <p:spPr>
          <a:xfrm>
            <a:off x="3541713" y="944563"/>
            <a:ext cx="3609975" cy="2551112"/>
          </a:xfrm>
          <a:prstGeom prst="rect">
            <a:avLst/>
          </a:prstGeom>
          <a:noFill/>
          <a:ln w="12700">
            <a:solidFill>
              <a:prstClr val="black"/>
            </a:solidFill>
          </a:ln>
        </p:spPr>
        <p:txBody>
          <a:bodyPr vert="horz" lIns="91440" tIns="45720" rIns="91440" bIns="45720" rtlCol="0" anchor="ctr"/>
          <a:lstStyle/>
          <a:p>
            <a:endParaRPr lang="en-IE"/>
          </a:p>
        </p:txBody>
      </p:sp>
      <p:sp>
        <p:nvSpPr>
          <p:cNvPr id="5" name="Notes Placeholder 4"/>
          <p:cNvSpPr>
            <a:spLocks noGrp="1"/>
          </p:cNvSpPr>
          <p:nvPr>
            <p:ph type="body" sz="quarter" idx="3"/>
          </p:nvPr>
        </p:nvSpPr>
        <p:spPr>
          <a:xfrm>
            <a:off x="1069975" y="3636963"/>
            <a:ext cx="8553450" cy="2974975"/>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IE"/>
          </a:p>
        </p:txBody>
      </p:sp>
      <p:sp>
        <p:nvSpPr>
          <p:cNvPr id="6" name="Footer Placeholder 5"/>
          <p:cNvSpPr>
            <a:spLocks noGrp="1"/>
          </p:cNvSpPr>
          <p:nvPr>
            <p:ph type="ftr" sz="quarter" idx="4"/>
          </p:nvPr>
        </p:nvSpPr>
        <p:spPr>
          <a:xfrm>
            <a:off x="0" y="7177088"/>
            <a:ext cx="4633913" cy="379412"/>
          </a:xfrm>
          <a:prstGeom prst="rect">
            <a:avLst/>
          </a:prstGeom>
        </p:spPr>
        <p:txBody>
          <a:bodyPr vert="horz" lIns="91440" tIns="45720" rIns="91440" bIns="45720" rtlCol="0" anchor="b"/>
          <a:lstStyle>
            <a:lvl1pPr algn="l">
              <a:defRPr sz="1200"/>
            </a:lvl1pPr>
          </a:lstStyle>
          <a:p>
            <a:endParaRPr lang="en-IE"/>
          </a:p>
        </p:txBody>
      </p:sp>
      <p:sp>
        <p:nvSpPr>
          <p:cNvPr id="7" name="Slide Number Placeholder 6"/>
          <p:cNvSpPr>
            <a:spLocks noGrp="1"/>
          </p:cNvSpPr>
          <p:nvPr>
            <p:ph type="sldNum" sz="quarter" idx="5"/>
          </p:nvPr>
        </p:nvSpPr>
        <p:spPr>
          <a:xfrm>
            <a:off x="6057900" y="7177088"/>
            <a:ext cx="4632325" cy="379412"/>
          </a:xfrm>
          <a:prstGeom prst="rect">
            <a:avLst/>
          </a:prstGeom>
        </p:spPr>
        <p:txBody>
          <a:bodyPr vert="horz" lIns="91440" tIns="45720" rIns="91440" bIns="45720" rtlCol="0" anchor="b"/>
          <a:lstStyle>
            <a:lvl1pPr algn="r">
              <a:defRPr sz="1200"/>
            </a:lvl1pPr>
          </a:lstStyle>
          <a:p>
            <a:fld id="{C15E82A6-F213-854E-8758-E6D329232057}" type="slidenum">
              <a:rPr lang="en-IE" smtClean="0"/>
              <a:t>‹#›</a:t>
            </a:fld>
            <a:endParaRPr lang="en-IE"/>
          </a:p>
        </p:txBody>
      </p:sp>
    </p:spTree>
    <p:extLst>
      <p:ext uri="{BB962C8B-B14F-4D97-AF65-F5344CB8AC3E}">
        <p14:creationId xmlns:p14="http://schemas.microsoft.com/office/powerpoint/2010/main" val="345985235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802005" y="2342515"/>
            <a:ext cx="9089390" cy="723275"/>
          </a:xfrm>
          <a:prstGeom prst="rect">
            <a:avLst/>
          </a:prstGeom>
        </p:spPr>
        <p:txBody>
          <a:bodyPr wrap="square" lIns="0" tIns="0" rIns="0" bIns="0">
            <a:spAutoFit/>
          </a:bodyPr>
          <a:lstStyle>
            <a:lvl1pPr>
              <a:defRPr>
                <a:latin typeface="Times" pitchFamily="2" charset="0"/>
              </a:defRPr>
            </a:lvl1pPr>
          </a:lstStyle>
          <a:p>
            <a:pPr rtl="0"/>
            <a:endParaRPr dirty="0"/>
          </a:p>
        </p:txBody>
      </p:sp>
      <p:sp>
        <p:nvSpPr>
          <p:cNvPr id="3" name="Holder 3"/>
          <p:cNvSpPr>
            <a:spLocks noGrp="1"/>
          </p:cNvSpPr>
          <p:nvPr>
            <p:ph type="subTitle" idx="4"/>
          </p:nvPr>
        </p:nvSpPr>
        <p:spPr>
          <a:xfrm>
            <a:off x="1604010" y="4231640"/>
            <a:ext cx="7485380" cy="461665"/>
          </a:xfrm>
          <a:prstGeom prst="rect">
            <a:avLst/>
          </a:prstGeom>
        </p:spPr>
        <p:txBody>
          <a:bodyPr wrap="square" lIns="0" tIns="0" rIns="0" bIns="0">
            <a:spAutoFit/>
          </a:bodyPr>
          <a:lstStyle>
            <a:lvl1pPr>
              <a:defRPr>
                <a:latin typeface="Times" pitchFamily="2" charset="0"/>
              </a:defRPr>
            </a:lvl1pPr>
          </a:lstStyle>
          <a:p>
            <a:pPr marL="0" rtl="0"/>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9/24/25</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700" b="0" i="0">
                <a:solidFill>
                  <a:srgbClr val="EBEBEB"/>
                </a:solidFill>
                <a:latin typeface="HelveticaNeue-Medium"/>
                <a:cs typeface="HelveticaNeue-Medium"/>
              </a:defRPr>
            </a:lvl1pPr>
          </a:lstStyle>
          <a:p>
            <a:endParaRPr/>
          </a:p>
        </p:txBody>
      </p:sp>
      <p:sp>
        <p:nvSpPr>
          <p:cNvPr id="3" name="Holder 3"/>
          <p:cNvSpPr>
            <a:spLocks noGrp="1"/>
          </p:cNvSpPr>
          <p:nvPr>
            <p:ph type="body" idx="1"/>
          </p:nvPr>
        </p:nvSpPr>
        <p:spPr/>
        <p:txBody>
          <a:bodyPr lIns="0" tIns="0" rIns="0" bIns="0"/>
          <a:lstStyle>
            <a:lvl1pPr>
              <a:defRPr sz="3000" b="0" i="0">
                <a:solidFill>
                  <a:srgbClr val="212121"/>
                </a:solidFill>
                <a:latin typeface="HelveticaNeue-Thin"/>
                <a:cs typeface="HelveticaNeue-Thin"/>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9/24/25</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700" b="0" i="0">
                <a:solidFill>
                  <a:srgbClr val="EBEBEB"/>
                </a:solidFill>
                <a:latin typeface="HelveticaNeue-Medium"/>
                <a:cs typeface="HelveticaNeue-Medium"/>
              </a:defRPr>
            </a:lvl1pPr>
          </a:lstStyle>
          <a:p>
            <a:endParaRPr/>
          </a:p>
        </p:txBody>
      </p:sp>
      <p:sp>
        <p:nvSpPr>
          <p:cNvPr id="3" name="Holder 3"/>
          <p:cNvSpPr>
            <a:spLocks noGrp="1"/>
          </p:cNvSpPr>
          <p:nvPr>
            <p:ph sz="half" idx="2"/>
          </p:nvPr>
        </p:nvSpPr>
        <p:spPr>
          <a:xfrm>
            <a:off x="1047065" y="1788702"/>
            <a:ext cx="3265170" cy="4813300"/>
          </a:xfrm>
          <a:prstGeom prst="rect">
            <a:avLst/>
          </a:prstGeom>
        </p:spPr>
        <p:txBody>
          <a:bodyPr wrap="square" lIns="0" tIns="0" rIns="0" bIns="0">
            <a:spAutoFit/>
          </a:bodyPr>
          <a:lstStyle>
            <a:lvl1pPr>
              <a:defRPr sz="3000" b="0" i="0">
                <a:solidFill>
                  <a:srgbClr val="212121"/>
                </a:solidFill>
                <a:latin typeface="HelveticaNeue-Thin"/>
                <a:cs typeface="HelveticaNeue-Thin"/>
              </a:defRPr>
            </a:lvl1pPr>
          </a:lstStyle>
          <a:p>
            <a:endParaRPr/>
          </a:p>
        </p:txBody>
      </p:sp>
      <p:sp>
        <p:nvSpPr>
          <p:cNvPr id="4" name="Holder 4"/>
          <p:cNvSpPr>
            <a:spLocks noGrp="1"/>
          </p:cNvSpPr>
          <p:nvPr>
            <p:ph sz="half" idx="3"/>
          </p:nvPr>
        </p:nvSpPr>
        <p:spPr>
          <a:xfrm>
            <a:off x="5966667" y="2068604"/>
            <a:ext cx="3404870" cy="4420870"/>
          </a:xfrm>
          <a:prstGeom prst="rect">
            <a:avLst/>
          </a:prstGeom>
        </p:spPr>
        <p:txBody>
          <a:bodyPr wrap="square" lIns="0" tIns="0" rIns="0" bIns="0">
            <a:spAutoFit/>
          </a:bodyPr>
          <a:lstStyle>
            <a:lvl1pPr>
              <a:defRPr sz="2500" b="0" i="0">
                <a:solidFill>
                  <a:srgbClr val="212121"/>
                </a:solidFill>
                <a:latin typeface="HelveticaNeue-Thin"/>
                <a:cs typeface="HelveticaNeue-Thin"/>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9/24/25</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obj" preserve="1">
  <p:cSld name="Title Only">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506729" y="152400"/>
            <a:ext cx="9664700" cy="1402080"/>
          </a:xfrm>
          <a:custGeom>
            <a:avLst/>
            <a:gdLst/>
            <a:ahLst/>
            <a:cxnLst/>
            <a:rect l="l" t="t" r="r" b="b"/>
            <a:pathLst>
              <a:path w="9664700" h="1402080">
                <a:moveTo>
                  <a:pt x="9664700" y="0"/>
                </a:moveTo>
                <a:lnTo>
                  <a:pt x="0" y="0"/>
                </a:lnTo>
                <a:lnTo>
                  <a:pt x="0" y="1401659"/>
                </a:lnTo>
                <a:lnTo>
                  <a:pt x="9664700" y="1401659"/>
                </a:lnTo>
                <a:lnTo>
                  <a:pt x="9664700" y="0"/>
                </a:lnTo>
                <a:close/>
              </a:path>
            </a:pathLst>
          </a:custGeom>
          <a:solidFill>
            <a:srgbClr val="1F4E79"/>
          </a:solidFill>
        </p:spPr>
        <p:txBody>
          <a:bodyPr wrap="square" lIns="0" tIns="0" rIns="0" bIns="0" rtlCol="0"/>
          <a:lstStyle/>
          <a:p>
            <a:endParaRPr/>
          </a:p>
        </p:txBody>
      </p:sp>
      <p:sp>
        <p:nvSpPr>
          <p:cNvPr id="2" name="Holder 2"/>
          <p:cNvSpPr>
            <a:spLocks noGrp="1"/>
          </p:cNvSpPr>
          <p:nvPr>
            <p:ph type="title"/>
          </p:nvPr>
        </p:nvSpPr>
        <p:spPr>
          <a:xfrm>
            <a:off x="961930" y="425450"/>
            <a:ext cx="8754297" cy="723275"/>
          </a:xfrm>
        </p:spPr>
        <p:txBody>
          <a:bodyPr lIns="0" tIns="0" rIns="0" bIns="0"/>
          <a:lstStyle>
            <a:lvl1pPr>
              <a:defRPr sz="4700" b="0" i="0">
                <a:solidFill>
                  <a:srgbClr val="EBEBEB"/>
                </a:solidFill>
                <a:latin typeface="Times" pitchFamily="2" charset="0"/>
                <a:cs typeface="HelveticaNeue-Medium"/>
              </a:defRPr>
            </a:lvl1pPr>
          </a:lstStyle>
          <a:p>
            <a:pPr rtl="0"/>
            <a:endParaRPr dirty="0"/>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9/24/25</a:t>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obj" preserve="1">
  <p:cSld name="Blank">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506729" y="152400"/>
            <a:ext cx="9664700" cy="1402080"/>
          </a:xfrm>
          <a:custGeom>
            <a:avLst/>
            <a:gdLst/>
            <a:ahLst/>
            <a:cxnLst/>
            <a:rect l="l" t="t" r="r" b="b"/>
            <a:pathLst>
              <a:path w="9664700" h="1402080">
                <a:moveTo>
                  <a:pt x="9664700" y="0"/>
                </a:moveTo>
                <a:lnTo>
                  <a:pt x="0" y="0"/>
                </a:lnTo>
                <a:lnTo>
                  <a:pt x="0" y="1401659"/>
                </a:lnTo>
                <a:lnTo>
                  <a:pt x="9664700" y="1401659"/>
                </a:lnTo>
                <a:lnTo>
                  <a:pt x="9664700" y="0"/>
                </a:lnTo>
                <a:close/>
              </a:path>
            </a:pathLst>
          </a:custGeom>
          <a:solidFill>
            <a:srgbClr val="1F4E79"/>
          </a:solidFill>
        </p:spPr>
        <p:txBody>
          <a:bodyPr wrap="square" lIns="0" tIns="0" rIns="0" bIns="0" rtlCol="0"/>
          <a:lstStyle/>
          <a:p>
            <a:endParaRPr/>
          </a:p>
        </p:txBody>
      </p:sp>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9/24/25</a:t>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41317E-4B72-DDFC-3395-0AFCCE2FD98E}"/>
              </a:ext>
            </a:extLst>
          </p:cNvPr>
          <p:cNvSpPr>
            <a:spLocks noGrp="1"/>
          </p:cNvSpPr>
          <p:nvPr>
            <p:ph type="ctrTitle"/>
          </p:nvPr>
        </p:nvSpPr>
        <p:spPr>
          <a:xfrm>
            <a:off x="1336675" y="1236678"/>
            <a:ext cx="8020050" cy="2630781"/>
          </a:xfrm>
        </p:spPr>
        <p:txBody>
          <a:bodyPr anchor="b"/>
          <a:lstStyle>
            <a:lvl1pPr algn="ctr">
              <a:defRPr sz="5259"/>
            </a:lvl1pPr>
          </a:lstStyle>
          <a:p>
            <a:r>
              <a:rPr lang="en-GB"/>
              <a:t>Click to edit Master title style</a:t>
            </a:r>
          </a:p>
        </p:txBody>
      </p:sp>
      <p:sp>
        <p:nvSpPr>
          <p:cNvPr id="3" name="Subtitle 2">
            <a:extLst>
              <a:ext uri="{FF2B5EF4-FFF2-40B4-BE49-F238E27FC236}">
                <a16:creationId xmlns:a16="http://schemas.microsoft.com/office/drawing/2014/main" id="{7DC926A8-BE5E-DB34-24F4-F8937FEFA617}"/>
              </a:ext>
            </a:extLst>
          </p:cNvPr>
          <p:cNvSpPr>
            <a:spLocks noGrp="1"/>
          </p:cNvSpPr>
          <p:nvPr>
            <p:ph type="subTitle" idx="1"/>
          </p:nvPr>
        </p:nvSpPr>
        <p:spPr>
          <a:xfrm>
            <a:off x="1336675" y="3968912"/>
            <a:ext cx="8020050" cy="1824405"/>
          </a:xfrm>
        </p:spPr>
        <p:txBody>
          <a:bodyPr/>
          <a:lstStyle>
            <a:lvl1pPr marL="0" indent="0" algn="ctr">
              <a:buNone/>
              <a:defRPr sz="2103"/>
            </a:lvl1pPr>
            <a:lvl2pPr marL="400689" indent="0" algn="ctr">
              <a:buNone/>
              <a:defRPr sz="1753"/>
            </a:lvl2pPr>
            <a:lvl3pPr marL="801378" indent="0" algn="ctr">
              <a:buNone/>
              <a:defRPr sz="1578"/>
            </a:lvl3pPr>
            <a:lvl4pPr marL="1202068" indent="0" algn="ctr">
              <a:buNone/>
              <a:defRPr sz="1402"/>
            </a:lvl4pPr>
            <a:lvl5pPr marL="1602757" indent="0" algn="ctr">
              <a:buNone/>
              <a:defRPr sz="1402"/>
            </a:lvl5pPr>
            <a:lvl6pPr marL="2003447" indent="0" algn="ctr">
              <a:buNone/>
              <a:defRPr sz="1402"/>
            </a:lvl6pPr>
            <a:lvl7pPr marL="2404136" indent="0" algn="ctr">
              <a:buNone/>
              <a:defRPr sz="1402"/>
            </a:lvl7pPr>
            <a:lvl8pPr marL="2804825" indent="0" algn="ctr">
              <a:buNone/>
              <a:defRPr sz="1402"/>
            </a:lvl8pPr>
            <a:lvl9pPr marL="3205515" indent="0" algn="ctr">
              <a:buNone/>
              <a:defRPr sz="1402"/>
            </a:lvl9pPr>
          </a:lstStyle>
          <a:p>
            <a:r>
              <a:rPr lang="en-GB"/>
              <a:t>Click to edit Master subtitle style</a:t>
            </a:r>
          </a:p>
        </p:txBody>
      </p:sp>
      <p:sp>
        <p:nvSpPr>
          <p:cNvPr id="4" name="Date Placeholder 3">
            <a:extLst>
              <a:ext uri="{FF2B5EF4-FFF2-40B4-BE49-F238E27FC236}">
                <a16:creationId xmlns:a16="http://schemas.microsoft.com/office/drawing/2014/main" id="{BA5AE87C-D5AB-C13D-F314-AE2B2F13007F}"/>
              </a:ext>
            </a:extLst>
          </p:cNvPr>
          <p:cNvSpPr>
            <a:spLocks noGrp="1"/>
          </p:cNvSpPr>
          <p:nvPr>
            <p:ph type="dt" sz="half" idx="10"/>
          </p:nvPr>
        </p:nvSpPr>
        <p:spPr/>
        <p:txBody>
          <a:bodyPr/>
          <a:lstStyle/>
          <a:p>
            <a:fld id="{C628F180-48E0-4AA3-9DDB-28D1E815DAD5}" type="datetime1">
              <a:rPr lang="en-GB" smtClean="0"/>
              <a:t>24/09/2025</a:t>
            </a:fld>
            <a:endParaRPr lang="en-GB"/>
          </a:p>
        </p:txBody>
      </p:sp>
      <p:sp>
        <p:nvSpPr>
          <p:cNvPr id="5" name="Footer Placeholder 4">
            <a:extLst>
              <a:ext uri="{FF2B5EF4-FFF2-40B4-BE49-F238E27FC236}">
                <a16:creationId xmlns:a16="http://schemas.microsoft.com/office/drawing/2014/main" id="{4B2E1232-B827-66CE-45E4-0AC0EE014F37}"/>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E2D97826-01BA-CB0F-0792-6716C480512F}"/>
              </a:ext>
            </a:extLst>
          </p:cNvPr>
          <p:cNvSpPr>
            <a:spLocks noGrp="1"/>
          </p:cNvSpPr>
          <p:nvPr>
            <p:ph type="sldNum" sz="quarter" idx="12"/>
          </p:nvPr>
        </p:nvSpPr>
        <p:spPr/>
        <p:txBody>
          <a:bodyPr/>
          <a:lstStyle/>
          <a:p>
            <a:fld id="{1AE971F0-0CD2-4C47-8087-EBCE9716EA84}" type="slidenum">
              <a:rPr lang="en-GB" smtClean="0"/>
              <a:t>‹#›</a:t>
            </a:fld>
            <a:endParaRPr lang="en-GB"/>
          </a:p>
        </p:txBody>
      </p:sp>
    </p:spTree>
    <p:extLst>
      <p:ext uri="{BB962C8B-B14F-4D97-AF65-F5344CB8AC3E}">
        <p14:creationId xmlns:p14="http://schemas.microsoft.com/office/powerpoint/2010/main" val="173851847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obj" preserve="1">
  <p:cSld name="Title and Conten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96B007DB-BAC0-B5F7-CD3D-D722F4B0FC67}"/>
              </a:ext>
            </a:extLst>
          </p:cNvPr>
          <p:cNvSpPr/>
          <p:nvPr userDrawn="1"/>
        </p:nvSpPr>
        <p:spPr>
          <a:xfrm>
            <a:off x="0" y="6954779"/>
            <a:ext cx="10693400" cy="601721"/>
          </a:xfrm>
          <a:prstGeom prst="rect">
            <a:avLst/>
          </a:prstGeom>
          <a:solidFill>
            <a:srgbClr val="00A9B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E" dirty="0"/>
          </a:p>
        </p:txBody>
      </p:sp>
      <p:sp>
        <p:nvSpPr>
          <p:cNvPr id="2" name="Title 1">
            <a:extLst>
              <a:ext uri="{FF2B5EF4-FFF2-40B4-BE49-F238E27FC236}">
                <a16:creationId xmlns:a16="http://schemas.microsoft.com/office/drawing/2014/main" id="{BECCE980-C7F7-E4BB-3D60-AC4227DD67AA}"/>
              </a:ext>
            </a:extLst>
          </p:cNvPr>
          <p:cNvSpPr>
            <a:spLocks noGrp="1"/>
          </p:cNvSpPr>
          <p:nvPr>
            <p:ph type="title"/>
          </p:nvPr>
        </p:nvSpPr>
        <p:spPr/>
        <p:txBody>
          <a:bodyPr/>
          <a:lstStyle/>
          <a:p>
            <a:r>
              <a:rPr lang="en-GB"/>
              <a:t>Click to edit Master title style</a:t>
            </a:r>
          </a:p>
        </p:txBody>
      </p:sp>
      <p:sp>
        <p:nvSpPr>
          <p:cNvPr id="3" name="Content Placeholder 2">
            <a:extLst>
              <a:ext uri="{FF2B5EF4-FFF2-40B4-BE49-F238E27FC236}">
                <a16:creationId xmlns:a16="http://schemas.microsoft.com/office/drawing/2014/main" id="{B3A45A55-EFF2-43B6-B7BF-52DAEFC6D4FA}"/>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Date Placeholder 3">
            <a:extLst>
              <a:ext uri="{FF2B5EF4-FFF2-40B4-BE49-F238E27FC236}">
                <a16:creationId xmlns:a16="http://schemas.microsoft.com/office/drawing/2014/main" id="{A3DDE508-9D0D-1A12-5055-B8C9BE3463E1}"/>
              </a:ext>
            </a:extLst>
          </p:cNvPr>
          <p:cNvSpPr>
            <a:spLocks noGrp="1"/>
          </p:cNvSpPr>
          <p:nvPr>
            <p:ph type="dt" sz="half" idx="10"/>
          </p:nvPr>
        </p:nvSpPr>
        <p:spPr/>
        <p:txBody>
          <a:bodyPr/>
          <a:lstStyle>
            <a:lvl1pPr>
              <a:defRPr>
                <a:solidFill>
                  <a:schemeClr val="bg1"/>
                </a:solidFill>
              </a:defRPr>
            </a:lvl1pPr>
          </a:lstStyle>
          <a:p>
            <a:fld id="{CF8357B3-792D-45C8-A5E3-375CD2FC93EA}" type="datetime1">
              <a:rPr lang="en-GB" smtClean="0"/>
              <a:pPr/>
              <a:t>24/09/2025</a:t>
            </a:fld>
            <a:endParaRPr lang="en-GB" dirty="0"/>
          </a:p>
        </p:txBody>
      </p:sp>
      <p:sp>
        <p:nvSpPr>
          <p:cNvPr id="5" name="Footer Placeholder 4">
            <a:extLst>
              <a:ext uri="{FF2B5EF4-FFF2-40B4-BE49-F238E27FC236}">
                <a16:creationId xmlns:a16="http://schemas.microsoft.com/office/drawing/2014/main" id="{9060AB5E-027B-22C7-C21B-F11F469E42AB}"/>
              </a:ext>
            </a:extLst>
          </p:cNvPr>
          <p:cNvSpPr>
            <a:spLocks noGrp="1"/>
          </p:cNvSpPr>
          <p:nvPr>
            <p:ph type="ftr" sz="quarter" idx="11"/>
          </p:nvPr>
        </p:nvSpPr>
        <p:spPr/>
        <p:txBody>
          <a:bodyPr/>
          <a:lstStyle>
            <a:lvl1pPr>
              <a:defRPr>
                <a:solidFill>
                  <a:schemeClr val="bg1"/>
                </a:solidFill>
              </a:defRPr>
            </a:lvl1pPr>
          </a:lstStyle>
          <a:p>
            <a:endParaRPr lang="en-GB" dirty="0"/>
          </a:p>
        </p:txBody>
      </p:sp>
      <p:sp>
        <p:nvSpPr>
          <p:cNvPr id="6" name="Slide Number Placeholder 5">
            <a:extLst>
              <a:ext uri="{FF2B5EF4-FFF2-40B4-BE49-F238E27FC236}">
                <a16:creationId xmlns:a16="http://schemas.microsoft.com/office/drawing/2014/main" id="{79186FA1-5E26-507E-BD6D-3316D06DE8C6}"/>
              </a:ext>
            </a:extLst>
          </p:cNvPr>
          <p:cNvSpPr>
            <a:spLocks noGrp="1"/>
          </p:cNvSpPr>
          <p:nvPr>
            <p:ph type="sldNum" sz="quarter" idx="12"/>
          </p:nvPr>
        </p:nvSpPr>
        <p:spPr/>
        <p:txBody>
          <a:bodyPr/>
          <a:lstStyle>
            <a:lvl1pPr>
              <a:defRPr>
                <a:solidFill>
                  <a:schemeClr val="bg1"/>
                </a:solidFill>
              </a:defRPr>
            </a:lvl1pPr>
          </a:lstStyle>
          <a:p>
            <a:fld id="{1AE971F0-0CD2-4C47-8087-EBCE9716EA84}" type="slidenum">
              <a:rPr lang="en-GB" smtClean="0"/>
              <a:pPr/>
              <a:t>‹#›</a:t>
            </a:fld>
            <a:endParaRPr lang="en-GB" dirty="0"/>
          </a:p>
        </p:txBody>
      </p:sp>
    </p:spTree>
    <p:extLst>
      <p:ext uri="{BB962C8B-B14F-4D97-AF65-F5344CB8AC3E}">
        <p14:creationId xmlns:p14="http://schemas.microsoft.com/office/powerpoint/2010/main" val="27245822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Quote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CCE980-C7F7-E4BB-3D60-AC4227DD67AA}"/>
              </a:ext>
            </a:extLst>
          </p:cNvPr>
          <p:cNvSpPr>
            <a:spLocks noGrp="1"/>
          </p:cNvSpPr>
          <p:nvPr>
            <p:ph type="title"/>
          </p:nvPr>
        </p:nvSpPr>
        <p:spPr/>
        <p:txBody>
          <a:bodyPr/>
          <a:lstStyle>
            <a:lvl1pPr>
              <a:defRPr>
                <a:solidFill>
                  <a:schemeClr val="bg1"/>
                </a:solidFill>
              </a:defRPr>
            </a:lvl1pPr>
          </a:lstStyle>
          <a:p>
            <a:r>
              <a:rPr lang="en-GB"/>
              <a:t>Click to edit Master title style</a:t>
            </a:r>
            <a:endParaRPr lang="en-GB" dirty="0"/>
          </a:p>
        </p:txBody>
      </p:sp>
      <p:sp>
        <p:nvSpPr>
          <p:cNvPr id="4" name="Date Placeholder 3">
            <a:extLst>
              <a:ext uri="{FF2B5EF4-FFF2-40B4-BE49-F238E27FC236}">
                <a16:creationId xmlns:a16="http://schemas.microsoft.com/office/drawing/2014/main" id="{A3DDE508-9D0D-1A12-5055-B8C9BE3463E1}"/>
              </a:ext>
            </a:extLst>
          </p:cNvPr>
          <p:cNvSpPr>
            <a:spLocks noGrp="1"/>
          </p:cNvSpPr>
          <p:nvPr>
            <p:ph type="dt" sz="half" idx="10"/>
          </p:nvPr>
        </p:nvSpPr>
        <p:spPr/>
        <p:txBody>
          <a:bodyPr/>
          <a:lstStyle>
            <a:lvl1pPr>
              <a:defRPr>
                <a:solidFill>
                  <a:schemeClr val="bg1">
                    <a:lumMod val="65000"/>
                  </a:schemeClr>
                </a:solidFill>
              </a:defRPr>
            </a:lvl1pPr>
          </a:lstStyle>
          <a:p>
            <a:fld id="{CF8357B3-792D-45C8-A5E3-375CD2FC93EA}" type="datetime1">
              <a:rPr lang="en-GB" smtClean="0"/>
              <a:pPr/>
              <a:t>24/09/2025</a:t>
            </a:fld>
            <a:endParaRPr lang="en-GB"/>
          </a:p>
        </p:txBody>
      </p:sp>
      <p:sp>
        <p:nvSpPr>
          <p:cNvPr id="5" name="Footer Placeholder 4">
            <a:extLst>
              <a:ext uri="{FF2B5EF4-FFF2-40B4-BE49-F238E27FC236}">
                <a16:creationId xmlns:a16="http://schemas.microsoft.com/office/drawing/2014/main" id="{9060AB5E-027B-22C7-C21B-F11F469E42AB}"/>
              </a:ext>
            </a:extLst>
          </p:cNvPr>
          <p:cNvSpPr>
            <a:spLocks noGrp="1"/>
          </p:cNvSpPr>
          <p:nvPr>
            <p:ph type="ftr" sz="quarter" idx="11"/>
          </p:nvPr>
        </p:nvSpPr>
        <p:spPr/>
        <p:txBody>
          <a:bodyPr/>
          <a:lstStyle>
            <a:lvl1pPr>
              <a:defRPr>
                <a:solidFill>
                  <a:schemeClr val="bg1">
                    <a:lumMod val="65000"/>
                  </a:schemeClr>
                </a:solidFill>
              </a:defRPr>
            </a:lvl1pPr>
          </a:lstStyle>
          <a:p>
            <a:endParaRPr lang="en-GB"/>
          </a:p>
        </p:txBody>
      </p:sp>
      <p:sp>
        <p:nvSpPr>
          <p:cNvPr id="6" name="Slide Number Placeholder 5">
            <a:extLst>
              <a:ext uri="{FF2B5EF4-FFF2-40B4-BE49-F238E27FC236}">
                <a16:creationId xmlns:a16="http://schemas.microsoft.com/office/drawing/2014/main" id="{79186FA1-5E26-507E-BD6D-3316D06DE8C6}"/>
              </a:ext>
            </a:extLst>
          </p:cNvPr>
          <p:cNvSpPr>
            <a:spLocks noGrp="1"/>
          </p:cNvSpPr>
          <p:nvPr>
            <p:ph type="sldNum" sz="quarter" idx="12"/>
          </p:nvPr>
        </p:nvSpPr>
        <p:spPr/>
        <p:txBody>
          <a:bodyPr/>
          <a:lstStyle>
            <a:lvl1pPr>
              <a:defRPr>
                <a:solidFill>
                  <a:schemeClr val="bg1">
                    <a:lumMod val="65000"/>
                  </a:schemeClr>
                </a:solidFill>
              </a:defRPr>
            </a:lvl1pPr>
          </a:lstStyle>
          <a:p>
            <a:fld id="{1AE971F0-0CD2-4C47-8087-EBCE9716EA84}" type="slidenum">
              <a:rPr lang="en-GB" smtClean="0"/>
              <a:pPr/>
              <a:t>‹#›</a:t>
            </a:fld>
            <a:endParaRPr lang="en-GB" dirty="0"/>
          </a:p>
        </p:txBody>
      </p:sp>
      <p:pic>
        <p:nvPicPr>
          <p:cNvPr id="8" name="Graphic 7" descr="The following is a quote: ">
            <a:extLst>
              <a:ext uri="{FF2B5EF4-FFF2-40B4-BE49-F238E27FC236}">
                <a16:creationId xmlns:a16="http://schemas.microsoft.com/office/drawing/2014/main" id="{BBC1D34B-9075-8D03-3A5C-E7D33712D62A}"/>
              </a:ext>
              <a:ext uri="{C183D7F6-B498-43B3-948B-1728B52AA6E4}">
                <adec:decorative xmlns:adec="http://schemas.microsoft.com/office/drawing/2017/decorative" val="0"/>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916312" y="2011569"/>
            <a:ext cx="1828160" cy="2296659"/>
          </a:xfrm>
          <a:prstGeom prst="rect">
            <a:avLst/>
          </a:prstGeom>
        </p:spPr>
      </p:pic>
      <p:sp>
        <p:nvSpPr>
          <p:cNvPr id="10" name="Text Placeholder 9">
            <a:extLst>
              <a:ext uri="{FF2B5EF4-FFF2-40B4-BE49-F238E27FC236}">
                <a16:creationId xmlns:a16="http://schemas.microsoft.com/office/drawing/2014/main" id="{71D05262-A873-B471-8864-15D00174DECC}"/>
              </a:ext>
            </a:extLst>
          </p:cNvPr>
          <p:cNvSpPr>
            <a:spLocks noGrp="1"/>
          </p:cNvSpPr>
          <p:nvPr>
            <p:ph type="body" sz="quarter" idx="13"/>
          </p:nvPr>
        </p:nvSpPr>
        <p:spPr>
          <a:xfrm>
            <a:off x="2406015" y="2366655"/>
            <a:ext cx="7552214" cy="4182312"/>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IE" dirty="0"/>
          </a:p>
        </p:txBody>
      </p:sp>
    </p:spTree>
    <p:extLst>
      <p:ext uri="{BB962C8B-B14F-4D97-AF65-F5344CB8AC3E}">
        <p14:creationId xmlns:p14="http://schemas.microsoft.com/office/powerpoint/2010/main" val="116097507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824196-08E0-BC7A-8733-4E756A5FA64A}"/>
              </a:ext>
            </a:extLst>
          </p:cNvPr>
          <p:cNvSpPr>
            <a:spLocks noGrp="1"/>
          </p:cNvSpPr>
          <p:nvPr>
            <p:ph type="title"/>
          </p:nvPr>
        </p:nvSpPr>
        <p:spPr>
          <a:xfrm>
            <a:off x="729602" y="1883879"/>
            <a:ext cx="9223058" cy="3143294"/>
          </a:xfrm>
        </p:spPr>
        <p:txBody>
          <a:bodyPr anchor="b"/>
          <a:lstStyle>
            <a:lvl1pPr>
              <a:defRPr sz="5259">
                <a:solidFill>
                  <a:schemeClr val="accent3"/>
                </a:solidFill>
              </a:defRPr>
            </a:lvl1pPr>
          </a:lstStyle>
          <a:p>
            <a:r>
              <a:rPr lang="en-GB"/>
              <a:t>Click to edit Master title style</a:t>
            </a:r>
            <a:endParaRPr lang="en-GB" dirty="0"/>
          </a:p>
        </p:txBody>
      </p:sp>
      <p:sp>
        <p:nvSpPr>
          <p:cNvPr id="3" name="Text Placeholder 2">
            <a:extLst>
              <a:ext uri="{FF2B5EF4-FFF2-40B4-BE49-F238E27FC236}">
                <a16:creationId xmlns:a16="http://schemas.microsoft.com/office/drawing/2014/main" id="{43DD4156-1D08-F755-3CB7-F04B4CB23105}"/>
              </a:ext>
            </a:extLst>
          </p:cNvPr>
          <p:cNvSpPr>
            <a:spLocks noGrp="1"/>
          </p:cNvSpPr>
          <p:nvPr>
            <p:ph type="body" idx="1"/>
          </p:nvPr>
        </p:nvSpPr>
        <p:spPr>
          <a:xfrm>
            <a:off x="729602" y="5056909"/>
            <a:ext cx="9223058" cy="1652984"/>
          </a:xfrm>
        </p:spPr>
        <p:txBody>
          <a:bodyPr/>
          <a:lstStyle>
            <a:lvl1pPr marL="0" indent="0">
              <a:buNone/>
              <a:defRPr sz="2103">
                <a:solidFill>
                  <a:schemeClr val="tx1">
                    <a:tint val="75000"/>
                  </a:schemeClr>
                </a:solidFill>
              </a:defRPr>
            </a:lvl1pPr>
            <a:lvl2pPr marL="400689" indent="0">
              <a:buNone/>
              <a:defRPr sz="1753">
                <a:solidFill>
                  <a:schemeClr val="tx1">
                    <a:tint val="75000"/>
                  </a:schemeClr>
                </a:solidFill>
              </a:defRPr>
            </a:lvl2pPr>
            <a:lvl3pPr marL="801378" indent="0">
              <a:buNone/>
              <a:defRPr sz="1578">
                <a:solidFill>
                  <a:schemeClr val="tx1">
                    <a:tint val="75000"/>
                  </a:schemeClr>
                </a:solidFill>
              </a:defRPr>
            </a:lvl3pPr>
            <a:lvl4pPr marL="1202068" indent="0">
              <a:buNone/>
              <a:defRPr sz="1402">
                <a:solidFill>
                  <a:schemeClr val="tx1">
                    <a:tint val="75000"/>
                  </a:schemeClr>
                </a:solidFill>
              </a:defRPr>
            </a:lvl4pPr>
            <a:lvl5pPr marL="1602757" indent="0">
              <a:buNone/>
              <a:defRPr sz="1402">
                <a:solidFill>
                  <a:schemeClr val="tx1">
                    <a:tint val="75000"/>
                  </a:schemeClr>
                </a:solidFill>
              </a:defRPr>
            </a:lvl5pPr>
            <a:lvl6pPr marL="2003447" indent="0">
              <a:buNone/>
              <a:defRPr sz="1402">
                <a:solidFill>
                  <a:schemeClr val="tx1">
                    <a:tint val="75000"/>
                  </a:schemeClr>
                </a:solidFill>
              </a:defRPr>
            </a:lvl6pPr>
            <a:lvl7pPr marL="2404136" indent="0">
              <a:buNone/>
              <a:defRPr sz="1402">
                <a:solidFill>
                  <a:schemeClr val="tx1">
                    <a:tint val="75000"/>
                  </a:schemeClr>
                </a:solidFill>
              </a:defRPr>
            </a:lvl7pPr>
            <a:lvl8pPr marL="2804825" indent="0">
              <a:buNone/>
              <a:defRPr sz="1402">
                <a:solidFill>
                  <a:schemeClr val="tx1">
                    <a:tint val="75000"/>
                  </a:schemeClr>
                </a:solidFill>
              </a:defRPr>
            </a:lvl8pPr>
            <a:lvl9pPr marL="3205515" indent="0">
              <a:buNone/>
              <a:defRPr sz="1402">
                <a:solidFill>
                  <a:schemeClr val="tx1">
                    <a:tint val="75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18A864EA-CCA9-EB4F-A84F-BE9D5F986369}"/>
              </a:ext>
            </a:extLst>
          </p:cNvPr>
          <p:cNvSpPr>
            <a:spLocks noGrp="1"/>
          </p:cNvSpPr>
          <p:nvPr>
            <p:ph type="dt" sz="half" idx="10"/>
          </p:nvPr>
        </p:nvSpPr>
        <p:spPr/>
        <p:txBody>
          <a:bodyPr/>
          <a:lstStyle>
            <a:lvl1pPr>
              <a:defRPr>
                <a:solidFill>
                  <a:schemeClr val="bg1">
                    <a:lumMod val="65000"/>
                  </a:schemeClr>
                </a:solidFill>
              </a:defRPr>
            </a:lvl1pPr>
          </a:lstStyle>
          <a:p>
            <a:fld id="{53F90AE9-7E54-4C99-8887-D88AF3524E1B}" type="datetime1">
              <a:rPr lang="en-GB" smtClean="0"/>
              <a:pPr/>
              <a:t>24/09/2025</a:t>
            </a:fld>
            <a:endParaRPr lang="en-GB"/>
          </a:p>
        </p:txBody>
      </p:sp>
      <p:sp>
        <p:nvSpPr>
          <p:cNvPr id="5" name="Footer Placeholder 4">
            <a:extLst>
              <a:ext uri="{FF2B5EF4-FFF2-40B4-BE49-F238E27FC236}">
                <a16:creationId xmlns:a16="http://schemas.microsoft.com/office/drawing/2014/main" id="{FD1BAC42-79B8-8591-472D-39FDD982E81E}"/>
              </a:ext>
            </a:extLst>
          </p:cNvPr>
          <p:cNvSpPr>
            <a:spLocks noGrp="1"/>
          </p:cNvSpPr>
          <p:nvPr>
            <p:ph type="ftr" sz="quarter" idx="11"/>
          </p:nvPr>
        </p:nvSpPr>
        <p:spPr/>
        <p:txBody>
          <a:bodyPr/>
          <a:lstStyle>
            <a:lvl1pPr>
              <a:defRPr>
                <a:solidFill>
                  <a:schemeClr val="bg1">
                    <a:lumMod val="65000"/>
                  </a:schemeClr>
                </a:solidFill>
              </a:defRPr>
            </a:lvl1pPr>
          </a:lstStyle>
          <a:p>
            <a:endParaRPr lang="en-GB"/>
          </a:p>
        </p:txBody>
      </p:sp>
      <p:sp>
        <p:nvSpPr>
          <p:cNvPr id="6" name="Slide Number Placeholder 5">
            <a:extLst>
              <a:ext uri="{FF2B5EF4-FFF2-40B4-BE49-F238E27FC236}">
                <a16:creationId xmlns:a16="http://schemas.microsoft.com/office/drawing/2014/main" id="{E39DDDC1-A48D-40A0-07DA-F99E091C3F22}"/>
              </a:ext>
            </a:extLst>
          </p:cNvPr>
          <p:cNvSpPr>
            <a:spLocks noGrp="1"/>
          </p:cNvSpPr>
          <p:nvPr>
            <p:ph type="sldNum" sz="quarter" idx="12"/>
          </p:nvPr>
        </p:nvSpPr>
        <p:spPr/>
        <p:txBody>
          <a:bodyPr/>
          <a:lstStyle>
            <a:lvl1pPr>
              <a:defRPr>
                <a:solidFill>
                  <a:schemeClr val="bg1">
                    <a:lumMod val="65000"/>
                  </a:schemeClr>
                </a:solidFill>
              </a:defRPr>
            </a:lvl1pPr>
          </a:lstStyle>
          <a:p>
            <a:fld id="{1AE971F0-0CD2-4C47-8087-EBCE9716EA84}" type="slidenum">
              <a:rPr lang="en-GB" smtClean="0"/>
              <a:pPr/>
              <a:t>‹#›</a:t>
            </a:fld>
            <a:endParaRPr lang="en-GB"/>
          </a:p>
        </p:txBody>
      </p:sp>
    </p:spTree>
    <p:extLst>
      <p:ext uri="{BB962C8B-B14F-4D97-AF65-F5344CB8AC3E}">
        <p14:creationId xmlns:p14="http://schemas.microsoft.com/office/powerpoint/2010/main" val="376988702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Section  Header with imag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824196-08E0-BC7A-8733-4E756A5FA64A}"/>
              </a:ext>
            </a:extLst>
          </p:cNvPr>
          <p:cNvSpPr>
            <a:spLocks noGrp="1"/>
          </p:cNvSpPr>
          <p:nvPr>
            <p:ph type="title"/>
          </p:nvPr>
        </p:nvSpPr>
        <p:spPr>
          <a:xfrm>
            <a:off x="729602" y="5307122"/>
            <a:ext cx="9223058" cy="1348503"/>
          </a:xfrm>
        </p:spPr>
        <p:txBody>
          <a:bodyPr anchor="b">
            <a:normAutofit/>
          </a:bodyPr>
          <a:lstStyle>
            <a:lvl1pPr algn="ctr">
              <a:defRPr sz="4732">
                <a:solidFill>
                  <a:schemeClr val="accent3"/>
                </a:solidFill>
              </a:defRPr>
            </a:lvl1pPr>
          </a:lstStyle>
          <a:p>
            <a:r>
              <a:rPr lang="en-GB"/>
              <a:t>Click to edit Master title style</a:t>
            </a:r>
            <a:endParaRPr lang="en-GB" dirty="0"/>
          </a:p>
        </p:txBody>
      </p:sp>
      <p:sp>
        <p:nvSpPr>
          <p:cNvPr id="4" name="Date Placeholder 3">
            <a:extLst>
              <a:ext uri="{FF2B5EF4-FFF2-40B4-BE49-F238E27FC236}">
                <a16:creationId xmlns:a16="http://schemas.microsoft.com/office/drawing/2014/main" id="{18A864EA-CCA9-EB4F-A84F-BE9D5F986369}"/>
              </a:ext>
            </a:extLst>
          </p:cNvPr>
          <p:cNvSpPr>
            <a:spLocks noGrp="1"/>
          </p:cNvSpPr>
          <p:nvPr>
            <p:ph type="dt" sz="half" idx="10"/>
          </p:nvPr>
        </p:nvSpPr>
        <p:spPr/>
        <p:txBody>
          <a:bodyPr/>
          <a:lstStyle/>
          <a:p>
            <a:fld id="{53F90AE9-7E54-4C99-8887-D88AF3524E1B}" type="datetime1">
              <a:rPr lang="en-GB" smtClean="0"/>
              <a:t>24/09/2025</a:t>
            </a:fld>
            <a:endParaRPr lang="en-GB"/>
          </a:p>
        </p:txBody>
      </p:sp>
      <p:sp>
        <p:nvSpPr>
          <p:cNvPr id="5" name="Footer Placeholder 4">
            <a:extLst>
              <a:ext uri="{FF2B5EF4-FFF2-40B4-BE49-F238E27FC236}">
                <a16:creationId xmlns:a16="http://schemas.microsoft.com/office/drawing/2014/main" id="{FD1BAC42-79B8-8591-472D-39FDD982E81E}"/>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E39DDDC1-A48D-40A0-07DA-F99E091C3F22}"/>
              </a:ext>
            </a:extLst>
          </p:cNvPr>
          <p:cNvSpPr>
            <a:spLocks noGrp="1"/>
          </p:cNvSpPr>
          <p:nvPr>
            <p:ph type="sldNum" sz="quarter" idx="12"/>
          </p:nvPr>
        </p:nvSpPr>
        <p:spPr/>
        <p:txBody>
          <a:bodyPr/>
          <a:lstStyle/>
          <a:p>
            <a:fld id="{1AE971F0-0CD2-4C47-8087-EBCE9716EA84}" type="slidenum">
              <a:rPr lang="en-GB" smtClean="0"/>
              <a:t>‹#›</a:t>
            </a:fld>
            <a:endParaRPr lang="en-GB"/>
          </a:p>
        </p:txBody>
      </p:sp>
      <p:sp>
        <p:nvSpPr>
          <p:cNvPr id="8" name="Content Placeholder 7">
            <a:extLst>
              <a:ext uri="{FF2B5EF4-FFF2-40B4-BE49-F238E27FC236}">
                <a16:creationId xmlns:a16="http://schemas.microsoft.com/office/drawing/2014/main" id="{459A2BA5-1AB5-DB59-3C54-16713B4E4270}"/>
              </a:ext>
            </a:extLst>
          </p:cNvPr>
          <p:cNvSpPr>
            <a:spLocks noGrp="1"/>
          </p:cNvSpPr>
          <p:nvPr>
            <p:ph sz="quarter" idx="13"/>
          </p:nvPr>
        </p:nvSpPr>
        <p:spPr>
          <a:xfrm>
            <a:off x="2415762" y="785388"/>
            <a:ext cx="5959343" cy="4521735"/>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IE"/>
          </a:p>
        </p:txBody>
      </p:sp>
    </p:spTree>
    <p:extLst>
      <p:ext uri="{BB962C8B-B14F-4D97-AF65-F5344CB8AC3E}">
        <p14:creationId xmlns:p14="http://schemas.microsoft.com/office/powerpoint/2010/main" val="19351754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twoObj" preserve="1">
  <p:cSld name="Two Content">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9B0BE543-0448-3A4C-5F33-EAD956CEEC4F}"/>
              </a:ext>
            </a:extLst>
          </p:cNvPr>
          <p:cNvSpPr/>
          <p:nvPr userDrawn="1"/>
        </p:nvSpPr>
        <p:spPr>
          <a:xfrm>
            <a:off x="0" y="6954779"/>
            <a:ext cx="10693400" cy="601721"/>
          </a:xfrm>
          <a:prstGeom prst="rect">
            <a:avLst/>
          </a:prstGeom>
          <a:solidFill>
            <a:srgbClr val="00A9B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E"/>
          </a:p>
        </p:txBody>
      </p:sp>
      <p:sp>
        <p:nvSpPr>
          <p:cNvPr id="2" name="Title 1">
            <a:extLst>
              <a:ext uri="{FF2B5EF4-FFF2-40B4-BE49-F238E27FC236}">
                <a16:creationId xmlns:a16="http://schemas.microsoft.com/office/drawing/2014/main" id="{109FF7AA-B49C-D561-FA47-CB24D2FBF6F4}"/>
              </a:ext>
            </a:extLst>
          </p:cNvPr>
          <p:cNvSpPr>
            <a:spLocks noGrp="1"/>
          </p:cNvSpPr>
          <p:nvPr>
            <p:ph type="title"/>
          </p:nvPr>
        </p:nvSpPr>
        <p:spPr/>
        <p:txBody>
          <a:bodyPr/>
          <a:lstStyle/>
          <a:p>
            <a:r>
              <a:rPr lang="en-GB"/>
              <a:t>Click to edit Master title style</a:t>
            </a:r>
          </a:p>
        </p:txBody>
      </p:sp>
      <p:sp>
        <p:nvSpPr>
          <p:cNvPr id="3" name="Content Placeholder 2">
            <a:extLst>
              <a:ext uri="{FF2B5EF4-FFF2-40B4-BE49-F238E27FC236}">
                <a16:creationId xmlns:a16="http://schemas.microsoft.com/office/drawing/2014/main" id="{15761E7E-A789-0692-DCFA-73EB3A13A57D}"/>
              </a:ext>
            </a:extLst>
          </p:cNvPr>
          <p:cNvSpPr>
            <a:spLocks noGrp="1"/>
          </p:cNvSpPr>
          <p:nvPr>
            <p:ph sz="half" idx="1"/>
          </p:nvPr>
        </p:nvSpPr>
        <p:spPr>
          <a:xfrm>
            <a:off x="735171" y="2011569"/>
            <a:ext cx="4544695" cy="4794530"/>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Content Placeholder 3">
            <a:extLst>
              <a:ext uri="{FF2B5EF4-FFF2-40B4-BE49-F238E27FC236}">
                <a16:creationId xmlns:a16="http://schemas.microsoft.com/office/drawing/2014/main" id="{8C5CDC2F-840C-693F-493D-EB4B70B8294B}"/>
              </a:ext>
            </a:extLst>
          </p:cNvPr>
          <p:cNvSpPr>
            <a:spLocks noGrp="1"/>
          </p:cNvSpPr>
          <p:nvPr>
            <p:ph sz="half" idx="2"/>
          </p:nvPr>
        </p:nvSpPr>
        <p:spPr>
          <a:xfrm>
            <a:off x="5413535" y="2011569"/>
            <a:ext cx="4544695" cy="4794530"/>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5" name="Date Placeholder 4">
            <a:extLst>
              <a:ext uri="{FF2B5EF4-FFF2-40B4-BE49-F238E27FC236}">
                <a16:creationId xmlns:a16="http://schemas.microsoft.com/office/drawing/2014/main" id="{52413D37-E198-0C87-31DE-C825CE017A07}"/>
              </a:ext>
            </a:extLst>
          </p:cNvPr>
          <p:cNvSpPr>
            <a:spLocks noGrp="1"/>
          </p:cNvSpPr>
          <p:nvPr>
            <p:ph type="dt" sz="half" idx="10"/>
          </p:nvPr>
        </p:nvSpPr>
        <p:spPr/>
        <p:txBody>
          <a:bodyPr/>
          <a:lstStyle/>
          <a:p>
            <a:fld id="{D764A6A6-A921-4A2A-98B6-101BBB6E441B}" type="datetime1">
              <a:rPr lang="en-GB" smtClean="0"/>
              <a:t>24/09/2025</a:t>
            </a:fld>
            <a:endParaRPr lang="en-GB"/>
          </a:p>
        </p:txBody>
      </p:sp>
      <p:sp>
        <p:nvSpPr>
          <p:cNvPr id="6" name="Footer Placeholder 5">
            <a:extLst>
              <a:ext uri="{FF2B5EF4-FFF2-40B4-BE49-F238E27FC236}">
                <a16:creationId xmlns:a16="http://schemas.microsoft.com/office/drawing/2014/main" id="{EF355D9D-23CD-C2B7-2CB9-63A7B666AAF0}"/>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36C84A3F-2DEF-A695-73CD-C8A79EDD75B4}"/>
              </a:ext>
            </a:extLst>
          </p:cNvPr>
          <p:cNvSpPr>
            <a:spLocks noGrp="1"/>
          </p:cNvSpPr>
          <p:nvPr>
            <p:ph type="sldNum" sz="quarter" idx="12"/>
          </p:nvPr>
        </p:nvSpPr>
        <p:spPr/>
        <p:txBody>
          <a:bodyPr/>
          <a:lstStyle/>
          <a:p>
            <a:fld id="{1AE971F0-0CD2-4C47-8087-EBCE9716EA84}" type="slidenum">
              <a:rPr lang="en-GB" smtClean="0"/>
              <a:t>‹#›</a:t>
            </a:fld>
            <a:endParaRPr lang="en-GB"/>
          </a:p>
        </p:txBody>
      </p:sp>
    </p:spTree>
    <p:extLst>
      <p:ext uri="{BB962C8B-B14F-4D97-AF65-F5344CB8AC3E}">
        <p14:creationId xmlns:p14="http://schemas.microsoft.com/office/powerpoint/2010/main" val="409043148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twoTxTwoObj" preserve="1">
  <p:cSld name="Comparison">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3A557A7C-8356-9C4D-0FD4-A2809BBA22A6}"/>
              </a:ext>
            </a:extLst>
          </p:cNvPr>
          <p:cNvSpPr/>
          <p:nvPr userDrawn="1"/>
        </p:nvSpPr>
        <p:spPr>
          <a:xfrm>
            <a:off x="0" y="6954779"/>
            <a:ext cx="10693400" cy="601721"/>
          </a:xfrm>
          <a:prstGeom prst="rect">
            <a:avLst/>
          </a:prstGeom>
          <a:solidFill>
            <a:srgbClr val="00A9B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E"/>
          </a:p>
        </p:txBody>
      </p:sp>
      <p:sp>
        <p:nvSpPr>
          <p:cNvPr id="2" name="Title 1">
            <a:extLst>
              <a:ext uri="{FF2B5EF4-FFF2-40B4-BE49-F238E27FC236}">
                <a16:creationId xmlns:a16="http://schemas.microsoft.com/office/drawing/2014/main" id="{8C23E5D6-F819-DF80-8C6A-FE0FD23685EF}"/>
              </a:ext>
            </a:extLst>
          </p:cNvPr>
          <p:cNvSpPr>
            <a:spLocks noGrp="1"/>
          </p:cNvSpPr>
          <p:nvPr>
            <p:ph type="title"/>
          </p:nvPr>
        </p:nvSpPr>
        <p:spPr>
          <a:xfrm>
            <a:off x="736564" y="402314"/>
            <a:ext cx="9223058" cy="1460574"/>
          </a:xfrm>
        </p:spPr>
        <p:txBody>
          <a:bodyPr/>
          <a:lstStyle/>
          <a:p>
            <a:r>
              <a:rPr lang="en-GB"/>
              <a:t>Click to edit Master title style</a:t>
            </a:r>
          </a:p>
        </p:txBody>
      </p:sp>
      <p:sp>
        <p:nvSpPr>
          <p:cNvPr id="3" name="Text Placeholder 2">
            <a:extLst>
              <a:ext uri="{FF2B5EF4-FFF2-40B4-BE49-F238E27FC236}">
                <a16:creationId xmlns:a16="http://schemas.microsoft.com/office/drawing/2014/main" id="{40634751-4015-7A9E-A494-E4825F6D8AC9}"/>
              </a:ext>
            </a:extLst>
          </p:cNvPr>
          <p:cNvSpPr>
            <a:spLocks noGrp="1"/>
          </p:cNvSpPr>
          <p:nvPr>
            <p:ph type="body" idx="1"/>
          </p:nvPr>
        </p:nvSpPr>
        <p:spPr>
          <a:xfrm>
            <a:off x="736566" y="1852392"/>
            <a:ext cx="4523809" cy="907829"/>
          </a:xfrm>
        </p:spPr>
        <p:txBody>
          <a:bodyPr anchor="b"/>
          <a:lstStyle>
            <a:lvl1pPr marL="0" indent="0">
              <a:buNone/>
              <a:defRPr sz="2103" b="1"/>
            </a:lvl1pPr>
            <a:lvl2pPr marL="400689" indent="0">
              <a:buNone/>
              <a:defRPr sz="1753" b="1"/>
            </a:lvl2pPr>
            <a:lvl3pPr marL="801378" indent="0">
              <a:buNone/>
              <a:defRPr sz="1578" b="1"/>
            </a:lvl3pPr>
            <a:lvl4pPr marL="1202068" indent="0">
              <a:buNone/>
              <a:defRPr sz="1402" b="1"/>
            </a:lvl4pPr>
            <a:lvl5pPr marL="1602757" indent="0">
              <a:buNone/>
              <a:defRPr sz="1402" b="1"/>
            </a:lvl5pPr>
            <a:lvl6pPr marL="2003447" indent="0">
              <a:buNone/>
              <a:defRPr sz="1402" b="1"/>
            </a:lvl6pPr>
            <a:lvl7pPr marL="2404136" indent="0">
              <a:buNone/>
              <a:defRPr sz="1402" b="1"/>
            </a:lvl7pPr>
            <a:lvl8pPr marL="2804825" indent="0">
              <a:buNone/>
              <a:defRPr sz="1402" b="1"/>
            </a:lvl8pPr>
            <a:lvl9pPr marL="3205515" indent="0">
              <a:buNone/>
              <a:defRPr sz="1402" b="1"/>
            </a:lvl9pPr>
          </a:lstStyle>
          <a:p>
            <a:pPr lvl="0"/>
            <a:r>
              <a:rPr lang="en-GB"/>
              <a:t>Click to edit Master text styles</a:t>
            </a:r>
          </a:p>
        </p:txBody>
      </p:sp>
      <p:sp>
        <p:nvSpPr>
          <p:cNvPr id="4" name="Content Placeholder 3">
            <a:extLst>
              <a:ext uri="{FF2B5EF4-FFF2-40B4-BE49-F238E27FC236}">
                <a16:creationId xmlns:a16="http://schemas.microsoft.com/office/drawing/2014/main" id="{7DD0E5A5-4B18-9989-88ED-D6B31265D2DA}"/>
              </a:ext>
            </a:extLst>
          </p:cNvPr>
          <p:cNvSpPr>
            <a:spLocks noGrp="1"/>
          </p:cNvSpPr>
          <p:nvPr>
            <p:ph sz="half" idx="2"/>
          </p:nvPr>
        </p:nvSpPr>
        <p:spPr>
          <a:xfrm>
            <a:off x="736566" y="2760222"/>
            <a:ext cx="4523809" cy="4059870"/>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5" name="Text Placeholder 4">
            <a:extLst>
              <a:ext uri="{FF2B5EF4-FFF2-40B4-BE49-F238E27FC236}">
                <a16:creationId xmlns:a16="http://schemas.microsoft.com/office/drawing/2014/main" id="{27685D65-C667-2456-E06F-F0E68B2E5CEA}"/>
              </a:ext>
            </a:extLst>
          </p:cNvPr>
          <p:cNvSpPr>
            <a:spLocks noGrp="1"/>
          </p:cNvSpPr>
          <p:nvPr>
            <p:ph type="body" sz="quarter" idx="3"/>
          </p:nvPr>
        </p:nvSpPr>
        <p:spPr>
          <a:xfrm>
            <a:off x="5413534" y="1852392"/>
            <a:ext cx="4546088" cy="907829"/>
          </a:xfrm>
        </p:spPr>
        <p:txBody>
          <a:bodyPr anchor="b"/>
          <a:lstStyle>
            <a:lvl1pPr marL="0" indent="0">
              <a:buNone/>
              <a:defRPr sz="2103" b="1"/>
            </a:lvl1pPr>
            <a:lvl2pPr marL="400689" indent="0">
              <a:buNone/>
              <a:defRPr sz="1753" b="1"/>
            </a:lvl2pPr>
            <a:lvl3pPr marL="801378" indent="0">
              <a:buNone/>
              <a:defRPr sz="1578" b="1"/>
            </a:lvl3pPr>
            <a:lvl4pPr marL="1202068" indent="0">
              <a:buNone/>
              <a:defRPr sz="1402" b="1"/>
            </a:lvl4pPr>
            <a:lvl5pPr marL="1602757" indent="0">
              <a:buNone/>
              <a:defRPr sz="1402" b="1"/>
            </a:lvl5pPr>
            <a:lvl6pPr marL="2003447" indent="0">
              <a:buNone/>
              <a:defRPr sz="1402" b="1"/>
            </a:lvl6pPr>
            <a:lvl7pPr marL="2404136" indent="0">
              <a:buNone/>
              <a:defRPr sz="1402" b="1"/>
            </a:lvl7pPr>
            <a:lvl8pPr marL="2804825" indent="0">
              <a:buNone/>
              <a:defRPr sz="1402" b="1"/>
            </a:lvl8pPr>
            <a:lvl9pPr marL="3205515" indent="0">
              <a:buNone/>
              <a:defRPr sz="1402" b="1"/>
            </a:lvl9pPr>
          </a:lstStyle>
          <a:p>
            <a:pPr lvl="0"/>
            <a:r>
              <a:rPr lang="en-GB"/>
              <a:t>Click to edit Master text styles</a:t>
            </a:r>
          </a:p>
        </p:txBody>
      </p:sp>
      <p:sp>
        <p:nvSpPr>
          <p:cNvPr id="6" name="Content Placeholder 5">
            <a:extLst>
              <a:ext uri="{FF2B5EF4-FFF2-40B4-BE49-F238E27FC236}">
                <a16:creationId xmlns:a16="http://schemas.microsoft.com/office/drawing/2014/main" id="{C944F890-33E6-BD4B-978A-E4B20968B85C}"/>
              </a:ext>
            </a:extLst>
          </p:cNvPr>
          <p:cNvSpPr>
            <a:spLocks noGrp="1"/>
          </p:cNvSpPr>
          <p:nvPr>
            <p:ph sz="quarter" idx="4"/>
          </p:nvPr>
        </p:nvSpPr>
        <p:spPr>
          <a:xfrm>
            <a:off x="5413534" y="2760222"/>
            <a:ext cx="4546088" cy="4059870"/>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7" name="Date Placeholder 6">
            <a:extLst>
              <a:ext uri="{FF2B5EF4-FFF2-40B4-BE49-F238E27FC236}">
                <a16:creationId xmlns:a16="http://schemas.microsoft.com/office/drawing/2014/main" id="{DE26AA7C-81D8-7C95-3E01-76956024FF9F}"/>
              </a:ext>
            </a:extLst>
          </p:cNvPr>
          <p:cNvSpPr>
            <a:spLocks noGrp="1"/>
          </p:cNvSpPr>
          <p:nvPr>
            <p:ph type="dt" sz="half" idx="10"/>
          </p:nvPr>
        </p:nvSpPr>
        <p:spPr/>
        <p:txBody>
          <a:bodyPr/>
          <a:lstStyle/>
          <a:p>
            <a:fld id="{B86ED810-C173-4B0E-912A-A0CE5E563277}" type="datetime1">
              <a:rPr lang="en-GB" smtClean="0"/>
              <a:t>24/09/2025</a:t>
            </a:fld>
            <a:endParaRPr lang="en-GB"/>
          </a:p>
        </p:txBody>
      </p:sp>
      <p:sp>
        <p:nvSpPr>
          <p:cNvPr id="8" name="Footer Placeholder 7">
            <a:extLst>
              <a:ext uri="{FF2B5EF4-FFF2-40B4-BE49-F238E27FC236}">
                <a16:creationId xmlns:a16="http://schemas.microsoft.com/office/drawing/2014/main" id="{137830B1-02EA-A7DB-8FCF-32C06C3E0B21}"/>
              </a:ext>
            </a:extLst>
          </p:cNvPr>
          <p:cNvSpPr>
            <a:spLocks noGrp="1"/>
          </p:cNvSpPr>
          <p:nvPr>
            <p:ph type="ftr" sz="quarter" idx="11"/>
          </p:nvPr>
        </p:nvSpPr>
        <p:spPr/>
        <p:txBody>
          <a:bodyPr/>
          <a:lstStyle/>
          <a:p>
            <a:endParaRPr lang="en-GB"/>
          </a:p>
        </p:txBody>
      </p:sp>
      <p:sp>
        <p:nvSpPr>
          <p:cNvPr id="9" name="Slide Number Placeholder 8">
            <a:extLst>
              <a:ext uri="{FF2B5EF4-FFF2-40B4-BE49-F238E27FC236}">
                <a16:creationId xmlns:a16="http://schemas.microsoft.com/office/drawing/2014/main" id="{CE580A6F-5EBE-2DCC-8CCB-9F05EA6645C0}"/>
              </a:ext>
            </a:extLst>
          </p:cNvPr>
          <p:cNvSpPr>
            <a:spLocks noGrp="1"/>
          </p:cNvSpPr>
          <p:nvPr>
            <p:ph type="sldNum" sz="quarter" idx="12"/>
          </p:nvPr>
        </p:nvSpPr>
        <p:spPr/>
        <p:txBody>
          <a:bodyPr/>
          <a:lstStyle/>
          <a:p>
            <a:fld id="{1AE971F0-0CD2-4C47-8087-EBCE9716EA84}" type="slidenum">
              <a:rPr lang="en-GB" smtClean="0"/>
              <a:t>‹#›</a:t>
            </a:fld>
            <a:endParaRPr lang="en-GB"/>
          </a:p>
        </p:txBody>
      </p:sp>
    </p:spTree>
    <p:extLst>
      <p:ext uri="{BB962C8B-B14F-4D97-AF65-F5344CB8AC3E}">
        <p14:creationId xmlns:p14="http://schemas.microsoft.com/office/powerpoint/2010/main" val="195147383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type="titleOnly" preserve="1">
  <p:cSld name="Title Only">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28C00E1A-F73B-4343-8C36-A161A0EDF3C9}"/>
              </a:ext>
            </a:extLst>
          </p:cNvPr>
          <p:cNvSpPr/>
          <p:nvPr userDrawn="1"/>
        </p:nvSpPr>
        <p:spPr>
          <a:xfrm>
            <a:off x="0" y="6954779"/>
            <a:ext cx="10693400" cy="601721"/>
          </a:xfrm>
          <a:prstGeom prst="rect">
            <a:avLst/>
          </a:prstGeom>
          <a:solidFill>
            <a:srgbClr val="00A9B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E"/>
          </a:p>
        </p:txBody>
      </p:sp>
      <p:sp>
        <p:nvSpPr>
          <p:cNvPr id="2" name="Title 1">
            <a:extLst>
              <a:ext uri="{FF2B5EF4-FFF2-40B4-BE49-F238E27FC236}">
                <a16:creationId xmlns:a16="http://schemas.microsoft.com/office/drawing/2014/main" id="{7DCD2DC0-0D4F-4B0E-7C43-380735648227}"/>
              </a:ext>
            </a:extLst>
          </p:cNvPr>
          <p:cNvSpPr>
            <a:spLocks noGrp="1"/>
          </p:cNvSpPr>
          <p:nvPr>
            <p:ph type="title"/>
          </p:nvPr>
        </p:nvSpPr>
        <p:spPr/>
        <p:txBody>
          <a:bodyPr/>
          <a:lstStyle/>
          <a:p>
            <a:r>
              <a:rPr lang="en-GB"/>
              <a:t>Click to edit Master title style</a:t>
            </a:r>
          </a:p>
        </p:txBody>
      </p:sp>
      <p:sp>
        <p:nvSpPr>
          <p:cNvPr id="3" name="Date Placeholder 2">
            <a:extLst>
              <a:ext uri="{FF2B5EF4-FFF2-40B4-BE49-F238E27FC236}">
                <a16:creationId xmlns:a16="http://schemas.microsoft.com/office/drawing/2014/main" id="{11278B6D-6F61-EF5E-B5CC-F72AA2353D1E}"/>
              </a:ext>
            </a:extLst>
          </p:cNvPr>
          <p:cNvSpPr>
            <a:spLocks noGrp="1"/>
          </p:cNvSpPr>
          <p:nvPr>
            <p:ph type="dt" sz="half" idx="10"/>
          </p:nvPr>
        </p:nvSpPr>
        <p:spPr/>
        <p:txBody>
          <a:bodyPr/>
          <a:lstStyle/>
          <a:p>
            <a:fld id="{ECC13B55-8FCA-4DA4-AC78-B3100A5B2594}" type="datetime1">
              <a:rPr lang="en-GB" smtClean="0"/>
              <a:t>24/09/2025</a:t>
            </a:fld>
            <a:endParaRPr lang="en-GB"/>
          </a:p>
        </p:txBody>
      </p:sp>
      <p:sp>
        <p:nvSpPr>
          <p:cNvPr id="4" name="Footer Placeholder 3">
            <a:extLst>
              <a:ext uri="{FF2B5EF4-FFF2-40B4-BE49-F238E27FC236}">
                <a16:creationId xmlns:a16="http://schemas.microsoft.com/office/drawing/2014/main" id="{527A9D98-33BD-A8E4-155E-07D8B622BEE6}"/>
              </a:ext>
            </a:extLst>
          </p:cNvPr>
          <p:cNvSpPr>
            <a:spLocks noGrp="1"/>
          </p:cNvSpPr>
          <p:nvPr>
            <p:ph type="ftr" sz="quarter" idx="11"/>
          </p:nvPr>
        </p:nvSpPr>
        <p:spPr/>
        <p:txBody>
          <a:bodyPr/>
          <a:lstStyle/>
          <a:p>
            <a:endParaRPr lang="en-GB"/>
          </a:p>
        </p:txBody>
      </p:sp>
      <p:sp>
        <p:nvSpPr>
          <p:cNvPr id="5" name="Slide Number Placeholder 4">
            <a:extLst>
              <a:ext uri="{FF2B5EF4-FFF2-40B4-BE49-F238E27FC236}">
                <a16:creationId xmlns:a16="http://schemas.microsoft.com/office/drawing/2014/main" id="{BC44C4ED-AE87-B167-6C8F-8D62A01C4EB1}"/>
              </a:ext>
            </a:extLst>
          </p:cNvPr>
          <p:cNvSpPr>
            <a:spLocks noGrp="1"/>
          </p:cNvSpPr>
          <p:nvPr>
            <p:ph type="sldNum" sz="quarter" idx="12"/>
          </p:nvPr>
        </p:nvSpPr>
        <p:spPr/>
        <p:txBody>
          <a:bodyPr/>
          <a:lstStyle/>
          <a:p>
            <a:fld id="{1AE971F0-0CD2-4C47-8087-EBCE9716EA84}" type="slidenum">
              <a:rPr lang="en-GB" smtClean="0"/>
              <a:t>‹#›</a:t>
            </a:fld>
            <a:endParaRPr lang="en-GB"/>
          </a:p>
        </p:txBody>
      </p:sp>
    </p:spTree>
    <p:extLst>
      <p:ext uri="{BB962C8B-B14F-4D97-AF65-F5344CB8AC3E}">
        <p14:creationId xmlns:p14="http://schemas.microsoft.com/office/powerpoint/2010/main" val="211890037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4DD81B3-DF2D-90A5-75B5-5F66A4EEC34E}"/>
              </a:ext>
            </a:extLst>
          </p:cNvPr>
          <p:cNvSpPr>
            <a:spLocks noGrp="1"/>
          </p:cNvSpPr>
          <p:nvPr>
            <p:ph type="dt" sz="half" idx="10"/>
          </p:nvPr>
        </p:nvSpPr>
        <p:spPr/>
        <p:txBody>
          <a:bodyPr/>
          <a:lstStyle/>
          <a:p>
            <a:fld id="{092FB2E9-2CC8-42D6-A769-E6AC2FC4FFA8}" type="datetime1">
              <a:rPr lang="en-GB" smtClean="0"/>
              <a:t>24/09/2025</a:t>
            </a:fld>
            <a:endParaRPr lang="en-GB"/>
          </a:p>
        </p:txBody>
      </p:sp>
      <p:sp>
        <p:nvSpPr>
          <p:cNvPr id="3" name="Footer Placeholder 2">
            <a:extLst>
              <a:ext uri="{FF2B5EF4-FFF2-40B4-BE49-F238E27FC236}">
                <a16:creationId xmlns:a16="http://schemas.microsoft.com/office/drawing/2014/main" id="{72500BE0-7239-DF9F-8152-6A89D5FD40E0}"/>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86227DB2-2307-A467-49D2-43198D154921}"/>
              </a:ext>
            </a:extLst>
          </p:cNvPr>
          <p:cNvSpPr>
            <a:spLocks noGrp="1"/>
          </p:cNvSpPr>
          <p:nvPr>
            <p:ph type="sldNum" sz="quarter" idx="12"/>
          </p:nvPr>
        </p:nvSpPr>
        <p:spPr/>
        <p:txBody>
          <a:bodyPr/>
          <a:lstStyle/>
          <a:p>
            <a:fld id="{1AE971F0-0CD2-4C47-8087-EBCE9716EA84}" type="slidenum">
              <a:rPr lang="en-GB" smtClean="0"/>
              <a:t>‹#›</a:t>
            </a:fld>
            <a:endParaRPr lang="en-GB"/>
          </a:p>
        </p:txBody>
      </p:sp>
    </p:spTree>
    <p:extLst>
      <p:ext uri="{BB962C8B-B14F-4D97-AF65-F5344CB8AC3E}">
        <p14:creationId xmlns:p14="http://schemas.microsoft.com/office/powerpoint/2010/main" val="166021310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type="blank" preserve="1">
  <p:cSld name="1_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4DD81B3-DF2D-90A5-75B5-5F66A4EEC34E}"/>
              </a:ext>
            </a:extLst>
          </p:cNvPr>
          <p:cNvSpPr>
            <a:spLocks noGrp="1"/>
          </p:cNvSpPr>
          <p:nvPr>
            <p:ph type="dt" sz="half" idx="10"/>
          </p:nvPr>
        </p:nvSpPr>
        <p:spPr/>
        <p:txBody>
          <a:bodyPr/>
          <a:lstStyle/>
          <a:p>
            <a:fld id="{092FB2E9-2CC8-42D6-A769-E6AC2FC4FFA8}" type="datetime1">
              <a:rPr lang="en-GB" smtClean="0"/>
              <a:t>24/09/2025</a:t>
            </a:fld>
            <a:endParaRPr lang="en-GB"/>
          </a:p>
        </p:txBody>
      </p:sp>
      <p:sp>
        <p:nvSpPr>
          <p:cNvPr id="3" name="Footer Placeholder 2">
            <a:extLst>
              <a:ext uri="{FF2B5EF4-FFF2-40B4-BE49-F238E27FC236}">
                <a16:creationId xmlns:a16="http://schemas.microsoft.com/office/drawing/2014/main" id="{72500BE0-7239-DF9F-8152-6A89D5FD40E0}"/>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86227DB2-2307-A467-49D2-43198D154921}"/>
              </a:ext>
            </a:extLst>
          </p:cNvPr>
          <p:cNvSpPr>
            <a:spLocks noGrp="1"/>
          </p:cNvSpPr>
          <p:nvPr>
            <p:ph type="sldNum" sz="quarter" idx="12"/>
          </p:nvPr>
        </p:nvSpPr>
        <p:spPr/>
        <p:txBody>
          <a:bodyPr/>
          <a:lstStyle/>
          <a:p>
            <a:fld id="{1AE971F0-0CD2-4C47-8087-EBCE9716EA84}" type="slidenum">
              <a:rPr lang="en-GB" smtClean="0"/>
              <a:t>‹#›</a:t>
            </a:fld>
            <a:endParaRPr lang="en-GB"/>
          </a:p>
        </p:txBody>
      </p:sp>
      <p:sp>
        <p:nvSpPr>
          <p:cNvPr id="5" name="Rectangle 4">
            <a:extLst>
              <a:ext uri="{FF2B5EF4-FFF2-40B4-BE49-F238E27FC236}">
                <a16:creationId xmlns:a16="http://schemas.microsoft.com/office/drawing/2014/main" id="{EAE7D552-8819-237B-3DDB-43E0C64CD7BE}"/>
              </a:ext>
            </a:extLst>
          </p:cNvPr>
          <p:cNvSpPr/>
          <p:nvPr userDrawn="1"/>
        </p:nvSpPr>
        <p:spPr>
          <a:xfrm>
            <a:off x="0" y="0"/>
            <a:ext cx="3456918" cy="75565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E"/>
          </a:p>
        </p:txBody>
      </p:sp>
    </p:spTree>
    <p:extLst>
      <p:ext uri="{BB962C8B-B14F-4D97-AF65-F5344CB8AC3E}">
        <p14:creationId xmlns:p14="http://schemas.microsoft.com/office/powerpoint/2010/main" val="317813574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type="blank" preserve="1">
  <p:cSld name="2_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4DD81B3-DF2D-90A5-75B5-5F66A4EEC34E}"/>
              </a:ext>
            </a:extLst>
          </p:cNvPr>
          <p:cNvSpPr>
            <a:spLocks noGrp="1"/>
          </p:cNvSpPr>
          <p:nvPr>
            <p:ph type="dt" sz="half" idx="10"/>
          </p:nvPr>
        </p:nvSpPr>
        <p:spPr/>
        <p:txBody>
          <a:bodyPr/>
          <a:lstStyle/>
          <a:p>
            <a:fld id="{092FB2E9-2CC8-42D6-A769-E6AC2FC4FFA8}" type="datetime1">
              <a:rPr lang="en-GB" smtClean="0"/>
              <a:t>24/09/2025</a:t>
            </a:fld>
            <a:endParaRPr lang="en-GB"/>
          </a:p>
        </p:txBody>
      </p:sp>
      <p:sp>
        <p:nvSpPr>
          <p:cNvPr id="3" name="Footer Placeholder 2">
            <a:extLst>
              <a:ext uri="{FF2B5EF4-FFF2-40B4-BE49-F238E27FC236}">
                <a16:creationId xmlns:a16="http://schemas.microsoft.com/office/drawing/2014/main" id="{72500BE0-7239-DF9F-8152-6A89D5FD40E0}"/>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86227DB2-2307-A467-49D2-43198D154921}"/>
              </a:ext>
            </a:extLst>
          </p:cNvPr>
          <p:cNvSpPr>
            <a:spLocks noGrp="1"/>
          </p:cNvSpPr>
          <p:nvPr>
            <p:ph type="sldNum" sz="quarter" idx="12"/>
          </p:nvPr>
        </p:nvSpPr>
        <p:spPr/>
        <p:txBody>
          <a:bodyPr/>
          <a:lstStyle/>
          <a:p>
            <a:fld id="{1AE971F0-0CD2-4C47-8087-EBCE9716EA84}" type="slidenum">
              <a:rPr lang="en-GB" smtClean="0"/>
              <a:t>‹#›</a:t>
            </a:fld>
            <a:endParaRPr lang="en-GB"/>
          </a:p>
        </p:txBody>
      </p:sp>
      <p:sp>
        <p:nvSpPr>
          <p:cNvPr id="5" name="Rectangle 4">
            <a:extLst>
              <a:ext uri="{FF2B5EF4-FFF2-40B4-BE49-F238E27FC236}">
                <a16:creationId xmlns:a16="http://schemas.microsoft.com/office/drawing/2014/main" id="{EAE7D552-8819-237B-3DDB-43E0C64CD7BE}"/>
              </a:ext>
            </a:extLst>
          </p:cNvPr>
          <p:cNvSpPr/>
          <p:nvPr userDrawn="1"/>
        </p:nvSpPr>
        <p:spPr>
          <a:xfrm>
            <a:off x="0" y="0"/>
            <a:ext cx="3456918" cy="75565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E"/>
          </a:p>
        </p:txBody>
      </p:sp>
      <p:sp>
        <p:nvSpPr>
          <p:cNvPr id="6" name="Rectangle 5">
            <a:extLst>
              <a:ext uri="{FF2B5EF4-FFF2-40B4-BE49-F238E27FC236}">
                <a16:creationId xmlns:a16="http://schemas.microsoft.com/office/drawing/2014/main" id="{E3987EB5-615F-0E93-F4DF-C88794473E91}"/>
              </a:ext>
            </a:extLst>
          </p:cNvPr>
          <p:cNvSpPr/>
          <p:nvPr userDrawn="1"/>
        </p:nvSpPr>
        <p:spPr>
          <a:xfrm>
            <a:off x="3456918" y="0"/>
            <a:ext cx="3779566" cy="75565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E"/>
          </a:p>
        </p:txBody>
      </p:sp>
    </p:spTree>
    <p:extLst>
      <p:ext uri="{BB962C8B-B14F-4D97-AF65-F5344CB8AC3E}">
        <p14:creationId xmlns:p14="http://schemas.microsoft.com/office/powerpoint/2010/main" val="73753400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type="blank" preserve="1">
  <p:cSld name="3_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4DD81B3-DF2D-90A5-75B5-5F66A4EEC34E}"/>
              </a:ext>
            </a:extLst>
          </p:cNvPr>
          <p:cNvSpPr>
            <a:spLocks noGrp="1"/>
          </p:cNvSpPr>
          <p:nvPr>
            <p:ph type="dt" sz="half" idx="10"/>
          </p:nvPr>
        </p:nvSpPr>
        <p:spPr/>
        <p:txBody>
          <a:bodyPr/>
          <a:lstStyle/>
          <a:p>
            <a:fld id="{092FB2E9-2CC8-42D6-A769-E6AC2FC4FFA8}" type="datetime1">
              <a:rPr lang="en-GB" smtClean="0"/>
              <a:t>24/09/2025</a:t>
            </a:fld>
            <a:endParaRPr lang="en-GB"/>
          </a:p>
        </p:txBody>
      </p:sp>
      <p:sp>
        <p:nvSpPr>
          <p:cNvPr id="3" name="Footer Placeholder 2">
            <a:extLst>
              <a:ext uri="{FF2B5EF4-FFF2-40B4-BE49-F238E27FC236}">
                <a16:creationId xmlns:a16="http://schemas.microsoft.com/office/drawing/2014/main" id="{72500BE0-7239-DF9F-8152-6A89D5FD40E0}"/>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86227DB2-2307-A467-49D2-43198D154921}"/>
              </a:ext>
            </a:extLst>
          </p:cNvPr>
          <p:cNvSpPr>
            <a:spLocks noGrp="1"/>
          </p:cNvSpPr>
          <p:nvPr>
            <p:ph type="sldNum" sz="quarter" idx="12"/>
          </p:nvPr>
        </p:nvSpPr>
        <p:spPr/>
        <p:txBody>
          <a:bodyPr/>
          <a:lstStyle/>
          <a:p>
            <a:fld id="{1AE971F0-0CD2-4C47-8087-EBCE9716EA84}" type="slidenum">
              <a:rPr lang="en-GB" smtClean="0"/>
              <a:t>‹#›</a:t>
            </a:fld>
            <a:endParaRPr lang="en-GB"/>
          </a:p>
        </p:txBody>
      </p:sp>
      <p:sp>
        <p:nvSpPr>
          <p:cNvPr id="5" name="Rectangle 4">
            <a:extLst>
              <a:ext uri="{FF2B5EF4-FFF2-40B4-BE49-F238E27FC236}">
                <a16:creationId xmlns:a16="http://schemas.microsoft.com/office/drawing/2014/main" id="{EAE7D552-8819-237B-3DDB-43E0C64CD7BE}"/>
              </a:ext>
            </a:extLst>
          </p:cNvPr>
          <p:cNvSpPr/>
          <p:nvPr userDrawn="1"/>
        </p:nvSpPr>
        <p:spPr>
          <a:xfrm>
            <a:off x="7329953" y="0"/>
            <a:ext cx="3356532" cy="75565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E"/>
          </a:p>
        </p:txBody>
      </p:sp>
    </p:spTree>
    <p:extLst>
      <p:ext uri="{BB962C8B-B14F-4D97-AF65-F5344CB8AC3E}">
        <p14:creationId xmlns:p14="http://schemas.microsoft.com/office/powerpoint/2010/main" val="16101272"/>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type="blank" preserve="1">
  <p:cSld name="4_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4DD81B3-DF2D-90A5-75B5-5F66A4EEC34E}"/>
              </a:ext>
            </a:extLst>
          </p:cNvPr>
          <p:cNvSpPr>
            <a:spLocks noGrp="1"/>
          </p:cNvSpPr>
          <p:nvPr>
            <p:ph type="dt" sz="half" idx="10"/>
          </p:nvPr>
        </p:nvSpPr>
        <p:spPr/>
        <p:txBody>
          <a:bodyPr/>
          <a:lstStyle/>
          <a:p>
            <a:fld id="{092FB2E9-2CC8-42D6-A769-E6AC2FC4FFA8}" type="datetime1">
              <a:rPr lang="en-GB" smtClean="0"/>
              <a:t>24/09/2025</a:t>
            </a:fld>
            <a:endParaRPr lang="en-GB"/>
          </a:p>
        </p:txBody>
      </p:sp>
      <p:sp>
        <p:nvSpPr>
          <p:cNvPr id="3" name="Footer Placeholder 2">
            <a:extLst>
              <a:ext uri="{FF2B5EF4-FFF2-40B4-BE49-F238E27FC236}">
                <a16:creationId xmlns:a16="http://schemas.microsoft.com/office/drawing/2014/main" id="{72500BE0-7239-DF9F-8152-6A89D5FD40E0}"/>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86227DB2-2307-A467-49D2-43198D154921}"/>
              </a:ext>
            </a:extLst>
          </p:cNvPr>
          <p:cNvSpPr>
            <a:spLocks noGrp="1"/>
          </p:cNvSpPr>
          <p:nvPr>
            <p:ph type="sldNum" sz="quarter" idx="12"/>
          </p:nvPr>
        </p:nvSpPr>
        <p:spPr/>
        <p:txBody>
          <a:bodyPr/>
          <a:lstStyle/>
          <a:p>
            <a:fld id="{1AE971F0-0CD2-4C47-8087-EBCE9716EA84}" type="slidenum">
              <a:rPr lang="en-GB" smtClean="0"/>
              <a:t>‹#›</a:t>
            </a:fld>
            <a:endParaRPr lang="en-GB"/>
          </a:p>
        </p:txBody>
      </p:sp>
      <p:sp>
        <p:nvSpPr>
          <p:cNvPr id="5" name="Rectangle 4">
            <a:extLst>
              <a:ext uri="{FF2B5EF4-FFF2-40B4-BE49-F238E27FC236}">
                <a16:creationId xmlns:a16="http://schemas.microsoft.com/office/drawing/2014/main" id="{EAE7D552-8819-237B-3DDB-43E0C64CD7BE}"/>
              </a:ext>
            </a:extLst>
          </p:cNvPr>
          <p:cNvSpPr/>
          <p:nvPr userDrawn="1"/>
        </p:nvSpPr>
        <p:spPr>
          <a:xfrm>
            <a:off x="0" y="0"/>
            <a:ext cx="3456918" cy="7556500"/>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E"/>
          </a:p>
        </p:txBody>
      </p:sp>
    </p:spTree>
    <p:extLst>
      <p:ext uri="{BB962C8B-B14F-4D97-AF65-F5344CB8AC3E}">
        <p14:creationId xmlns:p14="http://schemas.microsoft.com/office/powerpoint/2010/main" val="3941885633"/>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type="blank" preserve="1">
  <p:cSld name="5_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4DD81B3-DF2D-90A5-75B5-5F66A4EEC34E}"/>
              </a:ext>
            </a:extLst>
          </p:cNvPr>
          <p:cNvSpPr>
            <a:spLocks noGrp="1"/>
          </p:cNvSpPr>
          <p:nvPr>
            <p:ph type="dt" sz="half" idx="10"/>
          </p:nvPr>
        </p:nvSpPr>
        <p:spPr/>
        <p:txBody>
          <a:bodyPr/>
          <a:lstStyle/>
          <a:p>
            <a:fld id="{092FB2E9-2CC8-42D6-A769-E6AC2FC4FFA8}" type="datetime1">
              <a:rPr lang="en-GB" smtClean="0"/>
              <a:t>24/09/2025</a:t>
            </a:fld>
            <a:endParaRPr lang="en-GB"/>
          </a:p>
        </p:txBody>
      </p:sp>
      <p:sp>
        <p:nvSpPr>
          <p:cNvPr id="3" name="Footer Placeholder 2">
            <a:extLst>
              <a:ext uri="{FF2B5EF4-FFF2-40B4-BE49-F238E27FC236}">
                <a16:creationId xmlns:a16="http://schemas.microsoft.com/office/drawing/2014/main" id="{72500BE0-7239-DF9F-8152-6A89D5FD40E0}"/>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86227DB2-2307-A467-49D2-43198D154921}"/>
              </a:ext>
            </a:extLst>
          </p:cNvPr>
          <p:cNvSpPr>
            <a:spLocks noGrp="1"/>
          </p:cNvSpPr>
          <p:nvPr>
            <p:ph type="sldNum" sz="quarter" idx="12"/>
          </p:nvPr>
        </p:nvSpPr>
        <p:spPr/>
        <p:txBody>
          <a:bodyPr/>
          <a:lstStyle/>
          <a:p>
            <a:fld id="{1AE971F0-0CD2-4C47-8087-EBCE9716EA84}" type="slidenum">
              <a:rPr lang="en-GB" smtClean="0"/>
              <a:t>‹#›</a:t>
            </a:fld>
            <a:endParaRPr lang="en-GB"/>
          </a:p>
        </p:txBody>
      </p:sp>
      <p:sp>
        <p:nvSpPr>
          <p:cNvPr id="5" name="Rectangle 4">
            <a:extLst>
              <a:ext uri="{FF2B5EF4-FFF2-40B4-BE49-F238E27FC236}">
                <a16:creationId xmlns:a16="http://schemas.microsoft.com/office/drawing/2014/main" id="{EAE7D552-8819-237B-3DDB-43E0C64CD7BE}"/>
              </a:ext>
            </a:extLst>
          </p:cNvPr>
          <p:cNvSpPr/>
          <p:nvPr userDrawn="1"/>
        </p:nvSpPr>
        <p:spPr>
          <a:xfrm>
            <a:off x="0" y="0"/>
            <a:ext cx="3456918" cy="7556500"/>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E"/>
          </a:p>
        </p:txBody>
      </p:sp>
      <p:sp>
        <p:nvSpPr>
          <p:cNvPr id="6" name="Rectangle 5">
            <a:extLst>
              <a:ext uri="{FF2B5EF4-FFF2-40B4-BE49-F238E27FC236}">
                <a16:creationId xmlns:a16="http://schemas.microsoft.com/office/drawing/2014/main" id="{E3987EB5-615F-0E93-F4DF-C88794473E91}"/>
              </a:ext>
            </a:extLst>
          </p:cNvPr>
          <p:cNvSpPr/>
          <p:nvPr userDrawn="1"/>
        </p:nvSpPr>
        <p:spPr>
          <a:xfrm>
            <a:off x="3456918" y="0"/>
            <a:ext cx="3779566" cy="7556500"/>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E"/>
          </a:p>
        </p:txBody>
      </p:sp>
    </p:spTree>
    <p:extLst>
      <p:ext uri="{BB962C8B-B14F-4D97-AF65-F5344CB8AC3E}">
        <p14:creationId xmlns:p14="http://schemas.microsoft.com/office/powerpoint/2010/main" val="195957310"/>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type="blank" preserve="1">
  <p:cSld name="6_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4DD81B3-DF2D-90A5-75B5-5F66A4EEC34E}"/>
              </a:ext>
            </a:extLst>
          </p:cNvPr>
          <p:cNvSpPr>
            <a:spLocks noGrp="1"/>
          </p:cNvSpPr>
          <p:nvPr>
            <p:ph type="dt" sz="half" idx="10"/>
          </p:nvPr>
        </p:nvSpPr>
        <p:spPr/>
        <p:txBody>
          <a:bodyPr/>
          <a:lstStyle/>
          <a:p>
            <a:fld id="{092FB2E9-2CC8-42D6-A769-E6AC2FC4FFA8}" type="datetime1">
              <a:rPr lang="en-GB" smtClean="0"/>
              <a:t>24/09/2025</a:t>
            </a:fld>
            <a:endParaRPr lang="en-GB"/>
          </a:p>
        </p:txBody>
      </p:sp>
      <p:sp>
        <p:nvSpPr>
          <p:cNvPr id="3" name="Footer Placeholder 2">
            <a:extLst>
              <a:ext uri="{FF2B5EF4-FFF2-40B4-BE49-F238E27FC236}">
                <a16:creationId xmlns:a16="http://schemas.microsoft.com/office/drawing/2014/main" id="{72500BE0-7239-DF9F-8152-6A89D5FD40E0}"/>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86227DB2-2307-A467-49D2-43198D154921}"/>
              </a:ext>
            </a:extLst>
          </p:cNvPr>
          <p:cNvSpPr>
            <a:spLocks noGrp="1"/>
          </p:cNvSpPr>
          <p:nvPr>
            <p:ph type="sldNum" sz="quarter" idx="12"/>
          </p:nvPr>
        </p:nvSpPr>
        <p:spPr/>
        <p:txBody>
          <a:bodyPr/>
          <a:lstStyle/>
          <a:p>
            <a:fld id="{1AE971F0-0CD2-4C47-8087-EBCE9716EA84}" type="slidenum">
              <a:rPr lang="en-GB" smtClean="0"/>
              <a:t>‹#›</a:t>
            </a:fld>
            <a:endParaRPr lang="en-GB"/>
          </a:p>
        </p:txBody>
      </p:sp>
      <p:sp>
        <p:nvSpPr>
          <p:cNvPr id="5" name="Rectangle 4">
            <a:extLst>
              <a:ext uri="{FF2B5EF4-FFF2-40B4-BE49-F238E27FC236}">
                <a16:creationId xmlns:a16="http://schemas.microsoft.com/office/drawing/2014/main" id="{EAE7D552-8819-237B-3DDB-43E0C64CD7BE}"/>
              </a:ext>
            </a:extLst>
          </p:cNvPr>
          <p:cNvSpPr/>
          <p:nvPr userDrawn="1"/>
        </p:nvSpPr>
        <p:spPr>
          <a:xfrm>
            <a:off x="7329953" y="0"/>
            <a:ext cx="3356532" cy="7556500"/>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E"/>
          </a:p>
        </p:txBody>
      </p:sp>
    </p:spTree>
    <p:extLst>
      <p:ext uri="{BB962C8B-B14F-4D97-AF65-F5344CB8AC3E}">
        <p14:creationId xmlns:p14="http://schemas.microsoft.com/office/powerpoint/2010/main" val="1039678074"/>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type="blank" preserve="1">
  <p:cSld name="7_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4DD81B3-DF2D-90A5-75B5-5F66A4EEC34E}"/>
              </a:ext>
            </a:extLst>
          </p:cNvPr>
          <p:cNvSpPr>
            <a:spLocks noGrp="1"/>
          </p:cNvSpPr>
          <p:nvPr>
            <p:ph type="dt" sz="half" idx="10"/>
          </p:nvPr>
        </p:nvSpPr>
        <p:spPr/>
        <p:txBody>
          <a:bodyPr/>
          <a:lstStyle/>
          <a:p>
            <a:fld id="{092FB2E9-2CC8-42D6-A769-E6AC2FC4FFA8}" type="datetime1">
              <a:rPr lang="en-GB" smtClean="0"/>
              <a:t>24/09/2025</a:t>
            </a:fld>
            <a:endParaRPr lang="en-GB"/>
          </a:p>
        </p:txBody>
      </p:sp>
      <p:sp>
        <p:nvSpPr>
          <p:cNvPr id="3" name="Footer Placeholder 2">
            <a:extLst>
              <a:ext uri="{FF2B5EF4-FFF2-40B4-BE49-F238E27FC236}">
                <a16:creationId xmlns:a16="http://schemas.microsoft.com/office/drawing/2014/main" id="{72500BE0-7239-DF9F-8152-6A89D5FD40E0}"/>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86227DB2-2307-A467-49D2-43198D154921}"/>
              </a:ext>
            </a:extLst>
          </p:cNvPr>
          <p:cNvSpPr>
            <a:spLocks noGrp="1"/>
          </p:cNvSpPr>
          <p:nvPr>
            <p:ph type="sldNum" sz="quarter" idx="12"/>
          </p:nvPr>
        </p:nvSpPr>
        <p:spPr/>
        <p:txBody>
          <a:bodyPr/>
          <a:lstStyle/>
          <a:p>
            <a:fld id="{1AE971F0-0CD2-4C47-8087-EBCE9716EA84}" type="slidenum">
              <a:rPr lang="en-GB" smtClean="0"/>
              <a:t>‹#›</a:t>
            </a:fld>
            <a:endParaRPr lang="en-GB"/>
          </a:p>
        </p:txBody>
      </p:sp>
      <p:sp>
        <p:nvSpPr>
          <p:cNvPr id="5" name="Rectangle 4">
            <a:extLst>
              <a:ext uri="{FF2B5EF4-FFF2-40B4-BE49-F238E27FC236}">
                <a16:creationId xmlns:a16="http://schemas.microsoft.com/office/drawing/2014/main" id="{EAE7D552-8819-237B-3DDB-43E0C64CD7BE}"/>
              </a:ext>
            </a:extLst>
          </p:cNvPr>
          <p:cNvSpPr/>
          <p:nvPr userDrawn="1"/>
        </p:nvSpPr>
        <p:spPr>
          <a:xfrm>
            <a:off x="0" y="0"/>
            <a:ext cx="3456918" cy="755650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E"/>
          </a:p>
        </p:txBody>
      </p:sp>
    </p:spTree>
    <p:extLst>
      <p:ext uri="{BB962C8B-B14F-4D97-AF65-F5344CB8AC3E}">
        <p14:creationId xmlns:p14="http://schemas.microsoft.com/office/powerpoint/2010/main" val="2289671764"/>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type="blank" preserve="1">
  <p:cSld name="8_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4DD81B3-DF2D-90A5-75B5-5F66A4EEC34E}"/>
              </a:ext>
            </a:extLst>
          </p:cNvPr>
          <p:cNvSpPr>
            <a:spLocks noGrp="1"/>
          </p:cNvSpPr>
          <p:nvPr>
            <p:ph type="dt" sz="half" idx="10"/>
          </p:nvPr>
        </p:nvSpPr>
        <p:spPr/>
        <p:txBody>
          <a:bodyPr/>
          <a:lstStyle/>
          <a:p>
            <a:fld id="{092FB2E9-2CC8-42D6-A769-E6AC2FC4FFA8}" type="datetime1">
              <a:rPr lang="en-GB" smtClean="0"/>
              <a:t>24/09/2025</a:t>
            </a:fld>
            <a:endParaRPr lang="en-GB"/>
          </a:p>
        </p:txBody>
      </p:sp>
      <p:sp>
        <p:nvSpPr>
          <p:cNvPr id="3" name="Footer Placeholder 2">
            <a:extLst>
              <a:ext uri="{FF2B5EF4-FFF2-40B4-BE49-F238E27FC236}">
                <a16:creationId xmlns:a16="http://schemas.microsoft.com/office/drawing/2014/main" id="{72500BE0-7239-DF9F-8152-6A89D5FD40E0}"/>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86227DB2-2307-A467-49D2-43198D154921}"/>
              </a:ext>
            </a:extLst>
          </p:cNvPr>
          <p:cNvSpPr>
            <a:spLocks noGrp="1"/>
          </p:cNvSpPr>
          <p:nvPr>
            <p:ph type="sldNum" sz="quarter" idx="12"/>
          </p:nvPr>
        </p:nvSpPr>
        <p:spPr/>
        <p:txBody>
          <a:bodyPr/>
          <a:lstStyle/>
          <a:p>
            <a:fld id="{1AE971F0-0CD2-4C47-8087-EBCE9716EA84}" type="slidenum">
              <a:rPr lang="en-GB" smtClean="0"/>
              <a:t>‹#›</a:t>
            </a:fld>
            <a:endParaRPr lang="en-GB"/>
          </a:p>
        </p:txBody>
      </p:sp>
      <p:sp>
        <p:nvSpPr>
          <p:cNvPr id="5" name="Rectangle 4">
            <a:extLst>
              <a:ext uri="{FF2B5EF4-FFF2-40B4-BE49-F238E27FC236}">
                <a16:creationId xmlns:a16="http://schemas.microsoft.com/office/drawing/2014/main" id="{EAE7D552-8819-237B-3DDB-43E0C64CD7BE}"/>
              </a:ext>
            </a:extLst>
          </p:cNvPr>
          <p:cNvSpPr/>
          <p:nvPr userDrawn="1"/>
        </p:nvSpPr>
        <p:spPr>
          <a:xfrm>
            <a:off x="0" y="0"/>
            <a:ext cx="3456918" cy="755650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E"/>
          </a:p>
        </p:txBody>
      </p:sp>
      <p:sp>
        <p:nvSpPr>
          <p:cNvPr id="6" name="Rectangle 5">
            <a:extLst>
              <a:ext uri="{FF2B5EF4-FFF2-40B4-BE49-F238E27FC236}">
                <a16:creationId xmlns:a16="http://schemas.microsoft.com/office/drawing/2014/main" id="{E3987EB5-615F-0E93-F4DF-C88794473E91}"/>
              </a:ext>
            </a:extLst>
          </p:cNvPr>
          <p:cNvSpPr/>
          <p:nvPr userDrawn="1"/>
        </p:nvSpPr>
        <p:spPr>
          <a:xfrm>
            <a:off x="3456918" y="0"/>
            <a:ext cx="3779566" cy="755650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E"/>
          </a:p>
        </p:txBody>
      </p:sp>
    </p:spTree>
    <p:extLst>
      <p:ext uri="{BB962C8B-B14F-4D97-AF65-F5344CB8AC3E}">
        <p14:creationId xmlns:p14="http://schemas.microsoft.com/office/powerpoint/2010/main" val="551356085"/>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type="blank" preserve="1">
  <p:cSld name="9_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4DD81B3-DF2D-90A5-75B5-5F66A4EEC34E}"/>
              </a:ext>
            </a:extLst>
          </p:cNvPr>
          <p:cNvSpPr>
            <a:spLocks noGrp="1"/>
          </p:cNvSpPr>
          <p:nvPr>
            <p:ph type="dt" sz="half" idx="10"/>
          </p:nvPr>
        </p:nvSpPr>
        <p:spPr/>
        <p:txBody>
          <a:bodyPr/>
          <a:lstStyle/>
          <a:p>
            <a:fld id="{092FB2E9-2CC8-42D6-A769-E6AC2FC4FFA8}" type="datetime1">
              <a:rPr lang="en-GB" smtClean="0"/>
              <a:t>24/09/2025</a:t>
            </a:fld>
            <a:endParaRPr lang="en-GB"/>
          </a:p>
        </p:txBody>
      </p:sp>
      <p:sp>
        <p:nvSpPr>
          <p:cNvPr id="3" name="Footer Placeholder 2">
            <a:extLst>
              <a:ext uri="{FF2B5EF4-FFF2-40B4-BE49-F238E27FC236}">
                <a16:creationId xmlns:a16="http://schemas.microsoft.com/office/drawing/2014/main" id="{72500BE0-7239-DF9F-8152-6A89D5FD40E0}"/>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86227DB2-2307-A467-49D2-43198D154921}"/>
              </a:ext>
            </a:extLst>
          </p:cNvPr>
          <p:cNvSpPr>
            <a:spLocks noGrp="1"/>
          </p:cNvSpPr>
          <p:nvPr>
            <p:ph type="sldNum" sz="quarter" idx="12"/>
          </p:nvPr>
        </p:nvSpPr>
        <p:spPr/>
        <p:txBody>
          <a:bodyPr/>
          <a:lstStyle/>
          <a:p>
            <a:fld id="{1AE971F0-0CD2-4C47-8087-EBCE9716EA84}" type="slidenum">
              <a:rPr lang="en-GB" smtClean="0"/>
              <a:t>‹#›</a:t>
            </a:fld>
            <a:endParaRPr lang="en-GB"/>
          </a:p>
        </p:txBody>
      </p:sp>
      <p:sp>
        <p:nvSpPr>
          <p:cNvPr id="5" name="Rectangle 4">
            <a:extLst>
              <a:ext uri="{FF2B5EF4-FFF2-40B4-BE49-F238E27FC236}">
                <a16:creationId xmlns:a16="http://schemas.microsoft.com/office/drawing/2014/main" id="{EAE7D552-8819-237B-3DDB-43E0C64CD7BE}"/>
              </a:ext>
            </a:extLst>
          </p:cNvPr>
          <p:cNvSpPr/>
          <p:nvPr userDrawn="1"/>
        </p:nvSpPr>
        <p:spPr>
          <a:xfrm>
            <a:off x="7329953" y="0"/>
            <a:ext cx="3356532" cy="755650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E"/>
          </a:p>
        </p:txBody>
      </p:sp>
    </p:spTree>
    <p:extLst>
      <p:ext uri="{BB962C8B-B14F-4D97-AF65-F5344CB8AC3E}">
        <p14:creationId xmlns:p14="http://schemas.microsoft.com/office/powerpoint/2010/main" val="3785831988"/>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type="blank" preserve="1">
  <p:cSld name="10_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4DD81B3-DF2D-90A5-75B5-5F66A4EEC34E}"/>
              </a:ext>
            </a:extLst>
          </p:cNvPr>
          <p:cNvSpPr>
            <a:spLocks noGrp="1"/>
          </p:cNvSpPr>
          <p:nvPr>
            <p:ph type="dt" sz="half" idx="10"/>
          </p:nvPr>
        </p:nvSpPr>
        <p:spPr/>
        <p:txBody>
          <a:bodyPr/>
          <a:lstStyle/>
          <a:p>
            <a:fld id="{092FB2E9-2CC8-42D6-A769-E6AC2FC4FFA8}" type="datetime1">
              <a:rPr lang="en-GB" smtClean="0"/>
              <a:t>24/09/2025</a:t>
            </a:fld>
            <a:endParaRPr lang="en-GB"/>
          </a:p>
        </p:txBody>
      </p:sp>
      <p:sp>
        <p:nvSpPr>
          <p:cNvPr id="3" name="Footer Placeholder 2">
            <a:extLst>
              <a:ext uri="{FF2B5EF4-FFF2-40B4-BE49-F238E27FC236}">
                <a16:creationId xmlns:a16="http://schemas.microsoft.com/office/drawing/2014/main" id="{72500BE0-7239-DF9F-8152-6A89D5FD40E0}"/>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86227DB2-2307-A467-49D2-43198D154921}"/>
              </a:ext>
            </a:extLst>
          </p:cNvPr>
          <p:cNvSpPr>
            <a:spLocks noGrp="1"/>
          </p:cNvSpPr>
          <p:nvPr>
            <p:ph type="sldNum" sz="quarter" idx="12"/>
          </p:nvPr>
        </p:nvSpPr>
        <p:spPr/>
        <p:txBody>
          <a:bodyPr/>
          <a:lstStyle/>
          <a:p>
            <a:fld id="{1AE971F0-0CD2-4C47-8087-EBCE9716EA84}" type="slidenum">
              <a:rPr lang="en-GB" smtClean="0"/>
              <a:t>‹#›</a:t>
            </a:fld>
            <a:endParaRPr lang="en-GB"/>
          </a:p>
        </p:txBody>
      </p:sp>
      <p:sp>
        <p:nvSpPr>
          <p:cNvPr id="5" name="Rectangle 4">
            <a:extLst>
              <a:ext uri="{FF2B5EF4-FFF2-40B4-BE49-F238E27FC236}">
                <a16:creationId xmlns:a16="http://schemas.microsoft.com/office/drawing/2014/main" id="{EAE7D552-8819-237B-3DDB-43E0C64CD7BE}"/>
              </a:ext>
            </a:extLst>
          </p:cNvPr>
          <p:cNvSpPr/>
          <p:nvPr userDrawn="1"/>
        </p:nvSpPr>
        <p:spPr>
          <a:xfrm>
            <a:off x="0" y="0"/>
            <a:ext cx="3456918" cy="7556500"/>
          </a:xfrm>
          <a:prstGeom prst="rect">
            <a:avLst/>
          </a:prstGeom>
          <a:solidFill>
            <a:schemeClr val="tx1">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E"/>
          </a:p>
        </p:txBody>
      </p:sp>
    </p:spTree>
    <p:extLst>
      <p:ext uri="{BB962C8B-B14F-4D97-AF65-F5344CB8AC3E}">
        <p14:creationId xmlns:p14="http://schemas.microsoft.com/office/powerpoint/2010/main" val="3375019978"/>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type="blank" preserve="1">
  <p:cSld name="11_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4DD81B3-DF2D-90A5-75B5-5F66A4EEC34E}"/>
              </a:ext>
            </a:extLst>
          </p:cNvPr>
          <p:cNvSpPr>
            <a:spLocks noGrp="1"/>
          </p:cNvSpPr>
          <p:nvPr>
            <p:ph type="dt" sz="half" idx="10"/>
          </p:nvPr>
        </p:nvSpPr>
        <p:spPr/>
        <p:txBody>
          <a:bodyPr/>
          <a:lstStyle/>
          <a:p>
            <a:fld id="{092FB2E9-2CC8-42D6-A769-E6AC2FC4FFA8}" type="datetime1">
              <a:rPr lang="en-GB" smtClean="0"/>
              <a:t>24/09/2025</a:t>
            </a:fld>
            <a:endParaRPr lang="en-GB"/>
          </a:p>
        </p:txBody>
      </p:sp>
      <p:sp>
        <p:nvSpPr>
          <p:cNvPr id="3" name="Footer Placeholder 2">
            <a:extLst>
              <a:ext uri="{FF2B5EF4-FFF2-40B4-BE49-F238E27FC236}">
                <a16:creationId xmlns:a16="http://schemas.microsoft.com/office/drawing/2014/main" id="{72500BE0-7239-DF9F-8152-6A89D5FD40E0}"/>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86227DB2-2307-A467-49D2-43198D154921}"/>
              </a:ext>
            </a:extLst>
          </p:cNvPr>
          <p:cNvSpPr>
            <a:spLocks noGrp="1"/>
          </p:cNvSpPr>
          <p:nvPr>
            <p:ph type="sldNum" sz="quarter" idx="12"/>
          </p:nvPr>
        </p:nvSpPr>
        <p:spPr/>
        <p:txBody>
          <a:bodyPr/>
          <a:lstStyle/>
          <a:p>
            <a:fld id="{1AE971F0-0CD2-4C47-8087-EBCE9716EA84}" type="slidenum">
              <a:rPr lang="en-GB" smtClean="0"/>
              <a:t>‹#›</a:t>
            </a:fld>
            <a:endParaRPr lang="en-GB"/>
          </a:p>
        </p:txBody>
      </p:sp>
      <p:sp>
        <p:nvSpPr>
          <p:cNvPr id="5" name="Rectangle 4">
            <a:extLst>
              <a:ext uri="{FF2B5EF4-FFF2-40B4-BE49-F238E27FC236}">
                <a16:creationId xmlns:a16="http://schemas.microsoft.com/office/drawing/2014/main" id="{EAE7D552-8819-237B-3DDB-43E0C64CD7BE}"/>
              </a:ext>
            </a:extLst>
          </p:cNvPr>
          <p:cNvSpPr/>
          <p:nvPr userDrawn="1"/>
        </p:nvSpPr>
        <p:spPr>
          <a:xfrm>
            <a:off x="0" y="0"/>
            <a:ext cx="3456918" cy="7556500"/>
          </a:xfrm>
          <a:prstGeom prst="rect">
            <a:avLst/>
          </a:prstGeom>
          <a:solidFill>
            <a:schemeClr val="tx1">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E"/>
          </a:p>
        </p:txBody>
      </p:sp>
      <p:sp>
        <p:nvSpPr>
          <p:cNvPr id="6" name="Rectangle 5">
            <a:extLst>
              <a:ext uri="{FF2B5EF4-FFF2-40B4-BE49-F238E27FC236}">
                <a16:creationId xmlns:a16="http://schemas.microsoft.com/office/drawing/2014/main" id="{E3987EB5-615F-0E93-F4DF-C88794473E91}"/>
              </a:ext>
            </a:extLst>
          </p:cNvPr>
          <p:cNvSpPr/>
          <p:nvPr userDrawn="1"/>
        </p:nvSpPr>
        <p:spPr>
          <a:xfrm>
            <a:off x="3456918" y="0"/>
            <a:ext cx="3779566" cy="7556500"/>
          </a:xfrm>
          <a:prstGeom prst="rect">
            <a:avLst/>
          </a:prstGeom>
          <a:solidFill>
            <a:schemeClr val="tx1">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E"/>
          </a:p>
        </p:txBody>
      </p:sp>
    </p:spTree>
    <p:extLst>
      <p:ext uri="{BB962C8B-B14F-4D97-AF65-F5344CB8AC3E}">
        <p14:creationId xmlns:p14="http://schemas.microsoft.com/office/powerpoint/2010/main" val="643034485"/>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type="blank" preserve="1">
  <p:cSld name="12_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4DD81B3-DF2D-90A5-75B5-5F66A4EEC34E}"/>
              </a:ext>
            </a:extLst>
          </p:cNvPr>
          <p:cNvSpPr>
            <a:spLocks noGrp="1"/>
          </p:cNvSpPr>
          <p:nvPr>
            <p:ph type="dt" sz="half" idx="10"/>
          </p:nvPr>
        </p:nvSpPr>
        <p:spPr/>
        <p:txBody>
          <a:bodyPr/>
          <a:lstStyle/>
          <a:p>
            <a:fld id="{092FB2E9-2CC8-42D6-A769-E6AC2FC4FFA8}" type="datetime1">
              <a:rPr lang="en-GB" smtClean="0"/>
              <a:t>24/09/2025</a:t>
            </a:fld>
            <a:endParaRPr lang="en-GB"/>
          </a:p>
        </p:txBody>
      </p:sp>
      <p:sp>
        <p:nvSpPr>
          <p:cNvPr id="3" name="Footer Placeholder 2">
            <a:extLst>
              <a:ext uri="{FF2B5EF4-FFF2-40B4-BE49-F238E27FC236}">
                <a16:creationId xmlns:a16="http://schemas.microsoft.com/office/drawing/2014/main" id="{72500BE0-7239-DF9F-8152-6A89D5FD40E0}"/>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86227DB2-2307-A467-49D2-43198D154921}"/>
              </a:ext>
            </a:extLst>
          </p:cNvPr>
          <p:cNvSpPr>
            <a:spLocks noGrp="1"/>
          </p:cNvSpPr>
          <p:nvPr>
            <p:ph type="sldNum" sz="quarter" idx="12"/>
          </p:nvPr>
        </p:nvSpPr>
        <p:spPr/>
        <p:txBody>
          <a:bodyPr/>
          <a:lstStyle/>
          <a:p>
            <a:fld id="{1AE971F0-0CD2-4C47-8087-EBCE9716EA84}" type="slidenum">
              <a:rPr lang="en-GB" smtClean="0"/>
              <a:t>‹#›</a:t>
            </a:fld>
            <a:endParaRPr lang="en-GB"/>
          </a:p>
        </p:txBody>
      </p:sp>
      <p:sp>
        <p:nvSpPr>
          <p:cNvPr id="5" name="Rectangle 4">
            <a:extLst>
              <a:ext uri="{FF2B5EF4-FFF2-40B4-BE49-F238E27FC236}">
                <a16:creationId xmlns:a16="http://schemas.microsoft.com/office/drawing/2014/main" id="{EAE7D552-8819-237B-3DDB-43E0C64CD7BE}"/>
              </a:ext>
            </a:extLst>
          </p:cNvPr>
          <p:cNvSpPr/>
          <p:nvPr userDrawn="1"/>
        </p:nvSpPr>
        <p:spPr>
          <a:xfrm>
            <a:off x="7329953" y="0"/>
            <a:ext cx="3356532" cy="7556500"/>
          </a:xfrm>
          <a:prstGeom prst="rect">
            <a:avLst/>
          </a:prstGeom>
          <a:solidFill>
            <a:schemeClr val="tx1">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E"/>
          </a:p>
        </p:txBody>
      </p:sp>
    </p:spTree>
    <p:extLst>
      <p:ext uri="{BB962C8B-B14F-4D97-AF65-F5344CB8AC3E}">
        <p14:creationId xmlns:p14="http://schemas.microsoft.com/office/powerpoint/2010/main" val="1790640751"/>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showMasterSp="0" type="blank" preserve="1">
  <p:cSld name="Blank w colour">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4DD81B3-DF2D-90A5-75B5-5F66A4EEC34E}"/>
              </a:ext>
            </a:extLst>
          </p:cNvPr>
          <p:cNvSpPr>
            <a:spLocks noGrp="1"/>
          </p:cNvSpPr>
          <p:nvPr>
            <p:ph type="dt" sz="half" idx="10"/>
          </p:nvPr>
        </p:nvSpPr>
        <p:spPr/>
        <p:txBody>
          <a:bodyPr/>
          <a:lstStyle/>
          <a:p>
            <a:fld id="{092FB2E9-2CC8-42D6-A769-E6AC2FC4FFA8}" type="datetime1">
              <a:rPr lang="en-GB" smtClean="0"/>
              <a:t>24/09/2025</a:t>
            </a:fld>
            <a:endParaRPr lang="en-GB"/>
          </a:p>
        </p:txBody>
      </p:sp>
      <p:sp>
        <p:nvSpPr>
          <p:cNvPr id="3" name="Footer Placeholder 2">
            <a:extLst>
              <a:ext uri="{FF2B5EF4-FFF2-40B4-BE49-F238E27FC236}">
                <a16:creationId xmlns:a16="http://schemas.microsoft.com/office/drawing/2014/main" id="{72500BE0-7239-DF9F-8152-6A89D5FD40E0}"/>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86227DB2-2307-A467-49D2-43198D154921}"/>
              </a:ext>
            </a:extLst>
          </p:cNvPr>
          <p:cNvSpPr>
            <a:spLocks noGrp="1"/>
          </p:cNvSpPr>
          <p:nvPr>
            <p:ph type="sldNum" sz="quarter" idx="12"/>
          </p:nvPr>
        </p:nvSpPr>
        <p:spPr/>
        <p:txBody>
          <a:bodyPr/>
          <a:lstStyle/>
          <a:p>
            <a:fld id="{1AE971F0-0CD2-4C47-8087-EBCE9716EA84}" type="slidenum">
              <a:rPr lang="en-GB" smtClean="0"/>
              <a:t>‹#›</a:t>
            </a:fld>
            <a:endParaRPr lang="en-GB"/>
          </a:p>
        </p:txBody>
      </p:sp>
    </p:spTree>
    <p:extLst>
      <p:ext uri="{BB962C8B-B14F-4D97-AF65-F5344CB8AC3E}">
        <p14:creationId xmlns:p14="http://schemas.microsoft.com/office/powerpoint/2010/main" val="2073804240"/>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AB3F2E4F-D69A-C303-0281-6BB8BC65FA1A}"/>
              </a:ext>
            </a:extLst>
          </p:cNvPr>
          <p:cNvSpPr/>
          <p:nvPr userDrawn="1"/>
        </p:nvSpPr>
        <p:spPr>
          <a:xfrm>
            <a:off x="0" y="6954779"/>
            <a:ext cx="10693400" cy="601721"/>
          </a:xfrm>
          <a:prstGeom prst="rect">
            <a:avLst/>
          </a:prstGeom>
          <a:solidFill>
            <a:srgbClr val="00A9B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E"/>
          </a:p>
        </p:txBody>
      </p:sp>
      <p:sp>
        <p:nvSpPr>
          <p:cNvPr id="2" name="Title 1">
            <a:extLst>
              <a:ext uri="{FF2B5EF4-FFF2-40B4-BE49-F238E27FC236}">
                <a16:creationId xmlns:a16="http://schemas.microsoft.com/office/drawing/2014/main" id="{DFE483EC-461E-3DF8-7723-85858B62097E}"/>
              </a:ext>
            </a:extLst>
          </p:cNvPr>
          <p:cNvSpPr>
            <a:spLocks noGrp="1"/>
          </p:cNvSpPr>
          <p:nvPr>
            <p:ph type="title"/>
          </p:nvPr>
        </p:nvSpPr>
        <p:spPr>
          <a:xfrm>
            <a:off x="736564" y="503767"/>
            <a:ext cx="3448900" cy="1763183"/>
          </a:xfrm>
        </p:spPr>
        <p:txBody>
          <a:bodyPr anchor="b"/>
          <a:lstStyle>
            <a:lvl1pPr>
              <a:defRPr sz="2805"/>
            </a:lvl1pPr>
          </a:lstStyle>
          <a:p>
            <a:r>
              <a:rPr lang="en-GB"/>
              <a:t>Click to edit Master title style</a:t>
            </a:r>
          </a:p>
        </p:txBody>
      </p:sp>
      <p:sp>
        <p:nvSpPr>
          <p:cNvPr id="3" name="Content Placeholder 2">
            <a:extLst>
              <a:ext uri="{FF2B5EF4-FFF2-40B4-BE49-F238E27FC236}">
                <a16:creationId xmlns:a16="http://schemas.microsoft.com/office/drawing/2014/main" id="{5ED0BA06-04AB-09B5-645C-2091343E99D4}"/>
              </a:ext>
            </a:extLst>
          </p:cNvPr>
          <p:cNvSpPr>
            <a:spLocks noGrp="1"/>
          </p:cNvSpPr>
          <p:nvPr>
            <p:ph idx="1"/>
          </p:nvPr>
        </p:nvSpPr>
        <p:spPr>
          <a:xfrm>
            <a:off x="4546088" y="1087997"/>
            <a:ext cx="5413534" cy="5370012"/>
          </a:xfrm>
        </p:spPr>
        <p:txBody>
          <a:bodyPr/>
          <a:lstStyle>
            <a:lvl1pPr>
              <a:defRPr sz="2805"/>
            </a:lvl1pPr>
            <a:lvl2pPr>
              <a:defRPr sz="2454"/>
            </a:lvl2pPr>
            <a:lvl3pPr>
              <a:defRPr sz="2103"/>
            </a:lvl3pPr>
            <a:lvl4pPr>
              <a:defRPr sz="1753"/>
            </a:lvl4pPr>
            <a:lvl5pPr>
              <a:defRPr sz="1753"/>
            </a:lvl5pPr>
            <a:lvl6pPr>
              <a:defRPr sz="1753"/>
            </a:lvl6pPr>
            <a:lvl7pPr>
              <a:defRPr sz="1753"/>
            </a:lvl7pPr>
            <a:lvl8pPr>
              <a:defRPr sz="1753"/>
            </a:lvl8pPr>
            <a:lvl9pPr>
              <a:defRPr sz="1753"/>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Text Placeholder 3">
            <a:extLst>
              <a:ext uri="{FF2B5EF4-FFF2-40B4-BE49-F238E27FC236}">
                <a16:creationId xmlns:a16="http://schemas.microsoft.com/office/drawing/2014/main" id="{5FD91B3F-7C7C-73B9-77CB-A11B1FCF8579}"/>
              </a:ext>
            </a:extLst>
          </p:cNvPr>
          <p:cNvSpPr>
            <a:spLocks noGrp="1"/>
          </p:cNvSpPr>
          <p:nvPr>
            <p:ph type="body" sz="half" idx="2"/>
          </p:nvPr>
        </p:nvSpPr>
        <p:spPr>
          <a:xfrm>
            <a:off x="736564" y="2266950"/>
            <a:ext cx="3448900" cy="4199806"/>
          </a:xfrm>
        </p:spPr>
        <p:txBody>
          <a:bodyPr/>
          <a:lstStyle>
            <a:lvl1pPr marL="0" indent="0">
              <a:buNone/>
              <a:defRPr sz="1402"/>
            </a:lvl1pPr>
            <a:lvl2pPr marL="400689" indent="0">
              <a:buNone/>
              <a:defRPr sz="1227"/>
            </a:lvl2pPr>
            <a:lvl3pPr marL="801378" indent="0">
              <a:buNone/>
              <a:defRPr sz="1052"/>
            </a:lvl3pPr>
            <a:lvl4pPr marL="1202068" indent="0">
              <a:buNone/>
              <a:defRPr sz="876"/>
            </a:lvl4pPr>
            <a:lvl5pPr marL="1602757" indent="0">
              <a:buNone/>
              <a:defRPr sz="876"/>
            </a:lvl5pPr>
            <a:lvl6pPr marL="2003447" indent="0">
              <a:buNone/>
              <a:defRPr sz="876"/>
            </a:lvl6pPr>
            <a:lvl7pPr marL="2404136" indent="0">
              <a:buNone/>
              <a:defRPr sz="876"/>
            </a:lvl7pPr>
            <a:lvl8pPr marL="2804825" indent="0">
              <a:buNone/>
              <a:defRPr sz="876"/>
            </a:lvl8pPr>
            <a:lvl9pPr marL="3205515" indent="0">
              <a:buNone/>
              <a:defRPr sz="876"/>
            </a:lvl9pPr>
          </a:lstStyle>
          <a:p>
            <a:pPr lvl="0"/>
            <a:r>
              <a:rPr lang="en-GB"/>
              <a:t>Click to edit Master text styles</a:t>
            </a:r>
          </a:p>
        </p:txBody>
      </p:sp>
      <p:sp>
        <p:nvSpPr>
          <p:cNvPr id="5" name="Date Placeholder 4">
            <a:extLst>
              <a:ext uri="{FF2B5EF4-FFF2-40B4-BE49-F238E27FC236}">
                <a16:creationId xmlns:a16="http://schemas.microsoft.com/office/drawing/2014/main" id="{4167F290-2545-0C2B-78A6-D50CE3D009E9}"/>
              </a:ext>
            </a:extLst>
          </p:cNvPr>
          <p:cNvSpPr>
            <a:spLocks noGrp="1"/>
          </p:cNvSpPr>
          <p:nvPr>
            <p:ph type="dt" sz="half" idx="10"/>
          </p:nvPr>
        </p:nvSpPr>
        <p:spPr/>
        <p:txBody>
          <a:bodyPr/>
          <a:lstStyle/>
          <a:p>
            <a:fld id="{B30BCE03-B3A4-4FF4-8428-B21A8B5011F1}" type="datetime1">
              <a:rPr lang="en-GB" smtClean="0"/>
              <a:t>24/09/2025</a:t>
            </a:fld>
            <a:endParaRPr lang="en-GB"/>
          </a:p>
        </p:txBody>
      </p:sp>
      <p:sp>
        <p:nvSpPr>
          <p:cNvPr id="6" name="Footer Placeholder 5">
            <a:extLst>
              <a:ext uri="{FF2B5EF4-FFF2-40B4-BE49-F238E27FC236}">
                <a16:creationId xmlns:a16="http://schemas.microsoft.com/office/drawing/2014/main" id="{770E117D-2169-6E39-149C-5FBECD5E7647}"/>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DE83838A-4F66-F529-E239-3AE7FBEDEB56}"/>
              </a:ext>
            </a:extLst>
          </p:cNvPr>
          <p:cNvSpPr>
            <a:spLocks noGrp="1"/>
          </p:cNvSpPr>
          <p:nvPr>
            <p:ph type="sldNum" sz="quarter" idx="12"/>
          </p:nvPr>
        </p:nvSpPr>
        <p:spPr/>
        <p:txBody>
          <a:bodyPr/>
          <a:lstStyle/>
          <a:p>
            <a:fld id="{1AE971F0-0CD2-4C47-8087-EBCE9716EA84}" type="slidenum">
              <a:rPr lang="en-GB" smtClean="0"/>
              <a:t>‹#›</a:t>
            </a:fld>
            <a:endParaRPr lang="en-GB"/>
          </a:p>
        </p:txBody>
      </p:sp>
    </p:spTree>
    <p:extLst>
      <p:ext uri="{BB962C8B-B14F-4D97-AF65-F5344CB8AC3E}">
        <p14:creationId xmlns:p14="http://schemas.microsoft.com/office/powerpoint/2010/main" val="3811124215"/>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854395A0-EB10-01E3-39B4-075A8ACEABC7}"/>
              </a:ext>
            </a:extLst>
          </p:cNvPr>
          <p:cNvSpPr/>
          <p:nvPr userDrawn="1"/>
        </p:nvSpPr>
        <p:spPr>
          <a:xfrm>
            <a:off x="0" y="6954779"/>
            <a:ext cx="10693400" cy="601721"/>
          </a:xfrm>
          <a:prstGeom prst="rect">
            <a:avLst/>
          </a:prstGeom>
          <a:solidFill>
            <a:srgbClr val="00A9B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E"/>
          </a:p>
        </p:txBody>
      </p:sp>
      <p:sp>
        <p:nvSpPr>
          <p:cNvPr id="2" name="Title 1">
            <a:extLst>
              <a:ext uri="{FF2B5EF4-FFF2-40B4-BE49-F238E27FC236}">
                <a16:creationId xmlns:a16="http://schemas.microsoft.com/office/drawing/2014/main" id="{232FAE3E-C2EA-DDE4-4229-9EB50F2F1449}"/>
              </a:ext>
            </a:extLst>
          </p:cNvPr>
          <p:cNvSpPr>
            <a:spLocks noGrp="1"/>
          </p:cNvSpPr>
          <p:nvPr>
            <p:ph type="title"/>
          </p:nvPr>
        </p:nvSpPr>
        <p:spPr>
          <a:xfrm>
            <a:off x="736564" y="503767"/>
            <a:ext cx="3448900" cy="1763183"/>
          </a:xfrm>
        </p:spPr>
        <p:txBody>
          <a:bodyPr anchor="b"/>
          <a:lstStyle>
            <a:lvl1pPr>
              <a:defRPr sz="2805"/>
            </a:lvl1pPr>
          </a:lstStyle>
          <a:p>
            <a:r>
              <a:rPr lang="en-GB"/>
              <a:t>Click to edit Master title style</a:t>
            </a:r>
          </a:p>
        </p:txBody>
      </p:sp>
      <p:sp>
        <p:nvSpPr>
          <p:cNvPr id="3" name="Picture Placeholder 2">
            <a:extLst>
              <a:ext uri="{FF2B5EF4-FFF2-40B4-BE49-F238E27FC236}">
                <a16:creationId xmlns:a16="http://schemas.microsoft.com/office/drawing/2014/main" id="{D6131BBD-51CD-4DC2-4A60-8A48EA6C6A50}"/>
              </a:ext>
            </a:extLst>
          </p:cNvPr>
          <p:cNvSpPr>
            <a:spLocks noGrp="1"/>
          </p:cNvSpPr>
          <p:nvPr>
            <p:ph type="pic" idx="1"/>
          </p:nvPr>
        </p:nvSpPr>
        <p:spPr>
          <a:xfrm>
            <a:off x="4546088" y="1087997"/>
            <a:ext cx="5413534" cy="5370012"/>
          </a:xfrm>
        </p:spPr>
        <p:txBody>
          <a:bodyPr/>
          <a:lstStyle>
            <a:lvl1pPr marL="0" indent="0">
              <a:buNone/>
              <a:defRPr sz="2805"/>
            </a:lvl1pPr>
            <a:lvl2pPr marL="400689" indent="0">
              <a:buNone/>
              <a:defRPr sz="2454"/>
            </a:lvl2pPr>
            <a:lvl3pPr marL="801378" indent="0">
              <a:buNone/>
              <a:defRPr sz="2103"/>
            </a:lvl3pPr>
            <a:lvl4pPr marL="1202068" indent="0">
              <a:buNone/>
              <a:defRPr sz="1753"/>
            </a:lvl4pPr>
            <a:lvl5pPr marL="1602757" indent="0">
              <a:buNone/>
              <a:defRPr sz="1753"/>
            </a:lvl5pPr>
            <a:lvl6pPr marL="2003447" indent="0">
              <a:buNone/>
              <a:defRPr sz="1753"/>
            </a:lvl6pPr>
            <a:lvl7pPr marL="2404136" indent="0">
              <a:buNone/>
              <a:defRPr sz="1753"/>
            </a:lvl7pPr>
            <a:lvl8pPr marL="2804825" indent="0">
              <a:buNone/>
              <a:defRPr sz="1753"/>
            </a:lvl8pPr>
            <a:lvl9pPr marL="3205515" indent="0">
              <a:buNone/>
              <a:defRPr sz="1753"/>
            </a:lvl9pPr>
          </a:lstStyle>
          <a:p>
            <a:r>
              <a:rPr lang="en-GB"/>
              <a:t>Click icon to add picture</a:t>
            </a:r>
          </a:p>
        </p:txBody>
      </p:sp>
      <p:sp>
        <p:nvSpPr>
          <p:cNvPr id="4" name="Text Placeholder 3">
            <a:extLst>
              <a:ext uri="{FF2B5EF4-FFF2-40B4-BE49-F238E27FC236}">
                <a16:creationId xmlns:a16="http://schemas.microsoft.com/office/drawing/2014/main" id="{683B0D01-09EF-1E92-D338-9CD0EBA943D7}"/>
              </a:ext>
            </a:extLst>
          </p:cNvPr>
          <p:cNvSpPr>
            <a:spLocks noGrp="1"/>
          </p:cNvSpPr>
          <p:nvPr>
            <p:ph type="body" sz="half" idx="2"/>
          </p:nvPr>
        </p:nvSpPr>
        <p:spPr>
          <a:xfrm>
            <a:off x="736564" y="2266950"/>
            <a:ext cx="3448900" cy="4199806"/>
          </a:xfrm>
        </p:spPr>
        <p:txBody>
          <a:bodyPr/>
          <a:lstStyle>
            <a:lvl1pPr marL="0" indent="0">
              <a:buNone/>
              <a:defRPr sz="1402"/>
            </a:lvl1pPr>
            <a:lvl2pPr marL="400689" indent="0">
              <a:buNone/>
              <a:defRPr sz="1227"/>
            </a:lvl2pPr>
            <a:lvl3pPr marL="801378" indent="0">
              <a:buNone/>
              <a:defRPr sz="1052"/>
            </a:lvl3pPr>
            <a:lvl4pPr marL="1202068" indent="0">
              <a:buNone/>
              <a:defRPr sz="876"/>
            </a:lvl4pPr>
            <a:lvl5pPr marL="1602757" indent="0">
              <a:buNone/>
              <a:defRPr sz="876"/>
            </a:lvl5pPr>
            <a:lvl6pPr marL="2003447" indent="0">
              <a:buNone/>
              <a:defRPr sz="876"/>
            </a:lvl6pPr>
            <a:lvl7pPr marL="2404136" indent="0">
              <a:buNone/>
              <a:defRPr sz="876"/>
            </a:lvl7pPr>
            <a:lvl8pPr marL="2804825" indent="0">
              <a:buNone/>
              <a:defRPr sz="876"/>
            </a:lvl8pPr>
            <a:lvl9pPr marL="3205515" indent="0">
              <a:buNone/>
              <a:defRPr sz="876"/>
            </a:lvl9pPr>
          </a:lstStyle>
          <a:p>
            <a:pPr lvl="0"/>
            <a:r>
              <a:rPr lang="en-GB"/>
              <a:t>Click to edit Master text styles</a:t>
            </a:r>
          </a:p>
        </p:txBody>
      </p:sp>
      <p:sp>
        <p:nvSpPr>
          <p:cNvPr id="5" name="Date Placeholder 4">
            <a:extLst>
              <a:ext uri="{FF2B5EF4-FFF2-40B4-BE49-F238E27FC236}">
                <a16:creationId xmlns:a16="http://schemas.microsoft.com/office/drawing/2014/main" id="{12B20126-F846-16D0-EBDD-34D48607E985}"/>
              </a:ext>
            </a:extLst>
          </p:cNvPr>
          <p:cNvSpPr>
            <a:spLocks noGrp="1"/>
          </p:cNvSpPr>
          <p:nvPr>
            <p:ph type="dt" sz="half" idx="10"/>
          </p:nvPr>
        </p:nvSpPr>
        <p:spPr/>
        <p:txBody>
          <a:bodyPr/>
          <a:lstStyle/>
          <a:p>
            <a:fld id="{0F8FA313-4A38-4EAD-86EB-2D8D5F57D26A}" type="datetime1">
              <a:rPr lang="en-GB" smtClean="0"/>
              <a:t>24/09/2025</a:t>
            </a:fld>
            <a:endParaRPr lang="en-GB"/>
          </a:p>
        </p:txBody>
      </p:sp>
      <p:sp>
        <p:nvSpPr>
          <p:cNvPr id="6" name="Footer Placeholder 5">
            <a:extLst>
              <a:ext uri="{FF2B5EF4-FFF2-40B4-BE49-F238E27FC236}">
                <a16:creationId xmlns:a16="http://schemas.microsoft.com/office/drawing/2014/main" id="{1F34FC57-C801-AEF4-1D0A-E095B6450ACD}"/>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91951B0C-275C-33D2-9A96-4D0314E6EEA7}"/>
              </a:ext>
            </a:extLst>
          </p:cNvPr>
          <p:cNvSpPr>
            <a:spLocks noGrp="1"/>
          </p:cNvSpPr>
          <p:nvPr>
            <p:ph type="sldNum" sz="quarter" idx="12"/>
          </p:nvPr>
        </p:nvSpPr>
        <p:spPr/>
        <p:txBody>
          <a:bodyPr/>
          <a:lstStyle/>
          <a:p>
            <a:fld id="{1AE971F0-0CD2-4C47-8087-EBCE9716EA84}" type="slidenum">
              <a:rPr lang="en-GB" smtClean="0"/>
              <a:t>‹#›</a:t>
            </a:fld>
            <a:endParaRPr lang="en-GB"/>
          </a:p>
        </p:txBody>
      </p:sp>
    </p:spTree>
    <p:extLst>
      <p:ext uri="{BB962C8B-B14F-4D97-AF65-F5344CB8AC3E}">
        <p14:creationId xmlns:p14="http://schemas.microsoft.com/office/powerpoint/2010/main" val="2758400473"/>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showMasterSp="0" type="vertTx" preserve="1">
  <p:cSld name="Title and Vertical Tex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85A1A4EC-146B-3381-63D1-52F3C15CB004}"/>
              </a:ext>
            </a:extLst>
          </p:cNvPr>
          <p:cNvSpPr/>
          <p:nvPr userDrawn="1"/>
        </p:nvSpPr>
        <p:spPr>
          <a:xfrm>
            <a:off x="0" y="6954779"/>
            <a:ext cx="10693400" cy="601721"/>
          </a:xfrm>
          <a:prstGeom prst="rect">
            <a:avLst/>
          </a:prstGeom>
          <a:solidFill>
            <a:srgbClr val="00A9B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E"/>
          </a:p>
        </p:txBody>
      </p:sp>
      <p:sp>
        <p:nvSpPr>
          <p:cNvPr id="2" name="Title 1">
            <a:extLst>
              <a:ext uri="{FF2B5EF4-FFF2-40B4-BE49-F238E27FC236}">
                <a16:creationId xmlns:a16="http://schemas.microsoft.com/office/drawing/2014/main" id="{B4BEF132-B0C4-CEBA-D9BB-A90CC2A65F9E}"/>
              </a:ext>
            </a:extLst>
          </p:cNvPr>
          <p:cNvSpPr>
            <a:spLocks noGrp="1"/>
          </p:cNvSpPr>
          <p:nvPr>
            <p:ph type="title"/>
          </p:nvPr>
        </p:nvSpPr>
        <p:spPr/>
        <p:txBody>
          <a:bodyPr/>
          <a:lstStyle/>
          <a:p>
            <a:r>
              <a:rPr lang="en-GB"/>
              <a:t>Click to edit Master title style</a:t>
            </a:r>
          </a:p>
        </p:txBody>
      </p:sp>
      <p:sp>
        <p:nvSpPr>
          <p:cNvPr id="3" name="Vertical Text Placeholder 2">
            <a:extLst>
              <a:ext uri="{FF2B5EF4-FFF2-40B4-BE49-F238E27FC236}">
                <a16:creationId xmlns:a16="http://schemas.microsoft.com/office/drawing/2014/main" id="{515F3702-713A-C951-9CCF-955488BC6452}"/>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Date Placeholder 3">
            <a:extLst>
              <a:ext uri="{FF2B5EF4-FFF2-40B4-BE49-F238E27FC236}">
                <a16:creationId xmlns:a16="http://schemas.microsoft.com/office/drawing/2014/main" id="{8E34A4F3-ECB2-56FC-3055-081257812145}"/>
              </a:ext>
            </a:extLst>
          </p:cNvPr>
          <p:cNvSpPr>
            <a:spLocks noGrp="1"/>
          </p:cNvSpPr>
          <p:nvPr>
            <p:ph type="dt" sz="half" idx="10"/>
          </p:nvPr>
        </p:nvSpPr>
        <p:spPr/>
        <p:txBody>
          <a:bodyPr/>
          <a:lstStyle/>
          <a:p>
            <a:fld id="{1474DD92-0689-46D4-9C2A-552C58686E68}" type="datetime1">
              <a:rPr lang="en-GB" smtClean="0"/>
              <a:t>24/09/2025</a:t>
            </a:fld>
            <a:endParaRPr lang="en-GB"/>
          </a:p>
        </p:txBody>
      </p:sp>
      <p:sp>
        <p:nvSpPr>
          <p:cNvPr id="5" name="Footer Placeholder 4">
            <a:extLst>
              <a:ext uri="{FF2B5EF4-FFF2-40B4-BE49-F238E27FC236}">
                <a16:creationId xmlns:a16="http://schemas.microsoft.com/office/drawing/2014/main" id="{ED1849C6-D413-92F0-6B5F-27BB8AC757F1}"/>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6A79A6DE-F917-5ECB-80DB-4C5C9924B1F0}"/>
              </a:ext>
            </a:extLst>
          </p:cNvPr>
          <p:cNvSpPr>
            <a:spLocks noGrp="1"/>
          </p:cNvSpPr>
          <p:nvPr>
            <p:ph type="sldNum" sz="quarter" idx="12"/>
          </p:nvPr>
        </p:nvSpPr>
        <p:spPr/>
        <p:txBody>
          <a:bodyPr/>
          <a:lstStyle/>
          <a:p>
            <a:fld id="{1AE971F0-0CD2-4C47-8087-EBCE9716EA84}" type="slidenum">
              <a:rPr lang="en-GB" smtClean="0"/>
              <a:t>‹#›</a:t>
            </a:fld>
            <a:endParaRPr lang="en-GB"/>
          </a:p>
        </p:txBody>
      </p:sp>
    </p:spTree>
    <p:extLst>
      <p:ext uri="{BB962C8B-B14F-4D97-AF65-F5344CB8AC3E}">
        <p14:creationId xmlns:p14="http://schemas.microsoft.com/office/powerpoint/2010/main" val="1264098228"/>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C9213BEA-D64A-CDAB-CB01-CACA6AEFB654}"/>
              </a:ext>
            </a:extLst>
          </p:cNvPr>
          <p:cNvSpPr/>
          <p:nvPr userDrawn="1"/>
        </p:nvSpPr>
        <p:spPr>
          <a:xfrm>
            <a:off x="0" y="6954779"/>
            <a:ext cx="10693400" cy="601721"/>
          </a:xfrm>
          <a:prstGeom prst="rect">
            <a:avLst/>
          </a:prstGeom>
          <a:solidFill>
            <a:srgbClr val="00A9B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E"/>
          </a:p>
        </p:txBody>
      </p:sp>
      <p:sp>
        <p:nvSpPr>
          <p:cNvPr id="2" name="Vertical Title 1">
            <a:extLst>
              <a:ext uri="{FF2B5EF4-FFF2-40B4-BE49-F238E27FC236}">
                <a16:creationId xmlns:a16="http://schemas.microsoft.com/office/drawing/2014/main" id="{E2FFD24A-02C7-3C15-C6A2-2FE1816ED4EA}"/>
              </a:ext>
            </a:extLst>
          </p:cNvPr>
          <p:cNvSpPr>
            <a:spLocks noGrp="1"/>
          </p:cNvSpPr>
          <p:nvPr>
            <p:ph type="title" orient="vert"/>
          </p:nvPr>
        </p:nvSpPr>
        <p:spPr>
          <a:xfrm>
            <a:off x="7652465" y="402314"/>
            <a:ext cx="2305764" cy="6403785"/>
          </a:xfrm>
        </p:spPr>
        <p:txBody>
          <a:bodyPr vert="eaVert"/>
          <a:lstStyle/>
          <a:p>
            <a:r>
              <a:rPr lang="en-GB"/>
              <a:t>Click to edit Master title style</a:t>
            </a:r>
          </a:p>
        </p:txBody>
      </p:sp>
      <p:sp>
        <p:nvSpPr>
          <p:cNvPr id="3" name="Vertical Text Placeholder 2">
            <a:extLst>
              <a:ext uri="{FF2B5EF4-FFF2-40B4-BE49-F238E27FC236}">
                <a16:creationId xmlns:a16="http://schemas.microsoft.com/office/drawing/2014/main" id="{607E5EB9-6E42-B9D7-5671-A15D13E20108}"/>
              </a:ext>
            </a:extLst>
          </p:cNvPr>
          <p:cNvSpPr>
            <a:spLocks noGrp="1"/>
          </p:cNvSpPr>
          <p:nvPr>
            <p:ph type="body" orient="vert" idx="1"/>
          </p:nvPr>
        </p:nvSpPr>
        <p:spPr>
          <a:xfrm>
            <a:off x="735171" y="402314"/>
            <a:ext cx="6783626" cy="6403785"/>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Date Placeholder 3">
            <a:extLst>
              <a:ext uri="{FF2B5EF4-FFF2-40B4-BE49-F238E27FC236}">
                <a16:creationId xmlns:a16="http://schemas.microsoft.com/office/drawing/2014/main" id="{BF3BCAA2-15B7-B922-2788-5986E5EEAC91}"/>
              </a:ext>
            </a:extLst>
          </p:cNvPr>
          <p:cNvSpPr>
            <a:spLocks noGrp="1"/>
          </p:cNvSpPr>
          <p:nvPr>
            <p:ph type="dt" sz="half" idx="10"/>
          </p:nvPr>
        </p:nvSpPr>
        <p:spPr/>
        <p:txBody>
          <a:bodyPr/>
          <a:lstStyle/>
          <a:p>
            <a:fld id="{4309FAC4-3DA8-4863-84F7-7F33571AE90B}" type="datetime1">
              <a:rPr lang="en-GB" smtClean="0"/>
              <a:t>24/09/2025</a:t>
            </a:fld>
            <a:endParaRPr lang="en-GB"/>
          </a:p>
        </p:txBody>
      </p:sp>
      <p:sp>
        <p:nvSpPr>
          <p:cNvPr id="5" name="Footer Placeholder 4">
            <a:extLst>
              <a:ext uri="{FF2B5EF4-FFF2-40B4-BE49-F238E27FC236}">
                <a16:creationId xmlns:a16="http://schemas.microsoft.com/office/drawing/2014/main" id="{45AD40C5-A7B5-0CB8-7A77-77280AC6EDB7}"/>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D3DA6257-1CC9-8C66-1C48-A645172DCA15}"/>
              </a:ext>
            </a:extLst>
          </p:cNvPr>
          <p:cNvSpPr>
            <a:spLocks noGrp="1"/>
          </p:cNvSpPr>
          <p:nvPr>
            <p:ph type="sldNum" sz="quarter" idx="12"/>
          </p:nvPr>
        </p:nvSpPr>
        <p:spPr/>
        <p:txBody>
          <a:bodyPr/>
          <a:lstStyle/>
          <a:p>
            <a:fld id="{1AE971F0-0CD2-4C47-8087-EBCE9716EA84}" type="slidenum">
              <a:rPr lang="en-GB" smtClean="0"/>
              <a:t>‹#›</a:t>
            </a:fld>
            <a:endParaRPr lang="en-GB"/>
          </a:p>
        </p:txBody>
      </p:sp>
    </p:spTree>
    <p:extLst>
      <p:ext uri="{BB962C8B-B14F-4D97-AF65-F5344CB8AC3E}">
        <p14:creationId xmlns:p14="http://schemas.microsoft.com/office/powerpoint/2010/main" val="2378716626"/>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3.xml"/><Relationship Id="rId13" Type="http://schemas.openxmlformats.org/officeDocument/2006/relationships/slideLayout" Target="../slideLayouts/slideLayout18.xml"/><Relationship Id="rId18" Type="http://schemas.openxmlformats.org/officeDocument/2006/relationships/slideLayout" Target="../slideLayouts/slideLayout23.xml"/><Relationship Id="rId26" Type="http://schemas.openxmlformats.org/officeDocument/2006/relationships/slideLayout" Target="../slideLayouts/slideLayout31.xml"/><Relationship Id="rId3" Type="http://schemas.openxmlformats.org/officeDocument/2006/relationships/slideLayout" Target="../slideLayouts/slideLayout8.xml"/><Relationship Id="rId21" Type="http://schemas.openxmlformats.org/officeDocument/2006/relationships/slideLayout" Target="../slideLayouts/slideLayout26.xml"/><Relationship Id="rId7" Type="http://schemas.openxmlformats.org/officeDocument/2006/relationships/slideLayout" Target="../slideLayouts/slideLayout12.xml"/><Relationship Id="rId12" Type="http://schemas.openxmlformats.org/officeDocument/2006/relationships/slideLayout" Target="../slideLayouts/slideLayout17.xml"/><Relationship Id="rId17" Type="http://schemas.openxmlformats.org/officeDocument/2006/relationships/slideLayout" Target="../slideLayouts/slideLayout22.xml"/><Relationship Id="rId25" Type="http://schemas.openxmlformats.org/officeDocument/2006/relationships/slideLayout" Target="../slideLayouts/slideLayout30.xml"/><Relationship Id="rId2" Type="http://schemas.openxmlformats.org/officeDocument/2006/relationships/slideLayout" Target="../slideLayouts/slideLayout7.xml"/><Relationship Id="rId16" Type="http://schemas.openxmlformats.org/officeDocument/2006/relationships/slideLayout" Target="../slideLayouts/slideLayout21.xml"/><Relationship Id="rId20" Type="http://schemas.openxmlformats.org/officeDocument/2006/relationships/slideLayout" Target="../slideLayouts/slideLayout25.xml"/><Relationship Id="rId1" Type="http://schemas.openxmlformats.org/officeDocument/2006/relationships/slideLayout" Target="../slideLayouts/slideLayout6.xml"/><Relationship Id="rId6" Type="http://schemas.openxmlformats.org/officeDocument/2006/relationships/slideLayout" Target="../slideLayouts/slideLayout11.xml"/><Relationship Id="rId11" Type="http://schemas.openxmlformats.org/officeDocument/2006/relationships/slideLayout" Target="../slideLayouts/slideLayout16.xml"/><Relationship Id="rId24" Type="http://schemas.openxmlformats.org/officeDocument/2006/relationships/slideLayout" Target="../slideLayouts/slideLayout29.xml"/><Relationship Id="rId5" Type="http://schemas.openxmlformats.org/officeDocument/2006/relationships/slideLayout" Target="../slideLayouts/slideLayout10.xml"/><Relationship Id="rId15" Type="http://schemas.openxmlformats.org/officeDocument/2006/relationships/slideLayout" Target="../slideLayouts/slideLayout20.xml"/><Relationship Id="rId23" Type="http://schemas.openxmlformats.org/officeDocument/2006/relationships/slideLayout" Target="../slideLayouts/slideLayout28.xml"/><Relationship Id="rId10" Type="http://schemas.openxmlformats.org/officeDocument/2006/relationships/slideLayout" Target="../slideLayouts/slideLayout15.xml"/><Relationship Id="rId19" Type="http://schemas.openxmlformats.org/officeDocument/2006/relationships/slideLayout" Target="../slideLayouts/slideLayout24.xml"/><Relationship Id="rId4" Type="http://schemas.openxmlformats.org/officeDocument/2006/relationships/slideLayout" Target="../slideLayouts/slideLayout9.xml"/><Relationship Id="rId9" Type="http://schemas.openxmlformats.org/officeDocument/2006/relationships/slideLayout" Target="../slideLayouts/slideLayout14.xml"/><Relationship Id="rId14" Type="http://schemas.openxmlformats.org/officeDocument/2006/relationships/slideLayout" Target="../slideLayouts/slideLayout19.xml"/><Relationship Id="rId22" Type="http://schemas.openxmlformats.org/officeDocument/2006/relationships/slideLayout" Target="../slideLayouts/slideLayout27.xml"/><Relationship Id="rId27"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older 2"/>
          <p:cNvSpPr>
            <a:spLocks noGrp="1"/>
          </p:cNvSpPr>
          <p:nvPr>
            <p:ph type="title"/>
          </p:nvPr>
        </p:nvSpPr>
        <p:spPr>
          <a:xfrm>
            <a:off x="969551" y="115564"/>
            <a:ext cx="8754297" cy="1376045"/>
          </a:xfrm>
          <a:prstGeom prst="rect">
            <a:avLst/>
          </a:prstGeom>
        </p:spPr>
        <p:txBody>
          <a:bodyPr wrap="square" lIns="0" tIns="0" rIns="0" bIns="0">
            <a:spAutoFit/>
          </a:bodyPr>
          <a:lstStyle>
            <a:lvl1pPr>
              <a:defRPr sz="4700" b="0" i="0">
                <a:solidFill>
                  <a:srgbClr val="EBEBEB"/>
                </a:solidFill>
                <a:latin typeface="HelveticaNeue-Medium"/>
                <a:cs typeface="HelveticaNeue-Medium"/>
              </a:defRPr>
            </a:lvl1pPr>
          </a:lstStyle>
          <a:p>
            <a:endParaRPr/>
          </a:p>
        </p:txBody>
      </p:sp>
      <p:sp>
        <p:nvSpPr>
          <p:cNvPr id="3" name="Holder 3"/>
          <p:cNvSpPr>
            <a:spLocks noGrp="1"/>
          </p:cNvSpPr>
          <p:nvPr>
            <p:ph type="body" idx="1"/>
          </p:nvPr>
        </p:nvSpPr>
        <p:spPr>
          <a:xfrm>
            <a:off x="803914" y="1984157"/>
            <a:ext cx="9077325" cy="3505200"/>
          </a:xfrm>
          <a:prstGeom prst="rect">
            <a:avLst/>
          </a:prstGeom>
        </p:spPr>
        <p:txBody>
          <a:bodyPr wrap="square" lIns="0" tIns="0" rIns="0" bIns="0">
            <a:spAutoFit/>
          </a:bodyPr>
          <a:lstStyle>
            <a:lvl1pPr>
              <a:defRPr sz="3000" b="0" i="0">
                <a:solidFill>
                  <a:srgbClr val="212121"/>
                </a:solidFill>
                <a:latin typeface="HelveticaNeue-Thin"/>
                <a:cs typeface="HelveticaNeue-Thin"/>
              </a:defRPr>
            </a:lvl1pPr>
          </a:lstStyle>
          <a:p>
            <a:endParaRPr/>
          </a:p>
        </p:txBody>
      </p:sp>
      <p:sp>
        <p:nvSpPr>
          <p:cNvPr id="4" name="Holder 4"/>
          <p:cNvSpPr>
            <a:spLocks noGrp="1"/>
          </p:cNvSpPr>
          <p:nvPr>
            <p:ph type="ftr" sz="quarter" idx="5"/>
          </p:nvPr>
        </p:nvSpPr>
        <p:spPr>
          <a:xfrm>
            <a:off x="3635756" y="7027545"/>
            <a:ext cx="3421888" cy="377825"/>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534670" y="7027545"/>
            <a:ext cx="2459482" cy="377825"/>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9/24/25</a:t>
            </a:fld>
            <a:endParaRPr lang="en-US"/>
          </a:p>
        </p:txBody>
      </p:sp>
      <p:sp>
        <p:nvSpPr>
          <p:cNvPr id="6" name="Holder 6"/>
          <p:cNvSpPr>
            <a:spLocks noGrp="1"/>
          </p:cNvSpPr>
          <p:nvPr>
            <p:ph type="sldNum" sz="quarter" idx="7"/>
          </p:nvPr>
        </p:nvSpPr>
        <p:spPr>
          <a:xfrm>
            <a:off x="7699248" y="7027545"/>
            <a:ext cx="2459482" cy="377825"/>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t>‹#›</a:t>
            </a:fld>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rgbClr val="FAFBFC"/>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27E0A642-ABE6-FE0E-2BD1-AB0BC48CE28E}"/>
              </a:ext>
            </a:extLst>
          </p:cNvPr>
          <p:cNvSpPr>
            <a:spLocks noGrp="1"/>
          </p:cNvSpPr>
          <p:nvPr>
            <p:ph type="title"/>
          </p:nvPr>
        </p:nvSpPr>
        <p:spPr>
          <a:xfrm>
            <a:off x="735171" y="402314"/>
            <a:ext cx="9223058" cy="1460574"/>
          </a:xfrm>
          <a:prstGeom prst="rect">
            <a:avLst/>
          </a:prstGeom>
        </p:spPr>
        <p:txBody>
          <a:bodyPr vert="horz" lIns="91440" tIns="45720" rIns="91440" bIns="45720" rtlCol="0" anchor="ctr">
            <a:normAutofit/>
          </a:bodyPr>
          <a:lstStyle/>
          <a:p>
            <a:r>
              <a:rPr lang="en-GB"/>
              <a:t>Click to edit Master title style</a:t>
            </a:r>
            <a:endParaRPr lang="en-GB" dirty="0"/>
          </a:p>
        </p:txBody>
      </p:sp>
      <p:sp>
        <p:nvSpPr>
          <p:cNvPr id="3" name="Text Placeholder 2">
            <a:extLst>
              <a:ext uri="{FF2B5EF4-FFF2-40B4-BE49-F238E27FC236}">
                <a16:creationId xmlns:a16="http://schemas.microsoft.com/office/drawing/2014/main" id="{E9047573-978D-7FA9-0D26-40779E9769A3}"/>
              </a:ext>
            </a:extLst>
          </p:cNvPr>
          <p:cNvSpPr>
            <a:spLocks noGrp="1"/>
          </p:cNvSpPr>
          <p:nvPr>
            <p:ph type="body" idx="1"/>
          </p:nvPr>
        </p:nvSpPr>
        <p:spPr>
          <a:xfrm>
            <a:off x="735171" y="2011569"/>
            <a:ext cx="9223058" cy="4794530"/>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4" name="Date Placeholder 3">
            <a:extLst>
              <a:ext uri="{FF2B5EF4-FFF2-40B4-BE49-F238E27FC236}">
                <a16:creationId xmlns:a16="http://schemas.microsoft.com/office/drawing/2014/main" id="{56631032-3BBA-DDD8-39F1-68FB671B8D3D}"/>
              </a:ext>
            </a:extLst>
          </p:cNvPr>
          <p:cNvSpPr>
            <a:spLocks noGrp="1"/>
          </p:cNvSpPr>
          <p:nvPr>
            <p:ph type="dt" sz="half" idx="2"/>
          </p:nvPr>
        </p:nvSpPr>
        <p:spPr>
          <a:xfrm>
            <a:off x="735172" y="7038904"/>
            <a:ext cx="2406015" cy="402314"/>
          </a:xfrm>
          <a:prstGeom prst="rect">
            <a:avLst/>
          </a:prstGeom>
        </p:spPr>
        <p:txBody>
          <a:bodyPr vert="horz" lIns="91440" tIns="45720" rIns="91440" bIns="45720" rtlCol="0" anchor="ctr"/>
          <a:lstStyle>
            <a:lvl1pPr algn="l">
              <a:defRPr sz="1052">
                <a:solidFill>
                  <a:schemeClr val="bg1"/>
                </a:solidFill>
              </a:defRPr>
            </a:lvl1pPr>
          </a:lstStyle>
          <a:p>
            <a:fld id="{A02127B0-3699-4D16-99C4-CE122436B0DA}" type="datetime1">
              <a:rPr lang="en-GB" smtClean="0"/>
              <a:pPr/>
              <a:t>24/09/2025</a:t>
            </a:fld>
            <a:endParaRPr lang="en-GB" dirty="0"/>
          </a:p>
        </p:txBody>
      </p:sp>
      <p:sp>
        <p:nvSpPr>
          <p:cNvPr id="5" name="Footer Placeholder 4">
            <a:extLst>
              <a:ext uri="{FF2B5EF4-FFF2-40B4-BE49-F238E27FC236}">
                <a16:creationId xmlns:a16="http://schemas.microsoft.com/office/drawing/2014/main" id="{B8C0B08B-CD62-82DF-7BC9-CCDE7E5B639E}"/>
              </a:ext>
            </a:extLst>
          </p:cNvPr>
          <p:cNvSpPr>
            <a:spLocks noGrp="1"/>
          </p:cNvSpPr>
          <p:nvPr>
            <p:ph type="ftr" sz="quarter" idx="3"/>
          </p:nvPr>
        </p:nvSpPr>
        <p:spPr>
          <a:xfrm>
            <a:off x="3542190" y="7038904"/>
            <a:ext cx="3609023" cy="402314"/>
          </a:xfrm>
          <a:prstGeom prst="rect">
            <a:avLst/>
          </a:prstGeom>
        </p:spPr>
        <p:txBody>
          <a:bodyPr vert="horz" lIns="91440" tIns="45720" rIns="91440" bIns="45720" rtlCol="0" anchor="ctr"/>
          <a:lstStyle>
            <a:lvl1pPr algn="ctr">
              <a:defRPr sz="1052">
                <a:solidFill>
                  <a:schemeClr val="bg1"/>
                </a:solidFill>
              </a:defRPr>
            </a:lvl1pPr>
          </a:lstStyle>
          <a:p>
            <a:endParaRPr lang="en-GB"/>
          </a:p>
        </p:txBody>
      </p:sp>
      <p:sp>
        <p:nvSpPr>
          <p:cNvPr id="6" name="Slide Number Placeholder 5">
            <a:extLst>
              <a:ext uri="{FF2B5EF4-FFF2-40B4-BE49-F238E27FC236}">
                <a16:creationId xmlns:a16="http://schemas.microsoft.com/office/drawing/2014/main" id="{02D453A8-267C-532B-1CCE-A59D105FDAE1}"/>
              </a:ext>
            </a:extLst>
          </p:cNvPr>
          <p:cNvSpPr>
            <a:spLocks noGrp="1"/>
          </p:cNvSpPr>
          <p:nvPr>
            <p:ph type="sldNum" sz="quarter" idx="4"/>
          </p:nvPr>
        </p:nvSpPr>
        <p:spPr>
          <a:xfrm>
            <a:off x="7552215" y="7038904"/>
            <a:ext cx="2406015" cy="402314"/>
          </a:xfrm>
          <a:prstGeom prst="rect">
            <a:avLst/>
          </a:prstGeom>
        </p:spPr>
        <p:txBody>
          <a:bodyPr vert="horz" lIns="91440" tIns="45720" rIns="91440" bIns="45720" rtlCol="0" anchor="ctr"/>
          <a:lstStyle>
            <a:lvl1pPr algn="r">
              <a:defRPr sz="1402" b="1">
                <a:solidFill>
                  <a:schemeClr val="bg1"/>
                </a:solidFill>
              </a:defRPr>
            </a:lvl1pPr>
          </a:lstStyle>
          <a:p>
            <a:fld id="{1AE971F0-0CD2-4C47-8087-EBCE9716EA84}" type="slidenum">
              <a:rPr lang="en-GB" smtClean="0"/>
              <a:pPr/>
              <a:t>‹#›</a:t>
            </a:fld>
            <a:endParaRPr lang="en-GB"/>
          </a:p>
        </p:txBody>
      </p:sp>
    </p:spTree>
    <p:extLst>
      <p:ext uri="{BB962C8B-B14F-4D97-AF65-F5344CB8AC3E}">
        <p14:creationId xmlns:p14="http://schemas.microsoft.com/office/powerpoint/2010/main" val="192740424"/>
      </p:ext>
    </p:extLst>
  </p:cSld>
  <p:clrMap bg1="lt1" tx1="dk1" bg2="lt2" tx2="dk2" accent1="accent1" accent2="accent2" accent3="accent3" accent4="accent4" accent5="accent5" accent6="accent6" hlink="hlink" folHlink="folHlink"/>
  <p:sldLayoutIdLst>
    <p:sldLayoutId id="2147483667" r:id="rId1"/>
    <p:sldLayoutId id="2147483668" r:id="rId2"/>
    <p:sldLayoutId id="2147483669" r:id="rId3"/>
    <p:sldLayoutId id="2147483670" r:id="rId4"/>
    <p:sldLayoutId id="2147483671" r:id="rId5"/>
    <p:sldLayoutId id="2147483672" r:id="rId6"/>
    <p:sldLayoutId id="2147483673" r:id="rId7"/>
    <p:sldLayoutId id="2147483674" r:id="rId8"/>
    <p:sldLayoutId id="2147483675" r:id="rId9"/>
    <p:sldLayoutId id="2147483676" r:id="rId10"/>
    <p:sldLayoutId id="2147483677" r:id="rId11"/>
    <p:sldLayoutId id="2147483678" r:id="rId12"/>
    <p:sldLayoutId id="2147483679" r:id="rId13"/>
    <p:sldLayoutId id="2147483680" r:id="rId14"/>
    <p:sldLayoutId id="2147483681" r:id="rId15"/>
    <p:sldLayoutId id="2147483682" r:id="rId16"/>
    <p:sldLayoutId id="2147483683" r:id="rId17"/>
    <p:sldLayoutId id="2147483684" r:id="rId18"/>
    <p:sldLayoutId id="2147483685" r:id="rId19"/>
    <p:sldLayoutId id="2147483686" r:id="rId20"/>
    <p:sldLayoutId id="2147483687" r:id="rId21"/>
    <p:sldLayoutId id="2147483688" r:id="rId22"/>
    <p:sldLayoutId id="2147483689" r:id="rId23"/>
    <p:sldLayoutId id="2147483690" r:id="rId24"/>
    <p:sldLayoutId id="2147483691" r:id="rId25"/>
    <p:sldLayoutId id="2147483692" r:id="rId26"/>
  </p:sldLayoutIdLst>
  <p:hf hdr="0" ftr="0" dt="0"/>
  <p:txStyles>
    <p:titleStyle>
      <a:lvl1pPr algn="l" defTabSz="801378" rtl="0" eaLnBrk="1" latinLnBrk="0" hangingPunct="1">
        <a:lnSpc>
          <a:spcPct val="90000"/>
        </a:lnSpc>
        <a:spcBef>
          <a:spcPct val="0"/>
        </a:spcBef>
        <a:buNone/>
        <a:defRPr sz="3856" b="1" kern="1200">
          <a:solidFill>
            <a:srgbClr val="004C6C"/>
          </a:solidFill>
          <a:latin typeface="+mj-lt"/>
          <a:ea typeface="+mj-ea"/>
          <a:cs typeface="+mj-cs"/>
        </a:defRPr>
      </a:lvl1pPr>
    </p:titleStyle>
    <p:bodyStyle>
      <a:lvl1pPr marL="200345" indent="-200345" algn="l" defTabSz="801378" rtl="0" eaLnBrk="1" latinLnBrk="0" hangingPunct="1">
        <a:lnSpc>
          <a:spcPct val="150000"/>
        </a:lnSpc>
        <a:spcBef>
          <a:spcPts val="876"/>
        </a:spcBef>
        <a:buFont typeface="Arial" panose="020B0604020202020204" pitchFamily="34" charset="0"/>
        <a:buChar char="•"/>
        <a:defRPr sz="2454" kern="1200">
          <a:solidFill>
            <a:schemeClr val="tx1"/>
          </a:solidFill>
          <a:latin typeface="+mn-lt"/>
          <a:ea typeface="+mn-ea"/>
          <a:cs typeface="+mn-cs"/>
        </a:defRPr>
      </a:lvl1pPr>
      <a:lvl2pPr marL="601034" indent="-200345" algn="l" defTabSz="801378" rtl="0" eaLnBrk="1" latinLnBrk="0" hangingPunct="1">
        <a:lnSpc>
          <a:spcPct val="150000"/>
        </a:lnSpc>
        <a:spcBef>
          <a:spcPts val="439"/>
        </a:spcBef>
        <a:buFont typeface="Arial" panose="020B0604020202020204" pitchFamily="34" charset="0"/>
        <a:buChar char="•"/>
        <a:defRPr sz="2454" kern="1200">
          <a:solidFill>
            <a:schemeClr val="tx1"/>
          </a:solidFill>
          <a:latin typeface="+mn-lt"/>
          <a:ea typeface="+mn-ea"/>
          <a:cs typeface="+mn-cs"/>
        </a:defRPr>
      </a:lvl2pPr>
      <a:lvl3pPr marL="1001723" indent="-200345" algn="l" defTabSz="801378" rtl="0" eaLnBrk="1" latinLnBrk="0" hangingPunct="1">
        <a:lnSpc>
          <a:spcPct val="150000"/>
        </a:lnSpc>
        <a:spcBef>
          <a:spcPts val="439"/>
        </a:spcBef>
        <a:buFont typeface="Arial" panose="020B0604020202020204" pitchFamily="34" charset="0"/>
        <a:buChar char="•"/>
        <a:defRPr sz="2103" kern="1200">
          <a:solidFill>
            <a:schemeClr val="tx1"/>
          </a:solidFill>
          <a:latin typeface="+mn-lt"/>
          <a:ea typeface="+mn-ea"/>
          <a:cs typeface="+mn-cs"/>
        </a:defRPr>
      </a:lvl3pPr>
      <a:lvl4pPr marL="1402412" indent="-200345" algn="l" defTabSz="801378" rtl="0" eaLnBrk="1" latinLnBrk="0" hangingPunct="1">
        <a:lnSpc>
          <a:spcPct val="150000"/>
        </a:lnSpc>
        <a:spcBef>
          <a:spcPts val="439"/>
        </a:spcBef>
        <a:buFont typeface="Arial" panose="020B0604020202020204" pitchFamily="34" charset="0"/>
        <a:buChar char="•"/>
        <a:defRPr sz="1753" kern="1200">
          <a:solidFill>
            <a:schemeClr val="tx1"/>
          </a:solidFill>
          <a:latin typeface="+mn-lt"/>
          <a:ea typeface="+mn-ea"/>
          <a:cs typeface="+mn-cs"/>
        </a:defRPr>
      </a:lvl4pPr>
      <a:lvl5pPr marL="1803102" indent="-200345" algn="l" defTabSz="801378" rtl="0" eaLnBrk="1" latinLnBrk="0" hangingPunct="1">
        <a:lnSpc>
          <a:spcPct val="150000"/>
        </a:lnSpc>
        <a:spcBef>
          <a:spcPts val="439"/>
        </a:spcBef>
        <a:buFont typeface="Arial" panose="020B0604020202020204" pitchFamily="34" charset="0"/>
        <a:buChar char="•"/>
        <a:defRPr sz="1753" kern="1200">
          <a:solidFill>
            <a:schemeClr val="tx1"/>
          </a:solidFill>
          <a:latin typeface="+mn-lt"/>
          <a:ea typeface="+mn-ea"/>
          <a:cs typeface="+mn-cs"/>
        </a:defRPr>
      </a:lvl5pPr>
      <a:lvl6pPr marL="2203792" indent="-200345" algn="l" defTabSz="801378" rtl="0" eaLnBrk="1" latinLnBrk="0" hangingPunct="1">
        <a:lnSpc>
          <a:spcPct val="90000"/>
        </a:lnSpc>
        <a:spcBef>
          <a:spcPts val="439"/>
        </a:spcBef>
        <a:buFont typeface="Arial" panose="020B0604020202020204" pitchFamily="34" charset="0"/>
        <a:buChar char="•"/>
        <a:defRPr sz="1578" kern="1200">
          <a:solidFill>
            <a:schemeClr val="tx1"/>
          </a:solidFill>
          <a:latin typeface="+mn-lt"/>
          <a:ea typeface="+mn-ea"/>
          <a:cs typeface="+mn-cs"/>
        </a:defRPr>
      </a:lvl6pPr>
      <a:lvl7pPr marL="2604481" indent="-200345" algn="l" defTabSz="801378" rtl="0" eaLnBrk="1" latinLnBrk="0" hangingPunct="1">
        <a:lnSpc>
          <a:spcPct val="90000"/>
        </a:lnSpc>
        <a:spcBef>
          <a:spcPts val="439"/>
        </a:spcBef>
        <a:buFont typeface="Arial" panose="020B0604020202020204" pitchFamily="34" charset="0"/>
        <a:buChar char="•"/>
        <a:defRPr sz="1578" kern="1200">
          <a:solidFill>
            <a:schemeClr val="tx1"/>
          </a:solidFill>
          <a:latin typeface="+mn-lt"/>
          <a:ea typeface="+mn-ea"/>
          <a:cs typeface="+mn-cs"/>
        </a:defRPr>
      </a:lvl7pPr>
      <a:lvl8pPr marL="3005170" indent="-200345" algn="l" defTabSz="801378" rtl="0" eaLnBrk="1" latinLnBrk="0" hangingPunct="1">
        <a:lnSpc>
          <a:spcPct val="90000"/>
        </a:lnSpc>
        <a:spcBef>
          <a:spcPts val="439"/>
        </a:spcBef>
        <a:buFont typeface="Arial" panose="020B0604020202020204" pitchFamily="34" charset="0"/>
        <a:buChar char="•"/>
        <a:defRPr sz="1578" kern="1200">
          <a:solidFill>
            <a:schemeClr val="tx1"/>
          </a:solidFill>
          <a:latin typeface="+mn-lt"/>
          <a:ea typeface="+mn-ea"/>
          <a:cs typeface="+mn-cs"/>
        </a:defRPr>
      </a:lvl8pPr>
      <a:lvl9pPr marL="3405859" indent="-200345" algn="l" defTabSz="801378" rtl="0" eaLnBrk="1" latinLnBrk="0" hangingPunct="1">
        <a:lnSpc>
          <a:spcPct val="90000"/>
        </a:lnSpc>
        <a:spcBef>
          <a:spcPts val="439"/>
        </a:spcBef>
        <a:buFont typeface="Arial" panose="020B0604020202020204" pitchFamily="34" charset="0"/>
        <a:buChar char="•"/>
        <a:defRPr sz="1578" kern="1200">
          <a:solidFill>
            <a:schemeClr val="tx1"/>
          </a:solidFill>
          <a:latin typeface="+mn-lt"/>
          <a:ea typeface="+mn-ea"/>
          <a:cs typeface="+mn-cs"/>
        </a:defRPr>
      </a:lvl9pPr>
    </p:bodyStyle>
    <p:otherStyle>
      <a:defPPr>
        <a:defRPr lang="en-US"/>
      </a:defPPr>
      <a:lvl1pPr marL="0" algn="l" defTabSz="801378" rtl="0" eaLnBrk="1" latinLnBrk="0" hangingPunct="1">
        <a:defRPr sz="1578" kern="1200">
          <a:solidFill>
            <a:schemeClr val="tx1"/>
          </a:solidFill>
          <a:latin typeface="+mn-lt"/>
          <a:ea typeface="+mn-ea"/>
          <a:cs typeface="+mn-cs"/>
        </a:defRPr>
      </a:lvl1pPr>
      <a:lvl2pPr marL="400689" algn="l" defTabSz="801378" rtl="0" eaLnBrk="1" latinLnBrk="0" hangingPunct="1">
        <a:defRPr sz="1578" kern="1200">
          <a:solidFill>
            <a:schemeClr val="tx1"/>
          </a:solidFill>
          <a:latin typeface="+mn-lt"/>
          <a:ea typeface="+mn-ea"/>
          <a:cs typeface="+mn-cs"/>
        </a:defRPr>
      </a:lvl2pPr>
      <a:lvl3pPr marL="801378" algn="l" defTabSz="801378" rtl="0" eaLnBrk="1" latinLnBrk="0" hangingPunct="1">
        <a:defRPr sz="1578" kern="1200">
          <a:solidFill>
            <a:schemeClr val="tx1"/>
          </a:solidFill>
          <a:latin typeface="+mn-lt"/>
          <a:ea typeface="+mn-ea"/>
          <a:cs typeface="+mn-cs"/>
        </a:defRPr>
      </a:lvl3pPr>
      <a:lvl4pPr marL="1202068" algn="l" defTabSz="801378" rtl="0" eaLnBrk="1" latinLnBrk="0" hangingPunct="1">
        <a:defRPr sz="1578" kern="1200">
          <a:solidFill>
            <a:schemeClr val="tx1"/>
          </a:solidFill>
          <a:latin typeface="+mn-lt"/>
          <a:ea typeface="+mn-ea"/>
          <a:cs typeface="+mn-cs"/>
        </a:defRPr>
      </a:lvl4pPr>
      <a:lvl5pPr marL="1602757" algn="l" defTabSz="801378" rtl="0" eaLnBrk="1" latinLnBrk="0" hangingPunct="1">
        <a:defRPr sz="1578" kern="1200">
          <a:solidFill>
            <a:schemeClr val="tx1"/>
          </a:solidFill>
          <a:latin typeface="+mn-lt"/>
          <a:ea typeface="+mn-ea"/>
          <a:cs typeface="+mn-cs"/>
        </a:defRPr>
      </a:lvl5pPr>
      <a:lvl6pPr marL="2003447" algn="l" defTabSz="801378" rtl="0" eaLnBrk="1" latinLnBrk="0" hangingPunct="1">
        <a:defRPr sz="1578" kern="1200">
          <a:solidFill>
            <a:schemeClr val="tx1"/>
          </a:solidFill>
          <a:latin typeface="+mn-lt"/>
          <a:ea typeface="+mn-ea"/>
          <a:cs typeface="+mn-cs"/>
        </a:defRPr>
      </a:lvl6pPr>
      <a:lvl7pPr marL="2404136" algn="l" defTabSz="801378" rtl="0" eaLnBrk="1" latinLnBrk="0" hangingPunct="1">
        <a:defRPr sz="1578" kern="1200">
          <a:solidFill>
            <a:schemeClr val="tx1"/>
          </a:solidFill>
          <a:latin typeface="+mn-lt"/>
          <a:ea typeface="+mn-ea"/>
          <a:cs typeface="+mn-cs"/>
        </a:defRPr>
      </a:lvl7pPr>
      <a:lvl8pPr marL="2804825" algn="l" defTabSz="801378" rtl="0" eaLnBrk="1" latinLnBrk="0" hangingPunct="1">
        <a:defRPr sz="1578" kern="1200">
          <a:solidFill>
            <a:schemeClr val="tx1"/>
          </a:solidFill>
          <a:latin typeface="+mn-lt"/>
          <a:ea typeface="+mn-ea"/>
          <a:cs typeface="+mn-cs"/>
        </a:defRPr>
      </a:lvl8pPr>
      <a:lvl9pPr marL="3205515" algn="l" defTabSz="801378" rtl="0" eaLnBrk="1" latinLnBrk="0" hangingPunct="1">
        <a:defRPr sz="1578"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itle 25">
            <a:extLst>
              <a:ext uri="{FF2B5EF4-FFF2-40B4-BE49-F238E27FC236}">
                <a16:creationId xmlns:a16="http://schemas.microsoft.com/office/drawing/2014/main" id="{9CF27C56-C0E5-4B4F-88FF-31BF6C28B879}"/>
              </a:ext>
            </a:extLst>
          </p:cNvPr>
          <p:cNvSpPr txBox="1">
            <a:spLocks/>
          </p:cNvSpPr>
          <p:nvPr/>
        </p:nvSpPr>
        <p:spPr>
          <a:xfrm>
            <a:off x="726354" y="1568450"/>
            <a:ext cx="9215314" cy="2680022"/>
          </a:xfrm>
          <a:prstGeom prst="rect">
            <a:avLst/>
          </a:prstGeom>
        </p:spPr>
        <p:txBody>
          <a:bodyPr vert="horz" wrap="square" lIns="91363" tIns="45682" rIns="91363" bIns="45682" rtlCol="0" anchor="ctr">
            <a:normAutofit fontScale="97500" lnSpcReduction="10000"/>
          </a:bodyPr>
          <a:lstStyle>
            <a:lvl1pPr algn="l" defTabSz="801378" rtl="0" eaLnBrk="1" latinLnBrk="0" hangingPunct="1">
              <a:lnSpc>
                <a:spcPct val="90000"/>
              </a:lnSpc>
              <a:spcBef>
                <a:spcPct val="0"/>
              </a:spcBef>
              <a:buNone/>
              <a:defRPr sz="3856" b="1" kern="1200">
                <a:solidFill>
                  <a:srgbClr val="004C6C"/>
                </a:solidFill>
                <a:latin typeface="+mj-lt"/>
                <a:ea typeface="+mj-ea"/>
                <a:cs typeface="+mj-cs"/>
              </a:defRPr>
            </a:lvl1pPr>
          </a:lstStyle>
          <a:p>
            <a:pPr>
              <a:lnSpc>
                <a:spcPct val="120000"/>
              </a:lnSpc>
            </a:pPr>
            <a:r>
              <a:rPr lang="en-IE" sz="4900" dirty="0">
                <a:solidFill>
                  <a:schemeClr val="tx2"/>
                </a:solidFill>
                <a:latin typeface="Helvetica" pitchFamily="2" charset="0"/>
              </a:rPr>
              <a:t>Inserting data</a:t>
            </a:r>
            <a:br>
              <a:rPr lang="en-IE" sz="4396" dirty="0">
                <a:solidFill>
                  <a:schemeClr val="tx2"/>
                </a:solidFill>
                <a:latin typeface="Helvetica" pitchFamily="2" charset="0"/>
              </a:rPr>
            </a:br>
            <a:br>
              <a:rPr lang="en-IE" sz="3997" dirty="0">
                <a:solidFill>
                  <a:schemeClr val="tx2"/>
                </a:solidFill>
                <a:latin typeface="Helvetica" pitchFamily="2" charset="0"/>
              </a:rPr>
            </a:br>
            <a:r>
              <a:rPr lang="en-IE" sz="3100" dirty="0">
                <a:solidFill>
                  <a:schemeClr val="tx2"/>
                </a:solidFill>
                <a:latin typeface="Helvetica" pitchFamily="2" charset="0"/>
              </a:rPr>
              <a:t>Dr Mariana Rocha</a:t>
            </a:r>
            <a:br>
              <a:rPr lang="en-IE" sz="3100" dirty="0">
                <a:solidFill>
                  <a:schemeClr val="tx2"/>
                </a:solidFill>
                <a:latin typeface="Helvetica" pitchFamily="2" charset="0"/>
              </a:rPr>
            </a:br>
            <a:r>
              <a:rPr lang="en-IE" sz="3100" dirty="0">
                <a:solidFill>
                  <a:schemeClr val="tx2"/>
                </a:solidFill>
                <a:latin typeface="Helvetica" pitchFamily="2" charset="0"/>
              </a:rPr>
              <a:t>School of Computer Science</a:t>
            </a:r>
            <a:endParaRPr lang="en-IE" sz="3997" dirty="0">
              <a:solidFill>
                <a:schemeClr val="tx2"/>
              </a:solidFill>
              <a:latin typeface="Helvetica" pitchFamily="2" charset="0"/>
            </a:endParaRPr>
          </a:p>
        </p:txBody>
      </p:sp>
      <p:sp>
        <p:nvSpPr>
          <p:cNvPr id="18" name="TextBox 17">
            <a:extLst>
              <a:ext uri="{FF2B5EF4-FFF2-40B4-BE49-F238E27FC236}">
                <a16:creationId xmlns:a16="http://schemas.microsoft.com/office/drawing/2014/main" id="{51FBAB03-4469-5F2F-E279-22ED3D9B62E9}"/>
              </a:ext>
            </a:extLst>
          </p:cNvPr>
          <p:cNvSpPr txBox="1"/>
          <p:nvPr/>
        </p:nvSpPr>
        <p:spPr>
          <a:xfrm>
            <a:off x="739043" y="5910059"/>
            <a:ext cx="5549762" cy="492046"/>
          </a:xfrm>
          <a:prstGeom prst="rect">
            <a:avLst/>
          </a:prstGeom>
          <a:noFill/>
        </p:spPr>
        <p:txBody>
          <a:bodyPr wrap="none" lIns="91363" tIns="45682" rIns="91363" bIns="45682" rtlCol="0" anchor="t">
            <a:spAutoFit/>
          </a:bodyPr>
          <a:lstStyle/>
          <a:p>
            <a:r>
              <a:rPr lang="en-US" sz="2598" dirty="0">
                <a:solidFill>
                  <a:schemeClr val="tx2"/>
                </a:solidFill>
                <a:latin typeface="Helvetica" pitchFamily="2" charset="0"/>
                <a:cs typeface="Open sans"/>
              </a:rPr>
              <a:t>CPMU 2007 Databases 1, Lecture 2</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a:spLocks noGrp="1"/>
          </p:cNvSpPr>
          <p:nvPr>
            <p:ph type="title"/>
          </p:nvPr>
        </p:nvSpPr>
        <p:spPr>
          <a:xfrm>
            <a:off x="739043" y="796456"/>
            <a:ext cx="9215314" cy="670388"/>
          </a:xfrm>
          <a:prstGeom prst="rect">
            <a:avLst/>
          </a:prstGeom>
        </p:spPr>
        <p:txBody>
          <a:bodyPr vert="horz" wrap="square" lIns="0" tIns="76768" rIns="0" bIns="0" rtlCol="0" anchor="ctr">
            <a:spAutoFit/>
          </a:bodyPr>
          <a:lstStyle/>
          <a:p>
            <a:pPr marL="154182">
              <a:lnSpc>
                <a:spcPct val="100000"/>
              </a:lnSpc>
              <a:spcBef>
                <a:spcPts val="95"/>
              </a:spcBef>
            </a:pPr>
            <a:r>
              <a:rPr spc="-20" dirty="0"/>
              <a:t>Learning</a:t>
            </a:r>
            <a:r>
              <a:rPr spc="-220" dirty="0"/>
              <a:t> </a:t>
            </a:r>
            <a:r>
              <a:rPr spc="-10" dirty="0"/>
              <a:t>Objectives</a:t>
            </a:r>
          </a:p>
        </p:txBody>
      </p:sp>
      <p:sp>
        <p:nvSpPr>
          <p:cNvPr id="6" name="Content Placeholder 5">
            <a:extLst>
              <a:ext uri="{FF2B5EF4-FFF2-40B4-BE49-F238E27FC236}">
                <a16:creationId xmlns:a16="http://schemas.microsoft.com/office/drawing/2014/main" id="{AE27815F-D3A2-27E0-180D-5B66A77FE9C5}"/>
              </a:ext>
            </a:extLst>
          </p:cNvPr>
          <p:cNvSpPr>
            <a:spLocks noGrp="1"/>
          </p:cNvSpPr>
          <p:nvPr>
            <p:ph idx="1"/>
          </p:nvPr>
        </p:nvSpPr>
        <p:spPr/>
        <p:txBody>
          <a:bodyPr/>
          <a:lstStyle/>
          <a:p>
            <a:r>
              <a:rPr lang="en-IE" dirty="0"/>
              <a:t>Understand how to populate a table</a:t>
            </a:r>
          </a:p>
          <a:p>
            <a:r>
              <a:rPr lang="en-IE" dirty="0"/>
              <a:t>Understand how to modify the structure of a table</a:t>
            </a:r>
          </a:p>
          <a:p>
            <a:r>
              <a:rPr lang="en-IE" dirty="0"/>
              <a:t>Familiarise with how to access and display data from a table</a:t>
            </a:r>
          </a:p>
          <a:p>
            <a:endParaRPr lang="en-IE" dirty="0"/>
          </a:p>
        </p:txBody>
      </p:sp>
    </p:spTree>
    <p:extLst>
      <p:ext uri="{BB962C8B-B14F-4D97-AF65-F5344CB8AC3E}">
        <p14:creationId xmlns:p14="http://schemas.microsoft.com/office/powerpoint/2010/main" val="248799381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F6D3D7-592F-45EB-58F1-605A720CD9D2}"/>
              </a:ext>
            </a:extLst>
          </p:cNvPr>
          <p:cNvSpPr>
            <a:spLocks noGrp="1"/>
          </p:cNvSpPr>
          <p:nvPr>
            <p:ph type="title"/>
          </p:nvPr>
        </p:nvSpPr>
        <p:spPr>
          <a:xfrm>
            <a:off x="2917468" y="3047963"/>
            <a:ext cx="4858464" cy="1460574"/>
          </a:xfrm>
        </p:spPr>
        <p:txBody>
          <a:bodyPr>
            <a:normAutofit/>
          </a:bodyPr>
          <a:lstStyle/>
          <a:p>
            <a:pPr algn="ctr"/>
            <a:r>
              <a:rPr lang="en-IE" sz="5400" dirty="0"/>
              <a:t>Inserting data</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EDEA3048-6C48-AE9E-3A6E-42C4D0EDB22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4FD7195-8675-AF7C-15F6-D6702E60764C}"/>
              </a:ext>
            </a:extLst>
          </p:cNvPr>
          <p:cNvSpPr>
            <a:spLocks noGrp="1"/>
          </p:cNvSpPr>
          <p:nvPr>
            <p:ph type="title"/>
          </p:nvPr>
        </p:nvSpPr>
        <p:spPr/>
        <p:txBody>
          <a:bodyPr/>
          <a:lstStyle/>
          <a:p>
            <a:r>
              <a:rPr lang="en-IE" dirty="0"/>
              <a:t>Inserting data - what to consider?</a:t>
            </a:r>
          </a:p>
        </p:txBody>
      </p:sp>
      <p:sp>
        <p:nvSpPr>
          <p:cNvPr id="4" name="Content Placeholder 3">
            <a:extLst>
              <a:ext uri="{FF2B5EF4-FFF2-40B4-BE49-F238E27FC236}">
                <a16:creationId xmlns:a16="http://schemas.microsoft.com/office/drawing/2014/main" id="{AA7B2CBD-9E3E-9A4A-D40C-F30431536197}"/>
              </a:ext>
            </a:extLst>
          </p:cNvPr>
          <p:cNvSpPr>
            <a:spLocks noGrp="1"/>
          </p:cNvSpPr>
          <p:nvPr>
            <p:ph idx="1"/>
          </p:nvPr>
        </p:nvSpPr>
        <p:spPr>
          <a:xfrm>
            <a:off x="735170" y="1568450"/>
            <a:ext cx="9412129" cy="5410199"/>
          </a:xfrm>
        </p:spPr>
        <p:txBody>
          <a:bodyPr>
            <a:normAutofit fontScale="77500" lnSpcReduction="20000"/>
          </a:bodyPr>
          <a:lstStyle/>
          <a:p>
            <a:pPr marL="254000" indent="-241935">
              <a:spcBef>
                <a:spcPts val="1535"/>
              </a:spcBef>
              <a:buFont typeface="Arial"/>
              <a:buChar char="•"/>
              <a:tabLst>
                <a:tab pos="254635" algn="l"/>
              </a:tabLst>
            </a:pPr>
            <a:r>
              <a:rPr lang="en-GB" sz="2900" spc="-20" dirty="0">
                <a:solidFill>
                  <a:srgbClr val="212121"/>
                </a:solidFill>
                <a:latin typeface="Helvetica" pitchFamily="2" charset="0"/>
                <a:cs typeface="HelveticaNeue-Thin"/>
              </a:rPr>
              <a:t>The</a:t>
            </a:r>
            <a:r>
              <a:rPr lang="en-GB" sz="2900" spc="-50" dirty="0">
                <a:solidFill>
                  <a:srgbClr val="212121"/>
                </a:solidFill>
                <a:latin typeface="Helvetica" pitchFamily="2" charset="0"/>
                <a:cs typeface="HelveticaNeue-Thin"/>
              </a:rPr>
              <a:t> </a:t>
            </a:r>
            <a:r>
              <a:rPr lang="en-GB" sz="2900" spc="-20" dirty="0">
                <a:solidFill>
                  <a:srgbClr val="212121"/>
                </a:solidFill>
                <a:latin typeface="Helvetica" pitchFamily="2" charset="0"/>
                <a:cs typeface="HelveticaNeue-Thin"/>
              </a:rPr>
              <a:t>format</a:t>
            </a:r>
            <a:r>
              <a:rPr lang="en-GB" sz="2900" spc="-30" dirty="0">
                <a:solidFill>
                  <a:srgbClr val="212121"/>
                </a:solidFill>
                <a:latin typeface="Helvetica" pitchFamily="2" charset="0"/>
                <a:cs typeface="HelveticaNeue-Thin"/>
              </a:rPr>
              <a:t> </a:t>
            </a:r>
            <a:r>
              <a:rPr lang="en-GB" sz="2900" spc="-10" dirty="0">
                <a:solidFill>
                  <a:srgbClr val="212121"/>
                </a:solidFill>
                <a:latin typeface="Helvetica" pitchFamily="2" charset="0"/>
                <a:cs typeface="HelveticaNeue-Thin"/>
              </a:rPr>
              <a:t>of</a:t>
            </a:r>
            <a:r>
              <a:rPr lang="en-GB" sz="2900" spc="-35" dirty="0">
                <a:solidFill>
                  <a:srgbClr val="212121"/>
                </a:solidFill>
                <a:latin typeface="Helvetica" pitchFamily="2" charset="0"/>
                <a:cs typeface="HelveticaNeue-Thin"/>
              </a:rPr>
              <a:t> </a:t>
            </a:r>
            <a:r>
              <a:rPr lang="en-GB" sz="2900" spc="-15" dirty="0">
                <a:solidFill>
                  <a:srgbClr val="212121"/>
                </a:solidFill>
                <a:latin typeface="Helvetica" pitchFamily="2" charset="0"/>
                <a:cs typeface="HelveticaNeue-Thin"/>
              </a:rPr>
              <a:t>the</a:t>
            </a:r>
            <a:r>
              <a:rPr lang="en-GB" sz="2900" spc="-45" dirty="0">
                <a:solidFill>
                  <a:srgbClr val="212121"/>
                </a:solidFill>
                <a:latin typeface="Helvetica" pitchFamily="2" charset="0"/>
                <a:cs typeface="HelveticaNeue-Thin"/>
              </a:rPr>
              <a:t> </a:t>
            </a:r>
            <a:r>
              <a:rPr lang="en-GB" sz="2900" spc="-15" dirty="0">
                <a:solidFill>
                  <a:srgbClr val="212121"/>
                </a:solidFill>
                <a:latin typeface="Helvetica" pitchFamily="2" charset="0"/>
                <a:cs typeface="HelveticaNeue-Thin"/>
              </a:rPr>
              <a:t>table, considering the</a:t>
            </a:r>
            <a:r>
              <a:rPr lang="en-GB" sz="2900" spc="30" dirty="0">
                <a:solidFill>
                  <a:srgbClr val="212121"/>
                </a:solidFill>
                <a:latin typeface="Helvetica" pitchFamily="2" charset="0"/>
                <a:cs typeface="HelveticaNeue-Thin"/>
              </a:rPr>
              <a:t> </a:t>
            </a:r>
            <a:r>
              <a:rPr lang="en-GB" sz="2900" spc="15" dirty="0">
                <a:solidFill>
                  <a:srgbClr val="212121"/>
                </a:solidFill>
                <a:latin typeface="Helvetica" pitchFamily="2" charset="0"/>
                <a:cs typeface="HelveticaNeue-Thin"/>
              </a:rPr>
              <a:t>columns</a:t>
            </a:r>
            <a:r>
              <a:rPr lang="en-GB" sz="2900" spc="25" dirty="0">
                <a:solidFill>
                  <a:srgbClr val="212121"/>
                </a:solidFill>
                <a:latin typeface="Helvetica" pitchFamily="2" charset="0"/>
                <a:cs typeface="HelveticaNeue-Thin"/>
              </a:rPr>
              <a:t> </a:t>
            </a:r>
            <a:r>
              <a:rPr lang="en-GB" sz="2900" spc="10" dirty="0">
                <a:solidFill>
                  <a:srgbClr val="212121"/>
                </a:solidFill>
                <a:latin typeface="Helvetica" pitchFamily="2" charset="0"/>
                <a:cs typeface="HelveticaNeue-Thin"/>
              </a:rPr>
              <a:t>and</a:t>
            </a:r>
            <a:r>
              <a:rPr lang="en-GB" sz="2900" spc="30" dirty="0">
                <a:solidFill>
                  <a:srgbClr val="212121"/>
                </a:solidFill>
                <a:latin typeface="Helvetica" pitchFamily="2" charset="0"/>
                <a:cs typeface="HelveticaNeue-Thin"/>
              </a:rPr>
              <a:t> </a:t>
            </a:r>
            <a:r>
              <a:rPr lang="en-GB" sz="2900" spc="10" dirty="0">
                <a:solidFill>
                  <a:srgbClr val="212121"/>
                </a:solidFill>
                <a:latin typeface="Helvetica" pitchFamily="2" charset="0"/>
                <a:cs typeface="HelveticaNeue-Thin"/>
              </a:rPr>
              <a:t>their</a:t>
            </a:r>
            <a:r>
              <a:rPr lang="en-GB" sz="2900" spc="20" dirty="0">
                <a:solidFill>
                  <a:srgbClr val="212121"/>
                </a:solidFill>
                <a:latin typeface="Helvetica" pitchFamily="2" charset="0"/>
                <a:cs typeface="HelveticaNeue-Thin"/>
              </a:rPr>
              <a:t> </a:t>
            </a:r>
            <a:r>
              <a:rPr lang="en-GB" sz="2900" spc="10" dirty="0">
                <a:solidFill>
                  <a:srgbClr val="212121"/>
                </a:solidFill>
                <a:latin typeface="Helvetica" pitchFamily="2" charset="0"/>
                <a:cs typeface="HelveticaNeue-Thin"/>
              </a:rPr>
              <a:t>constraints. Make sure</a:t>
            </a:r>
            <a:r>
              <a:rPr lang="en-GB" sz="2900" dirty="0">
                <a:latin typeface="Helvetica" pitchFamily="2" charset="0"/>
                <a:cs typeface="HelveticaNeue-Thin"/>
              </a:rPr>
              <a:t> VARCHAR, TEXT, DATE and TIMESTAMP fields have their values surrounded by single quotes when inserted.</a:t>
            </a:r>
          </a:p>
          <a:p>
            <a:pPr marL="254000" indent="-241935">
              <a:spcBef>
                <a:spcPts val="1705"/>
              </a:spcBef>
              <a:buFont typeface="Arial"/>
              <a:buChar char="•"/>
              <a:tabLst>
                <a:tab pos="254635" algn="l"/>
              </a:tabLst>
            </a:pPr>
            <a:r>
              <a:rPr lang="en-GB" sz="2900" spc="-114" dirty="0">
                <a:solidFill>
                  <a:srgbClr val="212121"/>
                </a:solidFill>
                <a:latin typeface="Helvetica" pitchFamily="2" charset="0"/>
                <a:cs typeface="HelveticaNeue-Thin"/>
              </a:rPr>
              <a:t>You</a:t>
            </a:r>
            <a:r>
              <a:rPr lang="en-GB" sz="2900" spc="-60" dirty="0">
                <a:solidFill>
                  <a:srgbClr val="212121"/>
                </a:solidFill>
                <a:latin typeface="Helvetica" pitchFamily="2" charset="0"/>
                <a:cs typeface="HelveticaNeue-Thin"/>
              </a:rPr>
              <a:t> </a:t>
            </a:r>
            <a:r>
              <a:rPr lang="en-GB" sz="2900" spc="-20" dirty="0">
                <a:solidFill>
                  <a:srgbClr val="212121"/>
                </a:solidFill>
                <a:latin typeface="Helvetica" pitchFamily="2" charset="0"/>
                <a:cs typeface="HelveticaNeue-Thin"/>
              </a:rPr>
              <a:t>can</a:t>
            </a:r>
            <a:r>
              <a:rPr lang="en-GB" sz="2900" spc="-55" dirty="0">
                <a:solidFill>
                  <a:srgbClr val="212121"/>
                </a:solidFill>
                <a:latin typeface="Helvetica" pitchFamily="2" charset="0"/>
                <a:cs typeface="HelveticaNeue-Thin"/>
              </a:rPr>
              <a:t> </a:t>
            </a:r>
            <a:r>
              <a:rPr lang="en-GB" sz="2900" spc="-10" dirty="0">
                <a:solidFill>
                  <a:srgbClr val="212121"/>
                </a:solidFill>
                <a:latin typeface="Helvetica" pitchFamily="2" charset="0"/>
                <a:cs typeface="HelveticaNeue-Thin"/>
              </a:rPr>
              <a:t>do</a:t>
            </a:r>
            <a:r>
              <a:rPr lang="en-GB" sz="2900" spc="-45" dirty="0">
                <a:solidFill>
                  <a:srgbClr val="212121"/>
                </a:solidFill>
                <a:latin typeface="Helvetica" pitchFamily="2" charset="0"/>
                <a:cs typeface="HelveticaNeue-Thin"/>
              </a:rPr>
              <a:t> </a:t>
            </a:r>
            <a:r>
              <a:rPr lang="en-GB" sz="2900" spc="-20" dirty="0">
                <a:solidFill>
                  <a:srgbClr val="212121"/>
                </a:solidFill>
                <a:latin typeface="Helvetica" pitchFamily="2" charset="0"/>
                <a:cs typeface="HelveticaNeue-Thin"/>
              </a:rPr>
              <a:t>either:</a:t>
            </a:r>
            <a:endParaRPr lang="en-GB" sz="2900" dirty="0">
              <a:latin typeface="Helvetica" pitchFamily="2" charset="0"/>
              <a:cs typeface="HelveticaNeue-Thin"/>
            </a:endParaRPr>
          </a:p>
          <a:p>
            <a:pPr marL="737235" lvl="1" indent="-242570">
              <a:spcBef>
                <a:spcPts val="1200"/>
              </a:spcBef>
              <a:buFont typeface="Arial"/>
              <a:buChar char="•"/>
              <a:tabLst>
                <a:tab pos="737870" algn="l"/>
              </a:tabLst>
            </a:pPr>
            <a:r>
              <a:rPr lang="en-GB" sz="2900" dirty="0">
                <a:solidFill>
                  <a:srgbClr val="212121"/>
                </a:solidFill>
                <a:latin typeface="Helvetica" pitchFamily="2" charset="0"/>
                <a:cs typeface="HelveticaNeue-Thin"/>
              </a:rPr>
              <a:t>A</a:t>
            </a:r>
            <a:r>
              <a:rPr lang="en-GB" sz="2900" spc="10" dirty="0">
                <a:solidFill>
                  <a:srgbClr val="212121"/>
                </a:solidFill>
                <a:latin typeface="Helvetica" pitchFamily="2" charset="0"/>
                <a:cs typeface="HelveticaNeue-Thin"/>
              </a:rPr>
              <a:t> </a:t>
            </a:r>
            <a:r>
              <a:rPr lang="en-GB" sz="2900" spc="5" dirty="0">
                <a:solidFill>
                  <a:srgbClr val="212121"/>
                </a:solidFill>
                <a:latin typeface="Helvetica" pitchFamily="2" charset="0"/>
                <a:cs typeface="HelveticaNeue-Thin"/>
              </a:rPr>
              <a:t>full</a:t>
            </a:r>
            <a:r>
              <a:rPr lang="en-GB" sz="2900" spc="-10" dirty="0">
                <a:solidFill>
                  <a:srgbClr val="212121"/>
                </a:solidFill>
                <a:latin typeface="Helvetica" pitchFamily="2" charset="0"/>
                <a:cs typeface="HelveticaNeue-Thin"/>
              </a:rPr>
              <a:t> </a:t>
            </a:r>
            <a:r>
              <a:rPr lang="en-GB" sz="2900" spc="15" dirty="0">
                <a:solidFill>
                  <a:srgbClr val="212121"/>
                </a:solidFill>
                <a:latin typeface="Helvetica" pitchFamily="2" charset="0"/>
                <a:cs typeface="HelveticaNeue-Thin"/>
              </a:rPr>
              <a:t>INSERT</a:t>
            </a:r>
            <a:endParaRPr lang="en-GB" sz="2900" dirty="0">
              <a:latin typeface="Helvetica" pitchFamily="2" charset="0"/>
              <a:cs typeface="HelveticaNeue-Thin"/>
            </a:endParaRPr>
          </a:p>
          <a:p>
            <a:pPr marL="1220470" lvl="2" indent="-241935">
              <a:spcBef>
                <a:spcPts val="1120"/>
              </a:spcBef>
              <a:buFont typeface="Arial"/>
              <a:buChar char="•"/>
              <a:tabLst>
                <a:tab pos="1220470" algn="l"/>
                <a:tab pos="1221105" algn="l"/>
              </a:tabLst>
            </a:pPr>
            <a:r>
              <a:rPr lang="en-GB" sz="2900" dirty="0">
                <a:solidFill>
                  <a:srgbClr val="212121"/>
                </a:solidFill>
                <a:latin typeface="Helvetica" pitchFamily="2" charset="0"/>
                <a:cs typeface="HelveticaNeue-Thin"/>
              </a:rPr>
              <a:t>This</a:t>
            </a:r>
            <a:r>
              <a:rPr lang="en-GB" sz="2900" spc="15" dirty="0">
                <a:solidFill>
                  <a:srgbClr val="212121"/>
                </a:solidFill>
                <a:latin typeface="Helvetica" pitchFamily="2" charset="0"/>
                <a:cs typeface="HelveticaNeue-Thin"/>
              </a:rPr>
              <a:t> </a:t>
            </a:r>
            <a:r>
              <a:rPr lang="en-GB" sz="2900" spc="10" dirty="0">
                <a:solidFill>
                  <a:srgbClr val="212121"/>
                </a:solidFill>
                <a:latin typeface="Helvetica" pitchFamily="2" charset="0"/>
                <a:cs typeface="HelveticaNeue-Thin"/>
              </a:rPr>
              <a:t>inserts</a:t>
            </a:r>
            <a:r>
              <a:rPr lang="en-GB" sz="2900" spc="20" dirty="0">
                <a:solidFill>
                  <a:srgbClr val="212121"/>
                </a:solidFill>
                <a:latin typeface="Helvetica" pitchFamily="2" charset="0"/>
                <a:cs typeface="HelveticaNeue-Thin"/>
              </a:rPr>
              <a:t> </a:t>
            </a:r>
            <a:r>
              <a:rPr lang="en-GB" sz="2900" spc="-5" dirty="0">
                <a:solidFill>
                  <a:srgbClr val="212121"/>
                </a:solidFill>
                <a:latin typeface="Helvetica" pitchFamily="2" charset="0"/>
                <a:cs typeface="HelveticaNeue-Thin"/>
              </a:rPr>
              <a:t>a</a:t>
            </a:r>
            <a:r>
              <a:rPr lang="en-GB" sz="2900" spc="15" dirty="0">
                <a:solidFill>
                  <a:srgbClr val="212121"/>
                </a:solidFill>
                <a:latin typeface="Helvetica" pitchFamily="2" charset="0"/>
                <a:cs typeface="HelveticaNeue-Thin"/>
              </a:rPr>
              <a:t> </a:t>
            </a:r>
            <a:r>
              <a:rPr lang="en-GB" sz="2900" dirty="0">
                <a:solidFill>
                  <a:srgbClr val="212121"/>
                </a:solidFill>
                <a:latin typeface="Helvetica" pitchFamily="2" charset="0"/>
                <a:cs typeface="HelveticaNeue-Thin"/>
              </a:rPr>
              <a:t>value</a:t>
            </a:r>
            <a:r>
              <a:rPr lang="en-GB" sz="2900" spc="20" dirty="0">
                <a:solidFill>
                  <a:srgbClr val="212121"/>
                </a:solidFill>
                <a:latin typeface="Helvetica" pitchFamily="2" charset="0"/>
                <a:cs typeface="HelveticaNeue-Thin"/>
              </a:rPr>
              <a:t> </a:t>
            </a:r>
            <a:r>
              <a:rPr lang="en-GB" sz="2900" dirty="0">
                <a:solidFill>
                  <a:srgbClr val="212121"/>
                </a:solidFill>
                <a:latin typeface="Helvetica" pitchFamily="2" charset="0"/>
                <a:cs typeface="HelveticaNeue-Thin"/>
              </a:rPr>
              <a:t>for</a:t>
            </a:r>
            <a:r>
              <a:rPr lang="en-GB" sz="2900" spc="20" dirty="0">
                <a:solidFill>
                  <a:srgbClr val="212121"/>
                </a:solidFill>
                <a:latin typeface="Helvetica" pitchFamily="2" charset="0"/>
                <a:cs typeface="HelveticaNeue-Thin"/>
              </a:rPr>
              <a:t> </a:t>
            </a:r>
            <a:r>
              <a:rPr lang="en-GB" sz="2900" spc="10" dirty="0">
                <a:solidFill>
                  <a:srgbClr val="212121"/>
                </a:solidFill>
                <a:latin typeface="Helvetica" pitchFamily="2" charset="0"/>
                <a:cs typeface="HelveticaNeue-Thin"/>
              </a:rPr>
              <a:t>every</a:t>
            </a:r>
            <a:r>
              <a:rPr lang="en-GB" sz="2900" spc="20" dirty="0">
                <a:solidFill>
                  <a:srgbClr val="212121"/>
                </a:solidFill>
                <a:latin typeface="Helvetica" pitchFamily="2" charset="0"/>
                <a:cs typeface="HelveticaNeue-Thin"/>
              </a:rPr>
              <a:t> </a:t>
            </a:r>
            <a:r>
              <a:rPr lang="en-GB" sz="2900" dirty="0">
                <a:solidFill>
                  <a:srgbClr val="212121"/>
                </a:solidFill>
                <a:latin typeface="Helvetica" pitchFamily="2" charset="0"/>
                <a:cs typeface="HelveticaNeue-Thin"/>
              </a:rPr>
              <a:t>column</a:t>
            </a:r>
            <a:r>
              <a:rPr lang="en-GB" sz="2900" spc="15" dirty="0">
                <a:solidFill>
                  <a:srgbClr val="212121"/>
                </a:solidFill>
                <a:latin typeface="Helvetica" pitchFamily="2" charset="0"/>
                <a:cs typeface="HelveticaNeue-Thin"/>
              </a:rPr>
              <a:t> </a:t>
            </a:r>
            <a:r>
              <a:rPr lang="en-GB" sz="2900" spc="-5" dirty="0">
                <a:solidFill>
                  <a:srgbClr val="212121"/>
                </a:solidFill>
                <a:latin typeface="Helvetica" pitchFamily="2" charset="0"/>
                <a:cs typeface="HelveticaNeue-Thin"/>
              </a:rPr>
              <a:t>in</a:t>
            </a:r>
            <a:r>
              <a:rPr lang="en-GB" sz="2900" spc="20" dirty="0">
                <a:solidFill>
                  <a:srgbClr val="212121"/>
                </a:solidFill>
                <a:latin typeface="Helvetica" pitchFamily="2" charset="0"/>
                <a:cs typeface="HelveticaNeue-Thin"/>
              </a:rPr>
              <a:t> </a:t>
            </a:r>
            <a:r>
              <a:rPr lang="en-GB" sz="2900" dirty="0">
                <a:solidFill>
                  <a:srgbClr val="212121"/>
                </a:solidFill>
                <a:latin typeface="Helvetica" pitchFamily="2" charset="0"/>
                <a:cs typeface="HelveticaNeue-Thin"/>
              </a:rPr>
              <a:t>the</a:t>
            </a:r>
            <a:r>
              <a:rPr lang="en-GB" sz="2900" spc="20" dirty="0">
                <a:solidFill>
                  <a:srgbClr val="212121"/>
                </a:solidFill>
                <a:latin typeface="Helvetica" pitchFamily="2" charset="0"/>
                <a:cs typeface="HelveticaNeue-Thin"/>
              </a:rPr>
              <a:t> </a:t>
            </a:r>
            <a:r>
              <a:rPr lang="en-GB" sz="2900" dirty="0">
                <a:solidFill>
                  <a:srgbClr val="212121"/>
                </a:solidFill>
                <a:latin typeface="Helvetica" pitchFamily="2" charset="0"/>
                <a:cs typeface="HelveticaNeue-Thin"/>
              </a:rPr>
              <a:t>table.</a:t>
            </a:r>
            <a:endParaRPr lang="en-GB" sz="2900" dirty="0">
              <a:latin typeface="Helvetica" pitchFamily="2" charset="0"/>
              <a:cs typeface="HelveticaNeue-Thin"/>
            </a:endParaRPr>
          </a:p>
          <a:p>
            <a:pPr marL="737235" lvl="1" indent="-242570">
              <a:spcBef>
                <a:spcPts val="1180"/>
              </a:spcBef>
              <a:buFont typeface="Arial"/>
              <a:buChar char="•"/>
              <a:tabLst>
                <a:tab pos="737870" algn="l"/>
              </a:tabLst>
            </a:pPr>
            <a:r>
              <a:rPr lang="en-GB" sz="2900" dirty="0">
                <a:solidFill>
                  <a:srgbClr val="212121"/>
                </a:solidFill>
                <a:latin typeface="Helvetica" pitchFamily="2" charset="0"/>
                <a:cs typeface="HelveticaNeue-Thin"/>
              </a:rPr>
              <a:t>A</a:t>
            </a:r>
            <a:r>
              <a:rPr lang="en-GB" sz="2900" spc="5" dirty="0">
                <a:solidFill>
                  <a:srgbClr val="212121"/>
                </a:solidFill>
                <a:latin typeface="Helvetica" pitchFamily="2" charset="0"/>
                <a:cs typeface="HelveticaNeue-Thin"/>
              </a:rPr>
              <a:t> </a:t>
            </a:r>
            <a:r>
              <a:rPr lang="en-GB" sz="2900" spc="20" dirty="0">
                <a:solidFill>
                  <a:srgbClr val="212121"/>
                </a:solidFill>
                <a:latin typeface="Helvetica" pitchFamily="2" charset="0"/>
                <a:cs typeface="HelveticaNeue-Thin"/>
              </a:rPr>
              <a:t>partial</a:t>
            </a:r>
            <a:r>
              <a:rPr lang="en-GB" sz="2900" spc="-10" dirty="0">
                <a:solidFill>
                  <a:srgbClr val="212121"/>
                </a:solidFill>
                <a:latin typeface="Helvetica" pitchFamily="2" charset="0"/>
                <a:cs typeface="HelveticaNeue-Thin"/>
              </a:rPr>
              <a:t> </a:t>
            </a:r>
            <a:r>
              <a:rPr lang="en-GB" sz="2900" spc="15" dirty="0">
                <a:solidFill>
                  <a:srgbClr val="212121"/>
                </a:solidFill>
                <a:latin typeface="Helvetica" pitchFamily="2" charset="0"/>
                <a:cs typeface="HelveticaNeue-Thin"/>
              </a:rPr>
              <a:t>INSERT</a:t>
            </a:r>
            <a:endParaRPr lang="en-GB" sz="2900" dirty="0">
              <a:latin typeface="Helvetica" pitchFamily="2" charset="0"/>
              <a:cs typeface="HelveticaNeue-Thin"/>
            </a:endParaRPr>
          </a:p>
          <a:p>
            <a:pPr marL="1220470" marR="5080" lvl="2" indent="-241935">
              <a:spcBef>
                <a:spcPts val="620"/>
              </a:spcBef>
              <a:buFont typeface="Arial"/>
              <a:buChar char="•"/>
              <a:tabLst>
                <a:tab pos="1220470" algn="l"/>
                <a:tab pos="1221105" algn="l"/>
              </a:tabLst>
            </a:pPr>
            <a:r>
              <a:rPr lang="en-GB" sz="2900" dirty="0">
                <a:solidFill>
                  <a:srgbClr val="212121"/>
                </a:solidFill>
                <a:latin typeface="Helvetica" pitchFamily="2" charset="0"/>
                <a:cs typeface="HelveticaNeue-Thin"/>
              </a:rPr>
              <a:t>This</a:t>
            </a:r>
            <a:r>
              <a:rPr lang="en-GB" sz="2900" spc="15" dirty="0">
                <a:solidFill>
                  <a:srgbClr val="212121"/>
                </a:solidFill>
                <a:latin typeface="Helvetica" pitchFamily="2" charset="0"/>
                <a:cs typeface="HelveticaNeue-Thin"/>
              </a:rPr>
              <a:t> </a:t>
            </a:r>
            <a:r>
              <a:rPr lang="en-GB" sz="2900" spc="10" dirty="0">
                <a:solidFill>
                  <a:srgbClr val="212121"/>
                </a:solidFill>
                <a:latin typeface="Helvetica" pitchFamily="2" charset="0"/>
                <a:cs typeface="HelveticaNeue-Thin"/>
              </a:rPr>
              <a:t>inserts</a:t>
            </a:r>
            <a:r>
              <a:rPr lang="en-GB" sz="2900" spc="20" dirty="0">
                <a:solidFill>
                  <a:srgbClr val="212121"/>
                </a:solidFill>
                <a:latin typeface="Helvetica" pitchFamily="2" charset="0"/>
                <a:cs typeface="HelveticaNeue-Thin"/>
              </a:rPr>
              <a:t> </a:t>
            </a:r>
            <a:r>
              <a:rPr lang="en-GB" sz="2900" spc="5" dirty="0">
                <a:solidFill>
                  <a:srgbClr val="212121"/>
                </a:solidFill>
                <a:latin typeface="Helvetica" pitchFamily="2" charset="0"/>
                <a:cs typeface="HelveticaNeue-Thin"/>
              </a:rPr>
              <a:t>some</a:t>
            </a:r>
            <a:r>
              <a:rPr lang="en-GB" sz="2900" spc="20" dirty="0">
                <a:solidFill>
                  <a:srgbClr val="212121"/>
                </a:solidFill>
                <a:latin typeface="Helvetica" pitchFamily="2" charset="0"/>
                <a:cs typeface="HelveticaNeue-Thin"/>
              </a:rPr>
              <a:t> </a:t>
            </a:r>
            <a:r>
              <a:rPr lang="en-GB" sz="2900" dirty="0">
                <a:solidFill>
                  <a:srgbClr val="212121"/>
                </a:solidFill>
                <a:latin typeface="Helvetica" pitchFamily="2" charset="0"/>
                <a:cs typeface="HelveticaNeue-Thin"/>
              </a:rPr>
              <a:t>values</a:t>
            </a:r>
            <a:r>
              <a:rPr lang="en-GB" sz="2900" spc="25" dirty="0">
                <a:solidFill>
                  <a:srgbClr val="212121"/>
                </a:solidFill>
                <a:latin typeface="Helvetica" pitchFamily="2" charset="0"/>
                <a:cs typeface="HelveticaNeue-Thin"/>
              </a:rPr>
              <a:t> </a:t>
            </a:r>
            <a:r>
              <a:rPr lang="en-GB" sz="2900" dirty="0">
                <a:solidFill>
                  <a:srgbClr val="212121"/>
                </a:solidFill>
                <a:latin typeface="Helvetica" pitchFamily="2" charset="0"/>
                <a:cs typeface="HelveticaNeue-Thin"/>
              </a:rPr>
              <a:t>but</a:t>
            </a:r>
            <a:r>
              <a:rPr lang="en-GB" sz="2900" spc="25" dirty="0">
                <a:solidFill>
                  <a:srgbClr val="212121"/>
                </a:solidFill>
                <a:latin typeface="Helvetica" pitchFamily="2" charset="0"/>
                <a:cs typeface="HelveticaNeue-Thin"/>
              </a:rPr>
              <a:t> </a:t>
            </a:r>
            <a:r>
              <a:rPr lang="en-GB" sz="2900" dirty="0">
                <a:solidFill>
                  <a:srgbClr val="212121"/>
                </a:solidFill>
                <a:latin typeface="Helvetica" pitchFamily="2" charset="0"/>
                <a:cs typeface="HelveticaNeue-Thin"/>
              </a:rPr>
              <a:t>accepts</a:t>
            </a:r>
            <a:r>
              <a:rPr lang="en-GB" sz="2900" spc="20" dirty="0">
                <a:solidFill>
                  <a:srgbClr val="212121"/>
                </a:solidFill>
                <a:latin typeface="Helvetica" pitchFamily="2" charset="0"/>
                <a:cs typeface="HelveticaNeue-Thin"/>
              </a:rPr>
              <a:t> </a:t>
            </a:r>
            <a:r>
              <a:rPr lang="en-GB" sz="2900" dirty="0">
                <a:solidFill>
                  <a:srgbClr val="212121"/>
                </a:solidFill>
                <a:latin typeface="Helvetica" pitchFamily="2" charset="0"/>
                <a:cs typeface="HelveticaNeue-Thin"/>
              </a:rPr>
              <a:t>the</a:t>
            </a:r>
            <a:r>
              <a:rPr lang="en-GB" sz="2900" spc="20" dirty="0">
                <a:solidFill>
                  <a:srgbClr val="212121"/>
                </a:solidFill>
                <a:latin typeface="Helvetica" pitchFamily="2" charset="0"/>
                <a:cs typeface="HelveticaNeue-Thin"/>
              </a:rPr>
              <a:t> </a:t>
            </a:r>
            <a:r>
              <a:rPr lang="en-GB" sz="2900" dirty="0">
                <a:solidFill>
                  <a:srgbClr val="212121"/>
                </a:solidFill>
                <a:latin typeface="Helvetica" pitchFamily="2" charset="0"/>
                <a:cs typeface="HelveticaNeue-Thin"/>
              </a:rPr>
              <a:t>default</a:t>
            </a:r>
            <a:r>
              <a:rPr lang="en-GB" sz="2900" spc="25" dirty="0">
                <a:solidFill>
                  <a:srgbClr val="212121"/>
                </a:solidFill>
                <a:latin typeface="Helvetica" pitchFamily="2" charset="0"/>
                <a:cs typeface="HelveticaNeue-Thin"/>
              </a:rPr>
              <a:t> </a:t>
            </a:r>
            <a:r>
              <a:rPr lang="en-GB" sz="2900" dirty="0">
                <a:solidFill>
                  <a:srgbClr val="212121"/>
                </a:solidFill>
                <a:latin typeface="Helvetica" pitchFamily="2" charset="0"/>
                <a:cs typeface="HelveticaNeue-Thin"/>
              </a:rPr>
              <a:t>values</a:t>
            </a:r>
            <a:r>
              <a:rPr lang="en-GB" sz="2900" spc="20" dirty="0">
                <a:solidFill>
                  <a:srgbClr val="212121"/>
                </a:solidFill>
                <a:latin typeface="Helvetica" pitchFamily="2" charset="0"/>
                <a:cs typeface="HelveticaNeue-Thin"/>
              </a:rPr>
              <a:t> </a:t>
            </a:r>
            <a:r>
              <a:rPr lang="en-GB" sz="2900" dirty="0">
                <a:solidFill>
                  <a:srgbClr val="212121"/>
                </a:solidFill>
                <a:latin typeface="Helvetica" pitchFamily="2" charset="0"/>
                <a:cs typeface="HelveticaNeue-Thin"/>
              </a:rPr>
              <a:t>for other</a:t>
            </a:r>
            <a:r>
              <a:rPr lang="en-GB" sz="2900" spc="15" dirty="0">
                <a:solidFill>
                  <a:srgbClr val="212121"/>
                </a:solidFill>
                <a:latin typeface="Helvetica" pitchFamily="2" charset="0"/>
                <a:cs typeface="HelveticaNeue-Thin"/>
              </a:rPr>
              <a:t> </a:t>
            </a:r>
            <a:r>
              <a:rPr lang="en-GB" sz="2900" dirty="0">
                <a:solidFill>
                  <a:srgbClr val="212121"/>
                </a:solidFill>
                <a:latin typeface="Helvetica" pitchFamily="2" charset="0"/>
                <a:cs typeface="HelveticaNeue-Thin"/>
              </a:rPr>
              <a:t>columns.</a:t>
            </a:r>
            <a:endParaRPr lang="en-GB" sz="2900" dirty="0">
              <a:latin typeface="Helvetica" pitchFamily="2" charset="0"/>
              <a:cs typeface="HelveticaNeue-Thin"/>
            </a:endParaRPr>
          </a:p>
        </p:txBody>
      </p:sp>
    </p:spTree>
    <p:extLst>
      <p:ext uri="{BB962C8B-B14F-4D97-AF65-F5344CB8AC3E}">
        <p14:creationId xmlns:p14="http://schemas.microsoft.com/office/powerpoint/2010/main" val="120041905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object 4"/>
          <p:cNvSpPr txBox="1"/>
          <p:nvPr/>
        </p:nvSpPr>
        <p:spPr>
          <a:xfrm>
            <a:off x="457200" y="1960401"/>
            <a:ext cx="8752840" cy="683895"/>
          </a:xfrm>
          <a:prstGeom prst="rect">
            <a:avLst/>
          </a:prstGeom>
          <a:solidFill>
            <a:srgbClr val="FFD966"/>
          </a:solidFill>
          <a:ln w="10071">
            <a:solidFill>
              <a:srgbClr val="000000"/>
            </a:solidFill>
          </a:ln>
        </p:spPr>
        <p:txBody>
          <a:bodyPr vert="horz" wrap="square" lIns="0" tIns="20320" rIns="0" bIns="0" rtlCol="0">
            <a:spAutoFit/>
          </a:bodyPr>
          <a:lstStyle/>
          <a:p>
            <a:pPr marL="96520" marR="278765">
              <a:lnSpc>
                <a:spcPct val="101099"/>
              </a:lnSpc>
              <a:spcBef>
                <a:spcPts val="160"/>
              </a:spcBef>
            </a:pPr>
            <a:r>
              <a:rPr sz="1900" spc="-5" dirty="0">
                <a:latin typeface="Courier"/>
                <a:cs typeface="Courier"/>
              </a:rPr>
              <a:t>INSERT</a:t>
            </a:r>
            <a:r>
              <a:rPr sz="1900" spc="-20" dirty="0">
                <a:latin typeface="Courier"/>
                <a:cs typeface="Courier"/>
              </a:rPr>
              <a:t> </a:t>
            </a:r>
            <a:r>
              <a:rPr sz="1900" spc="-5" dirty="0">
                <a:latin typeface="Courier"/>
                <a:cs typeface="Courier"/>
              </a:rPr>
              <a:t>INTO</a:t>
            </a:r>
            <a:r>
              <a:rPr sz="1900" spc="-15" dirty="0">
                <a:latin typeface="Courier"/>
                <a:cs typeface="Courier"/>
              </a:rPr>
              <a:t> </a:t>
            </a:r>
            <a:r>
              <a:rPr sz="1900" spc="-5" dirty="0">
                <a:latin typeface="Courier"/>
                <a:cs typeface="Courier"/>
              </a:rPr>
              <a:t>table</a:t>
            </a:r>
            <a:r>
              <a:rPr sz="1900" spc="-20" dirty="0">
                <a:latin typeface="Courier"/>
                <a:cs typeface="Courier"/>
              </a:rPr>
              <a:t> </a:t>
            </a:r>
            <a:r>
              <a:rPr sz="1900" spc="-5" dirty="0">
                <a:latin typeface="Courier"/>
                <a:cs typeface="Courier"/>
              </a:rPr>
              <a:t>(column1,</a:t>
            </a:r>
            <a:r>
              <a:rPr sz="1900" spc="-15" dirty="0">
                <a:latin typeface="Courier"/>
                <a:cs typeface="Courier"/>
              </a:rPr>
              <a:t> </a:t>
            </a:r>
            <a:r>
              <a:rPr sz="1900" spc="-5" dirty="0">
                <a:latin typeface="Courier"/>
                <a:cs typeface="Courier"/>
              </a:rPr>
              <a:t>column2,</a:t>
            </a:r>
            <a:r>
              <a:rPr sz="1900" spc="-15" dirty="0">
                <a:latin typeface="Courier"/>
                <a:cs typeface="Courier"/>
              </a:rPr>
              <a:t> </a:t>
            </a:r>
            <a:r>
              <a:rPr sz="1900" spc="-5" dirty="0">
                <a:latin typeface="Courier"/>
                <a:cs typeface="Courier"/>
              </a:rPr>
              <a:t>...</a:t>
            </a:r>
            <a:r>
              <a:rPr sz="1900" spc="-15" dirty="0">
                <a:latin typeface="Courier"/>
                <a:cs typeface="Courier"/>
              </a:rPr>
              <a:t> </a:t>
            </a:r>
            <a:r>
              <a:rPr sz="1900" spc="-5" dirty="0">
                <a:latin typeface="Courier"/>
                <a:cs typeface="Courier"/>
              </a:rPr>
              <a:t>column_n</a:t>
            </a:r>
            <a:r>
              <a:rPr sz="1900" spc="-15" dirty="0">
                <a:latin typeface="Courier"/>
                <a:cs typeface="Courier"/>
              </a:rPr>
              <a:t> </a:t>
            </a:r>
            <a:r>
              <a:rPr sz="1900" spc="-5" dirty="0">
                <a:latin typeface="Courier"/>
                <a:cs typeface="Courier"/>
              </a:rPr>
              <a:t>)</a:t>
            </a:r>
            <a:r>
              <a:rPr sz="1900" spc="-15" dirty="0">
                <a:latin typeface="Courier"/>
                <a:cs typeface="Courier"/>
              </a:rPr>
              <a:t> </a:t>
            </a:r>
            <a:r>
              <a:rPr sz="1900" spc="-10" dirty="0">
                <a:latin typeface="Courier"/>
                <a:cs typeface="Courier"/>
              </a:rPr>
              <a:t>VALUES </a:t>
            </a:r>
            <a:r>
              <a:rPr sz="1900" spc="-1125" dirty="0">
                <a:latin typeface="Courier"/>
                <a:cs typeface="Courier"/>
              </a:rPr>
              <a:t> </a:t>
            </a:r>
            <a:r>
              <a:rPr sz="1900" spc="-10" dirty="0">
                <a:latin typeface="Courier"/>
                <a:cs typeface="Courier"/>
              </a:rPr>
              <a:t>(expression1,</a:t>
            </a:r>
            <a:r>
              <a:rPr sz="1900" spc="-5" dirty="0">
                <a:latin typeface="Courier"/>
                <a:cs typeface="Courier"/>
              </a:rPr>
              <a:t> </a:t>
            </a:r>
            <a:r>
              <a:rPr sz="1900" spc="-10" dirty="0">
                <a:latin typeface="Courier"/>
                <a:cs typeface="Courier"/>
              </a:rPr>
              <a:t>expression2,</a:t>
            </a:r>
            <a:r>
              <a:rPr sz="1900" spc="-5" dirty="0">
                <a:latin typeface="Courier"/>
                <a:cs typeface="Courier"/>
              </a:rPr>
              <a:t> ...</a:t>
            </a:r>
            <a:r>
              <a:rPr sz="1900" dirty="0">
                <a:latin typeface="Courier"/>
                <a:cs typeface="Courier"/>
              </a:rPr>
              <a:t> </a:t>
            </a:r>
            <a:r>
              <a:rPr sz="1900" spc="-10" dirty="0">
                <a:latin typeface="Courier"/>
                <a:cs typeface="Courier"/>
              </a:rPr>
              <a:t>expression_n</a:t>
            </a:r>
            <a:r>
              <a:rPr sz="1900" spc="-5" dirty="0">
                <a:latin typeface="Courier"/>
                <a:cs typeface="Courier"/>
              </a:rPr>
              <a:t> </a:t>
            </a:r>
            <a:r>
              <a:rPr sz="1900" spc="-10" dirty="0">
                <a:latin typeface="Courier"/>
                <a:cs typeface="Courier"/>
              </a:rPr>
              <a:t>);</a:t>
            </a:r>
            <a:endParaRPr sz="1900" dirty="0">
              <a:latin typeface="Courier"/>
              <a:cs typeface="Courier"/>
            </a:endParaRPr>
          </a:p>
        </p:txBody>
      </p:sp>
      <p:graphicFrame>
        <p:nvGraphicFramePr>
          <p:cNvPr id="17" name="Table 17">
            <a:extLst>
              <a:ext uri="{FF2B5EF4-FFF2-40B4-BE49-F238E27FC236}">
                <a16:creationId xmlns:a16="http://schemas.microsoft.com/office/drawing/2014/main" id="{EE86A16B-DE34-FD91-B726-2A9DCAC3179E}"/>
              </a:ext>
            </a:extLst>
          </p:cNvPr>
          <p:cNvGraphicFramePr>
            <a:graphicFrameLocks noGrp="1"/>
          </p:cNvGraphicFramePr>
          <p:nvPr>
            <p:extLst>
              <p:ext uri="{D42A27DB-BD31-4B8C-83A1-F6EECF244321}">
                <p14:modId xmlns:p14="http://schemas.microsoft.com/office/powerpoint/2010/main" val="3043204736"/>
              </p:ext>
            </p:extLst>
          </p:nvPr>
        </p:nvGraphicFramePr>
        <p:xfrm>
          <a:off x="469900" y="3425705"/>
          <a:ext cx="4132263" cy="1444435"/>
        </p:xfrm>
        <a:graphic>
          <a:graphicData uri="http://schemas.openxmlformats.org/drawingml/2006/table">
            <a:tbl>
              <a:tblPr firstRow="1" bandRow="1">
                <a:tableStyleId>{5940675A-B579-460E-94D1-54222C63F5DA}</a:tableStyleId>
              </a:tblPr>
              <a:tblGrid>
                <a:gridCol w="1438593">
                  <a:extLst>
                    <a:ext uri="{9D8B030D-6E8A-4147-A177-3AD203B41FA5}">
                      <a16:colId xmlns:a16="http://schemas.microsoft.com/office/drawing/2014/main" val="3944159858"/>
                    </a:ext>
                  </a:extLst>
                </a:gridCol>
                <a:gridCol w="2693670">
                  <a:extLst>
                    <a:ext uri="{9D8B030D-6E8A-4147-A177-3AD203B41FA5}">
                      <a16:colId xmlns:a16="http://schemas.microsoft.com/office/drawing/2014/main" val="3692392368"/>
                    </a:ext>
                  </a:extLst>
                </a:gridCol>
              </a:tblGrid>
              <a:tr h="154221">
                <a:tc gridSpan="2">
                  <a:txBody>
                    <a:bodyPr/>
                    <a:lstStyle/>
                    <a:p>
                      <a:pPr marL="0" algn="ctr" rtl="0"/>
                      <a:r>
                        <a:rPr lang="pt-PT" dirty="0" err="1"/>
                        <a:t>users</a:t>
                      </a:r>
                      <a:endParaRPr lang="pt-PT" dirty="0"/>
                    </a:p>
                  </a:txBody>
                  <a:tcPr/>
                </a:tc>
                <a:tc hMerge="1">
                  <a:txBody>
                    <a:bodyPr/>
                    <a:lstStyle/>
                    <a:p>
                      <a:pPr marL="0" algn="l" rtl="0"/>
                      <a:endParaRPr lang="pt-PT" dirty="0"/>
                    </a:p>
                  </a:txBody>
                  <a:tcPr/>
                </a:tc>
                <a:extLst>
                  <a:ext uri="{0D108BD9-81ED-4DB2-BD59-A6C34878D82A}">
                    <a16:rowId xmlns:a16="http://schemas.microsoft.com/office/drawing/2014/main" val="2152304999"/>
                  </a:ext>
                </a:extLst>
              </a:tr>
              <a:tr h="370840">
                <a:tc>
                  <a:txBody>
                    <a:bodyPr/>
                    <a:lstStyle/>
                    <a:p>
                      <a:pPr marL="0" algn="ctr" rtl="0"/>
                      <a:r>
                        <a:rPr lang="pt-PT" dirty="0" err="1"/>
                        <a:t>userId</a:t>
                      </a:r>
                      <a:r>
                        <a:rPr lang="pt-PT" dirty="0"/>
                        <a:t> (PK)</a:t>
                      </a:r>
                    </a:p>
                  </a:txBody>
                  <a:tcPr/>
                </a:tc>
                <a:tc>
                  <a:txBody>
                    <a:bodyPr/>
                    <a:lstStyle/>
                    <a:p>
                      <a:pPr marL="0" algn="ctr" rtl="0"/>
                      <a:r>
                        <a:rPr lang="pt-PT" dirty="0"/>
                        <a:t>001</a:t>
                      </a:r>
                    </a:p>
                  </a:txBody>
                  <a:tcPr/>
                </a:tc>
                <a:extLst>
                  <a:ext uri="{0D108BD9-81ED-4DB2-BD59-A6C34878D82A}">
                    <a16:rowId xmlns:a16="http://schemas.microsoft.com/office/drawing/2014/main" val="1974965028"/>
                  </a:ext>
                </a:extLst>
              </a:tr>
              <a:tr h="370840">
                <a:tc>
                  <a:txBody>
                    <a:bodyPr/>
                    <a:lstStyle/>
                    <a:p>
                      <a:pPr marL="0" algn="ctr" rtl="0"/>
                      <a:r>
                        <a:rPr lang="pt-PT" dirty="0" err="1"/>
                        <a:t>userName</a:t>
                      </a:r>
                      <a:endParaRPr lang="pt-PT" dirty="0"/>
                    </a:p>
                  </a:txBody>
                  <a:tcPr/>
                </a:tc>
                <a:tc>
                  <a:txBody>
                    <a:bodyPr/>
                    <a:lstStyle/>
                    <a:p>
                      <a:pPr marL="0" algn="ctr" rtl="0"/>
                      <a:r>
                        <a:rPr lang="pt-PT" dirty="0"/>
                        <a:t>John</a:t>
                      </a:r>
                    </a:p>
                  </a:txBody>
                  <a:tcPr/>
                </a:tc>
                <a:extLst>
                  <a:ext uri="{0D108BD9-81ED-4DB2-BD59-A6C34878D82A}">
                    <a16:rowId xmlns:a16="http://schemas.microsoft.com/office/drawing/2014/main" val="2817182984"/>
                  </a:ext>
                </a:extLst>
              </a:tr>
              <a:tr h="370840">
                <a:tc>
                  <a:txBody>
                    <a:bodyPr/>
                    <a:lstStyle/>
                    <a:p>
                      <a:pPr marL="0" algn="ctr" rtl="0"/>
                      <a:r>
                        <a:rPr lang="pt-PT" dirty="0" err="1"/>
                        <a:t>userSurname</a:t>
                      </a:r>
                      <a:endParaRPr lang="pt-PT" dirty="0"/>
                    </a:p>
                  </a:txBody>
                  <a:tcPr/>
                </a:tc>
                <a:tc>
                  <a:txBody>
                    <a:bodyPr/>
                    <a:lstStyle/>
                    <a:p>
                      <a:pPr marL="0" algn="ctr" rtl="0"/>
                      <a:r>
                        <a:rPr lang="pt-PT" dirty="0"/>
                        <a:t>Smith</a:t>
                      </a:r>
                    </a:p>
                  </a:txBody>
                  <a:tcPr/>
                </a:tc>
                <a:extLst>
                  <a:ext uri="{0D108BD9-81ED-4DB2-BD59-A6C34878D82A}">
                    <a16:rowId xmlns:a16="http://schemas.microsoft.com/office/drawing/2014/main" val="3728017281"/>
                  </a:ext>
                </a:extLst>
              </a:tr>
            </a:tbl>
          </a:graphicData>
        </a:graphic>
      </p:graphicFrame>
      <p:sp>
        <p:nvSpPr>
          <p:cNvPr id="2" name="Title 1">
            <a:extLst>
              <a:ext uri="{FF2B5EF4-FFF2-40B4-BE49-F238E27FC236}">
                <a16:creationId xmlns:a16="http://schemas.microsoft.com/office/drawing/2014/main" id="{3FA784FD-3ED7-5F78-81AA-802556D4B820}"/>
              </a:ext>
            </a:extLst>
          </p:cNvPr>
          <p:cNvSpPr>
            <a:spLocks noGrp="1"/>
          </p:cNvSpPr>
          <p:nvPr>
            <p:ph type="title"/>
          </p:nvPr>
        </p:nvSpPr>
        <p:spPr/>
        <p:txBody>
          <a:bodyPr/>
          <a:lstStyle/>
          <a:p>
            <a:r>
              <a:rPr lang="en-IE" dirty="0"/>
              <a:t>Adding a new row</a:t>
            </a:r>
          </a:p>
        </p:txBody>
      </p:sp>
      <p:sp>
        <p:nvSpPr>
          <p:cNvPr id="6" name="TextBox 5">
            <a:extLst>
              <a:ext uri="{FF2B5EF4-FFF2-40B4-BE49-F238E27FC236}">
                <a16:creationId xmlns:a16="http://schemas.microsoft.com/office/drawing/2014/main" id="{696B3338-9C69-8ABA-34F6-57C86E439AE6}"/>
              </a:ext>
            </a:extLst>
          </p:cNvPr>
          <p:cNvSpPr txBox="1"/>
          <p:nvPr/>
        </p:nvSpPr>
        <p:spPr>
          <a:xfrm>
            <a:off x="5136372" y="3824756"/>
            <a:ext cx="4586748" cy="646331"/>
          </a:xfrm>
          <a:prstGeom prst="rect">
            <a:avLst/>
          </a:prstGeom>
          <a:solidFill>
            <a:schemeClr val="tx1"/>
          </a:solidFill>
        </p:spPr>
        <p:txBody>
          <a:bodyPr wrap="square">
            <a:spAutoFit/>
          </a:bodyPr>
          <a:lstStyle/>
          <a:p>
            <a:r>
              <a:rPr lang="en-GB" b="0" dirty="0">
                <a:solidFill>
                  <a:srgbClr val="569CD6"/>
                </a:solidFill>
                <a:effectLst/>
                <a:latin typeface="Menlo" panose="020B0609030804020204" pitchFamily="49" charset="0"/>
              </a:rPr>
              <a:t>INSERT</a:t>
            </a:r>
            <a:r>
              <a:rPr lang="en-GB" b="0" dirty="0">
                <a:solidFill>
                  <a:srgbClr val="D4D4D4"/>
                </a:solidFill>
                <a:effectLst/>
                <a:latin typeface="Menlo" panose="020B0609030804020204" pitchFamily="49" charset="0"/>
              </a:rPr>
              <a:t> </a:t>
            </a:r>
            <a:r>
              <a:rPr lang="en-GB" b="0" dirty="0">
                <a:solidFill>
                  <a:srgbClr val="569CD6"/>
                </a:solidFill>
                <a:effectLst/>
                <a:latin typeface="Menlo" panose="020B0609030804020204" pitchFamily="49" charset="0"/>
              </a:rPr>
              <a:t>INTO</a:t>
            </a:r>
            <a:r>
              <a:rPr lang="en-GB" b="0" dirty="0">
                <a:solidFill>
                  <a:srgbClr val="D4D4D4"/>
                </a:solidFill>
                <a:effectLst/>
                <a:latin typeface="Menlo" panose="020B0609030804020204" pitchFamily="49" charset="0"/>
              </a:rPr>
              <a:t> users </a:t>
            </a:r>
            <a:r>
              <a:rPr lang="en-GB" b="0" dirty="0">
                <a:solidFill>
                  <a:srgbClr val="569CD6"/>
                </a:solidFill>
                <a:effectLst/>
                <a:latin typeface="Menlo" panose="020B0609030804020204" pitchFamily="49" charset="0"/>
              </a:rPr>
              <a:t>VALUES</a:t>
            </a:r>
            <a:r>
              <a:rPr lang="en-GB" b="0" dirty="0">
                <a:solidFill>
                  <a:srgbClr val="D4D4D4"/>
                </a:solidFill>
                <a:effectLst/>
                <a:latin typeface="Menlo" panose="020B0609030804020204" pitchFamily="49" charset="0"/>
              </a:rPr>
              <a:t> (</a:t>
            </a:r>
            <a:r>
              <a:rPr lang="en-GB" b="0" dirty="0">
                <a:solidFill>
                  <a:srgbClr val="B5CEA8"/>
                </a:solidFill>
                <a:effectLst/>
                <a:latin typeface="Menlo" panose="020B0609030804020204" pitchFamily="49" charset="0"/>
              </a:rPr>
              <a:t>001</a:t>
            </a:r>
            <a:r>
              <a:rPr lang="en-GB" b="0" dirty="0">
                <a:solidFill>
                  <a:srgbClr val="D4D4D4"/>
                </a:solidFill>
                <a:effectLst/>
                <a:latin typeface="Menlo" panose="020B0609030804020204" pitchFamily="49" charset="0"/>
              </a:rPr>
              <a:t>, </a:t>
            </a:r>
            <a:r>
              <a:rPr lang="en-GB" b="0" dirty="0">
                <a:solidFill>
                  <a:srgbClr val="CE9178"/>
                </a:solidFill>
                <a:effectLst/>
                <a:latin typeface="Menlo" panose="020B0609030804020204" pitchFamily="49" charset="0"/>
              </a:rPr>
              <a:t>'John'</a:t>
            </a:r>
            <a:r>
              <a:rPr lang="en-GB" b="0" dirty="0">
                <a:solidFill>
                  <a:srgbClr val="D4D4D4"/>
                </a:solidFill>
                <a:effectLst/>
                <a:latin typeface="Menlo" panose="020B0609030804020204" pitchFamily="49" charset="0"/>
              </a:rPr>
              <a:t>, </a:t>
            </a:r>
            <a:r>
              <a:rPr lang="en-GB" b="0" dirty="0">
                <a:solidFill>
                  <a:srgbClr val="CE9178"/>
                </a:solidFill>
                <a:effectLst/>
                <a:latin typeface="Menlo" panose="020B0609030804020204" pitchFamily="49" charset="0"/>
              </a:rPr>
              <a:t>'Smith'</a:t>
            </a:r>
            <a:r>
              <a:rPr lang="en-GB" b="0" dirty="0">
                <a:solidFill>
                  <a:srgbClr val="D4D4D4"/>
                </a:solidFill>
                <a:effectLst/>
                <a:latin typeface="Menlo" panose="020B0609030804020204" pitchFamily="49" charset="0"/>
              </a:rPr>
              <a:t>);</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05B4892-F4EF-4BFB-D547-5E3CFA41E1C8}"/>
              </a:ext>
            </a:extLst>
          </p:cNvPr>
          <p:cNvSpPr txBox="1"/>
          <p:nvPr/>
        </p:nvSpPr>
        <p:spPr>
          <a:xfrm>
            <a:off x="546099" y="2147034"/>
            <a:ext cx="9580479" cy="4562788"/>
          </a:xfrm>
          <a:prstGeom prst="rect">
            <a:avLst/>
          </a:prstGeom>
          <a:noFill/>
        </p:spPr>
        <p:txBody>
          <a:bodyPr wrap="square">
            <a:spAutoFit/>
          </a:bodyPr>
          <a:lstStyle/>
          <a:p>
            <a:pPr>
              <a:lnSpc>
                <a:spcPct val="150000"/>
              </a:lnSpc>
            </a:pPr>
            <a:r>
              <a:rPr lang="en-IE" sz="2400" dirty="0">
                <a:latin typeface="Helvetica" pitchFamily="2" charset="0"/>
              </a:rPr>
              <a:t>If we do not include a column list, the DBMS assumes you are inserting data in the column order it expects. That is useful if you know the order and you are filling out all the attributes.</a:t>
            </a:r>
          </a:p>
          <a:p>
            <a:pPr>
              <a:lnSpc>
                <a:spcPct val="150000"/>
              </a:lnSpc>
            </a:pPr>
            <a:endParaRPr lang="en-IE" sz="2400" dirty="0">
              <a:latin typeface="Helvetica" pitchFamily="2" charset="0"/>
            </a:endParaRPr>
          </a:p>
          <a:p>
            <a:pPr>
              <a:lnSpc>
                <a:spcPct val="150000"/>
              </a:lnSpc>
            </a:pPr>
            <a:endParaRPr lang="en-IE" sz="2400" dirty="0">
              <a:latin typeface="Helvetica" pitchFamily="2" charset="0"/>
            </a:endParaRPr>
          </a:p>
          <a:p>
            <a:pPr>
              <a:lnSpc>
                <a:spcPct val="150000"/>
              </a:lnSpc>
            </a:pPr>
            <a:r>
              <a:rPr lang="en-IE" sz="2400" dirty="0">
                <a:latin typeface="Helvetica" pitchFamily="2" charset="0"/>
              </a:rPr>
              <a:t>If </a:t>
            </a:r>
            <a:r>
              <a:rPr lang="en-IE" sz="2400" dirty="0" err="1">
                <a:latin typeface="Helvetica" pitchFamily="2" charset="0"/>
              </a:rPr>
              <a:t>userId</a:t>
            </a:r>
            <a:r>
              <a:rPr lang="en-IE" sz="2400" dirty="0">
                <a:latin typeface="Helvetica" pitchFamily="2" charset="0"/>
              </a:rPr>
              <a:t> was SERIAL data type, we would need to list the columns before inserting data, so we can skip the serial type column.</a:t>
            </a:r>
          </a:p>
          <a:p>
            <a:pPr>
              <a:lnSpc>
                <a:spcPct val="150000"/>
              </a:lnSpc>
            </a:pPr>
            <a:endParaRPr lang="en-IE" sz="2800" dirty="0">
              <a:latin typeface="Times" pitchFamily="2" charset="0"/>
            </a:endParaRPr>
          </a:p>
        </p:txBody>
      </p:sp>
      <p:sp>
        <p:nvSpPr>
          <p:cNvPr id="3" name="Title 2">
            <a:extLst>
              <a:ext uri="{FF2B5EF4-FFF2-40B4-BE49-F238E27FC236}">
                <a16:creationId xmlns:a16="http://schemas.microsoft.com/office/drawing/2014/main" id="{2C741AA5-7D84-EFDE-FFCE-60DFDC91B8DD}"/>
              </a:ext>
            </a:extLst>
          </p:cNvPr>
          <p:cNvSpPr>
            <a:spLocks noGrp="1"/>
          </p:cNvSpPr>
          <p:nvPr>
            <p:ph type="title"/>
          </p:nvPr>
        </p:nvSpPr>
        <p:spPr>
          <a:xfrm>
            <a:off x="735170" y="402314"/>
            <a:ext cx="9488329" cy="1460574"/>
          </a:xfrm>
        </p:spPr>
        <p:txBody>
          <a:bodyPr>
            <a:normAutofit/>
          </a:bodyPr>
          <a:lstStyle/>
          <a:p>
            <a:r>
              <a:rPr lang="en-IE" sz="3600" dirty="0">
                <a:latin typeface="Helvetica" pitchFamily="2" charset="0"/>
              </a:rPr>
              <a:t>Adding a new row without column specification</a:t>
            </a:r>
            <a:endParaRPr lang="en-IE" dirty="0">
              <a:latin typeface="Helvetica" pitchFamily="2" charset="0"/>
            </a:endParaRPr>
          </a:p>
        </p:txBody>
      </p:sp>
      <p:sp>
        <p:nvSpPr>
          <p:cNvPr id="5" name="TextBox 4">
            <a:extLst>
              <a:ext uri="{FF2B5EF4-FFF2-40B4-BE49-F238E27FC236}">
                <a16:creationId xmlns:a16="http://schemas.microsoft.com/office/drawing/2014/main" id="{8ACE6E71-677B-FC30-6A00-C996DE646DE4}"/>
              </a:ext>
            </a:extLst>
          </p:cNvPr>
          <p:cNvSpPr txBox="1"/>
          <p:nvPr/>
        </p:nvSpPr>
        <p:spPr>
          <a:xfrm>
            <a:off x="735170" y="4170918"/>
            <a:ext cx="6821330" cy="369332"/>
          </a:xfrm>
          <a:prstGeom prst="rect">
            <a:avLst/>
          </a:prstGeom>
          <a:solidFill>
            <a:schemeClr val="tx1"/>
          </a:solidFill>
        </p:spPr>
        <p:txBody>
          <a:bodyPr wrap="square">
            <a:spAutoFit/>
          </a:bodyPr>
          <a:lstStyle/>
          <a:p>
            <a:r>
              <a:rPr lang="en-GB" b="0" dirty="0">
                <a:solidFill>
                  <a:srgbClr val="569CD6"/>
                </a:solidFill>
                <a:effectLst/>
                <a:latin typeface="Menlo" panose="020B0609030804020204" pitchFamily="49" charset="0"/>
              </a:rPr>
              <a:t>INSERT</a:t>
            </a:r>
            <a:r>
              <a:rPr lang="en-GB" b="0" dirty="0">
                <a:solidFill>
                  <a:srgbClr val="D4D4D4"/>
                </a:solidFill>
                <a:effectLst/>
                <a:latin typeface="Menlo" panose="020B0609030804020204" pitchFamily="49" charset="0"/>
              </a:rPr>
              <a:t> </a:t>
            </a:r>
            <a:r>
              <a:rPr lang="en-GB" b="0" dirty="0">
                <a:solidFill>
                  <a:srgbClr val="569CD6"/>
                </a:solidFill>
                <a:effectLst/>
                <a:latin typeface="Menlo" panose="020B0609030804020204" pitchFamily="49" charset="0"/>
              </a:rPr>
              <a:t>INTO</a:t>
            </a:r>
            <a:r>
              <a:rPr lang="en-GB" b="0" dirty="0">
                <a:solidFill>
                  <a:srgbClr val="D4D4D4"/>
                </a:solidFill>
                <a:effectLst/>
                <a:latin typeface="Menlo" panose="020B0609030804020204" pitchFamily="49" charset="0"/>
              </a:rPr>
              <a:t> users </a:t>
            </a:r>
            <a:r>
              <a:rPr lang="en-GB" b="0" dirty="0">
                <a:solidFill>
                  <a:srgbClr val="569CD6"/>
                </a:solidFill>
                <a:effectLst/>
                <a:latin typeface="Menlo" panose="020B0609030804020204" pitchFamily="49" charset="0"/>
              </a:rPr>
              <a:t>VALUES</a:t>
            </a:r>
            <a:r>
              <a:rPr lang="en-GB" b="0" dirty="0">
                <a:solidFill>
                  <a:srgbClr val="D4D4D4"/>
                </a:solidFill>
                <a:effectLst/>
                <a:latin typeface="Menlo" panose="020B0609030804020204" pitchFamily="49" charset="0"/>
              </a:rPr>
              <a:t> (</a:t>
            </a:r>
            <a:r>
              <a:rPr lang="en-GB" b="0" dirty="0">
                <a:solidFill>
                  <a:srgbClr val="B5CEA8"/>
                </a:solidFill>
                <a:effectLst/>
                <a:latin typeface="Menlo" panose="020B0609030804020204" pitchFamily="49" charset="0"/>
              </a:rPr>
              <a:t>001</a:t>
            </a:r>
            <a:r>
              <a:rPr lang="en-GB" b="0" dirty="0">
                <a:solidFill>
                  <a:srgbClr val="D4D4D4"/>
                </a:solidFill>
                <a:effectLst/>
                <a:latin typeface="Menlo" panose="020B0609030804020204" pitchFamily="49" charset="0"/>
              </a:rPr>
              <a:t>, </a:t>
            </a:r>
            <a:r>
              <a:rPr lang="en-GB" b="0" dirty="0">
                <a:solidFill>
                  <a:srgbClr val="CE9178"/>
                </a:solidFill>
                <a:effectLst/>
                <a:latin typeface="Menlo" panose="020B0609030804020204" pitchFamily="49" charset="0"/>
              </a:rPr>
              <a:t>'John'</a:t>
            </a:r>
            <a:r>
              <a:rPr lang="en-GB" b="0" dirty="0">
                <a:solidFill>
                  <a:srgbClr val="D4D4D4"/>
                </a:solidFill>
                <a:effectLst/>
                <a:latin typeface="Menlo" panose="020B0609030804020204" pitchFamily="49" charset="0"/>
              </a:rPr>
              <a:t>, </a:t>
            </a:r>
            <a:r>
              <a:rPr lang="en-GB" b="0" dirty="0">
                <a:solidFill>
                  <a:srgbClr val="CE9178"/>
                </a:solidFill>
                <a:effectLst/>
                <a:latin typeface="Menlo" panose="020B0609030804020204" pitchFamily="49" charset="0"/>
              </a:rPr>
              <a:t>'Smith'</a:t>
            </a:r>
            <a:r>
              <a:rPr lang="en-GB" b="0" dirty="0">
                <a:solidFill>
                  <a:srgbClr val="D4D4D4"/>
                </a:solidFill>
                <a:effectLst/>
                <a:latin typeface="Menlo" panose="020B0609030804020204" pitchFamily="49" charset="0"/>
              </a:rPr>
              <a:t>);</a:t>
            </a:r>
          </a:p>
        </p:txBody>
      </p:sp>
      <p:sp>
        <p:nvSpPr>
          <p:cNvPr id="6" name="TextBox 5">
            <a:extLst>
              <a:ext uri="{FF2B5EF4-FFF2-40B4-BE49-F238E27FC236}">
                <a16:creationId xmlns:a16="http://schemas.microsoft.com/office/drawing/2014/main" id="{19F80670-F24F-9496-CD40-AE8F5F8445B3}"/>
              </a:ext>
            </a:extLst>
          </p:cNvPr>
          <p:cNvSpPr txBox="1"/>
          <p:nvPr/>
        </p:nvSpPr>
        <p:spPr>
          <a:xfrm>
            <a:off x="698500" y="6179919"/>
            <a:ext cx="8915400" cy="646331"/>
          </a:xfrm>
          <a:prstGeom prst="rect">
            <a:avLst/>
          </a:prstGeom>
          <a:solidFill>
            <a:schemeClr val="tx1"/>
          </a:solidFill>
        </p:spPr>
        <p:txBody>
          <a:bodyPr wrap="square">
            <a:spAutoFit/>
          </a:bodyPr>
          <a:lstStyle/>
          <a:p>
            <a:r>
              <a:rPr lang="en-GB" b="0" dirty="0">
                <a:solidFill>
                  <a:srgbClr val="569CD6"/>
                </a:solidFill>
                <a:effectLst/>
                <a:latin typeface="Menlo" panose="020B0609030804020204" pitchFamily="49" charset="0"/>
              </a:rPr>
              <a:t>INSERT</a:t>
            </a:r>
            <a:r>
              <a:rPr lang="en-GB" b="0" dirty="0">
                <a:solidFill>
                  <a:srgbClr val="D4D4D4"/>
                </a:solidFill>
                <a:effectLst/>
                <a:latin typeface="Menlo" panose="020B0609030804020204" pitchFamily="49" charset="0"/>
              </a:rPr>
              <a:t> </a:t>
            </a:r>
            <a:r>
              <a:rPr lang="en-GB" b="0" dirty="0">
                <a:solidFill>
                  <a:srgbClr val="569CD6"/>
                </a:solidFill>
                <a:effectLst/>
                <a:latin typeface="Menlo" panose="020B0609030804020204" pitchFamily="49" charset="0"/>
              </a:rPr>
              <a:t>INTO</a:t>
            </a:r>
            <a:r>
              <a:rPr lang="en-GB" b="0" dirty="0">
                <a:solidFill>
                  <a:srgbClr val="D4D4D4"/>
                </a:solidFill>
                <a:effectLst/>
                <a:latin typeface="Menlo" panose="020B0609030804020204" pitchFamily="49" charset="0"/>
              </a:rPr>
              <a:t> users (</a:t>
            </a:r>
            <a:r>
              <a:rPr lang="en-GB" b="0" dirty="0" err="1">
                <a:solidFill>
                  <a:srgbClr val="D4D4D4"/>
                </a:solidFill>
                <a:effectLst/>
                <a:latin typeface="Menlo" panose="020B0609030804020204" pitchFamily="49" charset="0"/>
              </a:rPr>
              <a:t>userId</a:t>
            </a:r>
            <a:r>
              <a:rPr lang="en-GB" b="0" dirty="0">
                <a:solidFill>
                  <a:srgbClr val="D4D4D4"/>
                </a:solidFill>
                <a:effectLst/>
                <a:latin typeface="Menlo" panose="020B0609030804020204" pitchFamily="49" charset="0"/>
              </a:rPr>
              <a:t>, </a:t>
            </a:r>
            <a:r>
              <a:rPr lang="en-GB" b="0" dirty="0" err="1">
                <a:solidFill>
                  <a:srgbClr val="D4D4D4"/>
                </a:solidFill>
                <a:effectLst/>
                <a:latin typeface="Menlo" panose="020B0609030804020204" pitchFamily="49" charset="0"/>
              </a:rPr>
              <a:t>userName</a:t>
            </a:r>
            <a:r>
              <a:rPr lang="en-GB" dirty="0">
                <a:solidFill>
                  <a:srgbClr val="D4D4D4"/>
                </a:solidFill>
                <a:latin typeface="Menlo" panose="020B0609030804020204" pitchFamily="49" charset="0"/>
              </a:rPr>
              <a:t>, </a:t>
            </a:r>
            <a:r>
              <a:rPr lang="en-GB" dirty="0" err="1">
                <a:solidFill>
                  <a:srgbClr val="D4D4D4"/>
                </a:solidFill>
                <a:latin typeface="Menlo" panose="020B0609030804020204" pitchFamily="49" charset="0"/>
              </a:rPr>
              <a:t>userSurname</a:t>
            </a:r>
            <a:r>
              <a:rPr lang="en-GB" dirty="0">
                <a:solidFill>
                  <a:srgbClr val="D4D4D4"/>
                </a:solidFill>
                <a:latin typeface="Menlo" panose="020B0609030804020204" pitchFamily="49" charset="0"/>
              </a:rPr>
              <a:t>)</a:t>
            </a:r>
            <a:r>
              <a:rPr lang="en-GB" b="0" dirty="0">
                <a:solidFill>
                  <a:srgbClr val="D4D4D4"/>
                </a:solidFill>
                <a:effectLst/>
                <a:latin typeface="Menlo" panose="020B0609030804020204" pitchFamily="49" charset="0"/>
              </a:rPr>
              <a:t> </a:t>
            </a:r>
            <a:r>
              <a:rPr lang="en-GB" b="0" dirty="0">
                <a:solidFill>
                  <a:srgbClr val="569CD6"/>
                </a:solidFill>
                <a:effectLst/>
                <a:latin typeface="Menlo" panose="020B0609030804020204" pitchFamily="49" charset="0"/>
              </a:rPr>
              <a:t>VALUES</a:t>
            </a:r>
            <a:r>
              <a:rPr lang="en-GB" b="0" dirty="0">
                <a:solidFill>
                  <a:srgbClr val="D4D4D4"/>
                </a:solidFill>
                <a:effectLst/>
                <a:latin typeface="Menlo" panose="020B0609030804020204" pitchFamily="49" charset="0"/>
              </a:rPr>
              <a:t> (</a:t>
            </a:r>
            <a:r>
              <a:rPr lang="en-GB" b="0" dirty="0">
                <a:solidFill>
                  <a:srgbClr val="B5CEA8"/>
                </a:solidFill>
                <a:effectLst/>
                <a:latin typeface="Menlo" panose="020B0609030804020204" pitchFamily="49" charset="0"/>
              </a:rPr>
              <a:t>001</a:t>
            </a:r>
            <a:r>
              <a:rPr lang="en-GB" b="0" dirty="0">
                <a:solidFill>
                  <a:srgbClr val="D4D4D4"/>
                </a:solidFill>
                <a:effectLst/>
                <a:latin typeface="Menlo" panose="020B0609030804020204" pitchFamily="49" charset="0"/>
              </a:rPr>
              <a:t>, </a:t>
            </a:r>
            <a:r>
              <a:rPr lang="en-GB" b="0" dirty="0">
                <a:solidFill>
                  <a:srgbClr val="CE9178"/>
                </a:solidFill>
                <a:effectLst/>
                <a:latin typeface="Menlo" panose="020B0609030804020204" pitchFamily="49" charset="0"/>
              </a:rPr>
              <a:t>'John'</a:t>
            </a:r>
            <a:r>
              <a:rPr lang="en-GB" b="0" dirty="0">
                <a:solidFill>
                  <a:srgbClr val="D4D4D4"/>
                </a:solidFill>
                <a:effectLst/>
                <a:latin typeface="Menlo" panose="020B0609030804020204" pitchFamily="49" charset="0"/>
              </a:rPr>
              <a:t>, </a:t>
            </a:r>
            <a:r>
              <a:rPr lang="en-GB" b="0" dirty="0">
                <a:solidFill>
                  <a:srgbClr val="CE9178"/>
                </a:solidFill>
                <a:effectLst/>
                <a:latin typeface="Menlo" panose="020B0609030804020204" pitchFamily="49" charset="0"/>
              </a:rPr>
              <a:t>'Smith'</a:t>
            </a:r>
            <a:r>
              <a:rPr lang="en-GB" b="0" dirty="0">
                <a:solidFill>
                  <a:srgbClr val="D4D4D4"/>
                </a:solidFill>
                <a:effectLst/>
                <a:latin typeface="Menlo" panose="020B0609030804020204" pitchFamily="49" charset="0"/>
              </a:rPr>
              <a:t>);</a:t>
            </a:r>
          </a:p>
        </p:txBody>
      </p:sp>
    </p:spTree>
    <p:extLst>
      <p:ext uri="{BB962C8B-B14F-4D97-AF65-F5344CB8AC3E}">
        <p14:creationId xmlns:p14="http://schemas.microsoft.com/office/powerpoint/2010/main" val="86215603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9481C112-653C-20AC-1506-6ECD101DA527}"/>
              </a:ext>
            </a:extLst>
          </p:cNvPr>
          <p:cNvSpPr txBox="1"/>
          <p:nvPr/>
        </p:nvSpPr>
        <p:spPr>
          <a:xfrm>
            <a:off x="789070" y="1796811"/>
            <a:ext cx="9115259" cy="4893647"/>
          </a:xfrm>
          <a:prstGeom prst="rect">
            <a:avLst/>
          </a:prstGeom>
          <a:noFill/>
        </p:spPr>
        <p:txBody>
          <a:bodyPr wrap="square">
            <a:spAutoFit/>
          </a:bodyPr>
          <a:lstStyle/>
          <a:p>
            <a:r>
              <a:rPr lang="en-AU" sz="2400" dirty="0">
                <a:latin typeface="Helvetica" pitchFamily="2" charset="0"/>
              </a:rPr>
              <a:t>This is the code to create the table users:</a:t>
            </a:r>
          </a:p>
          <a:p>
            <a:endParaRPr lang="en-AU" sz="2400" dirty="0">
              <a:latin typeface="Helvetica" pitchFamily="2" charset="0"/>
            </a:endParaRPr>
          </a:p>
          <a:p>
            <a:r>
              <a:rPr lang="en-AU" sz="2400" dirty="0">
                <a:latin typeface="Helvetica" pitchFamily="2" charset="0"/>
              </a:rPr>
              <a:t> </a:t>
            </a:r>
          </a:p>
          <a:p>
            <a:endParaRPr lang="en-AU" sz="2400" dirty="0">
              <a:latin typeface="Helvetica" pitchFamily="2" charset="0"/>
            </a:endParaRPr>
          </a:p>
          <a:p>
            <a:r>
              <a:rPr lang="en-AU" sz="2400" dirty="0">
                <a:latin typeface="Helvetica" pitchFamily="2" charset="0"/>
              </a:rPr>
              <a:t>Suppose we run the following code twice:</a:t>
            </a:r>
          </a:p>
          <a:p>
            <a:endParaRPr lang="en-AU" sz="2400" dirty="0">
              <a:latin typeface="Helvetica" pitchFamily="2" charset="0"/>
            </a:endParaRPr>
          </a:p>
          <a:p>
            <a:endParaRPr lang="en-AU" sz="2400" dirty="0">
              <a:latin typeface="Helvetica" pitchFamily="2" charset="0"/>
            </a:endParaRPr>
          </a:p>
          <a:p>
            <a:endParaRPr lang="en-AU" sz="2400" dirty="0">
              <a:latin typeface="Helvetica" pitchFamily="2" charset="0"/>
            </a:endParaRPr>
          </a:p>
          <a:p>
            <a:r>
              <a:rPr lang="en-AU" sz="2400" dirty="0">
                <a:latin typeface="Helvetica" pitchFamily="2" charset="0"/>
              </a:rPr>
              <a:t>We will get the following error on </a:t>
            </a:r>
            <a:r>
              <a:rPr lang="en-AU" sz="2400" dirty="0" err="1">
                <a:latin typeface="Helvetica" pitchFamily="2" charset="0"/>
              </a:rPr>
              <a:t>Dbeaver</a:t>
            </a:r>
            <a:r>
              <a:rPr lang="en-AU" sz="2400" dirty="0">
                <a:latin typeface="Helvetica" pitchFamily="2" charset="0"/>
              </a:rPr>
              <a:t>:</a:t>
            </a:r>
          </a:p>
          <a:p>
            <a:endParaRPr lang="en-AU" sz="2400" dirty="0">
              <a:latin typeface="Helvetica" pitchFamily="2" charset="0"/>
            </a:endParaRPr>
          </a:p>
          <a:p>
            <a:endParaRPr lang="en-AU" sz="2400" dirty="0">
              <a:latin typeface="Helvetica" pitchFamily="2" charset="0"/>
            </a:endParaRPr>
          </a:p>
          <a:p>
            <a:endParaRPr lang="en-AU" sz="2400" dirty="0">
              <a:latin typeface="Helvetica" pitchFamily="2" charset="0"/>
            </a:endParaRPr>
          </a:p>
          <a:p>
            <a:r>
              <a:rPr lang="en-AU" sz="2400" dirty="0">
                <a:latin typeface="Helvetica" pitchFamily="2" charset="0"/>
              </a:rPr>
              <a:t>What does it mean?</a:t>
            </a:r>
          </a:p>
        </p:txBody>
      </p:sp>
      <p:sp>
        <p:nvSpPr>
          <p:cNvPr id="3" name="Title 2">
            <a:extLst>
              <a:ext uri="{FF2B5EF4-FFF2-40B4-BE49-F238E27FC236}">
                <a16:creationId xmlns:a16="http://schemas.microsoft.com/office/drawing/2014/main" id="{3A9FFD9B-E2C8-9204-0159-F4D8707C8F10}"/>
              </a:ext>
            </a:extLst>
          </p:cNvPr>
          <p:cNvSpPr>
            <a:spLocks noGrp="1"/>
          </p:cNvSpPr>
          <p:nvPr>
            <p:ph type="title"/>
          </p:nvPr>
        </p:nvSpPr>
        <p:spPr/>
        <p:txBody>
          <a:bodyPr/>
          <a:lstStyle/>
          <a:p>
            <a:r>
              <a:rPr lang="en-IE" dirty="0"/>
              <a:t>Possible errors – constraint violation</a:t>
            </a:r>
          </a:p>
        </p:txBody>
      </p:sp>
      <p:sp>
        <p:nvSpPr>
          <p:cNvPr id="7" name="TextBox 6">
            <a:extLst>
              <a:ext uri="{FF2B5EF4-FFF2-40B4-BE49-F238E27FC236}">
                <a16:creationId xmlns:a16="http://schemas.microsoft.com/office/drawing/2014/main" id="{0B7E0E0C-DB57-F743-DE1F-0364FC9E5356}"/>
              </a:ext>
            </a:extLst>
          </p:cNvPr>
          <p:cNvSpPr txBox="1"/>
          <p:nvPr/>
        </p:nvSpPr>
        <p:spPr>
          <a:xfrm>
            <a:off x="823893" y="3866118"/>
            <a:ext cx="6821330" cy="646331"/>
          </a:xfrm>
          <a:prstGeom prst="rect">
            <a:avLst/>
          </a:prstGeom>
          <a:solidFill>
            <a:schemeClr val="tx1"/>
          </a:solidFill>
        </p:spPr>
        <p:txBody>
          <a:bodyPr wrap="square">
            <a:spAutoFit/>
          </a:bodyPr>
          <a:lstStyle/>
          <a:p>
            <a:r>
              <a:rPr lang="en-GB" b="0" dirty="0">
                <a:solidFill>
                  <a:srgbClr val="569CD6"/>
                </a:solidFill>
                <a:effectLst/>
                <a:latin typeface="Menlo" panose="020B0609030804020204" pitchFamily="49" charset="0"/>
              </a:rPr>
              <a:t>INSERT</a:t>
            </a:r>
            <a:r>
              <a:rPr lang="en-GB" b="0" dirty="0">
                <a:solidFill>
                  <a:srgbClr val="D4D4D4"/>
                </a:solidFill>
                <a:effectLst/>
                <a:latin typeface="Menlo" panose="020B0609030804020204" pitchFamily="49" charset="0"/>
              </a:rPr>
              <a:t> </a:t>
            </a:r>
            <a:r>
              <a:rPr lang="en-GB" b="0" dirty="0">
                <a:solidFill>
                  <a:srgbClr val="569CD6"/>
                </a:solidFill>
                <a:effectLst/>
                <a:latin typeface="Menlo" panose="020B0609030804020204" pitchFamily="49" charset="0"/>
              </a:rPr>
              <a:t>INTO</a:t>
            </a:r>
            <a:r>
              <a:rPr lang="en-GB" b="0" dirty="0">
                <a:solidFill>
                  <a:srgbClr val="D4D4D4"/>
                </a:solidFill>
                <a:effectLst/>
                <a:latin typeface="Menlo" panose="020B0609030804020204" pitchFamily="49" charset="0"/>
              </a:rPr>
              <a:t> users </a:t>
            </a:r>
            <a:r>
              <a:rPr lang="en-GB" b="0" dirty="0">
                <a:solidFill>
                  <a:srgbClr val="569CD6"/>
                </a:solidFill>
                <a:effectLst/>
                <a:latin typeface="Menlo" panose="020B0609030804020204" pitchFamily="49" charset="0"/>
              </a:rPr>
              <a:t>VALUES</a:t>
            </a:r>
            <a:r>
              <a:rPr lang="en-GB" b="0" dirty="0">
                <a:solidFill>
                  <a:srgbClr val="D4D4D4"/>
                </a:solidFill>
                <a:effectLst/>
                <a:latin typeface="Menlo" panose="020B0609030804020204" pitchFamily="49" charset="0"/>
              </a:rPr>
              <a:t> (</a:t>
            </a:r>
            <a:r>
              <a:rPr lang="en-GB" b="0" dirty="0">
                <a:solidFill>
                  <a:srgbClr val="B5CEA8"/>
                </a:solidFill>
                <a:effectLst/>
                <a:latin typeface="Menlo" panose="020B0609030804020204" pitchFamily="49" charset="0"/>
              </a:rPr>
              <a:t>001</a:t>
            </a:r>
            <a:r>
              <a:rPr lang="en-GB" b="0" dirty="0">
                <a:solidFill>
                  <a:srgbClr val="D4D4D4"/>
                </a:solidFill>
                <a:effectLst/>
                <a:latin typeface="Menlo" panose="020B0609030804020204" pitchFamily="49" charset="0"/>
              </a:rPr>
              <a:t>, </a:t>
            </a:r>
            <a:r>
              <a:rPr lang="en-GB" b="0" dirty="0">
                <a:solidFill>
                  <a:srgbClr val="CE9178"/>
                </a:solidFill>
                <a:effectLst/>
                <a:latin typeface="Menlo" panose="020B0609030804020204" pitchFamily="49" charset="0"/>
              </a:rPr>
              <a:t>'John'</a:t>
            </a:r>
            <a:r>
              <a:rPr lang="en-GB" b="0" dirty="0">
                <a:solidFill>
                  <a:srgbClr val="D4D4D4"/>
                </a:solidFill>
                <a:effectLst/>
                <a:latin typeface="Menlo" panose="020B0609030804020204" pitchFamily="49" charset="0"/>
              </a:rPr>
              <a:t>, </a:t>
            </a:r>
            <a:r>
              <a:rPr lang="en-GB" b="0" dirty="0">
                <a:solidFill>
                  <a:srgbClr val="CE9178"/>
                </a:solidFill>
                <a:effectLst/>
                <a:latin typeface="Menlo" panose="020B0609030804020204" pitchFamily="49" charset="0"/>
              </a:rPr>
              <a:t>'Smith’</a:t>
            </a:r>
            <a:r>
              <a:rPr lang="en-GB" b="0" dirty="0">
                <a:solidFill>
                  <a:srgbClr val="D4D4D4"/>
                </a:solidFill>
                <a:effectLst/>
                <a:latin typeface="Menlo" panose="020B0609030804020204" pitchFamily="49" charset="0"/>
              </a:rPr>
              <a:t>);</a:t>
            </a:r>
          </a:p>
          <a:p>
            <a:r>
              <a:rPr lang="en-GB" b="0" dirty="0">
                <a:solidFill>
                  <a:srgbClr val="569CD6"/>
                </a:solidFill>
                <a:effectLst/>
                <a:latin typeface="Menlo" panose="020B0609030804020204" pitchFamily="49" charset="0"/>
              </a:rPr>
              <a:t>INSERT</a:t>
            </a:r>
            <a:r>
              <a:rPr lang="en-GB" b="0" dirty="0">
                <a:solidFill>
                  <a:srgbClr val="D4D4D4"/>
                </a:solidFill>
                <a:effectLst/>
                <a:latin typeface="Menlo" panose="020B0609030804020204" pitchFamily="49" charset="0"/>
              </a:rPr>
              <a:t> </a:t>
            </a:r>
            <a:r>
              <a:rPr lang="en-GB" b="0" dirty="0">
                <a:solidFill>
                  <a:srgbClr val="569CD6"/>
                </a:solidFill>
                <a:effectLst/>
                <a:latin typeface="Menlo" panose="020B0609030804020204" pitchFamily="49" charset="0"/>
              </a:rPr>
              <a:t>INTO</a:t>
            </a:r>
            <a:r>
              <a:rPr lang="en-GB" b="0" dirty="0">
                <a:solidFill>
                  <a:srgbClr val="D4D4D4"/>
                </a:solidFill>
                <a:effectLst/>
                <a:latin typeface="Menlo" panose="020B0609030804020204" pitchFamily="49" charset="0"/>
              </a:rPr>
              <a:t> users </a:t>
            </a:r>
            <a:r>
              <a:rPr lang="en-GB" b="0" dirty="0">
                <a:solidFill>
                  <a:srgbClr val="569CD6"/>
                </a:solidFill>
                <a:effectLst/>
                <a:latin typeface="Menlo" panose="020B0609030804020204" pitchFamily="49" charset="0"/>
              </a:rPr>
              <a:t>VALUES</a:t>
            </a:r>
            <a:r>
              <a:rPr lang="en-GB" b="0" dirty="0">
                <a:solidFill>
                  <a:srgbClr val="D4D4D4"/>
                </a:solidFill>
                <a:effectLst/>
                <a:latin typeface="Menlo" panose="020B0609030804020204" pitchFamily="49" charset="0"/>
              </a:rPr>
              <a:t> (</a:t>
            </a:r>
            <a:r>
              <a:rPr lang="en-GB" b="0" dirty="0">
                <a:solidFill>
                  <a:srgbClr val="B5CEA8"/>
                </a:solidFill>
                <a:effectLst/>
                <a:latin typeface="Menlo" panose="020B0609030804020204" pitchFamily="49" charset="0"/>
              </a:rPr>
              <a:t>001</a:t>
            </a:r>
            <a:r>
              <a:rPr lang="en-GB" b="0" dirty="0">
                <a:solidFill>
                  <a:srgbClr val="D4D4D4"/>
                </a:solidFill>
                <a:effectLst/>
                <a:latin typeface="Menlo" panose="020B0609030804020204" pitchFamily="49" charset="0"/>
              </a:rPr>
              <a:t>, </a:t>
            </a:r>
            <a:r>
              <a:rPr lang="en-GB" b="0" dirty="0">
                <a:solidFill>
                  <a:srgbClr val="CE9178"/>
                </a:solidFill>
                <a:effectLst/>
                <a:latin typeface="Menlo" panose="020B0609030804020204" pitchFamily="49" charset="0"/>
              </a:rPr>
              <a:t>'John'</a:t>
            </a:r>
            <a:r>
              <a:rPr lang="en-GB" b="0" dirty="0">
                <a:solidFill>
                  <a:srgbClr val="D4D4D4"/>
                </a:solidFill>
                <a:effectLst/>
                <a:latin typeface="Menlo" panose="020B0609030804020204" pitchFamily="49" charset="0"/>
              </a:rPr>
              <a:t>, </a:t>
            </a:r>
            <a:r>
              <a:rPr lang="en-GB" b="0" dirty="0">
                <a:solidFill>
                  <a:srgbClr val="CE9178"/>
                </a:solidFill>
                <a:effectLst/>
                <a:latin typeface="Menlo" panose="020B0609030804020204" pitchFamily="49" charset="0"/>
              </a:rPr>
              <a:t>'Smith'</a:t>
            </a:r>
            <a:r>
              <a:rPr lang="en-GB" b="0" dirty="0">
                <a:solidFill>
                  <a:srgbClr val="D4D4D4"/>
                </a:solidFill>
                <a:effectLst/>
                <a:latin typeface="Menlo" panose="020B0609030804020204" pitchFamily="49" charset="0"/>
              </a:rPr>
              <a:t>);</a:t>
            </a:r>
          </a:p>
        </p:txBody>
      </p:sp>
      <p:sp>
        <p:nvSpPr>
          <p:cNvPr id="11" name="TextBox 10">
            <a:extLst>
              <a:ext uri="{FF2B5EF4-FFF2-40B4-BE49-F238E27FC236}">
                <a16:creationId xmlns:a16="http://schemas.microsoft.com/office/drawing/2014/main" id="{F4598E8C-4490-1F1D-A4C1-1544C9E8AB50}"/>
              </a:ext>
            </a:extLst>
          </p:cNvPr>
          <p:cNvSpPr txBox="1"/>
          <p:nvPr/>
        </p:nvSpPr>
        <p:spPr>
          <a:xfrm>
            <a:off x="823893" y="2482850"/>
            <a:ext cx="7777726" cy="646331"/>
          </a:xfrm>
          <a:prstGeom prst="rect">
            <a:avLst/>
          </a:prstGeom>
          <a:solidFill>
            <a:schemeClr val="tx1"/>
          </a:solidFill>
        </p:spPr>
        <p:txBody>
          <a:bodyPr wrap="square">
            <a:spAutoFit/>
          </a:bodyPr>
          <a:lstStyle/>
          <a:p>
            <a:r>
              <a:rPr lang="en-GB" b="0" dirty="0">
                <a:solidFill>
                  <a:srgbClr val="569CD6"/>
                </a:solidFill>
                <a:effectLst/>
                <a:latin typeface="Menlo" panose="020B0609030804020204" pitchFamily="49" charset="0"/>
              </a:rPr>
              <a:t>CREATE</a:t>
            </a:r>
            <a:r>
              <a:rPr lang="en-GB" b="0" dirty="0">
                <a:solidFill>
                  <a:srgbClr val="D4D4D4"/>
                </a:solidFill>
                <a:effectLst/>
                <a:latin typeface="Menlo" panose="020B0609030804020204" pitchFamily="49" charset="0"/>
              </a:rPr>
              <a:t> </a:t>
            </a:r>
            <a:r>
              <a:rPr lang="en-GB" b="0" dirty="0">
                <a:solidFill>
                  <a:srgbClr val="569CD6"/>
                </a:solidFill>
                <a:effectLst/>
                <a:latin typeface="Menlo" panose="020B0609030804020204" pitchFamily="49" charset="0"/>
              </a:rPr>
              <a:t>TABLE</a:t>
            </a:r>
            <a:r>
              <a:rPr lang="en-GB" b="0" dirty="0">
                <a:solidFill>
                  <a:srgbClr val="D4D4D4"/>
                </a:solidFill>
                <a:effectLst/>
                <a:latin typeface="Menlo" panose="020B0609030804020204" pitchFamily="49" charset="0"/>
              </a:rPr>
              <a:t> users (</a:t>
            </a:r>
            <a:r>
              <a:rPr lang="en-GB" b="0" dirty="0" err="1">
                <a:solidFill>
                  <a:srgbClr val="D4D4D4"/>
                </a:solidFill>
                <a:effectLst/>
                <a:latin typeface="Menlo" panose="020B0609030804020204" pitchFamily="49" charset="0"/>
              </a:rPr>
              <a:t>userId</a:t>
            </a:r>
            <a:r>
              <a:rPr lang="en-GB" b="0" dirty="0">
                <a:solidFill>
                  <a:srgbClr val="D4D4D4"/>
                </a:solidFill>
                <a:effectLst/>
                <a:latin typeface="Menlo" panose="020B0609030804020204" pitchFamily="49" charset="0"/>
              </a:rPr>
              <a:t> </a:t>
            </a:r>
            <a:r>
              <a:rPr lang="en-GB" b="0" dirty="0">
                <a:solidFill>
                  <a:srgbClr val="569CD6"/>
                </a:solidFill>
                <a:effectLst/>
                <a:latin typeface="Menlo" panose="020B0609030804020204" pitchFamily="49" charset="0"/>
              </a:rPr>
              <a:t>INT</a:t>
            </a:r>
            <a:r>
              <a:rPr lang="en-GB" b="0" dirty="0">
                <a:solidFill>
                  <a:srgbClr val="D4D4D4"/>
                </a:solidFill>
                <a:effectLst/>
                <a:latin typeface="Menlo" panose="020B0609030804020204" pitchFamily="49" charset="0"/>
              </a:rPr>
              <a:t> </a:t>
            </a:r>
            <a:r>
              <a:rPr lang="en-GB" b="0" dirty="0">
                <a:solidFill>
                  <a:srgbClr val="569CD6"/>
                </a:solidFill>
                <a:effectLst/>
                <a:latin typeface="Menlo" panose="020B0609030804020204" pitchFamily="49" charset="0"/>
              </a:rPr>
              <a:t>PRIMARY</a:t>
            </a:r>
            <a:r>
              <a:rPr lang="en-GB" b="0" dirty="0">
                <a:solidFill>
                  <a:srgbClr val="D4D4D4"/>
                </a:solidFill>
                <a:effectLst/>
                <a:latin typeface="Menlo" panose="020B0609030804020204" pitchFamily="49" charset="0"/>
              </a:rPr>
              <a:t> </a:t>
            </a:r>
            <a:r>
              <a:rPr lang="en-GB" b="0" dirty="0">
                <a:solidFill>
                  <a:srgbClr val="569CD6"/>
                </a:solidFill>
                <a:effectLst/>
                <a:latin typeface="Menlo" panose="020B0609030804020204" pitchFamily="49" charset="0"/>
              </a:rPr>
              <a:t>KEY</a:t>
            </a:r>
            <a:r>
              <a:rPr lang="en-GB" b="0" dirty="0">
                <a:solidFill>
                  <a:srgbClr val="D4D4D4"/>
                </a:solidFill>
                <a:effectLst/>
                <a:latin typeface="Menlo" panose="020B0609030804020204" pitchFamily="49" charset="0"/>
              </a:rPr>
              <a:t>, </a:t>
            </a:r>
            <a:r>
              <a:rPr lang="en-GB" b="0" dirty="0" err="1">
                <a:solidFill>
                  <a:srgbClr val="D4D4D4"/>
                </a:solidFill>
                <a:effectLst/>
                <a:latin typeface="Menlo" panose="020B0609030804020204" pitchFamily="49" charset="0"/>
              </a:rPr>
              <a:t>userName</a:t>
            </a:r>
            <a:r>
              <a:rPr lang="en-GB" b="0" dirty="0">
                <a:solidFill>
                  <a:srgbClr val="D4D4D4"/>
                </a:solidFill>
                <a:effectLst/>
                <a:latin typeface="Menlo" panose="020B0609030804020204" pitchFamily="49" charset="0"/>
              </a:rPr>
              <a:t> </a:t>
            </a:r>
            <a:r>
              <a:rPr lang="en-GB" b="0" dirty="0">
                <a:solidFill>
                  <a:srgbClr val="569CD6"/>
                </a:solidFill>
                <a:effectLst/>
                <a:latin typeface="Menlo" panose="020B0609030804020204" pitchFamily="49" charset="0"/>
              </a:rPr>
              <a:t>VARCHAR</a:t>
            </a:r>
            <a:r>
              <a:rPr lang="en-GB" b="0" dirty="0">
                <a:solidFill>
                  <a:srgbClr val="D4D4D4"/>
                </a:solidFill>
                <a:effectLst/>
                <a:latin typeface="Menlo" panose="020B0609030804020204" pitchFamily="49" charset="0"/>
              </a:rPr>
              <a:t>(</a:t>
            </a:r>
            <a:r>
              <a:rPr lang="en-GB" b="0" dirty="0">
                <a:solidFill>
                  <a:srgbClr val="B5CEA8"/>
                </a:solidFill>
                <a:effectLst/>
                <a:latin typeface="Menlo" panose="020B0609030804020204" pitchFamily="49" charset="0"/>
              </a:rPr>
              <a:t>30</a:t>
            </a:r>
            <a:r>
              <a:rPr lang="en-GB" b="0" dirty="0">
                <a:solidFill>
                  <a:srgbClr val="D4D4D4"/>
                </a:solidFill>
                <a:effectLst/>
                <a:latin typeface="Menlo" panose="020B0609030804020204" pitchFamily="49" charset="0"/>
              </a:rPr>
              <a:t>), </a:t>
            </a:r>
            <a:r>
              <a:rPr lang="en-GB" b="0" dirty="0" err="1">
                <a:solidFill>
                  <a:srgbClr val="D4D4D4"/>
                </a:solidFill>
                <a:effectLst/>
                <a:latin typeface="Menlo" panose="020B0609030804020204" pitchFamily="49" charset="0"/>
              </a:rPr>
              <a:t>userSurname</a:t>
            </a:r>
            <a:r>
              <a:rPr lang="en-GB" b="0" dirty="0">
                <a:solidFill>
                  <a:srgbClr val="D4D4D4"/>
                </a:solidFill>
                <a:effectLst/>
                <a:latin typeface="Menlo" panose="020B0609030804020204" pitchFamily="49" charset="0"/>
              </a:rPr>
              <a:t> </a:t>
            </a:r>
            <a:r>
              <a:rPr lang="en-GB" b="0" dirty="0">
                <a:solidFill>
                  <a:srgbClr val="569CD6"/>
                </a:solidFill>
                <a:effectLst/>
                <a:latin typeface="Menlo" panose="020B0609030804020204" pitchFamily="49" charset="0"/>
              </a:rPr>
              <a:t>VARCHAR</a:t>
            </a:r>
            <a:r>
              <a:rPr lang="en-GB" b="0" dirty="0">
                <a:solidFill>
                  <a:srgbClr val="D4D4D4"/>
                </a:solidFill>
                <a:effectLst/>
                <a:latin typeface="Menlo" panose="020B0609030804020204" pitchFamily="49" charset="0"/>
              </a:rPr>
              <a:t>(</a:t>
            </a:r>
            <a:r>
              <a:rPr lang="en-GB" b="0" dirty="0">
                <a:solidFill>
                  <a:srgbClr val="B5CEA8"/>
                </a:solidFill>
                <a:effectLst/>
                <a:latin typeface="Menlo" panose="020B0609030804020204" pitchFamily="49" charset="0"/>
              </a:rPr>
              <a:t>30</a:t>
            </a:r>
            <a:r>
              <a:rPr lang="en-GB" b="0" dirty="0">
                <a:solidFill>
                  <a:srgbClr val="D4D4D4"/>
                </a:solidFill>
                <a:effectLst/>
                <a:latin typeface="Menlo" panose="020B0609030804020204" pitchFamily="49" charset="0"/>
              </a:rPr>
              <a:t>));</a:t>
            </a:r>
          </a:p>
        </p:txBody>
      </p:sp>
      <p:pic>
        <p:nvPicPr>
          <p:cNvPr id="13" name="Picture 12" descr="A black background with white text&#10;&#10;Description automatically generated">
            <a:extLst>
              <a:ext uri="{FF2B5EF4-FFF2-40B4-BE49-F238E27FC236}">
                <a16:creationId xmlns:a16="http://schemas.microsoft.com/office/drawing/2014/main" id="{B8CC2E9D-27B8-C640-39EA-90A3E2399A1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27100" y="5259702"/>
            <a:ext cx="5346700" cy="863600"/>
          </a:xfrm>
          <a:prstGeom prst="rect">
            <a:avLst/>
          </a:prstGeom>
        </p:spPr>
      </p:pic>
    </p:spTree>
    <p:extLst>
      <p:ext uri="{BB962C8B-B14F-4D97-AF65-F5344CB8AC3E}">
        <p14:creationId xmlns:p14="http://schemas.microsoft.com/office/powerpoint/2010/main" val="323556004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9481C112-653C-20AC-1506-6ECD101DA527}"/>
              </a:ext>
            </a:extLst>
          </p:cNvPr>
          <p:cNvSpPr txBox="1"/>
          <p:nvPr/>
        </p:nvSpPr>
        <p:spPr>
          <a:xfrm>
            <a:off x="789070" y="2144427"/>
            <a:ext cx="9115259" cy="2472023"/>
          </a:xfrm>
          <a:prstGeom prst="rect">
            <a:avLst/>
          </a:prstGeom>
          <a:noFill/>
        </p:spPr>
        <p:txBody>
          <a:bodyPr wrap="square">
            <a:spAutoFit/>
          </a:bodyPr>
          <a:lstStyle/>
          <a:p>
            <a:pPr marL="254000" marR="0" lvl="0" indent="-241935" algn="l" defTabSz="914400" rtl="0" eaLnBrk="1" fontAlgn="auto" latinLnBrk="0" hangingPunct="1">
              <a:lnSpc>
                <a:spcPct val="150000"/>
              </a:lnSpc>
              <a:spcBef>
                <a:spcPts val="0"/>
              </a:spcBef>
              <a:spcAft>
                <a:spcPts val="0"/>
              </a:spcAft>
              <a:buClrTx/>
              <a:buSzTx/>
              <a:buFont typeface="Arial"/>
              <a:buChar char="•"/>
              <a:tabLst>
                <a:tab pos="254000" algn="l"/>
                <a:tab pos="254635" algn="l"/>
              </a:tabLst>
              <a:defRPr/>
            </a:pPr>
            <a:r>
              <a:rPr kumimoji="0" lang="en-GB" sz="2200" b="0" i="0" u="none" strike="noStrike" kern="1200" cap="none" spc="-25" normalizeH="0" baseline="0" noProof="0" dirty="0">
                <a:ln>
                  <a:noFill/>
                </a:ln>
                <a:solidFill>
                  <a:srgbClr val="212121"/>
                </a:solidFill>
                <a:effectLst/>
                <a:uLnTx/>
                <a:uFillTx/>
                <a:latin typeface="Helvetica" pitchFamily="2" charset="0"/>
                <a:cs typeface="Courier New"/>
              </a:rPr>
              <a:t>We’ve</a:t>
            </a:r>
            <a:r>
              <a:rPr kumimoji="0" lang="en-GB" sz="2200" b="0" i="0" u="none" strike="noStrike" kern="1200" cap="none" spc="-45" normalizeH="0" baseline="0" noProof="0" dirty="0">
                <a:ln>
                  <a:noFill/>
                </a:ln>
                <a:solidFill>
                  <a:srgbClr val="212121"/>
                </a:solidFill>
                <a:effectLst/>
                <a:uLnTx/>
                <a:uFillTx/>
                <a:latin typeface="Helvetica" pitchFamily="2" charset="0"/>
                <a:cs typeface="Courier New"/>
              </a:rPr>
              <a:t> </a:t>
            </a:r>
            <a:r>
              <a:rPr kumimoji="0" lang="en-GB" sz="2200" b="0" i="0" u="none" strike="noStrike" kern="1200" cap="none" spc="-25" normalizeH="0" baseline="0" noProof="0" dirty="0">
                <a:ln>
                  <a:noFill/>
                </a:ln>
                <a:solidFill>
                  <a:srgbClr val="212121"/>
                </a:solidFill>
                <a:effectLst/>
                <a:uLnTx/>
                <a:uFillTx/>
                <a:latin typeface="Helvetica" pitchFamily="2" charset="0"/>
                <a:cs typeface="Courier New"/>
              </a:rPr>
              <a:t>already</a:t>
            </a:r>
            <a:r>
              <a:rPr kumimoji="0" lang="en-GB" sz="2200" b="0" i="0" u="none" strike="noStrike" kern="1200" cap="none" spc="-40" normalizeH="0" baseline="0" noProof="0" dirty="0">
                <a:ln>
                  <a:noFill/>
                </a:ln>
                <a:solidFill>
                  <a:srgbClr val="212121"/>
                </a:solidFill>
                <a:effectLst/>
                <a:uLnTx/>
                <a:uFillTx/>
                <a:latin typeface="Helvetica" pitchFamily="2" charset="0"/>
                <a:cs typeface="Courier New"/>
              </a:rPr>
              <a:t> </a:t>
            </a:r>
            <a:r>
              <a:rPr kumimoji="0" lang="en-GB" sz="2200" b="0" i="0" u="none" strike="noStrike" kern="1200" cap="none" spc="-25" normalizeH="0" baseline="0" noProof="0" dirty="0">
                <a:ln>
                  <a:noFill/>
                </a:ln>
                <a:solidFill>
                  <a:srgbClr val="212121"/>
                </a:solidFill>
                <a:effectLst/>
                <a:uLnTx/>
                <a:uFillTx/>
                <a:latin typeface="Helvetica" pitchFamily="2" charset="0"/>
                <a:cs typeface="Courier New"/>
              </a:rPr>
              <a:t>inserted</a:t>
            </a:r>
            <a:r>
              <a:rPr kumimoji="0" lang="en-GB" sz="2200" b="0" i="0" u="none" strike="noStrike" kern="1200" cap="none" spc="-45" normalizeH="0" baseline="0" noProof="0" dirty="0">
                <a:ln>
                  <a:noFill/>
                </a:ln>
                <a:solidFill>
                  <a:srgbClr val="212121"/>
                </a:solidFill>
                <a:effectLst/>
                <a:uLnTx/>
                <a:uFillTx/>
                <a:latin typeface="Helvetica" pitchFamily="2" charset="0"/>
                <a:cs typeface="Courier New"/>
              </a:rPr>
              <a:t> </a:t>
            </a:r>
            <a:r>
              <a:rPr kumimoji="0" lang="en-GB" sz="2200" b="0" i="0" u="none" strike="noStrike" kern="1200" cap="none" spc="-5" normalizeH="0" baseline="0" noProof="0" dirty="0">
                <a:ln>
                  <a:noFill/>
                </a:ln>
                <a:solidFill>
                  <a:srgbClr val="212121"/>
                </a:solidFill>
                <a:effectLst/>
                <a:uLnTx/>
                <a:uFillTx/>
                <a:latin typeface="Helvetica" pitchFamily="2" charset="0"/>
                <a:cs typeface="Courier New"/>
              </a:rPr>
              <a:t>a</a:t>
            </a:r>
            <a:r>
              <a:rPr kumimoji="0" lang="en-GB" sz="2200" b="0" i="0" u="none" strike="noStrike" kern="1200" cap="none" spc="-40" normalizeH="0" baseline="0" noProof="0" dirty="0">
                <a:ln>
                  <a:noFill/>
                </a:ln>
                <a:solidFill>
                  <a:srgbClr val="212121"/>
                </a:solidFill>
                <a:effectLst/>
                <a:uLnTx/>
                <a:uFillTx/>
                <a:latin typeface="Helvetica" pitchFamily="2" charset="0"/>
                <a:cs typeface="Courier New"/>
              </a:rPr>
              <a:t> </a:t>
            </a:r>
            <a:r>
              <a:rPr kumimoji="0" lang="en-GB" sz="2200" b="0" i="0" u="none" strike="noStrike" kern="1200" cap="none" spc="-20" normalizeH="0" baseline="0" noProof="0" dirty="0">
                <a:ln>
                  <a:noFill/>
                </a:ln>
                <a:solidFill>
                  <a:srgbClr val="212121"/>
                </a:solidFill>
                <a:effectLst/>
                <a:uLnTx/>
                <a:uFillTx/>
                <a:latin typeface="Helvetica" pitchFamily="2" charset="0"/>
                <a:cs typeface="Courier New"/>
              </a:rPr>
              <a:t>row</a:t>
            </a:r>
            <a:r>
              <a:rPr kumimoji="0" lang="en-GB" sz="2200" b="0" i="0" u="none" strike="noStrike" kern="1200" cap="none" spc="-45" normalizeH="0" baseline="0" noProof="0" dirty="0">
                <a:ln>
                  <a:noFill/>
                </a:ln>
                <a:solidFill>
                  <a:srgbClr val="212121"/>
                </a:solidFill>
                <a:effectLst/>
                <a:uLnTx/>
                <a:uFillTx/>
                <a:latin typeface="Helvetica" pitchFamily="2" charset="0"/>
                <a:cs typeface="Courier New"/>
              </a:rPr>
              <a:t> </a:t>
            </a:r>
            <a:r>
              <a:rPr kumimoji="0" lang="en-GB" sz="2200" b="0" i="0" u="none" strike="noStrike" kern="1200" cap="none" spc="-20" normalizeH="0" baseline="0" noProof="0" dirty="0">
                <a:ln>
                  <a:noFill/>
                </a:ln>
                <a:solidFill>
                  <a:srgbClr val="212121"/>
                </a:solidFill>
                <a:effectLst/>
                <a:uLnTx/>
                <a:uFillTx/>
                <a:latin typeface="Helvetica" pitchFamily="2" charset="0"/>
                <a:cs typeface="Courier New"/>
              </a:rPr>
              <a:t>with</a:t>
            </a:r>
            <a:r>
              <a:rPr kumimoji="0" lang="en-GB" sz="2200" b="0" i="0" u="none" strike="noStrike" kern="1200" cap="none" spc="-40" normalizeH="0" baseline="0" noProof="0" dirty="0">
                <a:ln>
                  <a:noFill/>
                </a:ln>
                <a:solidFill>
                  <a:srgbClr val="212121"/>
                </a:solidFill>
                <a:effectLst/>
                <a:uLnTx/>
                <a:uFillTx/>
                <a:latin typeface="Helvetica" pitchFamily="2" charset="0"/>
                <a:cs typeface="Courier New"/>
              </a:rPr>
              <a:t> </a:t>
            </a:r>
            <a:r>
              <a:rPr kumimoji="0" lang="en-GB" sz="2200" b="0" i="0" u="none" strike="noStrike" kern="1200" cap="none" spc="-5" normalizeH="0" baseline="0" noProof="0" dirty="0">
                <a:ln>
                  <a:noFill/>
                </a:ln>
                <a:solidFill>
                  <a:srgbClr val="212121"/>
                </a:solidFill>
                <a:effectLst/>
                <a:uLnTx/>
                <a:uFillTx/>
                <a:latin typeface="Helvetica" pitchFamily="2" charset="0"/>
                <a:cs typeface="Courier New"/>
              </a:rPr>
              <a:t>a</a:t>
            </a:r>
            <a:r>
              <a:rPr kumimoji="0" lang="en-GB" sz="2200" b="0" i="0" u="none" strike="noStrike" kern="1200" cap="none" spc="-40" normalizeH="0" baseline="0" noProof="0" dirty="0">
                <a:ln>
                  <a:noFill/>
                </a:ln>
                <a:solidFill>
                  <a:srgbClr val="212121"/>
                </a:solidFill>
                <a:effectLst/>
                <a:uLnTx/>
                <a:uFillTx/>
                <a:latin typeface="Helvetica" pitchFamily="2" charset="0"/>
                <a:cs typeface="Courier New"/>
              </a:rPr>
              <a:t> </a:t>
            </a:r>
            <a:r>
              <a:rPr kumimoji="0" lang="en-GB" sz="2200" b="0" i="0" u="none" strike="noStrike" kern="1200" cap="none" spc="-25" normalizeH="0" baseline="0" noProof="0" dirty="0" err="1">
                <a:ln>
                  <a:noFill/>
                </a:ln>
                <a:solidFill>
                  <a:srgbClr val="212121"/>
                </a:solidFill>
                <a:effectLst/>
                <a:uLnTx/>
                <a:uFillTx/>
                <a:latin typeface="Helvetica" pitchFamily="2" charset="0"/>
                <a:cs typeface="Courier New"/>
              </a:rPr>
              <a:t>userId</a:t>
            </a:r>
            <a:r>
              <a:rPr kumimoji="0" lang="en-GB" sz="2200" b="0" i="0" u="none" strike="noStrike" kern="1200" cap="none" spc="-25" normalizeH="0" baseline="0" noProof="0" dirty="0">
                <a:ln>
                  <a:noFill/>
                </a:ln>
                <a:solidFill>
                  <a:srgbClr val="212121"/>
                </a:solidFill>
                <a:effectLst/>
                <a:uLnTx/>
                <a:uFillTx/>
                <a:latin typeface="Helvetica" pitchFamily="2" charset="0"/>
                <a:cs typeface="Courier New"/>
              </a:rPr>
              <a:t> =</a:t>
            </a:r>
            <a:r>
              <a:rPr kumimoji="0" lang="en-GB" sz="2200" b="0" i="0" u="none" strike="noStrike" kern="1200" cap="none" spc="-45" normalizeH="0" baseline="0" noProof="0" dirty="0">
                <a:ln>
                  <a:noFill/>
                </a:ln>
                <a:solidFill>
                  <a:srgbClr val="212121"/>
                </a:solidFill>
                <a:effectLst/>
                <a:uLnTx/>
                <a:uFillTx/>
                <a:latin typeface="Helvetica" pitchFamily="2" charset="0"/>
                <a:cs typeface="Courier New"/>
              </a:rPr>
              <a:t> 00</a:t>
            </a:r>
            <a:r>
              <a:rPr kumimoji="0" lang="en-GB" sz="2200" b="0" i="0" u="none" strike="noStrike" kern="1200" cap="none" spc="-30" normalizeH="0" baseline="0" noProof="0" dirty="0">
                <a:ln>
                  <a:noFill/>
                </a:ln>
                <a:solidFill>
                  <a:srgbClr val="212121"/>
                </a:solidFill>
                <a:effectLst/>
                <a:uLnTx/>
                <a:uFillTx/>
                <a:latin typeface="Helvetica" pitchFamily="2" charset="0"/>
                <a:cs typeface="Courier New"/>
              </a:rPr>
              <a:t>1.</a:t>
            </a:r>
            <a:endParaRPr kumimoji="0" lang="en-GB" sz="2200" b="0" i="0" u="none" strike="noStrike" kern="1200" cap="none" spc="0" normalizeH="0" baseline="0" noProof="0" dirty="0">
              <a:ln>
                <a:noFill/>
              </a:ln>
              <a:solidFill>
                <a:prstClr val="black"/>
              </a:solidFill>
              <a:effectLst/>
              <a:uLnTx/>
              <a:uFillTx/>
              <a:latin typeface="Helvetica" pitchFamily="2" charset="0"/>
              <a:cs typeface="Courier New"/>
            </a:endParaRPr>
          </a:p>
          <a:p>
            <a:pPr marL="254000" marR="0" lvl="0" indent="-241935" algn="l" defTabSz="914400" rtl="0" eaLnBrk="1" fontAlgn="auto" latinLnBrk="0" hangingPunct="1">
              <a:lnSpc>
                <a:spcPct val="150000"/>
              </a:lnSpc>
              <a:spcBef>
                <a:spcPts val="1030"/>
              </a:spcBef>
              <a:spcAft>
                <a:spcPts val="0"/>
              </a:spcAft>
              <a:buClrTx/>
              <a:buSzTx/>
              <a:buFont typeface="Arial"/>
              <a:buChar char="•"/>
              <a:tabLst>
                <a:tab pos="254000" algn="l"/>
                <a:tab pos="254635" algn="l"/>
              </a:tabLst>
              <a:defRPr/>
            </a:pPr>
            <a:r>
              <a:rPr kumimoji="0" lang="en-GB" sz="2200" b="0" i="0" u="none" strike="noStrike" kern="1200" cap="none" spc="-15" normalizeH="0" baseline="0" noProof="0" dirty="0">
                <a:ln>
                  <a:noFill/>
                </a:ln>
                <a:solidFill>
                  <a:srgbClr val="212121"/>
                </a:solidFill>
                <a:effectLst/>
                <a:uLnTx/>
                <a:uFillTx/>
                <a:latin typeface="Helvetica" pitchFamily="2" charset="0"/>
                <a:cs typeface="Courier New"/>
              </a:rPr>
              <a:t>If</a:t>
            </a:r>
            <a:r>
              <a:rPr kumimoji="0" lang="en-GB" sz="2200" b="0" i="0" u="none" strike="noStrike" kern="1200" cap="none" spc="-45" normalizeH="0" baseline="0" noProof="0" dirty="0">
                <a:ln>
                  <a:noFill/>
                </a:ln>
                <a:solidFill>
                  <a:srgbClr val="212121"/>
                </a:solidFill>
                <a:effectLst/>
                <a:uLnTx/>
                <a:uFillTx/>
                <a:latin typeface="Helvetica" pitchFamily="2" charset="0"/>
                <a:cs typeface="Courier New"/>
              </a:rPr>
              <a:t> </a:t>
            </a:r>
            <a:r>
              <a:rPr kumimoji="0" lang="en-GB" sz="2200" b="0" i="0" u="none" strike="noStrike" kern="1200" cap="none" spc="-15" normalizeH="0" baseline="0" noProof="0" dirty="0">
                <a:ln>
                  <a:noFill/>
                </a:ln>
                <a:solidFill>
                  <a:srgbClr val="212121"/>
                </a:solidFill>
                <a:effectLst/>
                <a:uLnTx/>
                <a:uFillTx/>
                <a:latin typeface="Helvetica" pitchFamily="2" charset="0"/>
                <a:cs typeface="Courier New"/>
              </a:rPr>
              <a:t>we</a:t>
            </a:r>
            <a:r>
              <a:rPr kumimoji="0" lang="en-GB" sz="2200" b="0" i="0" u="none" strike="noStrike" kern="1200" cap="none" spc="-40" normalizeH="0" baseline="0" noProof="0" dirty="0">
                <a:ln>
                  <a:noFill/>
                </a:ln>
                <a:solidFill>
                  <a:srgbClr val="212121"/>
                </a:solidFill>
                <a:effectLst/>
                <a:uLnTx/>
                <a:uFillTx/>
                <a:latin typeface="Helvetica" pitchFamily="2" charset="0"/>
                <a:cs typeface="Courier New"/>
              </a:rPr>
              <a:t> </a:t>
            </a:r>
            <a:r>
              <a:rPr kumimoji="0" lang="en-GB" sz="2200" b="0" i="0" u="none" strike="noStrike" kern="1200" cap="none" spc="-20" normalizeH="0" baseline="0" noProof="0" dirty="0">
                <a:ln>
                  <a:noFill/>
                </a:ln>
                <a:solidFill>
                  <a:srgbClr val="212121"/>
                </a:solidFill>
                <a:effectLst/>
                <a:uLnTx/>
                <a:uFillTx/>
                <a:latin typeface="Helvetica" pitchFamily="2" charset="0"/>
                <a:cs typeface="Courier New"/>
              </a:rPr>
              <a:t>try</a:t>
            </a:r>
            <a:r>
              <a:rPr kumimoji="0" lang="en-GB" sz="2200" b="0" i="0" u="none" strike="noStrike" kern="1200" cap="none" spc="-40" normalizeH="0" baseline="0" noProof="0" dirty="0">
                <a:ln>
                  <a:noFill/>
                </a:ln>
                <a:solidFill>
                  <a:srgbClr val="212121"/>
                </a:solidFill>
                <a:effectLst/>
                <a:uLnTx/>
                <a:uFillTx/>
                <a:latin typeface="Helvetica" pitchFamily="2" charset="0"/>
                <a:cs typeface="Courier New"/>
              </a:rPr>
              <a:t> </a:t>
            </a:r>
            <a:r>
              <a:rPr kumimoji="0" lang="en-GB" sz="2200" b="0" i="0" u="none" strike="noStrike" kern="1200" cap="none" spc="-15" normalizeH="0" baseline="0" noProof="0" dirty="0">
                <a:ln>
                  <a:noFill/>
                </a:ln>
                <a:solidFill>
                  <a:srgbClr val="212121"/>
                </a:solidFill>
                <a:effectLst/>
                <a:uLnTx/>
                <a:uFillTx/>
                <a:latin typeface="Helvetica" pitchFamily="2" charset="0"/>
                <a:cs typeface="Courier New"/>
              </a:rPr>
              <a:t>to</a:t>
            </a:r>
            <a:r>
              <a:rPr kumimoji="0" lang="en-GB" sz="2200" b="0" i="0" u="none" strike="noStrike" kern="1200" cap="none" spc="-40" normalizeH="0" baseline="0" noProof="0" dirty="0">
                <a:ln>
                  <a:noFill/>
                </a:ln>
                <a:solidFill>
                  <a:srgbClr val="212121"/>
                </a:solidFill>
                <a:effectLst/>
                <a:uLnTx/>
                <a:uFillTx/>
                <a:latin typeface="Helvetica" pitchFamily="2" charset="0"/>
                <a:cs typeface="Courier New"/>
              </a:rPr>
              <a:t> </a:t>
            </a:r>
            <a:r>
              <a:rPr kumimoji="0" lang="en-GB" sz="2200" b="0" i="0" u="none" strike="noStrike" kern="1200" cap="none" spc="-25" normalizeH="0" baseline="0" noProof="0" dirty="0">
                <a:ln>
                  <a:noFill/>
                </a:ln>
                <a:solidFill>
                  <a:srgbClr val="212121"/>
                </a:solidFill>
                <a:effectLst/>
                <a:uLnTx/>
                <a:uFillTx/>
                <a:latin typeface="Helvetica" pitchFamily="2" charset="0"/>
                <a:cs typeface="Courier New"/>
              </a:rPr>
              <a:t>insert</a:t>
            </a:r>
            <a:r>
              <a:rPr kumimoji="0" lang="en-GB" sz="2200" b="0" i="0" u="none" strike="noStrike" kern="1200" cap="none" spc="-45" normalizeH="0" baseline="0" noProof="0" dirty="0">
                <a:ln>
                  <a:noFill/>
                </a:ln>
                <a:solidFill>
                  <a:srgbClr val="212121"/>
                </a:solidFill>
                <a:effectLst/>
                <a:uLnTx/>
                <a:uFillTx/>
                <a:latin typeface="Helvetica" pitchFamily="2" charset="0"/>
                <a:cs typeface="Courier New"/>
              </a:rPr>
              <a:t> </a:t>
            </a:r>
            <a:r>
              <a:rPr kumimoji="0" lang="en-GB" sz="2200" b="0" i="0" u="none" strike="noStrike" kern="1200" cap="none" spc="-5" normalizeH="0" baseline="0" noProof="0" dirty="0">
                <a:ln>
                  <a:noFill/>
                </a:ln>
                <a:solidFill>
                  <a:srgbClr val="212121"/>
                </a:solidFill>
                <a:effectLst/>
                <a:uLnTx/>
                <a:uFillTx/>
                <a:latin typeface="Helvetica" pitchFamily="2" charset="0"/>
                <a:cs typeface="Courier New"/>
              </a:rPr>
              <a:t>a</a:t>
            </a:r>
            <a:r>
              <a:rPr kumimoji="0" lang="en-GB" sz="2200" b="0" i="0" u="none" strike="noStrike" kern="1200" cap="none" spc="-40" normalizeH="0" baseline="0" noProof="0" dirty="0">
                <a:ln>
                  <a:noFill/>
                </a:ln>
                <a:solidFill>
                  <a:srgbClr val="212121"/>
                </a:solidFill>
                <a:effectLst/>
                <a:uLnTx/>
                <a:uFillTx/>
                <a:latin typeface="Helvetica" pitchFamily="2" charset="0"/>
                <a:cs typeface="Courier New"/>
              </a:rPr>
              <a:t> </a:t>
            </a:r>
            <a:r>
              <a:rPr kumimoji="0" lang="en-GB" sz="2200" b="0" i="0" u="none" strike="noStrike" kern="1200" cap="none" spc="-25" normalizeH="0" baseline="0" noProof="0" dirty="0">
                <a:ln>
                  <a:noFill/>
                </a:ln>
                <a:solidFill>
                  <a:srgbClr val="212121"/>
                </a:solidFill>
                <a:effectLst/>
                <a:uLnTx/>
                <a:uFillTx/>
                <a:latin typeface="Helvetica" pitchFamily="2" charset="0"/>
                <a:cs typeface="Courier New"/>
              </a:rPr>
              <a:t>second</a:t>
            </a:r>
            <a:r>
              <a:rPr kumimoji="0" lang="en-GB" sz="2200" b="0" i="0" u="none" strike="noStrike" kern="1200" cap="none" spc="-40" normalizeH="0" baseline="0" noProof="0" dirty="0">
                <a:ln>
                  <a:noFill/>
                </a:ln>
                <a:solidFill>
                  <a:srgbClr val="212121"/>
                </a:solidFill>
                <a:effectLst/>
                <a:uLnTx/>
                <a:uFillTx/>
                <a:latin typeface="Helvetica" pitchFamily="2" charset="0"/>
                <a:cs typeface="Courier New"/>
              </a:rPr>
              <a:t> </a:t>
            </a:r>
            <a:r>
              <a:rPr kumimoji="0" lang="en-GB" sz="2200" b="0" i="0" u="none" strike="noStrike" kern="1200" cap="none" spc="-20" normalizeH="0" baseline="0" noProof="0" dirty="0">
                <a:ln>
                  <a:noFill/>
                </a:ln>
                <a:solidFill>
                  <a:srgbClr val="212121"/>
                </a:solidFill>
                <a:effectLst/>
                <a:uLnTx/>
                <a:uFillTx/>
                <a:latin typeface="Helvetica" pitchFamily="2" charset="0"/>
                <a:cs typeface="Courier New"/>
              </a:rPr>
              <a:t>row</a:t>
            </a:r>
            <a:r>
              <a:rPr kumimoji="0" lang="en-GB" sz="2200" b="0" i="0" u="none" strike="noStrike" kern="1200" cap="none" spc="-40" normalizeH="0" baseline="0" noProof="0" dirty="0">
                <a:ln>
                  <a:noFill/>
                </a:ln>
                <a:solidFill>
                  <a:srgbClr val="212121"/>
                </a:solidFill>
                <a:effectLst/>
                <a:uLnTx/>
                <a:uFillTx/>
                <a:latin typeface="Helvetica" pitchFamily="2" charset="0"/>
                <a:cs typeface="Courier New"/>
              </a:rPr>
              <a:t> </a:t>
            </a:r>
            <a:r>
              <a:rPr kumimoji="0" lang="en-GB" sz="2200" b="0" i="0" u="none" strike="noStrike" kern="1200" cap="none" spc="-20" normalizeH="0" baseline="0" noProof="0" dirty="0">
                <a:ln>
                  <a:noFill/>
                </a:ln>
                <a:solidFill>
                  <a:srgbClr val="212121"/>
                </a:solidFill>
                <a:effectLst/>
                <a:uLnTx/>
                <a:uFillTx/>
                <a:latin typeface="Helvetica" pitchFamily="2" charset="0"/>
                <a:cs typeface="Courier New"/>
              </a:rPr>
              <a:t>with</a:t>
            </a:r>
            <a:r>
              <a:rPr kumimoji="0" lang="en-GB" sz="2200" b="0" i="0" u="none" strike="noStrike" kern="1200" cap="none" spc="-40" normalizeH="0" baseline="0" noProof="0" dirty="0">
                <a:ln>
                  <a:noFill/>
                </a:ln>
                <a:solidFill>
                  <a:srgbClr val="212121"/>
                </a:solidFill>
                <a:effectLst/>
                <a:uLnTx/>
                <a:uFillTx/>
                <a:latin typeface="Helvetica" pitchFamily="2" charset="0"/>
                <a:cs typeface="Courier New"/>
              </a:rPr>
              <a:t> </a:t>
            </a:r>
            <a:r>
              <a:rPr kumimoji="0" lang="en-GB" sz="2200" b="0" i="0" u="none" strike="noStrike" kern="1200" cap="none" spc="-5" normalizeH="0" baseline="0" noProof="0" dirty="0">
                <a:ln>
                  <a:noFill/>
                </a:ln>
                <a:solidFill>
                  <a:srgbClr val="212121"/>
                </a:solidFill>
                <a:effectLst/>
                <a:uLnTx/>
                <a:uFillTx/>
                <a:latin typeface="Helvetica" pitchFamily="2" charset="0"/>
                <a:cs typeface="Courier New"/>
              </a:rPr>
              <a:t>a</a:t>
            </a:r>
            <a:r>
              <a:rPr kumimoji="0" lang="en-GB" sz="2200" b="0" i="0" u="none" strike="noStrike" kern="1200" cap="none" spc="-45" normalizeH="0" baseline="0" noProof="0" dirty="0">
                <a:ln>
                  <a:noFill/>
                </a:ln>
                <a:solidFill>
                  <a:srgbClr val="212121"/>
                </a:solidFill>
                <a:effectLst/>
                <a:uLnTx/>
                <a:uFillTx/>
                <a:latin typeface="Helvetica" pitchFamily="2" charset="0"/>
                <a:cs typeface="Courier New"/>
              </a:rPr>
              <a:t> </a:t>
            </a:r>
            <a:r>
              <a:rPr kumimoji="0" lang="en-GB" sz="2200" b="0" i="0" u="none" strike="noStrike" kern="1200" cap="none" spc="-25" normalizeH="0" baseline="0" noProof="0" dirty="0" err="1">
                <a:ln>
                  <a:noFill/>
                </a:ln>
                <a:solidFill>
                  <a:srgbClr val="212121"/>
                </a:solidFill>
                <a:effectLst/>
                <a:uLnTx/>
                <a:uFillTx/>
                <a:latin typeface="Helvetica" pitchFamily="2" charset="0"/>
                <a:cs typeface="Courier New"/>
              </a:rPr>
              <a:t>userId</a:t>
            </a:r>
            <a:r>
              <a:rPr kumimoji="0" lang="en-GB" sz="2200" b="0" i="0" u="none" strike="noStrike" kern="1200" cap="none" spc="-25" normalizeH="0" baseline="0" noProof="0" dirty="0">
                <a:ln>
                  <a:noFill/>
                </a:ln>
                <a:solidFill>
                  <a:srgbClr val="212121"/>
                </a:solidFill>
                <a:effectLst/>
                <a:uLnTx/>
                <a:uFillTx/>
                <a:latin typeface="Helvetica" pitchFamily="2" charset="0"/>
                <a:cs typeface="Courier New"/>
              </a:rPr>
              <a:t> </a:t>
            </a:r>
            <a:r>
              <a:rPr kumimoji="0" lang="en-GB" sz="2200" b="0" i="0" u="none" strike="noStrike" kern="1200" cap="none" spc="-20" normalizeH="0" baseline="0" noProof="0" dirty="0">
                <a:ln>
                  <a:noFill/>
                </a:ln>
                <a:solidFill>
                  <a:srgbClr val="212121"/>
                </a:solidFill>
                <a:effectLst/>
                <a:uLnTx/>
                <a:uFillTx/>
                <a:latin typeface="Helvetica" pitchFamily="2" charset="0"/>
                <a:cs typeface="Courier New"/>
              </a:rPr>
              <a:t>with</a:t>
            </a:r>
            <a:r>
              <a:rPr kumimoji="0" lang="en-GB" sz="2200" b="0" i="0" u="none" strike="noStrike" kern="1200" cap="none" spc="-40" normalizeH="0" baseline="0" noProof="0" dirty="0">
                <a:ln>
                  <a:noFill/>
                </a:ln>
                <a:solidFill>
                  <a:srgbClr val="212121"/>
                </a:solidFill>
                <a:effectLst/>
                <a:uLnTx/>
                <a:uFillTx/>
                <a:latin typeface="Helvetica" pitchFamily="2" charset="0"/>
                <a:cs typeface="Courier New"/>
              </a:rPr>
              <a:t> </a:t>
            </a:r>
            <a:r>
              <a:rPr kumimoji="0" lang="en-GB" sz="2200" b="0" i="0" u="none" strike="noStrike" kern="1200" cap="none" spc="-20" normalizeH="0" baseline="0" noProof="0" dirty="0">
                <a:ln>
                  <a:noFill/>
                </a:ln>
                <a:solidFill>
                  <a:srgbClr val="212121"/>
                </a:solidFill>
                <a:effectLst/>
                <a:uLnTx/>
                <a:uFillTx/>
                <a:latin typeface="Helvetica" pitchFamily="2" charset="0"/>
                <a:cs typeface="Courier New"/>
              </a:rPr>
              <a:t>the</a:t>
            </a:r>
            <a:r>
              <a:rPr kumimoji="0" lang="en-GB" sz="2200" b="0" i="0" u="none" strike="noStrike" kern="1200" cap="none" spc="-45" normalizeH="0" baseline="0" noProof="0" dirty="0">
                <a:ln>
                  <a:noFill/>
                </a:ln>
                <a:solidFill>
                  <a:srgbClr val="212121"/>
                </a:solidFill>
                <a:effectLst/>
                <a:uLnTx/>
                <a:uFillTx/>
                <a:latin typeface="Helvetica" pitchFamily="2" charset="0"/>
                <a:cs typeface="Courier New"/>
              </a:rPr>
              <a:t> </a:t>
            </a:r>
            <a:r>
              <a:rPr kumimoji="0" lang="en-GB" sz="2200" b="0" i="0" u="none" strike="noStrike" kern="1200" cap="none" spc="-25" normalizeH="0" baseline="0" noProof="0" dirty="0">
                <a:ln>
                  <a:noFill/>
                </a:ln>
                <a:solidFill>
                  <a:srgbClr val="212121"/>
                </a:solidFill>
                <a:effectLst/>
                <a:uLnTx/>
                <a:uFillTx/>
                <a:latin typeface="Helvetica" pitchFamily="2" charset="0"/>
                <a:cs typeface="Courier New"/>
              </a:rPr>
              <a:t>value 001:</a:t>
            </a:r>
            <a:endParaRPr kumimoji="0" lang="en-GB" sz="2200" b="0" i="0" u="none" strike="noStrike" kern="1200" cap="none" spc="0" normalizeH="0" baseline="0" noProof="0" dirty="0">
              <a:ln>
                <a:noFill/>
              </a:ln>
              <a:solidFill>
                <a:prstClr val="black"/>
              </a:solidFill>
              <a:effectLst/>
              <a:uLnTx/>
              <a:uFillTx/>
              <a:latin typeface="Helvetica" pitchFamily="2" charset="0"/>
              <a:cs typeface="Courier New"/>
            </a:endParaRPr>
          </a:p>
          <a:p>
            <a:pPr marL="711200" lvl="1" indent="-241935">
              <a:lnSpc>
                <a:spcPct val="150000"/>
              </a:lnSpc>
              <a:spcBef>
                <a:spcPts val="1030"/>
              </a:spcBef>
              <a:buFont typeface="Arial"/>
              <a:buChar char="•"/>
              <a:tabLst>
                <a:tab pos="254000" algn="l"/>
                <a:tab pos="254635" algn="l"/>
              </a:tabLst>
              <a:defRPr/>
            </a:pPr>
            <a:r>
              <a:rPr kumimoji="0" lang="en-GB" sz="2200" b="0" i="0" u="none" strike="noStrike" kern="1200" cap="none" spc="-15" normalizeH="0" baseline="0" noProof="0" dirty="0">
                <a:ln>
                  <a:noFill/>
                </a:ln>
                <a:solidFill>
                  <a:srgbClr val="212121"/>
                </a:solidFill>
                <a:effectLst/>
                <a:uLnTx/>
                <a:uFillTx/>
                <a:latin typeface="Helvetica" pitchFamily="2" charset="0"/>
                <a:cs typeface="Courier New"/>
              </a:rPr>
              <a:t>We</a:t>
            </a:r>
            <a:r>
              <a:rPr kumimoji="0" lang="en-GB" sz="2200" b="0" i="0" u="none" strike="noStrike" kern="1200" cap="none" spc="-45" normalizeH="0" baseline="0" noProof="0" dirty="0">
                <a:ln>
                  <a:noFill/>
                </a:ln>
                <a:solidFill>
                  <a:srgbClr val="212121"/>
                </a:solidFill>
                <a:effectLst/>
                <a:uLnTx/>
                <a:uFillTx/>
                <a:latin typeface="Helvetica" pitchFamily="2" charset="0"/>
                <a:cs typeface="Courier New"/>
              </a:rPr>
              <a:t> </a:t>
            </a:r>
            <a:r>
              <a:rPr kumimoji="0" lang="en-GB" sz="2200" b="0" i="0" u="none" strike="noStrike" kern="1200" cap="none" spc="-20" normalizeH="0" baseline="0" noProof="0" dirty="0">
                <a:ln>
                  <a:noFill/>
                </a:ln>
                <a:solidFill>
                  <a:srgbClr val="212121"/>
                </a:solidFill>
                <a:effectLst/>
                <a:uLnTx/>
                <a:uFillTx/>
                <a:latin typeface="Helvetica" pitchFamily="2" charset="0"/>
                <a:cs typeface="Courier New"/>
              </a:rPr>
              <a:t>are</a:t>
            </a:r>
            <a:r>
              <a:rPr kumimoji="0" lang="en-GB" sz="2200" b="0" i="0" u="none" strike="noStrike" kern="1200" cap="none" spc="-45" normalizeH="0" baseline="0" noProof="0" dirty="0">
                <a:ln>
                  <a:noFill/>
                </a:ln>
                <a:solidFill>
                  <a:srgbClr val="212121"/>
                </a:solidFill>
                <a:effectLst/>
                <a:uLnTx/>
                <a:uFillTx/>
                <a:latin typeface="Helvetica" pitchFamily="2" charset="0"/>
                <a:cs typeface="Courier New"/>
              </a:rPr>
              <a:t> </a:t>
            </a:r>
            <a:r>
              <a:rPr kumimoji="0" lang="en-GB" sz="2200" b="0" i="0" u="none" strike="noStrike" kern="1200" cap="none" spc="-25" normalizeH="0" baseline="0" noProof="0" dirty="0">
                <a:ln>
                  <a:noFill/>
                </a:ln>
                <a:solidFill>
                  <a:srgbClr val="212121"/>
                </a:solidFill>
                <a:effectLst/>
                <a:uLnTx/>
                <a:uFillTx/>
                <a:latin typeface="Helvetica" pitchFamily="2" charset="0"/>
                <a:cs typeface="Courier New"/>
              </a:rPr>
              <a:t>trying</a:t>
            </a:r>
            <a:r>
              <a:rPr kumimoji="0" lang="en-GB" sz="2200" b="0" i="0" u="none" strike="noStrike" kern="1200" cap="none" spc="-45" normalizeH="0" baseline="0" noProof="0" dirty="0">
                <a:ln>
                  <a:noFill/>
                </a:ln>
                <a:solidFill>
                  <a:srgbClr val="212121"/>
                </a:solidFill>
                <a:effectLst/>
                <a:uLnTx/>
                <a:uFillTx/>
                <a:latin typeface="Helvetica" pitchFamily="2" charset="0"/>
                <a:cs typeface="Courier New"/>
              </a:rPr>
              <a:t> </a:t>
            </a:r>
            <a:r>
              <a:rPr kumimoji="0" lang="en-GB" sz="2200" b="0" i="0" u="none" strike="noStrike" kern="1200" cap="none" spc="-15" normalizeH="0" baseline="0" noProof="0" dirty="0">
                <a:ln>
                  <a:noFill/>
                </a:ln>
                <a:solidFill>
                  <a:srgbClr val="212121"/>
                </a:solidFill>
                <a:effectLst/>
                <a:uLnTx/>
                <a:uFillTx/>
                <a:latin typeface="Helvetica" pitchFamily="2" charset="0"/>
                <a:cs typeface="Courier New"/>
              </a:rPr>
              <a:t>to</a:t>
            </a:r>
            <a:r>
              <a:rPr kumimoji="0" lang="en-GB" sz="2200" b="0" i="0" u="none" strike="noStrike" kern="1200" cap="none" spc="-40" normalizeH="0" baseline="0" noProof="0" dirty="0">
                <a:ln>
                  <a:noFill/>
                </a:ln>
                <a:solidFill>
                  <a:srgbClr val="212121"/>
                </a:solidFill>
                <a:effectLst/>
                <a:uLnTx/>
                <a:uFillTx/>
                <a:latin typeface="Helvetica" pitchFamily="2" charset="0"/>
                <a:cs typeface="Courier New"/>
              </a:rPr>
              <a:t> </a:t>
            </a:r>
            <a:r>
              <a:rPr kumimoji="0" lang="en-GB" sz="2200" b="0" i="0" u="none" strike="noStrike" kern="1200" cap="none" spc="-20" normalizeH="0" baseline="0" noProof="0" dirty="0">
                <a:ln>
                  <a:noFill/>
                </a:ln>
                <a:solidFill>
                  <a:srgbClr val="212121"/>
                </a:solidFill>
                <a:effectLst/>
                <a:uLnTx/>
                <a:uFillTx/>
                <a:latin typeface="Helvetica" pitchFamily="2" charset="0"/>
                <a:cs typeface="Courier New"/>
              </a:rPr>
              <a:t>add</a:t>
            </a:r>
            <a:r>
              <a:rPr kumimoji="0" lang="en-GB" sz="2200" b="0" i="0" u="none" strike="noStrike" kern="1200" cap="none" spc="-45" normalizeH="0" baseline="0" noProof="0" dirty="0">
                <a:ln>
                  <a:noFill/>
                </a:ln>
                <a:solidFill>
                  <a:srgbClr val="212121"/>
                </a:solidFill>
                <a:effectLst/>
                <a:uLnTx/>
                <a:uFillTx/>
                <a:latin typeface="Helvetica" pitchFamily="2" charset="0"/>
                <a:cs typeface="Courier New"/>
              </a:rPr>
              <a:t> </a:t>
            </a:r>
            <a:r>
              <a:rPr kumimoji="0" lang="en-GB" sz="2200" b="0" i="0" u="none" strike="noStrike" kern="1200" cap="none" spc="-5" normalizeH="0" baseline="0" noProof="0" dirty="0">
                <a:ln>
                  <a:noFill/>
                </a:ln>
                <a:solidFill>
                  <a:srgbClr val="212121"/>
                </a:solidFill>
                <a:effectLst/>
                <a:uLnTx/>
                <a:uFillTx/>
                <a:latin typeface="Helvetica" pitchFamily="2" charset="0"/>
                <a:cs typeface="Courier New"/>
              </a:rPr>
              <a:t>a</a:t>
            </a:r>
            <a:r>
              <a:rPr kumimoji="0" lang="en-GB" sz="2200" b="0" i="0" u="none" strike="noStrike" kern="1200" cap="none" spc="-45" normalizeH="0" baseline="0" noProof="0" dirty="0">
                <a:ln>
                  <a:noFill/>
                </a:ln>
                <a:solidFill>
                  <a:srgbClr val="212121"/>
                </a:solidFill>
                <a:effectLst/>
                <a:uLnTx/>
                <a:uFillTx/>
                <a:latin typeface="Helvetica" pitchFamily="2" charset="0"/>
                <a:cs typeface="Courier New"/>
              </a:rPr>
              <a:t> </a:t>
            </a:r>
            <a:r>
              <a:rPr kumimoji="0" lang="en-GB" sz="2200" b="0" i="0" u="none" strike="noStrike" kern="1200" cap="none" spc="-25" normalizeH="0" baseline="0" noProof="0" dirty="0">
                <a:ln>
                  <a:noFill/>
                </a:ln>
                <a:solidFill>
                  <a:srgbClr val="212121"/>
                </a:solidFill>
                <a:effectLst/>
                <a:uLnTx/>
                <a:uFillTx/>
                <a:latin typeface="Helvetica" pitchFamily="2" charset="0"/>
                <a:cs typeface="Courier New"/>
              </a:rPr>
              <a:t>duplicate primary</a:t>
            </a:r>
            <a:r>
              <a:rPr kumimoji="0" lang="en-GB" sz="2200" b="0" i="0" u="none" strike="noStrike" kern="1200" cap="none" spc="-40" normalizeH="0" baseline="0" noProof="0" dirty="0">
                <a:ln>
                  <a:noFill/>
                </a:ln>
                <a:solidFill>
                  <a:srgbClr val="212121"/>
                </a:solidFill>
                <a:effectLst/>
                <a:uLnTx/>
                <a:uFillTx/>
                <a:latin typeface="Helvetica" pitchFamily="2" charset="0"/>
                <a:cs typeface="Courier New"/>
              </a:rPr>
              <a:t> </a:t>
            </a:r>
            <a:r>
              <a:rPr kumimoji="0" lang="en-GB" sz="2200" b="0" i="0" u="none" strike="noStrike" kern="1200" cap="none" spc="-20" normalizeH="0" baseline="0" noProof="0" dirty="0">
                <a:ln>
                  <a:noFill/>
                </a:ln>
                <a:solidFill>
                  <a:srgbClr val="212121"/>
                </a:solidFill>
                <a:effectLst/>
                <a:uLnTx/>
                <a:uFillTx/>
                <a:latin typeface="Helvetica" pitchFamily="2" charset="0"/>
                <a:cs typeface="Courier New"/>
              </a:rPr>
              <a:t>key</a:t>
            </a:r>
            <a:r>
              <a:rPr kumimoji="0" lang="en-GB" sz="2200" b="0" i="0" u="none" strike="noStrike" kern="1200" cap="none" spc="-45" normalizeH="0" baseline="0" noProof="0" dirty="0">
                <a:ln>
                  <a:noFill/>
                </a:ln>
                <a:solidFill>
                  <a:srgbClr val="212121"/>
                </a:solidFill>
                <a:effectLst/>
                <a:uLnTx/>
                <a:uFillTx/>
                <a:latin typeface="Helvetica" pitchFamily="2" charset="0"/>
                <a:cs typeface="Courier New"/>
              </a:rPr>
              <a:t> </a:t>
            </a:r>
            <a:r>
              <a:rPr kumimoji="0" lang="en-GB" sz="2200" b="0" i="0" u="none" strike="noStrike" kern="1200" cap="none" spc="-20" normalizeH="0" baseline="0" noProof="0" dirty="0">
                <a:ln>
                  <a:noFill/>
                </a:ln>
                <a:solidFill>
                  <a:srgbClr val="212121"/>
                </a:solidFill>
                <a:effectLst/>
                <a:uLnTx/>
                <a:uFillTx/>
                <a:latin typeface="Helvetica" pitchFamily="2" charset="0"/>
                <a:cs typeface="Courier New"/>
              </a:rPr>
              <a:t>(not</a:t>
            </a:r>
            <a:r>
              <a:rPr kumimoji="0" lang="en-GB" sz="2200" b="0" i="0" u="none" strike="noStrike" kern="1200" cap="none" spc="-45" normalizeH="0" baseline="0" noProof="0" dirty="0">
                <a:ln>
                  <a:noFill/>
                </a:ln>
                <a:solidFill>
                  <a:srgbClr val="212121"/>
                </a:solidFill>
                <a:effectLst/>
                <a:uLnTx/>
                <a:uFillTx/>
                <a:latin typeface="Helvetica" pitchFamily="2" charset="0"/>
                <a:cs typeface="Courier New"/>
              </a:rPr>
              <a:t> </a:t>
            </a:r>
            <a:r>
              <a:rPr kumimoji="0" lang="en-GB" sz="2200" b="0" i="0" u="none" strike="noStrike" kern="1200" cap="none" spc="-25" normalizeH="0" baseline="0" noProof="0" dirty="0">
                <a:ln>
                  <a:noFill/>
                </a:ln>
                <a:solidFill>
                  <a:srgbClr val="212121"/>
                </a:solidFill>
                <a:effectLst/>
                <a:uLnTx/>
                <a:uFillTx/>
                <a:latin typeface="Helvetica" pitchFamily="2" charset="0"/>
                <a:cs typeface="Courier New"/>
              </a:rPr>
              <a:t>allowed)</a:t>
            </a:r>
          </a:p>
          <a:p>
            <a:pPr marL="358140" marR="0" lvl="0" indent="-346075" algn="l" defTabSz="914400" rtl="0" eaLnBrk="1" fontAlgn="auto" latinLnBrk="0" hangingPunct="1">
              <a:lnSpc>
                <a:spcPct val="150000"/>
              </a:lnSpc>
              <a:spcBef>
                <a:spcPts val="1105"/>
              </a:spcBef>
              <a:spcAft>
                <a:spcPts val="0"/>
              </a:spcAft>
              <a:buClrTx/>
              <a:buSzTx/>
              <a:buFont typeface="Arial"/>
              <a:buChar char="•"/>
              <a:tabLst>
                <a:tab pos="358140" algn="l"/>
                <a:tab pos="358775" algn="l"/>
              </a:tabLst>
              <a:defRPr/>
            </a:pPr>
            <a:r>
              <a:rPr kumimoji="0" lang="en-GB" sz="2200" b="0" i="0" u="none" strike="noStrike" kern="1200" cap="none" spc="0" normalizeH="0" baseline="0" noProof="0" dirty="0">
                <a:ln>
                  <a:noFill/>
                </a:ln>
                <a:solidFill>
                  <a:prstClr val="black"/>
                </a:solidFill>
                <a:effectLst/>
                <a:uLnTx/>
                <a:uFillTx/>
                <a:latin typeface="Helvetica" pitchFamily="2" charset="0"/>
                <a:cs typeface="Courier New"/>
              </a:rPr>
              <a:t>Action: </a:t>
            </a:r>
            <a:r>
              <a:rPr kumimoji="0" lang="en-GB" sz="2200" b="0" i="0" u="none" strike="noStrike" kern="1200" cap="none" spc="-25" normalizeH="0" baseline="0" noProof="0" dirty="0">
                <a:ln>
                  <a:noFill/>
                </a:ln>
                <a:solidFill>
                  <a:srgbClr val="212121"/>
                </a:solidFill>
                <a:effectLst/>
                <a:uLnTx/>
                <a:uFillTx/>
                <a:latin typeface="Helvetica" pitchFamily="2" charset="0"/>
                <a:cs typeface="Courier New"/>
              </a:rPr>
              <a:t>Either</a:t>
            </a:r>
            <a:r>
              <a:rPr kumimoji="0" lang="en-GB" sz="2200" b="0" i="0" u="none" strike="noStrike" kern="1200" cap="none" spc="-40" normalizeH="0" baseline="0" noProof="0" dirty="0">
                <a:ln>
                  <a:noFill/>
                </a:ln>
                <a:solidFill>
                  <a:srgbClr val="212121"/>
                </a:solidFill>
                <a:effectLst/>
                <a:uLnTx/>
                <a:uFillTx/>
                <a:latin typeface="Helvetica" pitchFamily="2" charset="0"/>
                <a:cs typeface="Courier New"/>
              </a:rPr>
              <a:t> </a:t>
            </a:r>
            <a:r>
              <a:rPr kumimoji="0" lang="en-GB" sz="2200" b="0" i="0" u="none" strike="noStrike" kern="1200" cap="none" spc="-25" normalizeH="0" baseline="0" noProof="0" dirty="0">
                <a:ln>
                  <a:noFill/>
                </a:ln>
                <a:solidFill>
                  <a:srgbClr val="212121"/>
                </a:solidFill>
                <a:effectLst/>
                <a:uLnTx/>
                <a:uFillTx/>
                <a:latin typeface="Helvetica" pitchFamily="2" charset="0"/>
                <a:cs typeface="Courier New"/>
              </a:rPr>
              <a:t>remove</a:t>
            </a:r>
            <a:r>
              <a:rPr kumimoji="0" lang="en-GB" sz="2200" b="0" i="0" u="none" strike="noStrike" kern="1200" cap="none" spc="-40" normalizeH="0" baseline="0" noProof="0" dirty="0">
                <a:ln>
                  <a:noFill/>
                </a:ln>
                <a:solidFill>
                  <a:srgbClr val="212121"/>
                </a:solidFill>
                <a:effectLst/>
                <a:uLnTx/>
                <a:uFillTx/>
                <a:latin typeface="Helvetica" pitchFamily="2" charset="0"/>
                <a:cs typeface="Courier New"/>
              </a:rPr>
              <a:t> </a:t>
            </a:r>
            <a:r>
              <a:rPr kumimoji="0" lang="en-GB" sz="2200" b="0" i="0" u="none" strike="noStrike" kern="1200" cap="none" spc="-20" normalizeH="0" baseline="0" noProof="0" dirty="0">
                <a:ln>
                  <a:noFill/>
                </a:ln>
                <a:solidFill>
                  <a:srgbClr val="212121"/>
                </a:solidFill>
                <a:effectLst/>
                <a:uLnTx/>
                <a:uFillTx/>
                <a:latin typeface="Helvetica" pitchFamily="2" charset="0"/>
                <a:cs typeface="Courier New"/>
              </a:rPr>
              <a:t>the</a:t>
            </a:r>
            <a:r>
              <a:rPr kumimoji="0" lang="en-GB" sz="2200" b="0" i="0" u="none" strike="noStrike" kern="1200" cap="none" spc="-40" normalizeH="0" baseline="0" noProof="0" dirty="0">
                <a:ln>
                  <a:noFill/>
                </a:ln>
                <a:solidFill>
                  <a:srgbClr val="212121"/>
                </a:solidFill>
                <a:effectLst/>
                <a:uLnTx/>
                <a:uFillTx/>
                <a:latin typeface="Helvetica" pitchFamily="2" charset="0"/>
                <a:cs typeface="Courier New"/>
              </a:rPr>
              <a:t> </a:t>
            </a:r>
            <a:r>
              <a:rPr kumimoji="0" lang="en-GB" sz="2200" b="0" i="0" u="none" strike="noStrike" kern="1200" cap="none" spc="-25" normalizeH="0" baseline="0" noProof="0" dirty="0">
                <a:ln>
                  <a:noFill/>
                </a:ln>
                <a:solidFill>
                  <a:srgbClr val="212121"/>
                </a:solidFill>
                <a:effectLst/>
                <a:uLnTx/>
                <a:uFillTx/>
                <a:latin typeface="Helvetica" pitchFamily="2" charset="0"/>
                <a:cs typeface="Courier New"/>
              </a:rPr>
              <a:t>unique</a:t>
            </a:r>
            <a:r>
              <a:rPr kumimoji="0" lang="en-GB" sz="2200" b="0" i="0" u="none" strike="noStrike" kern="1200" cap="none" spc="-40" normalizeH="0" baseline="0" noProof="0" dirty="0">
                <a:ln>
                  <a:noFill/>
                </a:ln>
                <a:solidFill>
                  <a:srgbClr val="212121"/>
                </a:solidFill>
                <a:effectLst/>
                <a:uLnTx/>
                <a:uFillTx/>
                <a:latin typeface="Helvetica" pitchFamily="2" charset="0"/>
                <a:cs typeface="Courier New"/>
              </a:rPr>
              <a:t> </a:t>
            </a:r>
            <a:r>
              <a:rPr kumimoji="0" lang="en-GB" sz="2200" b="0" i="0" u="none" strike="noStrike" kern="1200" cap="none" spc="-25" normalizeH="0" baseline="0" noProof="0" dirty="0">
                <a:ln>
                  <a:noFill/>
                </a:ln>
                <a:solidFill>
                  <a:srgbClr val="212121"/>
                </a:solidFill>
                <a:effectLst/>
                <a:uLnTx/>
                <a:uFillTx/>
                <a:latin typeface="Helvetica" pitchFamily="2" charset="0"/>
                <a:cs typeface="Courier New"/>
              </a:rPr>
              <a:t>restriction</a:t>
            </a:r>
            <a:r>
              <a:rPr kumimoji="0" lang="en-GB" sz="2200" b="0" i="0" u="none" strike="noStrike" kern="1200" cap="none" spc="-40" normalizeH="0" baseline="0" noProof="0" dirty="0">
                <a:ln>
                  <a:noFill/>
                </a:ln>
                <a:solidFill>
                  <a:srgbClr val="212121"/>
                </a:solidFill>
                <a:effectLst/>
                <a:uLnTx/>
                <a:uFillTx/>
                <a:latin typeface="Helvetica" pitchFamily="2" charset="0"/>
                <a:cs typeface="Courier New"/>
              </a:rPr>
              <a:t> </a:t>
            </a:r>
            <a:r>
              <a:rPr kumimoji="0" lang="en-GB" sz="2200" b="0" i="0" u="none" strike="noStrike" kern="1200" cap="none" spc="-15" normalizeH="0" baseline="0" noProof="0" dirty="0">
                <a:ln>
                  <a:noFill/>
                </a:ln>
                <a:solidFill>
                  <a:srgbClr val="212121"/>
                </a:solidFill>
                <a:effectLst/>
                <a:uLnTx/>
                <a:uFillTx/>
                <a:latin typeface="Helvetica" pitchFamily="2" charset="0"/>
                <a:cs typeface="Courier New"/>
              </a:rPr>
              <a:t>or</a:t>
            </a:r>
            <a:r>
              <a:rPr kumimoji="0" lang="en-GB" sz="2200" b="0" i="0" u="none" strike="noStrike" kern="1200" cap="none" spc="-40" normalizeH="0" baseline="0" noProof="0" dirty="0">
                <a:ln>
                  <a:noFill/>
                </a:ln>
                <a:solidFill>
                  <a:srgbClr val="212121"/>
                </a:solidFill>
                <a:effectLst/>
                <a:uLnTx/>
                <a:uFillTx/>
                <a:latin typeface="Helvetica" pitchFamily="2" charset="0"/>
                <a:cs typeface="Courier New"/>
              </a:rPr>
              <a:t> </a:t>
            </a:r>
            <a:r>
              <a:rPr kumimoji="0" lang="en-GB" sz="2200" b="0" i="0" u="none" strike="noStrike" kern="1200" cap="none" spc="-15" normalizeH="0" baseline="0" noProof="0" dirty="0">
                <a:ln>
                  <a:noFill/>
                </a:ln>
                <a:solidFill>
                  <a:srgbClr val="212121"/>
                </a:solidFill>
                <a:effectLst/>
                <a:uLnTx/>
                <a:uFillTx/>
                <a:latin typeface="Helvetica" pitchFamily="2" charset="0"/>
                <a:cs typeface="Courier New"/>
              </a:rPr>
              <a:t>do</a:t>
            </a:r>
            <a:r>
              <a:rPr kumimoji="0" lang="en-GB" sz="2200" b="0" i="0" u="none" strike="noStrike" kern="1200" cap="none" spc="-40" normalizeH="0" baseline="0" noProof="0" dirty="0">
                <a:ln>
                  <a:noFill/>
                </a:ln>
                <a:solidFill>
                  <a:srgbClr val="212121"/>
                </a:solidFill>
                <a:effectLst/>
                <a:uLnTx/>
                <a:uFillTx/>
                <a:latin typeface="Helvetica" pitchFamily="2" charset="0"/>
                <a:cs typeface="Courier New"/>
              </a:rPr>
              <a:t> </a:t>
            </a:r>
            <a:r>
              <a:rPr kumimoji="0" lang="en-GB" sz="2200" b="0" i="0" u="none" strike="noStrike" kern="1200" cap="none" spc="-20" normalizeH="0" baseline="0" noProof="0" dirty="0">
                <a:ln>
                  <a:noFill/>
                </a:ln>
                <a:solidFill>
                  <a:srgbClr val="212121"/>
                </a:solidFill>
                <a:effectLst/>
                <a:uLnTx/>
                <a:uFillTx/>
                <a:latin typeface="Helvetica" pitchFamily="2" charset="0"/>
                <a:cs typeface="Courier New"/>
              </a:rPr>
              <a:t>not</a:t>
            </a:r>
            <a:r>
              <a:rPr kumimoji="0" lang="en-GB" sz="2200" b="0" i="0" u="none" strike="noStrike" kern="1200" cap="none" spc="-40" normalizeH="0" baseline="0" noProof="0" dirty="0">
                <a:ln>
                  <a:noFill/>
                </a:ln>
                <a:solidFill>
                  <a:srgbClr val="212121"/>
                </a:solidFill>
                <a:effectLst/>
                <a:uLnTx/>
                <a:uFillTx/>
                <a:latin typeface="Helvetica" pitchFamily="2" charset="0"/>
                <a:cs typeface="Courier New"/>
              </a:rPr>
              <a:t> </a:t>
            </a:r>
            <a:r>
              <a:rPr kumimoji="0" lang="en-GB" sz="2200" b="0" i="0" u="none" strike="noStrike" kern="1200" cap="none" spc="-25" normalizeH="0" baseline="0" noProof="0" dirty="0">
                <a:ln>
                  <a:noFill/>
                </a:ln>
                <a:solidFill>
                  <a:srgbClr val="212121"/>
                </a:solidFill>
                <a:effectLst/>
                <a:uLnTx/>
                <a:uFillTx/>
                <a:latin typeface="Helvetica" pitchFamily="2" charset="0"/>
                <a:cs typeface="Courier New"/>
              </a:rPr>
              <a:t>insert</a:t>
            </a:r>
            <a:r>
              <a:rPr kumimoji="0" lang="en-GB" sz="2200" b="0" i="0" u="none" strike="noStrike" kern="1200" cap="none" spc="-40" normalizeH="0" baseline="0" noProof="0" dirty="0">
                <a:ln>
                  <a:noFill/>
                </a:ln>
                <a:solidFill>
                  <a:srgbClr val="212121"/>
                </a:solidFill>
                <a:effectLst/>
                <a:uLnTx/>
                <a:uFillTx/>
                <a:latin typeface="Helvetica" pitchFamily="2" charset="0"/>
                <a:cs typeface="Courier New"/>
              </a:rPr>
              <a:t> </a:t>
            </a:r>
            <a:r>
              <a:rPr kumimoji="0" lang="en-GB" sz="2200" b="0" i="0" u="none" strike="noStrike" kern="1200" cap="none" spc="-20" normalizeH="0" baseline="0" noProof="0" dirty="0">
                <a:ln>
                  <a:noFill/>
                </a:ln>
                <a:solidFill>
                  <a:srgbClr val="212121"/>
                </a:solidFill>
                <a:effectLst/>
                <a:uLnTx/>
                <a:uFillTx/>
                <a:latin typeface="Helvetica" pitchFamily="2" charset="0"/>
                <a:cs typeface="Courier New"/>
              </a:rPr>
              <a:t>the</a:t>
            </a:r>
            <a:r>
              <a:rPr kumimoji="0" lang="en-GB" sz="2200" b="0" i="0" u="none" strike="noStrike" kern="1200" cap="none" spc="-30" normalizeH="0" baseline="0" noProof="0" dirty="0">
                <a:ln>
                  <a:noFill/>
                </a:ln>
                <a:solidFill>
                  <a:srgbClr val="212121"/>
                </a:solidFill>
                <a:effectLst/>
                <a:uLnTx/>
                <a:uFillTx/>
                <a:latin typeface="Helvetica" pitchFamily="2" charset="0"/>
                <a:cs typeface="Courier New"/>
              </a:rPr>
              <a:t> key</a:t>
            </a:r>
            <a:endParaRPr kumimoji="0" lang="en-GB" sz="2200" b="0" i="0" u="none" strike="noStrike" kern="1200" cap="none" spc="0" normalizeH="0" baseline="0" noProof="0" dirty="0">
              <a:ln>
                <a:noFill/>
              </a:ln>
              <a:solidFill>
                <a:prstClr val="black"/>
              </a:solidFill>
              <a:effectLst/>
              <a:uLnTx/>
              <a:uFillTx/>
              <a:latin typeface="Helvetica" pitchFamily="2" charset="0"/>
              <a:cs typeface="Courier New"/>
            </a:endParaRPr>
          </a:p>
        </p:txBody>
      </p:sp>
      <p:sp>
        <p:nvSpPr>
          <p:cNvPr id="3" name="Title 2">
            <a:extLst>
              <a:ext uri="{FF2B5EF4-FFF2-40B4-BE49-F238E27FC236}">
                <a16:creationId xmlns:a16="http://schemas.microsoft.com/office/drawing/2014/main" id="{3A9FFD9B-E2C8-9204-0159-F4D8707C8F10}"/>
              </a:ext>
            </a:extLst>
          </p:cNvPr>
          <p:cNvSpPr>
            <a:spLocks noGrp="1"/>
          </p:cNvSpPr>
          <p:nvPr>
            <p:ph type="title"/>
          </p:nvPr>
        </p:nvSpPr>
        <p:spPr/>
        <p:txBody>
          <a:bodyPr/>
          <a:lstStyle/>
          <a:p>
            <a:r>
              <a:rPr lang="en-IE" dirty="0"/>
              <a:t>Possible errors – constraint violation</a:t>
            </a:r>
          </a:p>
        </p:txBody>
      </p:sp>
    </p:spTree>
    <p:extLst>
      <p:ext uri="{BB962C8B-B14F-4D97-AF65-F5344CB8AC3E}">
        <p14:creationId xmlns:p14="http://schemas.microsoft.com/office/powerpoint/2010/main" val="83366437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9481C112-653C-20AC-1506-6ECD101DA527}"/>
              </a:ext>
            </a:extLst>
          </p:cNvPr>
          <p:cNvSpPr txBox="1"/>
          <p:nvPr/>
        </p:nvSpPr>
        <p:spPr>
          <a:xfrm>
            <a:off x="536677" y="1720850"/>
            <a:ext cx="9115259" cy="1058816"/>
          </a:xfrm>
          <a:prstGeom prst="rect">
            <a:avLst/>
          </a:prstGeom>
          <a:noFill/>
        </p:spPr>
        <p:txBody>
          <a:bodyPr wrap="square">
            <a:spAutoFit/>
          </a:bodyPr>
          <a:lstStyle/>
          <a:p>
            <a:pPr marL="254000" marR="0" lvl="0" indent="-241935" algn="l" defTabSz="914400" rtl="0" eaLnBrk="1" fontAlgn="auto" latinLnBrk="0" hangingPunct="1">
              <a:lnSpc>
                <a:spcPct val="150000"/>
              </a:lnSpc>
              <a:spcBef>
                <a:spcPts val="0"/>
              </a:spcBef>
              <a:spcAft>
                <a:spcPts val="0"/>
              </a:spcAft>
              <a:buClrTx/>
              <a:buSzTx/>
              <a:buFont typeface="Arial"/>
              <a:buChar char="•"/>
              <a:tabLst>
                <a:tab pos="254000" algn="l"/>
                <a:tab pos="254635" algn="l"/>
              </a:tabLst>
              <a:defRPr/>
            </a:pPr>
            <a:r>
              <a:rPr kumimoji="0" lang="en-GB" sz="2200" b="0" i="0" u="none" strike="noStrike" kern="1200" cap="none" spc="-25" normalizeH="0" baseline="0" noProof="0" dirty="0">
                <a:ln>
                  <a:noFill/>
                </a:ln>
                <a:solidFill>
                  <a:srgbClr val="212121"/>
                </a:solidFill>
                <a:effectLst/>
                <a:uLnTx/>
                <a:uFillTx/>
                <a:latin typeface="Helvetica" pitchFamily="2" charset="0"/>
                <a:cs typeface="Courier New"/>
              </a:rPr>
              <a:t>Let’s go back to the database we created to store information about movies, actors and movie cast:</a:t>
            </a:r>
          </a:p>
        </p:txBody>
      </p:sp>
      <p:sp>
        <p:nvSpPr>
          <p:cNvPr id="3" name="Title 2">
            <a:extLst>
              <a:ext uri="{FF2B5EF4-FFF2-40B4-BE49-F238E27FC236}">
                <a16:creationId xmlns:a16="http://schemas.microsoft.com/office/drawing/2014/main" id="{3A9FFD9B-E2C8-9204-0159-F4D8707C8F10}"/>
              </a:ext>
            </a:extLst>
          </p:cNvPr>
          <p:cNvSpPr>
            <a:spLocks noGrp="1"/>
          </p:cNvSpPr>
          <p:nvPr>
            <p:ph type="title"/>
          </p:nvPr>
        </p:nvSpPr>
        <p:spPr>
          <a:xfrm>
            <a:off x="725748" y="509634"/>
            <a:ext cx="9223058" cy="1058816"/>
          </a:xfrm>
        </p:spPr>
        <p:txBody>
          <a:bodyPr/>
          <a:lstStyle/>
          <a:p>
            <a:r>
              <a:rPr lang="en-IE" dirty="0"/>
              <a:t>Possible errors – connected tables</a:t>
            </a:r>
          </a:p>
        </p:txBody>
      </p:sp>
      <p:sp>
        <p:nvSpPr>
          <p:cNvPr id="4" name="TextBox 3">
            <a:extLst>
              <a:ext uri="{FF2B5EF4-FFF2-40B4-BE49-F238E27FC236}">
                <a16:creationId xmlns:a16="http://schemas.microsoft.com/office/drawing/2014/main" id="{5467564C-B075-08E5-B55E-BBF447F19087}"/>
              </a:ext>
            </a:extLst>
          </p:cNvPr>
          <p:cNvSpPr txBox="1"/>
          <p:nvPr/>
        </p:nvSpPr>
        <p:spPr>
          <a:xfrm>
            <a:off x="536677" y="3092450"/>
            <a:ext cx="9802552" cy="3139321"/>
          </a:xfrm>
          <a:prstGeom prst="rect">
            <a:avLst/>
          </a:prstGeom>
          <a:solidFill>
            <a:schemeClr val="tx1"/>
          </a:solidFill>
        </p:spPr>
        <p:txBody>
          <a:bodyPr wrap="square">
            <a:spAutoFit/>
          </a:bodyPr>
          <a:lstStyle/>
          <a:p>
            <a:r>
              <a:rPr lang="en-GB" b="0" dirty="0">
                <a:solidFill>
                  <a:srgbClr val="569CD6"/>
                </a:solidFill>
                <a:effectLst/>
                <a:latin typeface="Menlo" panose="020B0609030804020204" pitchFamily="49" charset="0"/>
              </a:rPr>
              <a:t>CREATE</a:t>
            </a:r>
            <a:r>
              <a:rPr lang="en-GB" b="0" dirty="0">
                <a:solidFill>
                  <a:srgbClr val="D4D4D4"/>
                </a:solidFill>
                <a:effectLst/>
                <a:latin typeface="Menlo" panose="020B0609030804020204" pitchFamily="49" charset="0"/>
              </a:rPr>
              <a:t> </a:t>
            </a:r>
            <a:r>
              <a:rPr lang="en-GB" b="0" dirty="0">
                <a:solidFill>
                  <a:srgbClr val="569CD6"/>
                </a:solidFill>
                <a:effectLst/>
                <a:latin typeface="Menlo" panose="020B0609030804020204" pitchFamily="49" charset="0"/>
              </a:rPr>
              <a:t>TABLE</a:t>
            </a:r>
            <a:r>
              <a:rPr lang="en-GB" b="0" dirty="0">
                <a:solidFill>
                  <a:srgbClr val="D4D4D4"/>
                </a:solidFill>
                <a:effectLst/>
                <a:latin typeface="Menlo" panose="020B0609030804020204" pitchFamily="49" charset="0"/>
              </a:rPr>
              <a:t> movies (</a:t>
            </a:r>
            <a:r>
              <a:rPr lang="en-GB" b="0" dirty="0" err="1">
                <a:solidFill>
                  <a:srgbClr val="D4D4D4"/>
                </a:solidFill>
                <a:effectLst/>
                <a:latin typeface="Menlo" panose="020B0609030804020204" pitchFamily="49" charset="0"/>
              </a:rPr>
              <a:t>movieId</a:t>
            </a:r>
            <a:r>
              <a:rPr lang="en-GB" b="0" dirty="0">
                <a:solidFill>
                  <a:srgbClr val="D4D4D4"/>
                </a:solidFill>
                <a:effectLst/>
                <a:latin typeface="Menlo" panose="020B0609030804020204" pitchFamily="49" charset="0"/>
              </a:rPr>
              <a:t> </a:t>
            </a:r>
            <a:r>
              <a:rPr lang="en-GB" b="0" dirty="0">
                <a:solidFill>
                  <a:srgbClr val="569CD6"/>
                </a:solidFill>
                <a:effectLst/>
                <a:latin typeface="Menlo" panose="020B0609030804020204" pitchFamily="49" charset="0"/>
              </a:rPr>
              <a:t>SERIAL</a:t>
            </a:r>
            <a:r>
              <a:rPr lang="en-GB" b="0" dirty="0">
                <a:solidFill>
                  <a:srgbClr val="D4D4D4"/>
                </a:solidFill>
                <a:effectLst/>
                <a:latin typeface="Menlo" panose="020B0609030804020204" pitchFamily="49" charset="0"/>
              </a:rPr>
              <a:t> </a:t>
            </a:r>
            <a:r>
              <a:rPr lang="en-GB" b="0" dirty="0">
                <a:solidFill>
                  <a:srgbClr val="569CD6"/>
                </a:solidFill>
                <a:effectLst/>
                <a:latin typeface="Menlo" panose="020B0609030804020204" pitchFamily="49" charset="0"/>
              </a:rPr>
              <a:t>PRIMARY</a:t>
            </a:r>
            <a:r>
              <a:rPr lang="en-GB" b="0" dirty="0">
                <a:solidFill>
                  <a:srgbClr val="D4D4D4"/>
                </a:solidFill>
                <a:effectLst/>
                <a:latin typeface="Menlo" panose="020B0609030804020204" pitchFamily="49" charset="0"/>
              </a:rPr>
              <a:t> </a:t>
            </a:r>
            <a:r>
              <a:rPr lang="en-GB" b="0" dirty="0">
                <a:solidFill>
                  <a:srgbClr val="569CD6"/>
                </a:solidFill>
                <a:effectLst/>
                <a:latin typeface="Menlo" panose="020B0609030804020204" pitchFamily="49" charset="0"/>
              </a:rPr>
              <a:t>KEY</a:t>
            </a:r>
            <a:r>
              <a:rPr lang="en-GB" b="0" dirty="0">
                <a:solidFill>
                  <a:srgbClr val="D4D4D4"/>
                </a:solidFill>
                <a:effectLst/>
                <a:latin typeface="Menlo" panose="020B0609030804020204" pitchFamily="49" charset="0"/>
              </a:rPr>
              <a:t>, </a:t>
            </a:r>
            <a:r>
              <a:rPr lang="en-GB" b="0" dirty="0" err="1">
                <a:solidFill>
                  <a:srgbClr val="D4D4D4"/>
                </a:solidFill>
                <a:effectLst/>
                <a:latin typeface="Menlo" panose="020B0609030804020204" pitchFamily="49" charset="0"/>
              </a:rPr>
              <a:t>movieTitle</a:t>
            </a:r>
            <a:r>
              <a:rPr lang="en-GB" b="0" dirty="0">
                <a:solidFill>
                  <a:srgbClr val="D4D4D4"/>
                </a:solidFill>
                <a:effectLst/>
                <a:latin typeface="Menlo" panose="020B0609030804020204" pitchFamily="49" charset="0"/>
              </a:rPr>
              <a:t> </a:t>
            </a:r>
            <a:r>
              <a:rPr lang="en-GB" b="0" dirty="0">
                <a:solidFill>
                  <a:srgbClr val="569CD6"/>
                </a:solidFill>
                <a:effectLst/>
                <a:latin typeface="Menlo" panose="020B0609030804020204" pitchFamily="49" charset="0"/>
              </a:rPr>
              <a:t>VARCHAR</a:t>
            </a:r>
            <a:r>
              <a:rPr lang="en-GB" b="0" dirty="0">
                <a:solidFill>
                  <a:srgbClr val="D4D4D4"/>
                </a:solidFill>
                <a:effectLst/>
                <a:latin typeface="Menlo" panose="020B0609030804020204" pitchFamily="49" charset="0"/>
              </a:rPr>
              <a:t>(</a:t>
            </a:r>
            <a:r>
              <a:rPr lang="en-GB" b="0" dirty="0">
                <a:solidFill>
                  <a:srgbClr val="B5CEA8"/>
                </a:solidFill>
                <a:effectLst/>
                <a:latin typeface="Menlo" panose="020B0609030804020204" pitchFamily="49" charset="0"/>
              </a:rPr>
              <a:t>50</a:t>
            </a:r>
            <a:r>
              <a:rPr lang="en-GB" b="0" dirty="0">
                <a:solidFill>
                  <a:srgbClr val="D4D4D4"/>
                </a:solidFill>
                <a:effectLst/>
                <a:latin typeface="Menlo" panose="020B0609030804020204" pitchFamily="49" charset="0"/>
              </a:rPr>
              <a:t>), </a:t>
            </a:r>
            <a:r>
              <a:rPr lang="en-GB" b="0" dirty="0" err="1">
                <a:solidFill>
                  <a:srgbClr val="D4D4D4"/>
                </a:solidFill>
                <a:effectLst/>
                <a:latin typeface="Menlo" panose="020B0609030804020204" pitchFamily="49" charset="0"/>
              </a:rPr>
              <a:t>releaseYear</a:t>
            </a:r>
            <a:r>
              <a:rPr lang="en-GB" b="0" dirty="0">
                <a:solidFill>
                  <a:srgbClr val="D4D4D4"/>
                </a:solidFill>
                <a:effectLst/>
                <a:latin typeface="Menlo" panose="020B0609030804020204" pitchFamily="49" charset="0"/>
              </a:rPr>
              <a:t> </a:t>
            </a:r>
            <a:r>
              <a:rPr lang="en-GB" b="0" dirty="0">
                <a:solidFill>
                  <a:srgbClr val="569CD6"/>
                </a:solidFill>
                <a:effectLst/>
                <a:latin typeface="Menlo" panose="020B0609030804020204" pitchFamily="49" charset="0"/>
              </a:rPr>
              <a:t>INT</a:t>
            </a:r>
            <a:r>
              <a:rPr lang="en-GB" b="0" dirty="0">
                <a:solidFill>
                  <a:srgbClr val="D4D4D4"/>
                </a:solidFill>
                <a:effectLst/>
                <a:latin typeface="Menlo" panose="020B0609030804020204" pitchFamily="49" charset="0"/>
              </a:rPr>
              <a:t>, director </a:t>
            </a:r>
            <a:r>
              <a:rPr lang="en-GB" b="0" dirty="0">
                <a:solidFill>
                  <a:srgbClr val="569CD6"/>
                </a:solidFill>
                <a:effectLst/>
                <a:latin typeface="Menlo" panose="020B0609030804020204" pitchFamily="49" charset="0"/>
              </a:rPr>
              <a:t>VARCHAR</a:t>
            </a:r>
            <a:r>
              <a:rPr lang="en-GB" b="0" dirty="0">
                <a:solidFill>
                  <a:srgbClr val="D4D4D4"/>
                </a:solidFill>
                <a:effectLst/>
                <a:latin typeface="Menlo" panose="020B0609030804020204" pitchFamily="49" charset="0"/>
              </a:rPr>
              <a:t>(</a:t>
            </a:r>
            <a:r>
              <a:rPr lang="en-GB" b="0" dirty="0">
                <a:solidFill>
                  <a:srgbClr val="B5CEA8"/>
                </a:solidFill>
                <a:effectLst/>
                <a:latin typeface="Menlo" panose="020B0609030804020204" pitchFamily="49" charset="0"/>
              </a:rPr>
              <a:t>30</a:t>
            </a:r>
            <a:r>
              <a:rPr lang="en-GB" b="0" dirty="0">
                <a:solidFill>
                  <a:srgbClr val="D4D4D4"/>
                </a:solidFill>
                <a:effectLst/>
                <a:latin typeface="Menlo" panose="020B0609030804020204" pitchFamily="49" charset="0"/>
              </a:rPr>
              <a:t>), budget </a:t>
            </a:r>
            <a:r>
              <a:rPr lang="en-GB" b="0" dirty="0">
                <a:solidFill>
                  <a:srgbClr val="569CD6"/>
                </a:solidFill>
                <a:effectLst/>
                <a:latin typeface="Menlo" panose="020B0609030804020204" pitchFamily="49" charset="0"/>
              </a:rPr>
              <a:t>INT</a:t>
            </a:r>
            <a:r>
              <a:rPr lang="en-GB" b="0" dirty="0">
                <a:solidFill>
                  <a:srgbClr val="D4D4D4"/>
                </a:solidFill>
                <a:effectLst/>
                <a:latin typeface="Menlo" panose="020B0609030804020204" pitchFamily="49" charset="0"/>
              </a:rPr>
              <a:t>, profit </a:t>
            </a:r>
            <a:r>
              <a:rPr lang="en-GB" b="0" dirty="0">
                <a:solidFill>
                  <a:srgbClr val="569CD6"/>
                </a:solidFill>
                <a:effectLst/>
                <a:latin typeface="Menlo" panose="020B0609030804020204" pitchFamily="49" charset="0"/>
              </a:rPr>
              <a:t>INT</a:t>
            </a:r>
            <a:r>
              <a:rPr lang="en-GB" b="0" dirty="0">
                <a:solidFill>
                  <a:srgbClr val="D4D4D4"/>
                </a:solidFill>
                <a:effectLst/>
                <a:latin typeface="Menlo" panose="020B0609030804020204" pitchFamily="49" charset="0"/>
              </a:rPr>
              <a:t>);</a:t>
            </a:r>
          </a:p>
          <a:p>
            <a:br>
              <a:rPr lang="en-GB" b="0" dirty="0">
                <a:solidFill>
                  <a:srgbClr val="D4D4D4"/>
                </a:solidFill>
                <a:effectLst/>
                <a:latin typeface="Menlo" panose="020B0609030804020204" pitchFamily="49" charset="0"/>
              </a:rPr>
            </a:br>
            <a:r>
              <a:rPr lang="en-GB" b="0" dirty="0">
                <a:solidFill>
                  <a:srgbClr val="569CD6"/>
                </a:solidFill>
                <a:effectLst/>
                <a:latin typeface="Menlo" panose="020B0609030804020204" pitchFamily="49" charset="0"/>
              </a:rPr>
              <a:t>CREATE</a:t>
            </a:r>
            <a:r>
              <a:rPr lang="en-GB" b="0" dirty="0">
                <a:solidFill>
                  <a:srgbClr val="D4D4D4"/>
                </a:solidFill>
                <a:effectLst/>
                <a:latin typeface="Menlo" panose="020B0609030804020204" pitchFamily="49" charset="0"/>
              </a:rPr>
              <a:t> </a:t>
            </a:r>
            <a:r>
              <a:rPr lang="en-GB" b="0" dirty="0">
                <a:solidFill>
                  <a:srgbClr val="569CD6"/>
                </a:solidFill>
                <a:effectLst/>
                <a:latin typeface="Menlo" panose="020B0609030804020204" pitchFamily="49" charset="0"/>
              </a:rPr>
              <a:t>TABLE</a:t>
            </a:r>
            <a:r>
              <a:rPr lang="en-GB" b="0" dirty="0">
                <a:solidFill>
                  <a:srgbClr val="D4D4D4"/>
                </a:solidFill>
                <a:effectLst/>
                <a:latin typeface="Menlo" panose="020B0609030804020204" pitchFamily="49" charset="0"/>
              </a:rPr>
              <a:t> actors(</a:t>
            </a:r>
            <a:r>
              <a:rPr lang="en-GB" b="0" dirty="0" err="1">
                <a:solidFill>
                  <a:srgbClr val="D4D4D4"/>
                </a:solidFill>
                <a:effectLst/>
                <a:latin typeface="Menlo" panose="020B0609030804020204" pitchFamily="49" charset="0"/>
              </a:rPr>
              <a:t>actorID</a:t>
            </a:r>
            <a:r>
              <a:rPr lang="en-GB" b="0" dirty="0">
                <a:solidFill>
                  <a:srgbClr val="D4D4D4"/>
                </a:solidFill>
                <a:effectLst/>
                <a:latin typeface="Menlo" panose="020B0609030804020204" pitchFamily="49" charset="0"/>
              </a:rPr>
              <a:t> </a:t>
            </a:r>
            <a:r>
              <a:rPr lang="en-GB" b="0" dirty="0">
                <a:solidFill>
                  <a:srgbClr val="569CD6"/>
                </a:solidFill>
                <a:effectLst/>
                <a:latin typeface="Menlo" panose="020B0609030804020204" pitchFamily="49" charset="0"/>
              </a:rPr>
              <a:t>SERIAL</a:t>
            </a:r>
            <a:r>
              <a:rPr lang="en-GB" b="0" dirty="0">
                <a:solidFill>
                  <a:srgbClr val="D4D4D4"/>
                </a:solidFill>
                <a:effectLst/>
                <a:latin typeface="Menlo" panose="020B0609030804020204" pitchFamily="49" charset="0"/>
              </a:rPr>
              <a:t>, </a:t>
            </a:r>
            <a:r>
              <a:rPr lang="en-GB" b="0" dirty="0" err="1">
                <a:solidFill>
                  <a:srgbClr val="D4D4D4"/>
                </a:solidFill>
                <a:effectLst/>
                <a:latin typeface="Menlo" panose="020B0609030804020204" pitchFamily="49" charset="0"/>
              </a:rPr>
              <a:t>actorName</a:t>
            </a:r>
            <a:r>
              <a:rPr lang="en-GB" b="0" dirty="0">
                <a:solidFill>
                  <a:srgbClr val="D4D4D4"/>
                </a:solidFill>
                <a:effectLst/>
                <a:latin typeface="Menlo" panose="020B0609030804020204" pitchFamily="49" charset="0"/>
              </a:rPr>
              <a:t> </a:t>
            </a:r>
            <a:r>
              <a:rPr lang="en-GB" b="0" dirty="0">
                <a:solidFill>
                  <a:srgbClr val="569CD6"/>
                </a:solidFill>
                <a:effectLst/>
                <a:latin typeface="Menlo" panose="020B0609030804020204" pitchFamily="49" charset="0"/>
              </a:rPr>
              <a:t>VARCHAR</a:t>
            </a:r>
            <a:r>
              <a:rPr lang="en-GB" b="0" dirty="0">
                <a:solidFill>
                  <a:srgbClr val="D4D4D4"/>
                </a:solidFill>
                <a:effectLst/>
                <a:latin typeface="Menlo" panose="020B0609030804020204" pitchFamily="49" charset="0"/>
              </a:rPr>
              <a:t>(</a:t>
            </a:r>
            <a:r>
              <a:rPr lang="en-GB" b="0" dirty="0">
                <a:solidFill>
                  <a:srgbClr val="B5CEA8"/>
                </a:solidFill>
                <a:effectLst/>
                <a:latin typeface="Menlo" panose="020B0609030804020204" pitchFamily="49" charset="0"/>
              </a:rPr>
              <a:t>30</a:t>
            </a:r>
            <a:r>
              <a:rPr lang="en-GB" b="0" dirty="0">
                <a:solidFill>
                  <a:srgbClr val="D4D4D4"/>
                </a:solidFill>
                <a:effectLst/>
                <a:latin typeface="Menlo" panose="020B0609030804020204" pitchFamily="49" charset="0"/>
              </a:rPr>
              <a:t>),</a:t>
            </a:r>
            <a:r>
              <a:rPr lang="en-GB" b="0" dirty="0">
                <a:solidFill>
                  <a:srgbClr val="569CD6"/>
                </a:solidFill>
                <a:effectLst/>
                <a:latin typeface="Menlo" panose="020B0609030804020204" pitchFamily="49" charset="0"/>
              </a:rPr>
              <a:t>CONSTRAINT</a:t>
            </a:r>
            <a:r>
              <a:rPr lang="en-GB" b="0" dirty="0">
                <a:solidFill>
                  <a:srgbClr val="D4D4D4"/>
                </a:solidFill>
                <a:effectLst/>
                <a:latin typeface="Menlo" panose="020B0609030804020204" pitchFamily="49" charset="0"/>
              </a:rPr>
              <a:t> </a:t>
            </a:r>
            <a:r>
              <a:rPr lang="en-GB" b="0" dirty="0" err="1">
                <a:solidFill>
                  <a:srgbClr val="D4D4D4"/>
                </a:solidFill>
                <a:effectLst/>
                <a:latin typeface="Menlo" panose="020B0609030804020204" pitchFamily="49" charset="0"/>
              </a:rPr>
              <a:t>actors_pk</a:t>
            </a:r>
            <a:r>
              <a:rPr lang="en-GB" b="0" dirty="0">
                <a:solidFill>
                  <a:srgbClr val="D4D4D4"/>
                </a:solidFill>
                <a:effectLst/>
                <a:latin typeface="Menlo" panose="020B0609030804020204" pitchFamily="49" charset="0"/>
              </a:rPr>
              <a:t> </a:t>
            </a:r>
            <a:r>
              <a:rPr lang="en-GB" b="0" dirty="0">
                <a:solidFill>
                  <a:srgbClr val="569CD6"/>
                </a:solidFill>
                <a:effectLst/>
                <a:latin typeface="Menlo" panose="020B0609030804020204" pitchFamily="49" charset="0"/>
              </a:rPr>
              <a:t>PRIMARY</a:t>
            </a:r>
            <a:r>
              <a:rPr lang="en-GB" b="0" dirty="0">
                <a:solidFill>
                  <a:srgbClr val="D4D4D4"/>
                </a:solidFill>
                <a:effectLst/>
                <a:latin typeface="Menlo" panose="020B0609030804020204" pitchFamily="49" charset="0"/>
              </a:rPr>
              <a:t> </a:t>
            </a:r>
            <a:r>
              <a:rPr lang="en-GB" b="0" dirty="0">
                <a:solidFill>
                  <a:srgbClr val="569CD6"/>
                </a:solidFill>
                <a:effectLst/>
                <a:latin typeface="Menlo" panose="020B0609030804020204" pitchFamily="49" charset="0"/>
              </a:rPr>
              <a:t>KEY</a:t>
            </a:r>
            <a:r>
              <a:rPr lang="en-GB" b="0" dirty="0">
                <a:solidFill>
                  <a:srgbClr val="D4D4D4"/>
                </a:solidFill>
                <a:effectLst/>
                <a:latin typeface="Menlo" panose="020B0609030804020204" pitchFamily="49" charset="0"/>
              </a:rPr>
              <a:t> (</a:t>
            </a:r>
            <a:r>
              <a:rPr lang="en-GB" b="0" dirty="0" err="1">
                <a:solidFill>
                  <a:srgbClr val="D4D4D4"/>
                </a:solidFill>
                <a:effectLst/>
                <a:latin typeface="Menlo" panose="020B0609030804020204" pitchFamily="49" charset="0"/>
              </a:rPr>
              <a:t>actorID</a:t>
            </a:r>
            <a:r>
              <a:rPr lang="en-GB" dirty="0">
                <a:solidFill>
                  <a:srgbClr val="D4D4D4"/>
                </a:solidFill>
                <a:latin typeface="Menlo" panose="020B0609030804020204" pitchFamily="49" charset="0"/>
              </a:rPr>
              <a:t>)</a:t>
            </a:r>
            <a:r>
              <a:rPr lang="en-GB" b="0" dirty="0">
                <a:solidFill>
                  <a:srgbClr val="D4D4D4"/>
                </a:solidFill>
                <a:effectLst/>
                <a:latin typeface="Menlo" panose="020B0609030804020204" pitchFamily="49" charset="0"/>
              </a:rPr>
              <a:t>);</a:t>
            </a:r>
          </a:p>
          <a:p>
            <a:br>
              <a:rPr lang="en-GB" b="0" dirty="0">
                <a:solidFill>
                  <a:srgbClr val="D4D4D4"/>
                </a:solidFill>
                <a:effectLst/>
                <a:latin typeface="Menlo" panose="020B0609030804020204" pitchFamily="49" charset="0"/>
              </a:rPr>
            </a:br>
            <a:r>
              <a:rPr lang="en-GB" b="0" dirty="0">
                <a:solidFill>
                  <a:srgbClr val="569CD6"/>
                </a:solidFill>
                <a:effectLst/>
                <a:latin typeface="Menlo" panose="020B0609030804020204" pitchFamily="49" charset="0"/>
              </a:rPr>
              <a:t>CREATE</a:t>
            </a:r>
            <a:r>
              <a:rPr lang="en-GB" b="0" dirty="0">
                <a:solidFill>
                  <a:srgbClr val="D4D4D4"/>
                </a:solidFill>
                <a:effectLst/>
                <a:latin typeface="Menlo" panose="020B0609030804020204" pitchFamily="49" charset="0"/>
              </a:rPr>
              <a:t> </a:t>
            </a:r>
            <a:r>
              <a:rPr lang="en-GB" b="0" dirty="0">
                <a:solidFill>
                  <a:srgbClr val="569CD6"/>
                </a:solidFill>
                <a:effectLst/>
                <a:latin typeface="Menlo" panose="020B0609030804020204" pitchFamily="49" charset="0"/>
              </a:rPr>
              <a:t>TABLE</a:t>
            </a:r>
            <a:r>
              <a:rPr lang="en-GB" b="0" dirty="0">
                <a:solidFill>
                  <a:srgbClr val="D4D4D4"/>
                </a:solidFill>
                <a:effectLst/>
                <a:latin typeface="Menlo" panose="020B0609030804020204" pitchFamily="49" charset="0"/>
              </a:rPr>
              <a:t> </a:t>
            </a:r>
            <a:r>
              <a:rPr lang="en-GB" b="0" dirty="0" err="1">
                <a:solidFill>
                  <a:srgbClr val="D4D4D4"/>
                </a:solidFill>
                <a:effectLst/>
                <a:latin typeface="Menlo" panose="020B0609030804020204" pitchFamily="49" charset="0"/>
              </a:rPr>
              <a:t>movie_cast</a:t>
            </a:r>
            <a:r>
              <a:rPr lang="en-GB" b="0" dirty="0">
                <a:solidFill>
                  <a:srgbClr val="D4D4D4"/>
                </a:solidFill>
                <a:effectLst/>
                <a:latin typeface="Menlo" panose="020B0609030804020204" pitchFamily="49" charset="0"/>
              </a:rPr>
              <a:t>(</a:t>
            </a:r>
            <a:r>
              <a:rPr lang="en-GB" b="0" dirty="0" err="1">
                <a:solidFill>
                  <a:srgbClr val="D4D4D4"/>
                </a:solidFill>
                <a:effectLst/>
                <a:latin typeface="Menlo" panose="020B0609030804020204" pitchFamily="49" charset="0"/>
              </a:rPr>
              <a:t>movieID</a:t>
            </a:r>
            <a:r>
              <a:rPr lang="en-GB" b="0" dirty="0">
                <a:solidFill>
                  <a:srgbClr val="D4D4D4"/>
                </a:solidFill>
                <a:effectLst/>
                <a:latin typeface="Menlo" panose="020B0609030804020204" pitchFamily="49" charset="0"/>
              </a:rPr>
              <a:t> </a:t>
            </a:r>
            <a:r>
              <a:rPr lang="en-GB" b="0" dirty="0">
                <a:solidFill>
                  <a:srgbClr val="569CD6"/>
                </a:solidFill>
                <a:effectLst/>
                <a:latin typeface="Menlo" panose="020B0609030804020204" pitchFamily="49" charset="0"/>
              </a:rPr>
              <a:t>SERIAL</a:t>
            </a:r>
            <a:r>
              <a:rPr lang="en-GB" b="0" dirty="0">
                <a:solidFill>
                  <a:srgbClr val="D4D4D4"/>
                </a:solidFill>
                <a:effectLst/>
                <a:latin typeface="Menlo" panose="020B0609030804020204" pitchFamily="49" charset="0"/>
              </a:rPr>
              <a:t>, </a:t>
            </a:r>
            <a:r>
              <a:rPr lang="en-GB" b="0" dirty="0" err="1">
                <a:solidFill>
                  <a:srgbClr val="D4D4D4"/>
                </a:solidFill>
                <a:effectLst/>
                <a:latin typeface="Menlo" panose="020B0609030804020204" pitchFamily="49" charset="0"/>
              </a:rPr>
              <a:t>actorID</a:t>
            </a:r>
            <a:r>
              <a:rPr lang="en-GB" b="0" dirty="0">
                <a:solidFill>
                  <a:srgbClr val="D4D4D4"/>
                </a:solidFill>
                <a:effectLst/>
                <a:latin typeface="Menlo" panose="020B0609030804020204" pitchFamily="49" charset="0"/>
              </a:rPr>
              <a:t> </a:t>
            </a:r>
            <a:r>
              <a:rPr lang="en-GB" b="0" dirty="0">
                <a:solidFill>
                  <a:srgbClr val="569CD6"/>
                </a:solidFill>
                <a:effectLst/>
                <a:latin typeface="Menlo" panose="020B0609030804020204" pitchFamily="49" charset="0"/>
              </a:rPr>
              <a:t>SERIAL</a:t>
            </a:r>
            <a:r>
              <a:rPr lang="en-GB" b="0" dirty="0">
                <a:solidFill>
                  <a:srgbClr val="D4D4D4"/>
                </a:solidFill>
                <a:effectLst/>
                <a:latin typeface="Menlo" panose="020B0609030804020204" pitchFamily="49" charset="0"/>
              </a:rPr>
              <a:t>, </a:t>
            </a:r>
            <a:r>
              <a:rPr lang="en-GB" b="0" dirty="0" err="1">
                <a:solidFill>
                  <a:srgbClr val="D4D4D4"/>
                </a:solidFill>
                <a:effectLst/>
                <a:latin typeface="Menlo" panose="020B0609030804020204" pitchFamily="49" charset="0"/>
              </a:rPr>
              <a:t>rolePlayed</a:t>
            </a:r>
            <a:r>
              <a:rPr lang="en-GB" b="0" dirty="0">
                <a:solidFill>
                  <a:srgbClr val="D4D4D4"/>
                </a:solidFill>
                <a:effectLst/>
                <a:latin typeface="Menlo" panose="020B0609030804020204" pitchFamily="49" charset="0"/>
              </a:rPr>
              <a:t> </a:t>
            </a:r>
            <a:r>
              <a:rPr lang="en-GB" b="0" dirty="0">
                <a:solidFill>
                  <a:srgbClr val="569CD6"/>
                </a:solidFill>
                <a:effectLst/>
                <a:latin typeface="Menlo" panose="020B0609030804020204" pitchFamily="49" charset="0"/>
              </a:rPr>
              <a:t>VARCHAR</a:t>
            </a:r>
            <a:r>
              <a:rPr lang="en-GB" b="0" dirty="0">
                <a:solidFill>
                  <a:srgbClr val="D4D4D4"/>
                </a:solidFill>
                <a:effectLst/>
                <a:latin typeface="Menlo" panose="020B0609030804020204" pitchFamily="49" charset="0"/>
              </a:rPr>
              <a:t>(</a:t>
            </a:r>
            <a:r>
              <a:rPr lang="en-GB" b="0" dirty="0">
                <a:solidFill>
                  <a:srgbClr val="B5CEA8"/>
                </a:solidFill>
                <a:effectLst/>
                <a:latin typeface="Menlo" panose="020B0609030804020204" pitchFamily="49" charset="0"/>
              </a:rPr>
              <a:t>50</a:t>
            </a:r>
            <a:r>
              <a:rPr lang="en-GB" b="0" dirty="0">
                <a:solidFill>
                  <a:srgbClr val="D4D4D4"/>
                </a:solidFill>
                <a:effectLst/>
                <a:latin typeface="Menlo" panose="020B0609030804020204" pitchFamily="49" charset="0"/>
              </a:rPr>
              <a:t>),</a:t>
            </a:r>
            <a:r>
              <a:rPr lang="en-GB" b="0" dirty="0">
                <a:solidFill>
                  <a:srgbClr val="569CD6"/>
                </a:solidFill>
                <a:effectLst/>
                <a:latin typeface="Menlo" panose="020B0609030804020204" pitchFamily="49" charset="0"/>
              </a:rPr>
              <a:t>CONSTRAINT</a:t>
            </a:r>
            <a:r>
              <a:rPr lang="en-GB" b="0" dirty="0">
                <a:solidFill>
                  <a:srgbClr val="D4D4D4"/>
                </a:solidFill>
                <a:effectLst/>
                <a:latin typeface="Menlo" panose="020B0609030804020204" pitchFamily="49" charset="0"/>
              </a:rPr>
              <a:t> </a:t>
            </a:r>
            <a:r>
              <a:rPr lang="en-GB" b="0" dirty="0" err="1">
                <a:solidFill>
                  <a:srgbClr val="D4D4D4"/>
                </a:solidFill>
                <a:effectLst/>
                <a:latin typeface="Menlo" panose="020B0609030804020204" pitchFamily="49" charset="0"/>
              </a:rPr>
              <a:t>cast_actor_fk</a:t>
            </a:r>
            <a:r>
              <a:rPr lang="en-GB" b="0" dirty="0">
                <a:solidFill>
                  <a:srgbClr val="D4D4D4"/>
                </a:solidFill>
                <a:effectLst/>
                <a:latin typeface="Menlo" panose="020B0609030804020204" pitchFamily="49" charset="0"/>
              </a:rPr>
              <a:t> </a:t>
            </a:r>
            <a:r>
              <a:rPr lang="en-GB" b="0" dirty="0">
                <a:solidFill>
                  <a:srgbClr val="569CD6"/>
                </a:solidFill>
                <a:effectLst/>
                <a:latin typeface="Menlo" panose="020B0609030804020204" pitchFamily="49" charset="0"/>
              </a:rPr>
              <a:t>FOREIGN KEY</a:t>
            </a:r>
            <a:r>
              <a:rPr lang="en-GB" b="0" dirty="0">
                <a:solidFill>
                  <a:srgbClr val="D4D4D4"/>
                </a:solidFill>
                <a:effectLst/>
                <a:latin typeface="Menlo" panose="020B0609030804020204" pitchFamily="49" charset="0"/>
              </a:rPr>
              <a:t> (</a:t>
            </a:r>
            <a:r>
              <a:rPr lang="en-GB" b="0" dirty="0" err="1">
                <a:solidFill>
                  <a:srgbClr val="D4D4D4"/>
                </a:solidFill>
                <a:effectLst/>
                <a:latin typeface="Menlo" panose="020B0609030804020204" pitchFamily="49" charset="0"/>
              </a:rPr>
              <a:t>actorId</a:t>
            </a:r>
            <a:r>
              <a:rPr lang="en-GB" b="0" dirty="0">
                <a:solidFill>
                  <a:srgbClr val="D4D4D4"/>
                </a:solidFill>
                <a:effectLst/>
                <a:latin typeface="Menlo" panose="020B0609030804020204" pitchFamily="49" charset="0"/>
              </a:rPr>
              <a:t>) </a:t>
            </a:r>
            <a:r>
              <a:rPr lang="en-GB" b="0" dirty="0">
                <a:solidFill>
                  <a:srgbClr val="569CD6"/>
                </a:solidFill>
                <a:effectLst/>
                <a:latin typeface="Menlo" panose="020B0609030804020204" pitchFamily="49" charset="0"/>
              </a:rPr>
              <a:t>REFERENCES</a:t>
            </a:r>
            <a:r>
              <a:rPr lang="en-GB" b="0" dirty="0">
                <a:solidFill>
                  <a:srgbClr val="D4D4D4"/>
                </a:solidFill>
                <a:effectLst/>
                <a:latin typeface="Menlo" panose="020B0609030804020204" pitchFamily="49" charset="0"/>
              </a:rPr>
              <a:t> actors (</a:t>
            </a:r>
            <a:r>
              <a:rPr lang="en-GB" b="0" dirty="0" err="1">
                <a:solidFill>
                  <a:srgbClr val="D4D4D4"/>
                </a:solidFill>
                <a:effectLst/>
                <a:latin typeface="Menlo" panose="020B0609030804020204" pitchFamily="49" charset="0"/>
              </a:rPr>
              <a:t>actorID</a:t>
            </a:r>
            <a:r>
              <a:rPr lang="en-GB" b="0" dirty="0">
                <a:solidFill>
                  <a:srgbClr val="D4D4D4"/>
                </a:solidFill>
                <a:effectLst/>
                <a:latin typeface="Menlo" panose="020B0609030804020204" pitchFamily="49" charset="0"/>
              </a:rPr>
              <a:t>), </a:t>
            </a:r>
            <a:r>
              <a:rPr lang="en-GB" b="0" dirty="0">
                <a:solidFill>
                  <a:srgbClr val="569CD6"/>
                </a:solidFill>
                <a:effectLst/>
                <a:latin typeface="Menlo" panose="020B0609030804020204" pitchFamily="49" charset="0"/>
              </a:rPr>
              <a:t>CONSTRAINT</a:t>
            </a:r>
            <a:r>
              <a:rPr lang="en-GB" b="0" dirty="0">
                <a:solidFill>
                  <a:srgbClr val="D4D4D4"/>
                </a:solidFill>
                <a:effectLst/>
                <a:latin typeface="Menlo" panose="020B0609030804020204" pitchFamily="49" charset="0"/>
              </a:rPr>
              <a:t> </a:t>
            </a:r>
            <a:r>
              <a:rPr lang="en-GB" b="0" dirty="0" err="1">
                <a:solidFill>
                  <a:srgbClr val="D4D4D4"/>
                </a:solidFill>
                <a:effectLst/>
                <a:latin typeface="Menlo" panose="020B0609030804020204" pitchFamily="49" charset="0"/>
              </a:rPr>
              <a:t>cast_movie_fk</a:t>
            </a:r>
            <a:r>
              <a:rPr lang="en-GB" b="0" dirty="0">
                <a:solidFill>
                  <a:srgbClr val="D4D4D4"/>
                </a:solidFill>
                <a:effectLst/>
                <a:latin typeface="Menlo" panose="020B0609030804020204" pitchFamily="49" charset="0"/>
              </a:rPr>
              <a:t> </a:t>
            </a:r>
            <a:r>
              <a:rPr lang="en-GB" b="0" dirty="0">
                <a:solidFill>
                  <a:srgbClr val="569CD6"/>
                </a:solidFill>
                <a:effectLst/>
                <a:latin typeface="Menlo" panose="020B0609030804020204" pitchFamily="49" charset="0"/>
              </a:rPr>
              <a:t>FOREIGN KEY</a:t>
            </a:r>
            <a:r>
              <a:rPr lang="en-GB" b="0" dirty="0">
                <a:solidFill>
                  <a:srgbClr val="D4D4D4"/>
                </a:solidFill>
                <a:effectLst/>
                <a:latin typeface="Menlo" panose="020B0609030804020204" pitchFamily="49" charset="0"/>
              </a:rPr>
              <a:t> (</a:t>
            </a:r>
            <a:r>
              <a:rPr lang="en-GB" b="0" dirty="0" err="1">
                <a:solidFill>
                  <a:srgbClr val="D4D4D4"/>
                </a:solidFill>
                <a:effectLst/>
                <a:latin typeface="Menlo" panose="020B0609030804020204" pitchFamily="49" charset="0"/>
              </a:rPr>
              <a:t>movieId</a:t>
            </a:r>
            <a:r>
              <a:rPr lang="en-GB" b="0" dirty="0">
                <a:solidFill>
                  <a:srgbClr val="D4D4D4"/>
                </a:solidFill>
                <a:effectLst/>
                <a:latin typeface="Menlo" panose="020B0609030804020204" pitchFamily="49" charset="0"/>
              </a:rPr>
              <a:t>) </a:t>
            </a:r>
            <a:r>
              <a:rPr lang="en-GB" b="0" dirty="0">
                <a:solidFill>
                  <a:srgbClr val="569CD6"/>
                </a:solidFill>
                <a:effectLst/>
                <a:latin typeface="Menlo" panose="020B0609030804020204" pitchFamily="49" charset="0"/>
              </a:rPr>
              <a:t>REFERENCES</a:t>
            </a:r>
            <a:r>
              <a:rPr lang="en-GB" b="0" dirty="0">
                <a:solidFill>
                  <a:srgbClr val="D4D4D4"/>
                </a:solidFill>
                <a:effectLst/>
                <a:latin typeface="Menlo" panose="020B0609030804020204" pitchFamily="49" charset="0"/>
              </a:rPr>
              <a:t> movies (</a:t>
            </a:r>
            <a:r>
              <a:rPr lang="en-GB" b="0" dirty="0" err="1">
                <a:solidFill>
                  <a:srgbClr val="D4D4D4"/>
                </a:solidFill>
                <a:effectLst/>
                <a:latin typeface="Menlo" panose="020B0609030804020204" pitchFamily="49" charset="0"/>
              </a:rPr>
              <a:t>movieID</a:t>
            </a:r>
            <a:r>
              <a:rPr lang="en-GB" b="0" dirty="0">
                <a:solidFill>
                  <a:srgbClr val="D4D4D4"/>
                </a:solidFill>
                <a:effectLst/>
                <a:latin typeface="Menlo" panose="020B0609030804020204" pitchFamily="49" charset="0"/>
              </a:rPr>
              <a:t>), </a:t>
            </a:r>
            <a:r>
              <a:rPr lang="en-GB" b="0" dirty="0">
                <a:solidFill>
                  <a:srgbClr val="569CD6"/>
                </a:solidFill>
                <a:effectLst/>
                <a:latin typeface="Menlo" panose="020B0609030804020204" pitchFamily="49" charset="0"/>
              </a:rPr>
              <a:t>PRIMARY</a:t>
            </a:r>
            <a:r>
              <a:rPr lang="en-GB" b="0" dirty="0">
                <a:solidFill>
                  <a:srgbClr val="D4D4D4"/>
                </a:solidFill>
                <a:effectLst/>
                <a:latin typeface="Menlo" panose="020B0609030804020204" pitchFamily="49" charset="0"/>
              </a:rPr>
              <a:t> </a:t>
            </a:r>
            <a:r>
              <a:rPr lang="en-GB" b="0" dirty="0">
                <a:solidFill>
                  <a:srgbClr val="569CD6"/>
                </a:solidFill>
                <a:effectLst/>
                <a:latin typeface="Menlo" panose="020B0609030804020204" pitchFamily="49" charset="0"/>
              </a:rPr>
              <a:t>KEY</a:t>
            </a:r>
            <a:r>
              <a:rPr lang="en-GB" b="0" dirty="0">
                <a:solidFill>
                  <a:srgbClr val="D4D4D4"/>
                </a:solidFill>
                <a:effectLst/>
                <a:latin typeface="Menlo" panose="020B0609030804020204" pitchFamily="49" charset="0"/>
              </a:rPr>
              <a:t> (</a:t>
            </a:r>
            <a:r>
              <a:rPr lang="en-GB" b="0" dirty="0" err="1">
                <a:solidFill>
                  <a:srgbClr val="D4D4D4"/>
                </a:solidFill>
                <a:effectLst/>
                <a:latin typeface="Menlo" panose="020B0609030804020204" pitchFamily="49" charset="0"/>
              </a:rPr>
              <a:t>movieID</a:t>
            </a:r>
            <a:r>
              <a:rPr lang="en-GB" b="0" dirty="0">
                <a:solidFill>
                  <a:srgbClr val="D4D4D4"/>
                </a:solidFill>
                <a:effectLst/>
                <a:latin typeface="Menlo" panose="020B0609030804020204" pitchFamily="49" charset="0"/>
              </a:rPr>
              <a:t>, </a:t>
            </a:r>
            <a:r>
              <a:rPr lang="en-GB" b="0" dirty="0" err="1">
                <a:solidFill>
                  <a:srgbClr val="D4D4D4"/>
                </a:solidFill>
                <a:effectLst/>
                <a:latin typeface="Menlo" panose="020B0609030804020204" pitchFamily="49" charset="0"/>
              </a:rPr>
              <a:t>actorID</a:t>
            </a:r>
            <a:r>
              <a:rPr lang="en-GB" b="0" dirty="0">
                <a:solidFill>
                  <a:srgbClr val="D4D4D4"/>
                </a:solidFill>
                <a:effectLst/>
                <a:latin typeface="Menlo" panose="020B0609030804020204" pitchFamily="49" charset="0"/>
              </a:rPr>
              <a:t>));</a:t>
            </a:r>
          </a:p>
        </p:txBody>
      </p:sp>
    </p:spTree>
    <p:extLst>
      <p:ext uri="{BB962C8B-B14F-4D97-AF65-F5344CB8AC3E}">
        <p14:creationId xmlns:p14="http://schemas.microsoft.com/office/powerpoint/2010/main" val="317631528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7" name="Content Placeholder 6">
            <a:extLst>
              <a:ext uri="{FF2B5EF4-FFF2-40B4-BE49-F238E27FC236}">
                <a16:creationId xmlns:a16="http://schemas.microsoft.com/office/drawing/2014/main" id="{016616E9-CDD2-7004-6BA7-F30F38C29D0A}"/>
              </a:ext>
            </a:extLst>
          </p:cNvPr>
          <p:cNvSpPr>
            <a:spLocks noGrp="1"/>
          </p:cNvSpPr>
          <p:nvPr>
            <p:ph idx="1"/>
          </p:nvPr>
        </p:nvSpPr>
        <p:spPr>
          <a:xfrm>
            <a:off x="359352" y="1263650"/>
            <a:ext cx="10044542" cy="5929864"/>
          </a:xfrm>
        </p:spPr>
        <p:txBody>
          <a:bodyPr>
            <a:normAutofit/>
          </a:bodyPr>
          <a:lstStyle/>
          <a:p>
            <a:r>
              <a:rPr lang="en-IE" sz="2000" dirty="0">
                <a:latin typeface="Helvetica" pitchFamily="2" charset="0"/>
              </a:rPr>
              <a:t>Always follow the order used to create the tables. For example, if we try to insert into the table </a:t>
            </a:r>
            <a:r>
              <a:rPr lang="en-IE" sz="2000" dirty="0" err="1">
                <a:latin typeface="Helvetica" pitchFamily="2" charset="0"/>
              </a:rPr>
              <a:t>movieCast</a:t>
            </a:r>
            <a:r>
              <a:rPr lang="en-IE" sz="2000" dirty="0">
                <a:latin typeface="Helvetica" pitchFamily="2" charset="0"/>
              </a:rPr>
              <a:t> before inserting into the table movies and actors, we get the following error:</a:t>
            </a:r>
          </a:p>
          <a:p>
            <a:endParaRPr lang="en-IE" sz="2000" dirty="0">
              <a:latin typeface="Helvetica" pitchFamily="2" charset="0"/>
            </a:endParaRPr>
          </a:p>
          <a:p>
            <a:endParaRPr lang="en-IE" sz="2000" dirty="0">
              <a:latin typeface="Helvetica" pitchFamily="2" charset="0"/>
            </a:endParaRPr>
          </a:p>
          <a:p>
            <a:endParaRPr lang="en-IE" sz="2000" dirty="0">
              <a:latin typeface="Helvetica" pitchFamily="2" charset="0"/>
            </a:endParaRPr>
          </a:p>
          <a:p>
            <a:endParaRPr lang="en-IE" sz="2000" dirty="0">
              <a:latin typeface="Helvetica" pitchFamily="2" charset="0"/>
            </a:endParaRPr>
          </a:p>
          <a:p>
            <a:r>
              <a:rPr lang="en-IE" sz="2000" dirty="0">
                <a:latin typeface="Helvetica" pitchFamily="2" charset="0"/>
              </a:rPr>
              <a:t>That’s because there is no </a:t>
            </a:r>
            <a:r>
              <a:rPr lang="en-IE" sz="2000" dirty="0" err="1">
                <a:latin typeface="Helvetica" pitchFamily="2" charset="0"/>
              </a:rPr>
              <a:t>movieId</a:t>
            </a:r>
            <a:r>
              <a:rPr lang="en-IE" sz="2000" dirty="0">
                <a:latin typeface="Helvetica" pitchFamily="2" charset="0"/>
              </a:rPr>
              <a:t> = 1 or </a:t>
            </a:r>
            <a:r>
              <a:rPr lang="en-IE" sz="2000" dirty="0" err="1">
                <a:latin typeface="Helvetica" pitchFamily="2" charset="0"/>
              </a:rPr>
              <a:t>actorId</a:t>
            </a:r>
            <a:r>
              <a:rPr lang="en-IE" sz="2000" dirty="0">
                <a:latin typeface="Helvetica" pitchFamily="2" charset="0"/>
              </a:rPr>
              <a:t> = 1 inserted yet, so table </a:t>
            </a:r>
            <a:r>
              <a:rPr lang="en-IE" sz="2000" dirty="0" err="1">
                <a:latin typeface="Helvetica" pitchFamily="2" charset="0"/>
              </a:rPr>
              <a:t>movieCast</a:t>
            </a:r>
            <a:r>
              <a:rPr lang="en-IE" sz="2000" dirty="0">
                <a:latin typeface="Helvetica" pitchFamily="2" charset="0"/>
              </a:rPr>
              <a:t> cannot populated using that foreign key.</a:t>
            </a:r>
          </a:p>
          <a:p>
            <a:r>
              <a:rPr lang="en-IE" sz="2000" dirty="0">
                <a:latin typeface="Helvetica" pitchFamily="2" charset="0"/>
              </a:rPr>
              <a:t>The order of inserting data should be into the table movies, then table actors, then table </a:t>
            </a:r>
            <a:r>
              <a:rPr lang="en-IE" sz="2000" dirty="0" err="1">
                <a:latin typeface="Helvetica" pitchFamily="2" charset="0"/>
              </a:rPr>
              <a:t>movieCast</a:t>
            </a:r>
            <a:r>
              <a:rPr lang="en-IE" sz="2000" dirty="0">
                <a:latin typeface="Helvetica" pitchFamily="2" charset="0"/>
              </a:rPr>
              <a:t>.</a:t>
            </a:r>
          </a:p>
          <a:p>
            <a:endParaRPr lang="en-IE" sz="2000" dirty="0">
              <a:latin typeface="Helvetica" pitchFamily="2" charset="0"/>
            </a:endParaRPr>
          </a:p>
          <a:p>
            <a:endParaRPr lang="en-IE" sz="2000" dirty="0">
              <a:latin typeface="Helvetica" pitchFamily="2" charset="0"/>
            </a:endParaRPr>
          </a:p>
        </p:txBody>
      </p:sp>
      <p:pic>
        <p:nvPicPr>
          <p:cNvPr id="3" name="Picture 2" descr="A grey rectangular object with white text&#10;&#10;Description automatically generated">
            <a:extLst>
              <a:ext uri="{FF2B5EF4-FFF2-40B4-BE49-F238E27FC236}">
                <a16:creationId xmlns:a16="http://schemas.microsoft.com/office/drawing/2014/main" id="{E2CFBAC3-E908-40F0-BB28-254314B82FEC}"/>
              </a:ext>
            </a:extLst>
          </p:cNvPr>
          <p:cNvPicPr>
            <a:picLocks noChangeAspect="1"/>
          </p:cNvPicPr>
          <p:nvPr/>
        </p:nvPicPr>
        <p:blipFill rotWithShape="1">
          <a:blip r:embed="rId2">
            <a:extLst>
              <a:ext uri="{28A0092B-C50C-407E-A947-70E740481C1C}">
                <a14:useLocalDpi xmlns:a14="http://schemas.microsoft.com/office/drawing/2010/main" val="0"/>
              </a:ext>
            </a:extLst>
          </a:blip>
          <a:srcRect r="10185" b="19205"/>
          <a:stretch/>
        </p:blipFill>
        <p:spPr>
          <a:xfrm>
            <a:off x="622300" y="3559901"/>
            <a:ext cx="9019594" cy="1148089"/>
          </a:xfrm>
          <a:prstGeom prst="rect">
            <a:avLst/>
          </a:prstGeom>
        </p:spPr>
      </p:pic>
      <p:sp>
        <p:nvSpPr>
          <p:cNvPr id="5" name="TextBox 4">
            <a:extLst>
              <a:ext uri="{FF2B5EF4-FFF2-40B4-BE49-F238E27FC236}">
                <a16:creationId xmlns:a16="http://schemas.microsoft.com/office/drawing/2014/main" id="{1EE8376F-BD8E-578E-29BC-5B3277349070}"/>
              </a:ext>
            </a:extLst>
          </p:cNvPr>
          <p:cNvSpPr txBox="1"/>
          <p:nvPr/>
        </p:nvSpPr>
        <p:spPr>
          <a:xfrm>
            <a:off x="622300" y="2724224"/>
            <a:ext cx="9019594" cy="646331"/>
          </a:xfrm>
          <a:prstGeom prst="rect">
            <a:avLst/>
          </a:prstGeom>
          <a:solidFill>
            <a:schemeClr val="tx1"/>
          </a:solidFill>
        </p:spPr>
        <p:txBody>
          <a:bodyPr wrap="square">
            <a:spAutoFit/>
          </a:bodyPr>
          <a:lstStyle/>
          <a:p>
            <a:r>
              <a:rPr lang="en-GB" b="0" dirty="0">
                <a:solidFill>
                  <a:srgbClr val="569CD6"/>
                </a:solidFill>
                <a:effectLst/>
                <a:latin typeface="Menlo" panose="020B0609030804020204" pitchFamily="49" charset="0"/>
              </a:rPr>
              <a:t>INSERT</a:t>
            </a:r>
            <a:r>
              <a:rPr lang="en-GB" b="0" dirty="0">
                <a:solidFill>
                  <a:srgbClr val="D4D4D4"/>
                </a:solidFill>
                <a:effectLst/>
                <a:latin typeface="Menlo" panose="020B0609030804020204" pitchFamily="49" charset="0"/>
              </a:rPr>
              <a:t> </a:t>
            </a:r>
            <a:r>
              <a:rPr lang="en-GB" b="0" dirty="0">
                <a:solidFill>
                  <a:srgbClr val="569CD6"/>
                </a:solidFill>
                <a:effectLst/>
                <a:latin typeface="Menlo" panose="020B0609030804020204" pitchFamily="49" charset="0"/>
              </a:rPr>
              <a:t>INTO</a:t>
            </a:r>
            <a:r>
              <a:rPr lang="en-GB" b="0" dirty="0">
                <a:solidFill>
                  <a:srgbClr val="D4D4D4"/>
                </a:solidFill>
                <a:effectLst/>
                <a:latin typeface="Menlo" panose="020B0609030804020204" pitchFamily="49" charset="0"/>
              </a:rPr>
              <a:t> </a:t>
            </a:r>
            <a:r>
              <a:rPr lang="en-GB" b="0" dirty="0" err="1">
                <a:solidFill>
                  <a:srgbClr val="D4D4D4"/>
                </a:solidFill>
                <a:effectLst/>
                <a:latin typeface="Menlo" panose="020B0609030804020204" pitchFamily="49" charset="0"/>
              </a:rPr>
              <a:t>movie_cast</a:t>
            </a:r>
            <a:r>
              <a:rPr lang="en-GB" b="0" dirty="0">
                <a:solidFill>
                  <a:srgbClr val="D4D4D4"/>
                </a:solidFill>
                <a:effectLst/>
                <a:latin typeface="Menlo" panose="020B0609030804020204" pitchFamily="49" charset="0"/>
              </a:rPr>
              <a:t> (</a:t>
            </a:r>
            <a:r>
              <a:rPr lang="en-GB" b="0" dirty="0" err="1">
                <a:solidFill>
                  <a:srgbClr val="D4D4D4"/>
                </a:solidFill>
                <a:effectLst/>
                <a:latin typeface="Menlo" panose="020B0609030804020204" pitchFamily="49" charset="0"/>
              </a:rPr>
              <a:t>movieId</a:t>
            </a:r>
            <a:r>
              <a:rPr lang="en-GB" b="0" dirty="0">
                <a:solidFill>
                  <a:srgbClr val="D4D4D4"/>
                </a:solidFill>
                <a:effectLst/>
                <a:latin typeface="Menlo" panose="020B0609030804020204" pitchFamily="49" charset="0"/>
              </a:rPr>
              <a:t>, </a:t>
            </a:r>
            <a:r>
              <a:rPr lang="en-GB" b="0" dirty="0" err="1">
                <a:solidFill>
                  <a:srgbClr val="D4D4D4"/>
                </a:solidFill>
                <a:effectLst/>
                <a:latin typeface="Menlo" panose="020B0609030804020204" pitchFamily="49" charset="0"/>
              </a:rPr>
              <a:t>actorId</a:t>
            </a:r>
            <a:r>
              <a:rPr lang="en-GB" b="0" dirty="0">
                <a:solidFill>
                  <a:srgbClr val="D4D4D4"/>
                </a:solidFill>
                <a:effectLst/>
                <a:latin typeface="Menlo" panose="020B0609030804020204" pitchFamily="49" charset="0"/>
              </a:rPr>
              <a:t>, </a:t>
            </a:r>
            <a:r>
              <a:rPr lang="en-GB" b="0" dirty="0" err="1">
                <a:solidFill>
                  <a:srgbClr val="D4D4D4"/>
                </a:solidFill>
                <a:effectLst/>
                <a:latin typeface="Menlo" panose="020B0609030804020204" pitchFamily="49" charset="0"/>
              </a:rPr>
              <a:t>rolePlayed</a:t>
            </a:r>
            <a:r>
              <a:rPr lang="en-GB" b="0" dirty="0">
                <a:solidFill>
                  <a:srgbClr val="D4D4D4"/>
                </a:solidFill>
                <a:effectLst/>
                <a:latin typeface="Menlo" panose="020B0609030804020204" pitchFamily="49" charset="0"/>
              </a:rPr>
              <a:t>) </a:t>
            </a:r>
            <a:r>
              <a:rPr lang="en-GB" b="0" dirty="0">
                <a:solidFill>
                  <a:srgbClr val="569CD6"/>
                </a:solidFill>
                <a:effectLst/>
                <a:latin typeface="Menlo" panose="020B0609030804020204" pitchFamily="49" charset="0"/>
              </a:rPr>
              <a:t>VALUES</a:t>
            </a:r>
            <a:r>
              <a:rPr lang="en-GB" b="0" dirty="0">
                <a:solidFill>
                  <a:srgbClr val="D4D4D4"/>
                </a:solidFill>
                <a:effectLst/>
                <a:latin typeface="Menlo" panose="020B0609030804020204" pitchFamily="49" charset="0"/>
              </a:rPr>
              <a:t> (</a:t>
            </a:r>
            <a:r>
              <a:rPr lang="en-GB" b="0" dirty="0">
                <a:solidFill>
                  <a:srgbClr val="B5CEA8"/>
                </a:solidFill>
                <a:effectLst/>
                <a:latin typeface="Menlo" panose="020B0609030804020204" pitchFamily="49" charset="0"/>
              </a:rPr>
              <a:t>1</a:t>
            </a:r>
            <a:r>
              <a:rPr lang="en-GB" b="0" dirty="0">
                <a:solidFill>
                  <a:srgbClr val="D4D4D4"/>
                </a:solidFill>
                <a:effectLst/>
                <a:latin typeface="Menlo" panose="020B0609030804020204" pitchFamily="49" charset="0"/>
              </a:rPr>
              <a:t>, </a:t>
            </a:r>
            <a:r>
              <a:rPr lang="en-GB" b="0" dirty="0">
                <a:solidFill>
                  <a:srgbClr val="B5CEA8"/>
                </a:solidFill>
                <a:effectLst/>
                <a:latin typeface="Menlo" panose="020B0609030804020204" pitchFamily="49" charset="0"/>
              </a:rPr>
              <a:t>1</a:t>
            </a:r>
            <a:r>
              <a:rPr lang="en-GB" b="0" dirty="0">
                <a:solidFill>
                  <a:srgbClr val="D4D4D4"/>
                </a:solidFill>
                <a:effectLst/>
                <a:latin typeface="Menlo" panose="020B0609030804020204" pitchFamily="49" charset="0"/>
              </a:rPr>
              <a:t>, </a:t>
            </a:r>
            <a:r>
              <a:rPr lang="en-GB" b="0" dirty="0">
                <a:solidFill>
                  <a:srgbClr val="CE9178"/>
                </a:solidFill>
                <a:effectLst/>
                <a:latin typeface="Menlo" panose="020B0609030804020204" pitchFamily="49" charset="0"/>
              </a:rPr>
              <a:t>‘Jack Dawson’</a:t>
            </a:r>
            <a:r>
              <a:rPr lang="en-GB" b="0" dirty="0">
                <a:solidFill>
                  <a:srgbClr val="D4D4D4"/>
                </a:solidFill>
                <a:effectLst/>
                <a:latin typeface="Menlo" panose="020B0609030804020204" pitchFamily="49" charset="0"/>
              </a:rPr>
              <a:t>);</a:t>
            </a:r>
          </a:p>
        </p:txBody>
      </p:sp>
      <p:sp>
        <p:nvSpPr>
          <p:cNvPr id="6" name="Title 5">
            <a:extLst>
              <a:ext uri="{FF2B5EF4-FFF2-40B4-BE49-F238E27FC236}">
                <a16:creationId xmlns:a16="http://schemas.microsoft.com/office/drawing/2014/main" id="{E8CD7E6C-26FD-638A-9424-48FFD957DB8D}"/>
              </a:ext>
            </a:extLst>
          </p:cNvPr>
          <p:cNvSpPr>
            <a:spLocks noGrp="1"/>
          </p:cNvSpPr>
          <p:nvPr>
            <p:ph type="title"/>
          </p:nvPr>
        </p:nvSpPr>
        <p:spPr>
          <a:xfrm>
            <a:off x="289506" y="362986"/>
            <a:ext cx="10309726" cy="1460574"/>
          </a:xfrm>
        </p:spPr>
        <p:txBody>
          <a:bodyPr>
            <a:normAutofit fontScale="90000"/>
          </a:bodyPr>
          <a:lstStyle/>
          <a:p>
            <a:r>
              <a:rPr lang="en-IE" sz="4000" dirty="0">
                <a:latin typeface="Times" pitchFamily="2" charset="0"/>
              </a:rPr>
              <a:t>The order of insertion follows the order of creation</a:t>
            </a:r>
            <a:br>
              <a:rPr lang="en-IE" sz="4000" dirty="0">
                <a:latin typeface="Times" pitchFamily="2" charset="0"/>
              </a:rPr>
            </a:br>
            <a:endParaRPr lang="en-IE"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 name="Content Placeholder 4">
            <a:extLst>
              <a:ext uri="{FF2B5EF4-FFF2-40B4-BE49-F238E27FC236}">
                <a16:creationId xmlns:a16="http://schemas.microsoft.com/office/drawing/2014/main" id="{AF283B65-4796-AA73-40BC-3207CDA444B4}"/>
              </a:ext>
            </a:extLst>
          </p:cNvPr>
          <p:cNvSpPr>
            <a:spLocks noGrp="1"/>
          </p:cNvSpPr>
          <p:nvPr>
            <p:ph idx="1"/>
          </p:nvPr>
        </p:nvSpPr>
        <p:spPr/>
        <p:txBody>
          <a:bodyPr>
            <a:normAutofit/>
          </a:bodyPr>
          <a:lstStyle/>
          <a:p>
            <a:r>
              <a:rPr lang="en-IE" sz="2400" dirty="0">
                <a:latin typeface="Times" pitchFamily="2" charset="0"/>
              </a:rPr>
              <a:t>Suppose we run the following statement:</a:t>
            </a:r>
          </a:p>
          <a:p>
            <a:endParaRPr lang="en-IE" sz="2400" dirty="0">
              <a:latin typeface="Times" pitchFamily="2" charset="0"/>
            </a:endParaRPr>
          </a:p>
          <a:p>
            <a:pPr marL="0" indent="0">
              <a:buNone/>
            </a:pPr>
            <a:endParaRPr lang="pt-PT" sz="2400" dirty="0">
              <a:latin typeface="Times" pitchFamily="2" charset="0"/>
            </a:endParaRPr>
          </a:p>
          <a:p>
            <a:r>
              <a:rPr lang="en-IE" sz="2400" dirty="0">
                <a:latin typeface="Times" pitchFamily="2" charset="0"/>
              </a:rPr>
              <a:t>We get the following error. Why?</a:t>
            </a:r>
            <a:endParaRPr lang="pt-PT" sz="2400" dirty="0">
              <a:latin typeface="Times" pitchFamily="2" charset="0"/>
            </a:endParaRPr>
          </a:p>
          <a:p>
            <a:endParaRPr lang="en-IE" sz="2400" dirty="0"/>
          </a:p>
        </p:txBody>
      </p:sp>
      <p:sp>
        <p:nvSpPr>
          <p:cNvPr id="20" name="TextBox 19">
            <a:extLst>
              <a:ext uri="{FF2B5EF4-FFF2-40B4-BE49-F238E27FC236}">
                <a16:creationId xmlns:a16="http://schemas.microsoft.com/office/drawing/2014/main" id="{B21E5251-9212-820B-3137-1C3307C80908}"/>
              </a:ext>
            </a:extLst>
          </p:cNvPr>
          <p:cNvSpPr txBox="1"/>
          <p:nvPr/>
        </p:nvSpPr>
        <p:spPr>
          <a:xfrm>
            <a:off x="735581" y="2767071"/>
            <a:ext cx="8915400" cy="769441"/>
          </a:xfrm>
          <a:prstGeom prst="rect">
            <a:avLst/>
          </a:prstGeom>
          <a:solidFill>
            <a:schemeClr val="tx1"/>
          </a:solidFill>
        </p:spPr>
        <p:txBody>
          <a:bodyPr wrap="square">
            <a:spAutoFit/>
          </a:bodyPr>
          <a:lstStyle/>
          <a:p>
            <a:pPr>
              <a:spcAft>
                <a:spcPts val="0"/>
              </a:spcAft>
            </a:pPr>
            <a:r>
              <a:rPr lang="en-US" sz="1600" dirty="0">
                <a:solidFill>
                  <a:srgbClr val="569CD6"/>
                </a:solidFill>
                <a:effectLst/>
                <a:latin typeface="Menlo" panose="020B0609030804020204" pitchFamily="49" charset="0"/>
                <a:ea typeface="Times New Roman" panose="02020603050405020304" pitchFamily="18" charset="0"/>
                <a:cs typeface="Arial" panose="020B0604020202020204" pitchFamily="34" charset="0"/>
              </a:rPr>
              <a:t>INSERT</a:t>
            </a:r>
            <a:r>
              <a:rPr lang="en-US" sz="1600" dirty="0">
                <a:solidFill>
                  <a:srgbClr val="D4D4D4"/>
                </a:solidFill>
                <a:effectLst/>
                <a:latin typeface="Menlo" panose="020B0609030804020204" pitchFamily="49" charset="0"/>
                <a:ea typeface="Times New Roman" panose="02020603050405020304" pitchFamily="18" charset="0"/>
                <a:cs typeface="Arial" panose="020B0604020202020204" pitchFamily="34" charset="0"/>
              </a:rPr>
              <a:t> </a:t>
            </a:r>
            <a:r>
              <a:rPr lang="en-US" sz="1600" dirty="0">
                <a:solidFill>
                  <a:srgbClr val="569CD6"/>
                </a:solidFill>
                <a:effectLst/>
                <a:latin typeface="Menlo" panose="020B0609030804020204" pitchFamily="49" charset="0"/>
                <a:ea typeface="Times New Roman" panose="02020603050405020304" pitchFamily="18" charset="0"/>
                <a:cs typeface="Arial" panose="020B0604020202020204" pitchFamily="34" charset="0"/>
              </a:rPr>
              <a:t>INTO</a:t>
            </a:r>
            <a:r>
              <a:rPr lang="en-US" sz="1600" dirty="0">
                <a:solidFill>
                  <a:srgbClr val="D4D4D4"/>
                </a:solidFill>
                <a:effectLst/>
                <a:latin typeface="Menlo" panose="020B0609030804020204" pitchFamily="49" charset="0"/>
                <a:ea typeface="Times New Roman" panose="02020603050405020304" pitchFamily="18" charset="0"/>
                <a:cs typeface="Arial" panose="020B0604020202020204" pitchFamily="34" charset="0"/>
              </a:rPr>
              <a:t> </a:t>
            </a:r>
            <a:r>
              <a:rPr lang="en-US" sz="1600" dirty="0">
                <a:solidFill>
                  <a:srgbClr val="D4D4D4"/>
                </a:solidFill>
                <a:latin typeface="Menlo" panose="020B0609030804020204" pitchFamily="49" charset="0"/>
                <a:ea typeface="Times New Roman" panose="02020603050405020304" pitchFamily="18" charset="0"/>
                <a:cs typeface="Arial" panose="020B0604020202020204" pitchFamily="34" charset="0"/>
              </a:rPr>
              <a:t>m</a:t>
            </a:r>
            <a:r>
              <a:rPr lang="en-US" sz="1600" dirty="0">
                <a:solidFill>
                  <a:srgbClr val="D4D4D4"/>
                </a:solidFill>
                <a:effectLst/>
                <a:latin typeface="Menlo" panose="020B0609030804020204" pitchFamily="49" charset="0"/>
                <a:ea typeface="Times New Roman" panose="02020603050405020304" pitchFamily="18" charset="0"/>
                <a:cs typeface="Arial" panose="020B0604020202020204" pitchFamily="34" charset="0"/>
              </a:rPr>
              <a:t>ovies (</a:t>
            </a:r>
            <a:r>
              <a:rPr lang="en-US" sz="1600" dirty="0" err="1">
                <a:solidFill>
                  <a:srgbClr val="D4D4D4"/>
                </a:solidFill>
                <a:effectLst/>
                <a:latin typeface="Menlo" panose="020B0609030804020204" pitchFamily="49" charset="0"/>
                <a:ea typeface="Times New Roman" panose="02020603050405020304" pitchFamily="18" charset="0"/>
                <a:cs typeface="Arial" panose="020B0604020202020204" pitchFamily="34" charset="0"/>
              </a:rPr>
              <a:t>movieTitle</a:t>
            </a:r>
            <a:r>
              <a:rPr lang="en-US" sz="1600" dirty="0">
                <a:solidFill>
                  <a:srgbClr val="D4D4D4"/>
                </a:solidFill>
                <a:effectLst/>
                <a:latin typeface="Menlo" panose="020B0609030804020204" pitchFamily="49" charset="0"/>
                <a:ea typeface="Times New Roman" panose="02020603050405020304" pitchFamily="18" charset="0"/>
                <a:cs typeface="Arial" panose="020B0604020202020204" pitchFamily="34" charset="0"/>
              </a:rPr>
              <a:t>, </a:t>
            </a:r>
            <a:r>
              <a:rPr lang="en-US" sz="1600" dirty="0" err="1">
                <a:solidFill>
                  <a:srgbClr val="D4D4D4"/>
                </a:solidFill>
                <a:effectLst/>
                <a:latin typeface="Menlo" panose="020B0609030804020204" pitchFamily="49" charset="0"/>
                <a:ea typeface="Times New Roman" panose="02020603050405020304" pitchFamily="18" charset="0"/>
                <a:cs typeface="Arial" panose="020B0604020202020204" pitchFamily="34" charset="0"/>
              </a:rPr>
              <a:t>releaseYear</a:t>
            </a:r>
            <a:r>
              <a:rPr lang="en-US" sz="1600" dirty="0">
                <a:solidFill>
                  <a:srgbClr val="D4D4D4"/>
                </a:solidFill>
                <a:effectLst/>
                <a:latin typeface="Menlo" panose="020B0609030804020204" pitchFamily="49" charset="0"/>
                <a:ea typeface="Times New Roman" panose="02020603050405020304" pitchFamily="18" charset="0"/>
                <a:cs typeface="Arial" panose="020B0604020202020204" pitchFamily="34" charset="0"/>
              </a:rPr>
              <a:t>, director, budget)</a:t>
            </a:r>
            <a:r>
              <a:rPr lang="en-US" sz="2800" dirty="0">
                <a:latin typeface="Calibri" panose="020F0502020204030204" pitchFamily="34" charset="0"/>
                <a:ea typeface="DengXian" panose="02010600030101010101" pitchFamily="2" charset="-122"/>
                <a:cs typeface="Arial" panose="020B0604020202020204" pitchFamily="34" charset="0"/>
              </a:rPr>
              <a:t> </a:t>
            </a:r>
            <a:r>
              <a:rPr lang="en-US" sz="1600" dirty="0">
                <a:solidFill>
                  <a:srgbClr val="569CD6"/>
                </a:solidFill>
                <a:effectLst/>
                <a:latin typeface="Menlo" panose="020B0609030804020204" pitchFamily="49" charset="0"/>
                <a:ea typeface="Times New Roman" panose="02020603050405020304" pitchFamily="18" charset="0"/>
                <a:cs typeface="Arial" panose="020B0604020202020204" pitchFamily="34" charset="0"/>
              </a:rPr>
              <a:t>VALUES</a:t>
            </a:r>
            <a:r>
              <a:rPr lang="en-US" sz="1600" dirty="0">
                <a:solidFill>
                  <a:srgbClr val="D4D4D4"/>
                </a:solidFill>
                <a:effectLst/>
                <a:latin typeface="Menlo" panose="020B0609030804020204" pitchFamily="49" charset="0"/>
                <a:ea typeface="Times New Roman" panose="02020603050405020304" pitchFamily="18" charset="0"/>
                <a:cs typeface="Arial" panose="020B0604020202020204" pitchFamily="34" charset="0"/>
              </a:rPr>
              <a:t> (</a:t>
            </a:r>
            <a:r>
              <a:rPr lang="en-US" sz="1600" dirty="0">
                <a:solidFill>
                  <a:srgbClr val="CE9178"/>
                </a:solidFill>
                <a:effectLst/>
                <a:latin typeface="Menlo" panose="020B0609030804020204" pitchFamily="49" charset="0"/>
                <a:ea typeface="Times New Roman" panose="02020603050405020304" pitchFamily="18" charset="0"/>
                <a:cs typeface="Arial" panose="020B0604020202020204" pitchFamily="34" charset="0"/>
              </a:rPr>
              <a:t>'Jumanji: Welcome to the  Jungle'</a:t>
            </a:r>
            <a:r>
              <a:rPr lang="en-US" sz="1600" dirty="0">
                <a:solidFill>
                  <a:srgbClr val="D4D4D4"/>
                </a:solidFill>
                <a:effectLst/>
                <a:latin typeface="Menlo" panose="020B0609030804020204" pitchFamily="49" charset="0"/>
                <a:ea typeface="Times New Roman" panose="02020603050405020304" pitchFamily="18" charset="0"/>
                <a:cs typeface="Arial" panose="020B0604020202020204" pitchFamily="34" charset="0"/>
              </a:rPr>
              <a:t>, </a:t>
            </a:r>
            <a:r>
              <a:rPr lang="en-US" sz="1600" dirty="0">
                <a:solidFill>
                  <a:srgbClr val="B5CEA8"/>
                </a:solidFill>
                <a:effectLst/>
                <a:latin typeface="Menlo" panose="020B0609030804020204" pitchFamily="49" charset="0"/>
                <a:ea typeface="Times New Roman" panose="02020603050405020304" pitchFamily="18" charset="0"/>
                <a:cs typeface="Arial" panose="020B0604020202020204" pitchFamily="34" charset="0"/>
              </a:rPr>
              <a:t>2017</a:t>
            </a:r>
            <a:r>
              <a:rPr lang="en-US" sz="1600" dirty="0">
                <a:solidFill>
                  <a:srgbClr val="D4D4D4"/>
                </a:solidFill>
                <a:effectLst/>
                <a:latin typeface="Menlo" panose="020B0609030804020204" pitchFamily="49" charset="0"/>
                <a:ea typeface="Times New Roman" panose="02020603050405020304" pitchFamily="18" charset="0"/>
                <a:cs typeface="Arial" panose="020B0604020202020204" pitchFamily="34" charset="0"/>
              </a:rPr>
              <a:t>, </a:t>
            </a:r>
            <a:r>
              <a:rPr lang="en-US" sz="1600" dirty="0">
                <a:solidFill>
                  <a:srgbClr val="CE9178"/>
                </a:solidFill>
                <a:effectLst/>
                <a:latin typeface="Menlo" panose="020B0609030804020204" pitchFamily="49" charset="0"/>
                <a:ea typeface="Times New Roman" panose="02020603050405020304" pitchFamily="18" charset="0"/>
                <a:cs typeface="Arial" panose="020B0604020202020204" pitchFamily="34" charset="0"/>
              </a:rPr>
              <a:t>'Jake </a:t>
            </a:r>
            <a:r>
              <a:rPr lang="en-US" sz="1600" dirty="0" err="1">
                <a:solidFill>
                  <a:srgbClr val="CE9178"/>
                </a:solidFill>
                <a:effectLst/>
                <a:latin typeface="Menlo" panose="020B0609030804020204" pitchFamily="49" charset="0"/>
                <a:ea typeface="Times New Roman" panose="02020603050405020304" pitchFamily="18" charset="0"/>
                <a:cs typeface="Arial" panose="020B0604020202020204" pitchFamily="34" charset="0"/>
              </a:rPr>
              <a:t>Kasden</a:t>
            </a:r>
            <a:r>
              <a:rPr lang="en-US" sz="1600" dirty="0">
                <a:solidFill>
                  <a:srgbClr val="CE9178"/>
                </a:solidFill>
                <a:effectLst/>
                <a:latin typeface="Menlo" panose="020B0609030804020204" pitchFamily="49" charset="0"/>
                <a:ea typeface="Times New Roman" panose="02020603050405020304" pitchFamily="18" charset="0"/>
                <a:cs typeface="Arial" panose="020B0604020202020204" pitchFamily="34" charset="0"/>
              </a:rPr>
              <a:t>’</a:t>
            </a:r>
            <a:r>
              <a:rPr lang="en-US" sz="1600" dirty="0">
                <a:solidFill>
                  <a:srgbClr val="D4D4D4"/>
                </a:solidFill>
                <a:effectLst/>
                <a:latin typeface="Menlo" panose="020B0609030804020204" pitchFamily="49" charset="0"/>
                <a:ea typeface="Times New Roman" panose="02020603050405020304" pitchFamily="18" charset="0"/>
                <a:cs typeface="Arial" panose="020B0604020202020204" pitchFamily="34" charset="0"/>
              </a:rPr>
              <a:t>);</a:t>
            </a:r>
            <a:endParaRPr lang="en-US" sz="2800" dirty="0">
              <a:effectLst/>
              <a:latin typeface="Calibri" panose="020F0502020204030204" pitchFamily="34" charset="0"/>
              <a:ea typeface="DengXian" panose="02010600030101010101" pitchFamily="2" charset="-122"/>
              <a:cs typeface="Arial" panose="020B0604020202020204" pitchFamily="34" charset="0"/>
            </a:endParaRPr>
          </a:p>
        </p:txBody>
      </p:sp>
      <p:pic>
        <p:nvPicPr>
          <p:cNvPr id="3" name="Picture 2" descr="A black background with white text&#10;&#10;Description automatically generated">
            <a:extLst>
              <a:ext uri="{FF2B5EF4-FFF2-40B4-BE49-F238E27FC236}">
                <a16:creationId xmlns:a16="http://schemas.microsoft.com/office/drawing/2014/main" id="{6F328C72-2F13-EEC8-6BC2-BA0F92DD33D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35171" y="4616450"/>
            <a:ext cx="5168900" cy="914400"/>
          </a:xfrm>
          <a:prstGeom prst="rect">
            <a:avLst/>
          </a:prstGeom>
        </p:spPr>
      </p:pic>
      <p:sp>
        <p:nvSpPr>
          <p:cNvPr id="4" name="Title 3">
            <a:extLst>
              <a:ext uri="{FF2B5EF4-FFF2-40B4-BE49-F238E27FC236}">
                <a16:creationId xmlns:a16="http://schemas.microsoft.com/office/drawing/2014/main" id="{39092E25-990E-3042-D51B-4110E1C00B95}"/>
              </a:ext>
            </a:extLst>
          </p:cNvPr>
          <p:cNvSpPr>
            <a:spLocks noGrp="1"/>
          </p:cNvSpPr>
          <p:nvPr>
            <p:ph type="title"/>
          </p:nvPr>
        </p:nvSpPr>
        <p:spPr/>
        <p:txBody>
          <a:bodyPr/>
          <a:lstStyle/>
          <a:p>
            <a:r>
              <a:rPr lang="en-IE" sz="4000" dirty="0">
                <a:latin typeface="Times" pitchFamily="2" charset="0"/>
              </a:rPr>
              <a:t>Insert the correct number of values</a:t>
            </a:r>
            <a:endParaRPr lang="en-IE"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 name="Content Placeholder 4">
            <a:extLst>
              <a:ext uri="{FF2B5EF4-FFF2-40B4-BE49-F238E27FC236}">
                <a16:creationId xmlns:a16="http://schemas.microsoft.com/office/drawing/2014/main" id="{AF283B65-4796-AA73-40BC-3207CDA444B4}"/>
              </a:ext>
            </a:extLst>
          </p:cNvPr>
          <p:cNvSpPr>
            <a:spLocks noGrp="1"/>
          </p:cNvSpPr>
          <p:nvPr>
            <p:ph idx="1"/>
          </p:nvPr>
        </p:nvSpPr>
        <p:spPr>
          <a:xfrm>
            <a:off x="735170" y="2011568"/>
            <a:ext cx="9488329" cy="5195681"/>
          </a:xfrm>
        </p:spPr>
        <p:txBody>
          <a:bodyPr>
            <a:normAutofit fontScale="85000" lnSpcReduction="10000"/>
          </a:bodyPr>
          <a:lstStyle/>
          <a:p>
            <a:r>
              <a:rPr lang="en-IE" sz="2400" dirty="0">
                <a:latin typeface="Helvetica" pitchFamily="2" charset="0"/>
              </a:rPr>
              <a:t>Suppose we run the following statement:</a:t>
            </a:r>
          </a:p>
          <a:p>
            <a:endParaRPr lang="en-IE" sz="2400" dirty="0">
              <a:latin typeface="Helvetica" pitchFamily="2" charset="0"/>
            </a:endParaRPr>
          </a:p>
          <a:p>
            <a:pPr marL="0" indent="0">
              <a:buNone/>
            </a:pPr>
            <a:endParaRPr lang="en-IE" sz="2400" dirty="0">
              <a:latin typeface="Helvetica" pitchFamily="2" charset="0"/>
            </a:endParaRPr>
          </a:p>
          <a:p>
            <a:r>
              <a:rPr lang="en-IE" sz="2400" dirty="0">
                <a:latin typeface="Helvetica" pitchFamily="2" charset="0"/>
              </a:rPr>
              <a:t>We get the following error. Why?</a:t>
            </a:r>
          </a:p>
          <a:p>
            <a:endParaRPr lang="en-IE" sz="2400" dirty="0">
              <a:latin typeface="Helvetica" pitchFamily="2" charset="0"/>
            </a:endParaRPr>
          </a:p>
          <a:p>
            <a:endParaRPr lang="en-IE" sz="2400" dirty="0">
              <a:latin typeface="Helvetica" pitchFamily="2" charset="0"/>
            </a:endParaRPr>
          </a:p>
          <a:p>
            <a:r>
              <a:rPr lang="en-IE" sz="2400" dirty="0">
                <a:latin typeface="Helvetica" pitchFamily="2" charset="0"/>
              </a:rPr>
              <a:t>We need to provide a value for every column the DBMS is expecting a value for. </a:t>
            </a:r>
          </a:p>
          <a:p>
            <a:r>
              <a:rPr lang="en-IE" sz="2400" dirty="0">
                <a:latin typeface="Helvetica" pitchFamily="2" charset="0"/>
              </a:rPr>
              <a:t>There is an equivalent error: </a:t>
            </a:r>
            <a:r>
              <a:rPr lang="en-IE" sz="2400" i="1" dirty="0">
                <a:latin typeface="Helvetica" pitchFamily="2" charset="0"/>
              </a:rPr>
              <a:t>Too many values</a:t>
            </a:r>
            <a:r>
              <a:rPr lang="en-IE" sz="2400" dirty="0">
                <a:latin typeface="Helvetica" pitchFamily="2" charset="0"/>
              </a:rPr>
              <a:t>, which happens when we try to insert more values than the DBMS is expecting.</a:t>
            </a:r>
          </a:p>
          <a:p>
            <a:endParaRPr lang="pt-PT" sz="2400" dirty="0">
              <a:latin typeface="Times" pitchFamily="2" charset="0"/>
            </a:endParaRPr>
          </a:p>
          <a:p>
            <a:endParaRPr lang="pt-PT" sz="2400" dirty="0">
              <a:latin typeface="Times" pitchFamily="2" charset="0"/>
            </a:endParaRPr>
          </a:p>
          <a:p>
            <a:endParaRPr lang="en-IE" sz="2400" dirty="0"/>
          </a:p>
        </p:txBody>
      </p:sp>
      <p:sp>
        <p:nvSpPr>
          <p:cNvPr id="20" name="TextBox 19">
            <a:extLst>
              <a:ext uri="{FF2B5EF4-FFF2-40B4-BE49-F238E27FC236}">
                <a16:creationId xmlns:a16="http://schemas.microsoft.com/office/drawing/2014/main" id="{B21E5251-9212-820B-3137-1C3307C80908}"/>
              </a:ext>
            </a:extLst>
          </p:cNvPr>
          <p:cNvSpPr txBox="1"/>
          <p:nvPr/>
        </p:nvSpPr>
        <p:spPr>
          <a:xfrm>
            <a:off x="850900" y="2530154"/>
            <a:ext cx="8915400" cy="769441"/>
          </a:xfrm>
          <a:prstGeom prst="rect">
            <a:avLst/>
          </a:prstGeom>
          <a:solidFill>
            <a:schemeClr val="tx1"/>
          </a:solidFill>
        </p:spPr>
        <p:txBody>
          <a:bodyPr wrap="square">
            <a:spAutoFit/>
          </a:bodyPr>
          <a:lstStyle/>
          <a:p>
            <a:pPr>
              <a:spcAft>
                <a:spcPts val="0"/>
              </a:spcAft>
            </a:pPr>
            <a:r>
              <a:rPr lang="en-US" sz="1600" dirty="0">
                <a:solidFill>
                  <a:srgbClr val="569CD6"/>
                </a:solidFill>
                <a:effectLst/>
                <a:latin typeface="Menlo" panose="020B0609030804020204" pitchFamily="49" charset="0"/>
                <a:ea typeface="Times New Roman" panose="02020603050405020304" pitchFamily="18" charset="0"/>
                <a:cs typeface="Arial" panose="020B0604020202020204" pitchFamily="34" charset="0"/>
              </a:rPr>
              <a:t>INSERT</a:t>
            </a:r>
            <a:r>
              <a:rPr lang="en-US" sz="1600" dirty="0">
                <a:solidFill>
                  <a:srgbClr val="D4D4D4"/>
                </a:solidFill>
                <a:effectLst/>
                <a:latin typeface="Menlo" panose="020B0609030804020204" pitchFamily="49" charset="0"/>
                <a:ea typeface="Times New Roman" panose="02020603050405020304" pitchFamily="18" charset="0"/>
                <a:cs typeface="Arial" panose="020B0604020202020204" pitchFamily="34" charset="0"/>
              </a:rPr>
              <a:t> </a:t>
            </a:r>
            <a:r>
              <a:rPr lang="en-US" sz="1600" dirty="0">
                <a:solidFill>
                  <a:srgbClr val="569CD6"/>
                </a:solidFill>
                <a:effectLst/>
                <a:latin typeface="Menlo" panose="020B0609030804020204" pitchFamily="49" charset="0"/>
                <a:ea typeface="Times New Roman" panose="02020603050405020304" pitchFamily="18" charset="0"/>
                <a:cs typeface="Arial" panose="020B0604020202020204" pitchFamily="34" charset="0"/>
              </a:rPr>
              <a:t>INTO</a:t>
            </a:r>
            <a:r>
              <a:rPr lang="en-US" sz="1600" dirty="0">
                <a:solidFill>
                  <a:srgbClr val="D4D4D4"/>
                </a:solidFill>
                <a:effectLst/>
                <a:latin typeface="Menlo" panose="020B0609030804020204" pitchFamily="49" charset="0"/>
                <a:ea typeface="Times New Roman" panose="02020603050405020304" pitchFamily="18" charset="0"/>
                <a:cs typeface="Arial" panose="020B0604020202020204" pitchFamily="34" charset="0"/>
              </a:rPr>
              <a:t> </a:t>
            </a:r>
            <a:r>
              <a:rPr lang="en-US" sz="1600" dirty="0">
                <a:solidFill>
                  <a:srgbClr val="D4D4D4"/>
                </a:solidFill>
                <a:latin typeface="Menlo" panose="020B0609030804020204" pitchFamily="49" charset="0"/>
                <a:ea typeface="Times New Roman" panose="02020603050405020304" pitchFamily="18" charset="0"/>
                <a:cs typeface="Arial" panose="020B0604020202020204" pitchFamily="34" charset="0"/>
              </a:rPr>
              <a:t>m</a:t>
            </a:r>
            <a:r>
              <a:rPr lang="en-US" sz="1600" dirty="0">
                <a:solidFill>
                  <a:srgbClr val="D4D4D4"/>
                </a:solidFill>
                <a:effectLst/>
                <a:latin typeface="Menlo" panose="020B0609030804020204" pitchFamily="49" charset="0"/>
                <a:ea typeface="Times New Roman" panose="02020603050405020304" pitchFamily="18" charset="0"/>
                <a:cs typeface="Arial" panose="020B0604020202020204" pitchFamily="34" charset="0"/>
              </a:rPr>
              <a:t>ovies (</a:t>
            </a:r>
            <a:r>
              <a:rPr lang="en-US" sz="1600" dirty="0" err="1">
                <a:solidFill>
                  <a:srgbClr val="D4D4D4"/>
                </a:solidFill>
                <a:effectLst/>
                <a:latin typeface="Menlo" panose="020B0609030804020204" pitchFamily="49" charset="0"/>
                <a:ea typeface="Times New Roman" panose="02020603050405020304" pitchFamily="18" charset="0"/>
                <a:cs typeface="Arial" panose="020B0604020202020204" pitchFamily="34" charset="0"/>
              </a:rPr>
              <a:t>movieTitle</a:t>
            </a:r>
            <a:r>
              <a:rPr lang="en-US" sz="1600" dirty="0">
                <a:solidFill>
                  <a:srgbClr val="D4D4D4"/>
                </a:solidFill>
                <a:effectLst/>
                <a:latin typeface="Menlo" panose="020B0609030804020204" pitchFamily="49" charset="0"/>
                <a:ea typeface="Times New Roman" panose="02020603050405020304" pitchFamily="18" charset="0"/>
                <a:cs typeface="Arial" panose="020B0604020202020204" pitchFamily="34" charset="0"/>
              </a:rPr>
              <a:t>, </a:t>
            </a:r>
            <a:r>
              <a:rPr lang="en-US" sz="1600" dirty="0" err="1">
                <a:solidFill>
                  <a:srgbClr val="D4D4D4"/>
                </a:solidFill>
                <a:effectLst/>
                <a:latin typeface="Menlo" panose="020B0609030804020204" pitchFamily="49" charset="0"/>
                <a:ea typeface="Times New Roman" panose="02020603050405020304" pitchFamily="18" charset="0"/>
                <a:cs typeface="Arial" panose="020B0604020202020204" pitchFamily="34" charset="0"/>
              </a:rPr>
              <a:t>releaseYear</a:t>
            </a:r>
            <a:r>
              <a:rPr lang="en-US" sz="1600" dirty="0">
                <a:solidFill>
                  <a:srgbClr val="D4D4D4"/>
                </a:solidFill>
                <a:effectLst/>
                <a:latin typeface="Menlo" panose="020B0609030804020204" pitchFamily="49" charset="0"/>
                <a:ea typeface="Times New Roman" panose="02020603050405020304" pitchFamily="18" charset="0"/>
                <a:cs typeface="Arial" panose="020B0604020202020204" pitchFamily="34" charset="0"/>
              </a:rPr>
              <a:t>, director, budget)</a:t>
            </a:r>
            <a:r>
              <a:rPr lang="en-US" sz="2800" dirty="0">
                <a:latin typeface="Calibri" panose="020F0502020204030204" pitchFamily="34" charset="0"/>
                <a:ea typeface="DengXian" panose="02010600030101010101" pitchFamily="2" charset="-122"/>
                <a:cs typeface="Arial" panose="020B0604020202020204" pitchFamily="34" charset="0"/>
              </a:rPr>
              <a:t> </a:t>
            </a:r>
            <a:r>
              <a:rPr lang="en-US" sz="1600" dirty="0">
                <a:solidFill>
                  <a:srgbClr val="569CD6"/>
                </a:solidFill>
                <a:effectLst/>
                <a:latin typeface="Menlo" panose="020B0609030804020204" pitchFamily="49" charset="0"/>
                <a:ea typeface="Times New Roman" panose="02020603050405020304" pitchFamily="18" charset="0"/>
                <a:cs typeface="Arial" panose="020B0604020202020204" pitchFamily="34" charset="0"/>
              </a:rPr>
              <a:t>VALUES</a:t>
            </a:r>
            <a:r>
              <a:rPr lang="en-US" sz="1600" dirty="0">
                <a:solidFill>
                  <a:srgbClr val="D4D4D4"/>
                </a:solidFill>
                <a:effectLst/>
                <a:latin typeface="Menlo" panose="020B0609030804020204" pitchFamily="49" charset="0"/>
                <a:ea typeface="Times New Roman" panose="02020603050405020304" pitchFamily="18" charset="0"/>
                <a:cs typeface="Arial" panose="020B0604020202020204" pitchFamily="34" charset="0"/>
              </a:rPr>
              <a:t> (</a:t>
            </a:r>
            <a:r>
              <a:rPr lang="en-US" sz="1600" dirty="0">
                <a:solidFill>
                  <a:srgbClr val="CE9178"/>
                </a:solidFill>
                <a:effectLst/>
                <a:latin typeface="Menlo" panose="020B0609030804020204" pitchFamily="49" charset="0"/>
                <a:ea typeface="Times New Roman" panose="02020603050405020304" pitchFamily="18" charset="0"/>
                <a:cs typeface="Arial" panose="020B0604020202020204" pitchFamily="34" charset="0"/>
              </a:rPr>
              <a:t>'Jumanji: Welcome to the  Jungle'</a:t>
            </a:r>
            <a:r>
              <a:rPr lang="en-US" sz="1600" dirty="0">
                <a:solidFill>
                  <a:srgbClr val="D4D4D4"/>
                </a:solidFill>
                <a:effectLst/>
                <a:latin typeface="Menlo" panose="020B0609030804020204" pitchFamily="49" charset="0"/>
                <a:ea typeface="Times New Roman" panose="02020603050405020304" pitchFamily="18" charset="0"/>
                <a:cs typeface="Arial" panose="020B0604020202020204" pitchFamily="34" charset="0"/>
              </a:rPr>
              <a:t>, </a:t>
            </a:r>
            <a:r>
              <a:rPr lang="en-US" sz="1600" dirty="0">
                <a:solidFill>
                  <a:srgbClr val="B5CEA8"/>
                </a:solidFill>
                <a:effectLst/>
                <a:latin typeface="Menlo" panose="020B0609030804020204" pitchFamily="49" charset="0"/>
                <a:ea typeface="Times New Roman" panose="02020603050405020304" pitchFamily="18" charset="0"/>
                <a:cs typeface="Arial" panose="020B0604020202020204" pitchFamily="34" charset="0"/>
              </a:rPr>
              <a:t>2017</a:t>
            </a:r>
            <a:r>
              <a:rPr lang="en-US" sz="1600" dirty="0">
                <a:solidFill>
                  <a:srgbClr val="D4D4D4"/>
                </a:solidFill>
                <a:effectLst/>
                <a:latin typeface="Menlo" panose="020B0609030804020204" pitchFamily="49" charset="0"/>
                <a:ea typeface="Times New Roman" panose="02020603050405020304" pitchFamily="18" charset="0"/>
                <a:cs typeface="Arial" panose="020B0604020202020204" pitchFamily="34" charset="0"/>
              </a:rPr>
              <a:t>, </a:t>
            </a:r>
            <a:r>
              <a:rPr lang="en-US" sz="1600" dirty="0">
                <a:solidFill>
                  <a:srgbClr val="CE9178"/>
                </a:solidFill>
                <a:effectLst/>
                <a:latin typeface="Menlo" panose="020B0609030804020204" pitchFamily="49" charset="0"/>
                <a:ea typeface="Times New Roman" panose="02020603050405020304" pitchFamily="18" charset="0"/>
                <a:cs typeface="Arial" panose="020B0604020202020204" pitchFamily="34" charset="0"/>
              </a:rPr>
              <a:t>'Jake </a:t>
            </a:r>
            <a:r>
              <a:rPr lang="en-US" sz="1600" dirty="0" err="1">
                <a:solidFill>
                  <a:srgbClr val="CE9178"/>
                </a:solidFill>
                <a:effectLst/>
                <a:latin typeface="Menlo" panose="020B0609030804020204" pitchFamily="49" charset="0"/>
                <a:ea typeface="Times New Roman" panose="02020603050405020304" pitchFamily="18" charset="0"/>
                <a:cs typeface="Arial" panose="020B0604020202020204" pitchFamily="34" charset="0"/>
              </a:rPr>
              <a:t>Kasden</a:t>
            </a:r>
            <a:r>
              <a:rPr lang="en-US" sz="1600" dirty="0">
                <a:solidFill>
                  <a:srgbClr val="CE9178"/>
                </a:solidFill>
                <a:effectLst/>
                <a:latin typeface="Menlo" panose="020B0609030804020204" pitchFamily="49" charset="0"/>
                <a:ea typeface="Times New Roman" panose="02020603050405020304" pitchFamily="18" charset="0"/>
                <a:cs typeface="Arial" panose="020B0604020202020204" pitchFamily="34" charset="0"/>
              </a:rPr>
              <a:t>’</a:t>
            </a:r>
            <a:r>
              <a:rPr lang="en-US" sz="1600" dirty="0">
                <a:solidFill>
                  <a:srgbClr val="D4D4D4"/>
                </a:solidFill>
                <a:effectLst/>
                <a:latin typeface="Menlo" panose="020B0609030804020204" pitchFamily="49" charset="0"/>
                <a:ea typeface="Times New Roman" panose="02020603050405020304" pitchFamily="18" charset="0"/>
                <a:cs typeface="Arial" panose="020B0604020202020204" pitchFamily="34" charset="0"/>
              </a:rPr>
              <a:t>);</a:t>
            </a:r>
            <a:endParaRPr lang="en-US" sz="2800" dirty="0">
              <a:effectLst/>
              <a:latin typeface="Calibri" panose="020F0502020204030204" pitchFamily="34" charset="0"/>
              <a:ea typeface="DengXian" panose="02010600030101010101" pitchFamily="2" charset="-122"/>
              <a:cs typeface="Arial" panose="020B0604020202020204" pitchFamily="34" charset="0"/>
            </a:endParaRPr>
          </a:p>
        </p:txBody>
      </p:sp>
      <p:pic>
        <p:nvPicPr>
          <p:cNvPr id="3" name="Picture 2" descr="A black background with white text&#10;&#10;Description automatically generated">
            <a:extLst>
              <a:ext uri="{FF2B5EF4-FFF2-40B4-BE49-F238E27FC236}">
                <a16:creationId xmlns:a16="http://schemas.microsoft.com/office/drawing/2014/main" id="{6F328C72-2F13-EEC8-6BC2-BA0F92DD33D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27100" y="4152208"/>
            <a:ext cx="5168900" cy="914400"/>
          </a:xfrm>
          <a:prstGeom prst="rect">
            <a:avLst/>
          </a:prstGeom>
        </p:spPr>
      </p:pic>
      <p:sp>
        <p:nvSpPr>
          <p:cNvPr id="4" name="Title 3">
            <a:extLst>
              <a:ext uri="{FF2B5EF4-FFF2-40B4-BE49-F238E27FC236}">
                <a16:creationId xmlns:a16="http://schemas.microsoft.com/office/drawing/2014/main" id="{39092E25-990E-3042-D51B-4110E1C00B95}"/>
              </a:ext>
            </a:extLst>
          </p:cNvPr>
          <p:cNvSpPr>
            <a:spLocks noGrp="1"/>
          </p:cNvSpPr>
          <p:nvPr>
            <p:ph type="title"/>
          </p:nvPr>
        </p:nvSpPr>
        <p:spPr/>
        <p:txBody>
          <a:bodyPr/>
          <a:lstStyle/>
          <a:p>
            <a:r>
              <a:rPr lang="en-IE" sz="4000" dirty="0">
                <a:latin typeface="Times" pitchFamily="2" charset="0"/>
              </a:rPr>
              <a:t>Insert the correct number of values</a:t>
            </a:r>
            <a:endParaRPr lang="en-IE" dirty="0"/>
          </a:p>
        </p:txBody>
      </p:sp>
    </p:spTree>
    <p:extLst>
      <p:ext uri="{BB962C8B-B14F-4D97-AF65-F5344CB8AC3E}">
        <p14:creationId xmlns:p14="http://schemas.microsoft.com/office/powerpoint/2010/main" val="218934271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6EA187-3697-DDC3-7984-06AEA42A4FB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8946879-BBE3-A524-7224-9D816199DE79}"/>
              </a:ext>
            </a:extLst>
          </p:cNvPr>
          <p:cNvSpPr>
            <a:spLocks noGrp="1"/>
          </p:cNvSpPr>
          <p:nvPr>
            <p:ph type="title"/>
          </p:nvPr>
        </p:nvSpPr>
        <p:spPr>
          <a:xfrm>
            <a:off x="2608084" y="3047963"/>
            <a:ext cx="5477232" cy="1460574"/>
          </a:xfrm>
        </p:spPr>
        <p:txBody>
          <a:bodyPr>
            <a:normAutofit fontScale="90000"/>
          </a:bodyPr>
          <a:lstStyle/>
          <a:p>
            <a:pPr algn="ctr"/>
            <a:r>
              <a:rPr lang="en-IE" sz="5400" dirty="0"/>
              <a:t>Altering the table</a:t>
            </a:r>
          </a:p>
        </p:txBody>
      </p:sp>
    </p:spTree>
    <p:extLst>
      <p:ext uri="{BB962C8B-B14F-4D97-AF65-F5344CB8AC3E}">
        <p14:creationId xmlns:p14="http://schemas.microsoft.com/office/powerpoint/2010/main" val="408811222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62C8FA-2116-8CAC-02C9-41ACC4AF5532}"/>
              </a:ext>
            </a:extLst>
          </p:cNvPr>
          <p:cNvSpPr>
            <a:spLocks noGrp="1"/>
          </p:cNvSpPr>
          <p:nvPr>
            <p:ph type="title"/>
          </p:nvPr>
        </p:nvSpPr>
        <p:spPr/>
        <p:txBody>
          <a:bodyPr/>
          <a:lstStyle/>
          <a:p>
            <a:r>
              <a:rPr lang="en-IE" dirty="0"/>
              <a:t>Alter table</a:t>
            </a:r>
          </a:p>
        </p:txBody>
      </p:sp>
      <p:sp>
        <p:nvSpPr>
          <p:cNvPr id="3" name="Content Placeholder 2">
            <a:extLst>
              <a:ext uri="{FF2B5EF4-FFF2-40B4-BE49-F238E27FC236}">
                <a16:creationId xmlns:a16="http://schemas.microsoft.com/office/drawing/2014/main" id="{803F51C4-F4EA-EDED-B924-487DCC6982E1}"/>
              </a:ext>
            </a:extLst>
          </p:cNvPr>
          <p:cNvSpPr>
            <a:spLocks noGrp="1"/>
          </p:cNvSpPr>
          <p:nvPr>
            <p:ph idx="1"/>
          </p:nvPr>
        </p:nvSpPr>
        <p:spPr>
          <a:xfrm>
            <a:off x="735171" y="1862888"/>
            <a:ext cx="9223058" cy="4794530"/>
          </a:xfrm>
        </p:spPr>
        <p:txBody>
          <a:bodyPr>
            <a:normAutofit lnSpcReduction="10000"/>
          </a:bodyPr>
          <a:lstStyle/>
          <a:p>
            <a:r>
              <a:rPr lang="en-IE" sz="2800" dirty="0">
                <a:latin typeface="Times" pitchFamily="2" charset="0"/>
              </a:rPr>
              <a:t>Once tables are created, they can be modified using the ALTER TABLE statement to:</a:t>
            </a:r>
          </a:p>
          <a:p>
            <a:pPr marL="800100" lvl="1" indent="-342900">
              <a:buFont typeface="Arial" panose="020B0604020202020204" pitchFamily="34" charset="0"/>
              <a:buChar char="•"/>
            </a:pPr>
            <a:r>
              <a:rPr lang="en-IE" sz="2800" dirty="0">
                <a:latin typeface="Times" pitchFamily="2" charset="0"/>
              </a:rPr>
              <a:t>Add a new column</a:t>
            </a:r>
          </a:p>
          <a:p>
            <a:pPr marL="800100" lvl="1" indent="-342900">
              <a:buFont typeface="Arial" panose="020B0604020202020204" pitchFamily="34" charset="0"/>
              <a:buChar char="•"/>
            </a:pPr>
            <a:r>
              <a:rPr lang="en-IE" sz="2800" dirty="0">
                <a:latin typeface="Times" pitchFamily="2" charset="0"/>
              </a:rPr>
              <a:t>Modify an existing column</a:t>
            </a:r>
          </a:p>
          <a:p>
            <a:pPr marL="800100" lvl="1" indent="-342900">
              <a:buFont typeface="Arial" panose="020B0604020202020204" pitchFamily="34" charset="0"/>
              <a:buChar char="•"/>
            </a:pPr>
            <a:r>
              <a:rPr lang="en-IE" sz="2800" dirty="0">
                <a:latin typeface="Times" pitchFamily="2" charset="0"/>
              </a:rPr>
              <a:t>Define a default value for the new column</a:t>
            </a:r>
          </a:p>
          <a:p>
            <a:pPr marL="800100" lvl="1" indent="-342900">
              <a:buFont typeface="Arial" panose="020B0604020202020204" pitchFamily="34" charset="0"/>
              <a:buChar char="•"/>
            </a:pPr>
            <a:r>
              <a:rPr lang="en-IE" sz="2800" dirty="0">
                <a:latin typeface="Times" pitchFamily="2" charset="0"/>
              </a:rPr>
              <a:t>Drop a column</a:t>
            </a:r>
          </a:p>
          <a:p>
            <a:pPr marL="800100" lvl="1" indent="-342900">
              <a:buFont typeface="Arial" panose="020B0604020202020204" pitchFamily="34" charset="0"/>
              <a:buChar char="•"/>
            </a:pPr>
            <a:r>
              <a:rPr lang="en-IE" sz="2800" dirty="0">
                <a:latin typeface="Times" pitchFamily="2" charset="0"/>
              </a:rPr>
              <a:t>Add or drop a constraint</a:t>
            </a:r>
          </a:p>
          <a:p>
            <a:endParaRPr lang="en-IE" sz="2800" dirty="0">
              <a:latin typeface="Times" pitchFamily="2" charset="0"/>
            </a:endParaRPr>
          </a:p>
          <a:p>
            <a:endParaRPr lang="en-IE" sz="28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993CF6AA-D17F-935E-D90C-5208F90DA24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7F7B105-1B7D-3796-DFD5-551092233E7C}"/>
              </a:ext>
            </a:extLst>
          </p:cNvPr>
          <p:cNvSpPr>
            <a:spLocks noGrp="1"/>
          </p:cNvSpPr>
          <p:nvPr>
            <p:ph type="title"/>
          </p:nvPr>
        </p:nvSpPr>
        <p:spPr/>
        <p:txBody>
          <a:bodyPr/>
          <a:lstStyle/>
          <a:p>
            <a:r>
              <a:rPr lang="en-IE" dirty="0"/>
              <a:t>Alter table - syntax</a:t>
            </a:r>
          </a:p>
        </p:txBody>
      </p:sp>
      <p:sp>
        <p:nvSpPr>
          <p:cNvPr id="7" name="TextBox 6">
            <a:extLst>
              <a:ext uri="{FF2B5EF4-FFF2-40B4-BE49-F238E27FC236}">
                <a16:creationId xmlns:a16="http://schemas.microsoft.com/office/drawing/2014/main" id="{3C1EB64D-6B12-9AA3-C7D6-8CF7B7FF9B5B}"/>
              </a:ext>
            </a:extLst>
          </p:cNvPr>
          <p:cNvSpPr txBox="1"/>
          <p:nvPr/>
        </p:nvSpPr>
        <p:spPr>
          <a:xfrm>
            <a:off x="1079500" y="3092450"/>
            <a:ext cx="7772400" cy="1815882"/>
          </a:xfrm>
          <a:prstGeom prst="rect">
            <a:avLst/>
          </a:prstGeom>
          <a:noFill/>
        </p:spPr>
        <p:txBody>
          <a:bodyPr wrap="square">
            <a:spAutoFit/>
          </a:bodyPr>
          <a:lstStyle/>
          <a:p>
            <a:pPr>
              <a:buNone/>
            </a:pPr>
            <a:r>
              <a:rPr lang="en-IE" sz="2800" b="0" dirty="0">
                <a:solidFill>
                  <a:srgbClr val="0000FF"/>
                </a:solidFill>
                <a:effectLst/>
                <a:latin typeface="Menlo" panose="020B0609030804020204" pitchFamily="49" charset="0"/>
              </a:rPr>
              <a:t>ALTER</a:t>
            </a:r>
            <a:r>
              <a:rPr lang="en-IE" sz="2800" b="0" dirty="0">
                <a:solidFill>
                  <a:srgbClr val="000000"/>
                </a:solidFill>
                <a:effectLst/>
                <a:latin typeface="Menlo" panose="020B0609030804020204" pitchFamily="49" charset="0"/>
              </a:rPr>
              <a:t> </a:t>
            </a:r>
            <a:r>
              <a:rPr lang="en-IE" sz="2800" b="0" dirty="0">
                <a:solidFill>
                  <a:srgbClr val="0000FF"/>
                </a:solidFill>
                <a:effectLst/>
                <a:latin typeface="Menlo" panose="020B0609030804020204" pitchFamily="49" charset="0"/>
              </a:rPr>
              <a:t>TABLE</a:t>
            </a:r>
            <a:r>
              <a:rPr lang="en-IE" sz="2800" b="0" dirty="0">
                <a:solidFill>
                  <a:srgbClr val="000000"/>
                </a:solidFill>
                <a:effectLst/>
                <a:latin typeface="Menlo" panose="020B0609030804020204" pitchFamily="49" charset="0"/>
              </a:rPr>
              <a:t> </a:t>
            </a:r>
            <a:r>
              <a:rPr lang="en-IE" sz="2800" b="0" dirty="0" err="1">
                <a:solidFill>
                  <a:srgbClr val="000000"/>
                </a:solidFill>
                <a:effectLst/>
                <a:latin typeface="Menlo" panose="020B0609030804020204" pitchFamily="49" charset="0"/>
              </a:rPr>
              <a:t>tableName</a:t>
            </a:r>
            <a:endParaRPr lang="en-IE" sz="2800" b="0" dirty="0">
              <a:solidFill>
                <a:srgbClr val="000000"/>
              </a:solidFill>
              <a:effectLst/>
              <a:latin typeface="Menlo" panose="020B0609030804020204" pitchFamily="49" charset="0"/>
            </a:endParaRPr>
          </a:p>
          <a:p>
            <a:pPr>
              <a:buNone/>
            </a:pPr>
            <a:r>
              <a:rPr lang="en-IE" sz="2800" b="0" dirty="0">
                <a:solidFill>
                  <a:srgbClr val="000000"/>
                </a:solidFill>
                <a:effectLst/>
                <a:latin typeface="Menlo" panose="020B0609030804020204" pitchFamily="49" charset="0"/>
              </a:rPr>
              <a:t>[ADD | DROP | ALTER | RENAME] ... ;</a:t>
            </a:r>
          </a:p>
          <a:p>
            <a:pPr>
              <a:buNone/>
            </a:pPr>
            <a:br>
              <a:rPr lang="en-IE" sz="2800" b="0" dirty="0">
                <a:solidFill>
                  <a:srgbClr val="000000"/>
                </a:solidFill>
                <a:effectLst/>
                <a:latin typeface="Menlo" panose="020B0609030804020204" pitchFamily="49" charset="0"/>
              </a:rPr>
            </a:br>
            <a:endParaRPr lang="en-IE" sz="2800" b="0" dirty="0">
              <a:solidFill>
                <a:srgbClr val="000000"/>
              </a:solidFill>
              <a:effectLst/>
              <a:latin typeface="Menlo" panose="020B0609030804020204" pitchFamily="49" charset="0"/>
            </a:endParaRPr>
          </a:p>
        </p:txBody>
      </p:sp>
    </p:spTree>
    <p:extLst>
      <p:ext uri="{BB962C8B-B14F-4D97-AF65-F5344CB8AC3E}">
        <p14:creationId xmlns:p14="http://schemas.microsoft.com/office/powerpoint/2010/main" val="331865545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B7891A4-4F5F-C5EE-C95A-EE2E0568E1A2}"/>
              </a:ext>
            </a:extLst>
          </p:cNvPr>
          <p:cNvSpPr>
            <a:spLocks noGrp="1"/>
          </p:cNvSpPr>
          <p:nvPr>
            <p:ph idx="1"/>
          </p:nvPr>
        </p:nvSpPr>
        <p:spPr/>
        <p:txBody>
          <a:bodyPr>
            <a:normAutofit/>
          </a:bodyPr>
          <a:lstStyle/>
          <a:p>
            <a:pPr marL="457200" indent="-457200">
              <a:buFont typeface="Arial" panose="020B0604020202020204" pitchFamily="34" charset="0"/>
              <a:buChar char="•"/>
            </a:pPr>
            <a:r>
              <a:rPr lang="en-IE" sz="2800" dirty="0">
                <a:latin typeface="Times" pitchFamily="2" charset="0"/>
              </a:rPr>
              <a:t>For example, we can add a column genre to our table </a:t>
            </a:r>
            <a:r>
              <a:rPr lang="en-IE" sz="2800" b="1" dirty="0">
                <a:latin typeface="Times" pitchFamily="2" charset="0"/>
              </a:rPr>
              <a:t>movies.</a:t>
            </a:r>
            <a:endParaRPr lang="en-IE" sz="2800" dirty="0">
              <a:latin typeface="Times" pitchFamily="2" charset="0"/>
            </a:endParaRPr>
          </a:p>
          <a:p>
            <a:pPr marL="0" indent="0">
              <a:buNone/>
            </a:pPr>
            <a:endParaRPr lang="en-IE" sz="2800" dirty="0">
              <a:latin typeface="Times" pitchFamily="2" charset="0"/>
            </a:endParaRPr>
          </a:p>
          <a:p>
            <a:pPr marL="0" indent="0">
              <a:buNone/>
            </a:pPr>
            <a:endParaRPr lang="en-IE" sz="2800" dirty="0">
              <a:latin typeface="Times" pitchFamily="2" charset="0"/>
            </a:endParaRPr>
          </a:p>
          <a:p>
            <a:r>
              <a:rPr lang="en-IE" sz="2800" dirty="0">
                <a:latin typeface="Times" pitchFamily="2" charset="0"/>
              </a:rPr>
              <a:t>We just need to use the ALTER TABLE command:</a:t>
            </a:r>
          </a:p>
        </p:txBody>
      </p:sp>
      <p:sp>
        <p:nvSpPr>
          <p:cNvPr id="2" name="Title 1">
            <a:extLst>
              <a:ext uri="{FF2B5EF4-FFF2-40B4-BE49-F238E27FC236}">
                <a16:creationId xmlns:a16="http://schemas.microsoft.com/office/drawing/2014/main" id="{0A4A8056-A297-A170-5A67-AD92A3C3FBB1}"/>
              </a:ext>
            </a:extLst>
          </p:cNvPr>
          <p:cNvSpPr>
            <a:spLocks noGrp="1"/>
          </p:cNvSpPr>
          <p:nvPr>
            <p:ph type="title"/>
          </p:nvPr>
        </p:nvSpPr>
        <p:spPr/>
        <p:txBody>
          <a:bodyPr/>
          <a:lstStyle/>
          <a:p>
            <a:r>
              <a:rPr lang="en-IE" dirty="0"/>
              <a:t>Alter table – Adding columns</a:t>
            </a:r>
          </a:p>
        </p:txBody>
      </p:sp>
      <p:sp>
        <p:nvSpPr>
          <p:cNvPr id="5" name="TextBox 4">
            <a:extLst>
              <a:ext uri="{FF2B5EF4-FFF2-40B4-BE49-F238E27FC236}">
                <a16:creationId xmlns:a16="http://schemas.microsoft.com/office/drawing/2014/main" id="{CE57BD25-D60A-485D-6B81-6B0F5ED8B73C}"/>
              </a:ext>
            </a:extLst>
          </p:cNvPr>
          <p:cNvSpPr txBox="1"/>
          <p:nvPr/>
        </p:nvSpPr>
        <p:spPr>
          <a:xfrm>
            <a:off x="1155700" y="2863850"/>
            <a:ext cx="8458200" cy="923330"/>
          </a:xfrm>
          <a:prstGeom prst="rect">
            <a:avLst/>
          </a:prstGeom>
          <a:solidFill>
            <a:schemeClr val="tx1"/>
          </a:solidFill>
        </p:spPr>
        <p:txBody>
          <a:bodyPr wrap="square">
            <a:spAutoFit/>
          </a:bodyPr>
          <a:lstStyle/>
          <a:p>
            <a:pPr marL="0" marR="0">
              <a:spcBef>
                <a:spcPts val="0"/>
              </a:spcBef>
              <a:spcAft>
                <a:spcPts val="0"/>
              </a:spcAft>
            </a:pPr>
            <a:r>
              <a:rPr lang="en-GB" sz="1800" b="1" dirty="0">
                <a:solidFill>
                  <a:srgbClr val="739ECA"/>
                </a:solidFill>
                <a:effectLst/>
                <a:latin typeface="Menlo" panose="020B0609030804020204" pitchFamily="49" charset="0"/>
              </a:rPr>
              <a:t>CREATE</a:t>
            </a:r>
            <a:r>
              <a:rPr lang="en-GB" sz="1800" dirty="0">
                <a:solidFill>
                  <a:srgbClr val="AAAAAA"/>
                </a:solidFill>
                <a:effectLst/>
                <a:latin typeface="Menlo" panose="020B0609030804020204" pitchFamily="49" charset="0"/>
              </a:rPr>
              <a:t> </a:t>
            </a:r>
            <a:r>
              <a:rPr lang="en-GB" sz="1800" b="1" dirty="0">
                <a:solidFill>
                  <a:srgbClr val="739ECA"/>
                </a:solidFill>
                <a:effectLst/>
                <a:latin typeface="Menlo" panose="020B0609030804020204" pitchFamily="49" charset="0"/>
              </a:rPr>
              <a:t>TABLE</a:t>
            </a:r>
            <a:r>
              <a:rPr lang="en-GB" sz="1800" dirty="0">
                <a:solidFill>
                  <a:srgbClr val="AAAAAA"/>
                </a:solidFill>
                <a:effectLst/>
                <a:latin typeface="Menlo" panose="020B0609030804020204" pitchFamily="49" charset="0"/>
              </a:rPr>
              <a:t> </a:t>
            </a:r>
            <a:r>
              <a:rPr lang="en-GB" sz="1800" dirty="0">
                <a:solidFill>
                  <a:srgbClr val="9E9E9E"/>
                </a:solidFill>
                <a:effectLst/>
                <a:latin typeface="Menlo" panose="020B0609030804020204" pitchFamily="49" charset="0"/>
              </a:rPr>
              <a:t>movies</a:t>
            </a:r>
            <a:r>
              <a:rPr lang="en-GB" sz="1800" dirty="0">
                <a:solidFill>
                  <a:srgbClr val="AAAAAA"/>
                </a:solidFill>
                <a:effectLst/>
                <a:latin typeface="Menlo" panose="020B0609030804020204" pitchFamily="49" charset="0"/>
              </a:rPr>
              <a:t> (</a:t>
            </a:r>
            <a:r>
              <a:rPr lang="en-GB" sz="1800" dirty="0" err="1">
                <a:solidFill>
                  <a:srgbClr val="9E9E9E"/>
                </a:solidFill>
                <a:effectLst/>
                <a:latin typeface="Menlo" panose="020B0609030804020204" pitchFamily="49" charset="0"/>
              </a:rPr>
              <a:t>movieId</a:t>
            </a:r>
            <a:r>
              <a:rPr lang="en-GB" sz="1800" dirty="0">
                <a:solidFill>
                  <a:srgbClr val="AAAAAA"/>
                </a:solidFill>
                <a:effectLst/>
                <a:latin typeface="Menlo" panose="020B0609030804020204" pitchFamily="49" charset="0"/>
              </a:rPr>
              <a:t> </a:t>
            </a:r>
            <a:r>
              <a:rPr lang="en-GB" sz="1800" dirty="0">
                <a:solidFill>
                  <a:srgbClr val="9E9E9E"/>
                </a:solidFill>
                <a:effectLst/>
                <a:latin typeface="Menlo" panose="020B0609030804020204" pitchFamily="49" charset="0"/>
              </a:rPr>
              <a:t>SERIAL</a:t>
            </a:r>
            <a:r>
              <a:rPr lang="en-GB" sz="1800" dirty="0">
                <a:solidFill>
                  <a:srgbClr val="AAAAAA"/>
                </a:solidFill>
                <a:effectLst/>
                <a:latin typeface="Menlo" panose="020B0609030804020204" pitchFamily="49" charset="0"/>
              </a:rPr>
              <a:t> </a:t>
            </a:r>
            <a:r>
              <a:rPr lang="en-GB" sz="1800" b="1" dirty="0">
                <a:solidFill>
                  <a:srgbClr val="739ECA"/>
                </a:solidFill>
                <a:effectLst/>
                <a:latin typeface="Menlo" panose="020B0609030804020204" pitchFamily="49" charset="0"/>
              </a:rPr>
              <a:t>PRIMARY</a:t>
            </a:r>
            <a:r>
              <a:rPr lang="en-GB" sz="1800" dirty="0">
                <a:solidFill>
                  <a:srgbClr val="AAAAAA"/>
                </a:solidFill>
                <a:effectLst/>
                <a:latin typeface="Menlo" panose="020B0609030804020204" pitchFamily="49" charset="0"/>
              </a:rPr>
              <a:t> </a:t>
            </a:r>
            <a:r>
              <a:rPr lang="en-GB" sz="1800" b="1" dirty="0">
                <a:solidFill>
                  <a:srgbClr val="739ECA"/>
                </a:solidFill>
                <a:effectLst/>
                <a:latin typeface="Menlo" panose="020B0609030804020204" pitchFamily="49" charset="0"/>
              </a:rPr>
              <a:t>KEY</a:t>
            </a:r>
            <a:r>
              <a:rPr lang="en-GB" sz="1800" dirty="0">
                <a:solidFill>
                  <a:srgbClr val="AAAAAA"/>
                </a:solidFill>
                <a:effectLst/>
                <a:latin typeface="Menlo" panose="020B0609030804020204" pitchFamily="49" charset="0"/>
              </a:rPr>
              <a:t>, </a:t>
            </a:r>
            <a:r>
              <a:rPr lang="en-GB" sz="1800" dirty="0" err="1">
                <a:solidFill>
                  <a:srgbClr val="9E9E9E"/>
                </a:solidFill>
                <a:effectLst/>
                <a:latin typeface="Menlo" panose="020B0609030804020204" pitchFamily="49" charset="0"/>
              </a:rPr>
              <a:t>movieTitle</a:t>
            </a:r>
            <a:r>
              <a:rPr lang="en-GB" sz="1800" dirty="0">
                <a:solidFill>
                  <a:srgbClr val="AAAAAA"/>
                </a:solidFill>
                <a:effectLst/>
                <a:latin typeface="Menlo" panose="020B0609030804020204" pitchFamily="49" charset="0"/>
              </a:rPr>
              <a:t> </a:t>
            </a:r>
            <a:r>
              <a:rPr lang="en-GB" sz="1800" b="1" dirty="0">
                <a:solidFill>
                  <a:srgbClr val="C1AA6C"/>
                </a:solidFill>
                <a:effectLst/>
                <a:latin typeface="Menlo" panose="020B0609030804020204" pitchFamily="49" charset="0"/>
              </a:rPr>
              <a:t>VARCHAR</a:t>
            </a:r>
            <a:r>
              <a:rPr lang="en-GB" sz="1800" dirty="0">
                <a:solidFill>
                  <a:srgbClr val="AAAAAA"/>
                </a:solidFill>
                <a:effectLst/>
                <a:latin typeface="Menlo" panose="020B0609030804020204" pitchFamily="49" charset="0"/>
              </a:rPr>
              <a:t>(</a:t>
            </a:r>
            <a:r>
              <a:rPr lang="en-GB" sz="1800" dirty="0">
                <a:solidFill>
                  <a:srgbClr val="C0C0C0"/>
                </a:solidFill>
                <a:effectLst/>
                <a:latin typeface="Menlo" panose="020B0609030804020204" pitchFamily="49" charset="0"/>
              </a:rPr>
              <a:t>50</a:t>
            </a:r>
            <a:r>
              <a:rPr lang="en-GB" sz="1800" dirty="0">
                <a:solidFill>
                  <a:srgbClr val="AAAAAA"/>
                </a:solidFill>
                <a:effectLst/>
                <a:latin typeface="Menlo" panose="020B0609030804020204" pitchFamily="49" charset="0"/>
              </a:rPr>
              <a:t>), </a:t>
            </a:r>
            <a:r>
              <a:rPr lang="en-GB" sz="1800" dirty="0" err="1">
                <a:solidFill>
                  <a:srgbClr val="9E9E9E"/>
                </a:solidFill>
                <a:effectLst/>
                <a:latin typeface="Menlo" panose="020B0609030804020204" pitchFamily="49" charset="0"/>
              </a:rPr>
              <a:t>releaseYear</a:t>
            </a:r>
            <a:r>
              <a:rPr lang="en-GB" sz="1800" dirty="0">
                <a:solidFill>
                  <a:srgbClr val="AAAAAA"/>
                </a:solidFill>
                <a:effectLst/>
                <a:latin typeface="Menlo" panose="020B0609030804020204" pitchFamily="49" charset="0"/>
              </a:rPr>
              <a:t> </a:t>
            </a:r>
            <a:r>
              <a:rPr lang="en-GB" sz="1800" b="1" dirty="0">
                <a:solidFill>
                  <a:srgbClr val="C1AA6C"/>
                </a:solidFill>
                <a:effectLst/>
                <a:latin typeface="Menlo" panose="020B0609030804020204" pitchFamily="49" charset="0"/>
              </a:rPr>
              <a:t>INT</a:t>
            </a:r>
            <a:r>
              <a:rPr lang="en-GB" sz="1800" dirty="0">
                <a:solidFill>
                  <a:srgbClr val="AAAAAA"/>
                </a:solidFill>
                <a:effectLst/>
                <a:latin typeface="Menlo" panose="020B0609030804020204" pitchFamily="49" charset="0"/>
              </a:rPr>
              <a:t>, </a:t>
            </a:r>
            <a:r>
              <a:rPr lang="en-GB" sz="1800" dirty="0">
                <a:solidFill>
                  <a:srgbClr val="9E9E9E"/>
                </a:solidFill>
                <a:effectLst/>
                <a:latin typeface="Menlo" panose="020B0609030804020204" pitchFamily="49" charset="0"/>
              </a:rPr>
              <a:t>director</a:t>
            </a:r>
            <a:r>
              <a:rPr lang="en-GB" sz="1800" dirty="0">
                <a:solidFill>
                  <a:srgbClr val="AAAAAA"/>
                </a:solidFill>
                <a:effectLst/>
                <a:latin typeface="Menlo" panose="020B0609030804020204" pitchFamily="49" charset="0"/>
              </a:rPr>
              <a:t> </a:t>
            </a:r>
            <a:r>
              <a:rPr lang="en-GB" sz="1800" b="1" dirty="0">
                <a:solidFill>
                  <a:srgbClr val="C1AA6C"/>
                </a:solidFill>
                <a:effectLst/>
                <a:latin typeface="Menlo" panose="020B0609030804020204" pitchFamily="49" charset="0"/>
              </a:rPr>
              <a:t>VARCHAR</a:t>
            </a:r>
            <a:r>
              <a:rPr lang="en-GB" sz="1800" dirty="0">
                <a:solidFill>
                  <a:srgbClr val="AAAAAA"/>
                </a:solidFill>
                <a:effectLst/>
                <a:latin typeface="Menlo" panose="020B0609030804020204" pitchFamily="49" charset="0"/>
              </a:rPr>
              <a:t>(</a:t>
            </a:r>
            <a:r>
              <a:rPr lang="en-GB" sz="1800" dirty="0">
                <a:solidFill>
                  <a:srgbClr val="C0C0C0"/>
                </a:solidFill>
                <a:effectLst/>
                <a:latin typeface="Menlo" panose="020B0609030804020204" pitchFamily="49" charset="0"/>
              </a:rPr>
              <a:t>30</a:t>
            </a:r>
            <a:r>
              <a:rPr lang="en-GB" sz="1800" dirty="0">
                <a:solidFill>
                  <a:srgbClr val="AAAAAA"/>
                </a:solidFill>
                <a:effectLst/>
                <a:latin typeface="Menlo" panose="020B0609030804020204" pitchFamily="49" charset="0"/>
              </a:rPr>
              <a:t>), </a:t>
            </a:r>
            <a:r>
              <a:rPr lang="en-GB" sz="1800" dirty="0">
                <a:solidFill>
                  <a:srgbClr val="9E9E9E"/>
                </a:solidFill>
                <a:effectLst/>
                <a:latin typeface="Menlo" panose="020B0609030804020204" pitchFamily="49" charset="0"/>
              </a:rPr>
              <a:t>budget</a:t>
            </a:r>
            <a:r>
              <a:rPr lang="en-GB" sz="1800" dirty="0">
                <a:solidFill>
                  <a:srgbClr val="AAAAAA"/>
                </a:solidFill>
                <a:effectLst/>
                <a:latin typeface="Menlo" panose="020B0609030804020204" pitchFamily="49" charset="0"/>
              </a:rPr>
              <a:t> </a:t>
            </a:r>
            <a:r>
              <a:rPr lang="en-GB" sz="1800" b="1" dirty="0">
                <a:solidFill>
                  <a:srgbClr val="C1AA6C"/>
                </a:solidFill>
                <a:effectLst/>
                <a:latin typeface="Menlo" panose="020B0609030804020204" pitchFamily="49" charset="0"/>
              </a:rPr>
              <a:t>INT</a:t>
            </a:r>
            <a:r>
              <a:rPr lang="en-GB" sz="1800" dirty="0">
                <a:solidFill>
                  <a:srgbClr val="AAAAAA"/>
                </a:solidFill>
                <a:effectLst/>
                <a:latin typeface="Menlo" panose="020B0609030804020204" pitchFamily="49" charset="0"/>
              </a:rPr>
              <a:t>, </a:t>
            </a:r>
            <a:r>
              <a:rPr lang="en-GB" sz="1800" dirty="0">
                <a:solidFill>
                  <a:srgbClr val="9E9E9E"/>
                </a:solidFill>
                <a:effectLst/>
                <a:latin typeface="Menlo" panose="020B0609030804020204" pitchFamily="49" charset="0"/>
              </a:rPr>
              <a:t>profit</a:t>
            </a:r>
            <a:r>
              <a:rPr lang="en-GB" sz="1800" dirty="0">
                <a:solidFill>
                  <a:srgbClr val="AAAAAA"/>
                </a:solidFill>
                <a:effectLst/>
                <a:latin typeface="Menlo" panose="020B0609030804020204" pitchFamily="49" charset="0"/>
              </a:rPr>
              <a:t> </a:t>
            </a:r>
            <a:r>
              <a:rPr lang="en-GB" sz="1800" b="1" dirty="0">
                <a:solidFill>
                  <a:srgbClr val="C1AA6C"/>
                </a:solidFill>
                <a:effectLst/>
                <a:latin typeface="Menlo" panose="020B0609030804020204" pitchFamily="49" charset="0"/>
              </a:rPr>
              <a:t>INT</a:t>
            </a:r>
            <a:r>
              <a:rPr lang="en-GB" sz="1800" dirty="0">
                <a:solidFill>
                  <a:srgbClr val="AAAAAA"/>
                </a:solidFill>
                <a:effectLst/>
                <a:latin typeface="Menlo" panose="020B0609030804020204" pitchFamily="49" charset="0"/>
              </a:rPr>
              <a:t>)</a:t>
            </a:r>
            <a:r>
              <a:rPr lang="en-GB" sz="1800" dirty="0">
                <a:solidFill>
                  <a:srgbClr val="EECC64"/>
                </a:solidFill>
                <a:effectLst/>
                <a:latin typeface="Menlo" panose="020B0609030804020204" pitchFamily="49" charset="0"/>
              </a:rPr>
              <a:t>;</a:t>
            </a:r>
            <a:endParaRPr lang="en-GB" sz="1800" dirty="0">
              <a:solidFill>
                <a:srgbClr val="AAAAAA"/>
              </a:solidFill>
              <a:effectLst/>
              <a:latin typeface="Menlo" panose="020B0609030804020204" pitchFamily="49" charset="0"/>
            </a:endParaRPr>
          </a:p>
        </p:txBody>
      </p:sp>
      <p:sp>
        <p:nvSpPr>
          <p:cNvPr id="8" name="TextBox 7">
            <a:extLst>
              <a:ext uri="{FF2B5EF4-FFF2-40B4-BE49-F238E27FC236}">
                <a16:creationId xmlns:a16="http://schemas.microsoft.com/office/drawing/2014/main" id="{0F510387-42BA-3024-F7E9-55CD395DE59D}"/>
              </a:ext>
            </a:extLst>
          </p:cNvPr>
          <p:cNvSpPr txBox="1"/>
          <p:nvPr/>
        </p:nvSpPr>
        <p:spPr>
          <a:xfrm>
            <a:off x="1155700" y="5683250"/>
            <a:ext cx="5348748" cy="646331"/>
          </a:xfrm>
          <a:prstGeom prst="rect">
            <a:avLst/>
          </a:prstGeom>
          <a:solidFill>
            <a:schemeClr val="tx1"/>
          </a:solidFill>
        </p:spPr>
        <p:txBody>
          <a:bodyPr wrap="square">
            <a:spAutoFit/>
          </a:bodyPr>
          <a:lstStyle/>
          <a:p>
            <a:r>
              <a:rPr lang="en-GB" b="0" dirty="0">
                <a:solidFill>
                  <a:srgbClr val="569CD6"/>
                </a:solidFill>
                <a:effectLst/>
                <a:latin typeface="Menlo" panose="020B0609030804020204" pitchFamily="49" charset="0"/>
              </a:rPr>
              <a:t>ALTER</a:t>
            </a:r>
            <a:r>
              <a:rPr lang="en-GB" b="0" dirty="0">
                <a:solidFill>
                  <a:srgbClr val="D4D4D4"/>
                </a:solidFill>
                <a:effectLst/>
                <a:latin typeface="Menlo" panose="020B0609030804020204" pitchFamily="49" charset="0"/>
              </a:rPr>
              <a:t> </a:t>
            </a:r>
            <a:r>
              <a:rPr lang="en-GB" b="0" dirty="0">
                <a:solidFill>
                  <a:srgbClr val="569CD6"/>
                </a:solidFill>
                <a:effectLst/>
                <a:latin typeface="Menlo" panose="020B0609030804020204" pitchFamily="49" charset="0"/>
              </a:rPr>
              <a:t>TABLE</a:t>
            </a:r>
            <a:r>
              <a:rPr lang="en-GB" b="0" dirty="0">
                <a:solidFill>
                  <a:srgbClr val="D4D4D4"/>
                </a:solidFill>
                <a:effectLst/>
                <a:latin typeface="Menlo" panose="020B0609030804020204" pitchFamily="49" charset="0"/>
              </a:rPr>
              <a:t> movies </a:t>
            </a:r>
            <a:r>
              <a:rPr lang="en-GB" b="0" dirty="0">
                <a:solidFill>
                  <a:srgbClr val="569CD6"/>
                </a:solidFill>
                <a:effectLst/>
                <a:latin typeface="Menlo" panose="020B0609030804020204" pitchFamily="49" charset="0"/>
              </a:rPr>
              <a:t>ADD</a:t>
            </a:r>
            <a:r>
              <a:rPr lang="en-GB" b="0" dirty="0">
                <a:solidFill>
                  <a:srgbClr val="D4D4D4"/>
                </a:solidFill>
                <a:effectLst/>
                <a:latin typeface="Menlo" panose="020B0609030804020204" pitchFamily="49" charset="0"/>
              </a:rPr>
              <a:t> COLUMN genre </a:t>
            </a:r>
            <a:r>
              <a:rPr lang="en-GB" b="0" dirty="0">
                <a:solidFill>
                  <a:srgbClr val="569CD6"/>
                </a:solidFill>
                <a:effectLst/>
                <a:latin typeface="Menlo" panose="020B0609030804020204" pitchFamily="49" charset="0"/>
              </a:rPr>
              <a:t>VARCHAR</a:t>
            </a:r>
            <a:r>
              <a:rPr lang="en-GB" b="0" dirty="0">
                <a:solidFill>
                  <a:srgbClr val="D4D4D4"/>
                </a:solidFill>
                <a:effectLst/>
                <a:latin typeface="Menlo" panose="020B0609030804020204" pitchFamily="49" charset="0"/>
              </a:rPr>
              <a:t>(</a:t>
            </a:r>
            <a:r>
              <a:rPr lang="en-GB" b="0" dirty="0">
                <a:solidFill>
                  <a:srgbClr val="B5CEA8"/>
                </a:solidFill>
                <a:effectLst/>
                <a:latin typeface="Menlo" panose="020B0609030804020204" pitchFamily="49" charset="0"/>
              </a:rPr>
              <a:t>20</a:t>
            </a:r>
            <a:r>
              <a:rPr lang="en-GB" b="0" dirty="0">
                <a:solidFill>
                  <a:srgbClr val="D4D4D4"/>
                </a:solidFill>
                <a:effectLst/>
                <a:latin typeface="Menlo" panose="020B0609030804020204" pitchFamily="49" charset="0"/>
              </a:rPr>
              <a:t>);</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7A5D8B62-8530-6BA8-B950-117F6799673C}"/>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AD571C1-849E-59E1-A30E-51F7F0933C33}"/>
              </a:ext>
            </a:extLst>
          </p:cNvPr>
          <p:cNvSpPr>
            <a:spLocks noGrp="1"/>
          </p:cNvSpPr>
          <p:nvPr>
            <p:ph idx="1"/>
          </p:nvPr>
        </p:nvSpPr>
        <p:spPr/>
        <p:txBody>
          <a:bodyPr>
            <a:normAutofit/>
          </a:bodyPr>
          <a:lstStyle/>
          <a:p>
            <a:pPr marL="457200" indent="-457200">
              <a:buFont typeface="Arial" panose="020B0604020202020204" pitchFamily="34" charset="0"/>
              <a:buChar char="•"/>
            </a:pPr>
            <a:r>
              <a:rPr lang="en-IE" sz="2800" dirty="0">
                <a:latin typeface="Times" pitchFamily="2" charset="0"/>
              </a:rPr>
              <a:t>We can also change a column, modifying its data type:</a:t>
            </a:r>
          </a:p>
          <a:p>
            <a:pPr marL="0" indent="0">
              <a:buNone/>
            </a:pPr>
            <a:endParaRPr lang="en-IE" sz="2800" dirty="0">
              <a:latin typeface="Times" pitchFamily="2" charset="0"/>
            </a:endParaRPr>
          </a:p>
          <a:p>
            <a:pPr marL="0" indent="0">
              <a:buNone/>
            </a:pPr>
            <a:endParaRPr lang="en-IE" sz="2800" dirty="0">
              <a:latin typeface="Times" pitchFamily="2" charset="0"/>
            </a:endParaRPr>
          </a:p>
          <a:p>
            <a:r>
              <a:rPr lang="en-IE" sz="2800" dirty="0">
                <a:latin typeface="Times" pitchFamily="2" charset="0"/>
              </a:rPr>
              <a:t>Or renaming it:</a:t>
            </a:r>
          </a:p>
        </p:txBody>
      </p:sp>
      <p:sp>
        <p:nvSpPr>
          <p:cNvPr id="2" name="Title 1">
            <a:extLst>
              <a:ext uri="{FF2B5EF4-FFF2-40B4-BE49-F238E27FC236}">
                <a16:creationId xmlns:a16="http://schemas.microsoft.com/office/drawing/2014/main" id="{25CB051D-39DC-6964-6621-55C569AD4113}"/>
              </a:ext>
            </a:extLst>
          </p:cNvPr>
          <p:cNvSpPr>
            <a:spLocks noGrp="1"/>
          </p:cNvSpPr>
          <p:nvPr>
            <p:ph type="title"/>
          </p:nvPr>
        </p:nvSpPr>
        <p:spPr/>
        <p:txBody>
          <a:bodyPr/>
          <a:lstStyle/>
          <a:p>
            <a:r>
              <a:rPr lang="en-IE" dirty="0"/>
              <a:t>Alter table – Modifying a column</a:t>
            </a:r>
          </a:p>
        </p:txBody>
      </p:sp>
      <p:sp>
        <p:nvSpPr>
          <p:cNvPr id="9" name="TextBox 8">
            <a:extLst>
              <a:ext uri="{FF2B5EF4-FFF2-40B4-BE49-F238E27FC236}">
                <a16:creationId xmlns:a16="http://schemas.microsoft.com/office/drawing/2014/main" id="{B8037ACB-19EE-EDBD-D409-A959428FFFF7}"/>
              </a:ext>
            </a:extLst>
          </p:cNvPr>
          <p:cNvSpPr txBox="1"/>
          <p:nvPr/>
        </p:nvSpPr>
        <p:spPr>
          <a:xfrm>
            <a:off x="1003300" y="3016250"/>
            <a:ext cx="8001000" cy="923330"/>
          </a:xfrm>
          <a:prstGeom prst="rect">
            <a:avLst/>
          </a:prstGeom>
          <a:solidFill>
            <a:schemeClr val="tx1"/>
          </a:solidFill>
        </p:spPr>
        <p:txBody>
          <a:bodyPr wrap="square">
            <a:spAutoFit/>
          </a:bodyPr>
          <a:lstStyle/>
          <a:p>
            <a:pPr>
              <a:buNone/>
            </a:pPr>
            <a:r>
              <a:rPr lang="en-IE" b="0" dirty="0">
                <a:solidFill>
                  <a:srgbClr val="569CD6"/>
                </a:solidFill>
                <a:effectLst/>
                <a:latin typeface="Menlo" panose="020B0609030804020204" pitchFamily="49" charset="0"/>
              </a:rPr>
              <a:t>ALTER</a:t>
            </a:r>
            <a:r>
              <a:rPr lang="en-IE" b="0" dirty="0">
                <a:solidFill>
                  <a:srgbClr val="D4D4D4"/>
                </a:solidFill>
                <a:effectLst/>
                <a:latin typeface="Menlo" panose="020B0609030804020204" pitchFamily="49" charset="0"/>
              </a:rPr>
              <a:t> </a:t>
            </a:r>
            <a:r>
              <a:rPr lang="en-IE" b="0" dirty="0">
                <a:solidFill>
                  <a:srgbClr val="569CD6"/>
                </a:solidFill>
                <a:effectLst/>
                <a:latin typeface="Menlo" panose="020B0609030804020204" pitchFamily="49" charset="0"/>
              </a:rPr>
              <a:t>TABLE</a:t>
            </a:r>
            <a:r>
              <a:rPr lang="en-IE" b="0" dirty="0">
                <a:solidFill>
                  <a:srgbClr val="D4D4D4"/>
                </a:solidFill>
                <a:effectLst/>
                <a:latin typeface="Menlo" panose="020B0609030804020204" pitchFamily="49" charset="0"/>
              </a:rPr>
              <a:t> movies</a:t>
            </a:r>
          </a:p>
          <a:p>
            <a:pPr>
              <a:buNone/>
            </a:pPr>
            <a:r>
              <a:rPr lang="en-IE" b="0" dirty="0">
                <a:solidFill>
                  <a:srgbClr val="D4D4D4"/>
                </a:solidFill>
                <a:effectLst/>
                <a:latin typeface="Menlo" panose="020B0609030804020204" pitchFamily="49" charset="0"/>
              </a:rPr>
              <a:t>ALTER COLUMN director </a:t>
            </a:r>
            <a:r>
              <a:rPr lang="en-IE" b="0" dirty="0">
                <a:solidFill>
                  <a:srgbClr val="569CD6"/>
                </a:solidFill>
                <a:effectLst/>
                <a:latin typeface="Menlo" panose="020B0609030804020204" pitchFamily="49" charset="0"/>
              </a:rPr>
              <a:t>TYPE</a:t>
            </a:r>
            <a:r>
              <a:rPr lang="en-IE" b="0" dirty="0">
                <a:solidFill>
                  <a:srgbClr val="D4D4D4"/>
                </a:solidFill>
                <a:effectLst/>
                <a:latin typeface="Menlo" panose="020B0609030804020204" pitchFamily="49" charset="0"/>
              </a:rPr>
              <a:t> </a:t>
            </a:r>
            <a:r>
              <a:rPr lang="en-IE" b="0" dirty="0">
                <a:solidFill>
                  <a:srgbClr val="569CD6"/>
                </a:solidFill>
                <a:effectLst/>
                <a:latin typeface="Menlo" panose="020B0609030804020204" pitchFamily="49" charset="0"/>
              </a:rPr>
              <a:t>TEXT;</a:t>
            </a:r>
            <a:br>
              <a:rPr lang="en-IE" b="0" dirty="0">
                <a:solidFill>
                  <a:srgbClr val="D4D4D4"/>
                </a:solidFill>
                <a:effectLst/>
                <a:latin typeface="Menlo" panose="020B0609030804020204" pitchFamily="49" charset="0"/>
              </a:rPr>
            </a:br>
            <a:endParaRPr lang="en-IE" b="0" dirty="0">
              <a:solidFill>
                <a:srgbClr val="D4D4D4"/>
              </a:solidFill>
              <a:effectLst/>
              <a:latin typeface="Menlo" panose="020B0609030804020204" pitchFamily="49" charset="0"/>
            </a:endParaRPr>
          </a:p>
        </p:txBody>
      </p:sp>
      <p:sp>
        <p:nvSpPr>
          <p:cNvPr id="11" name="TextBox 10">
            <a:extLst>
              <a:ext uri="{FF2B5EF4-FFF2-40B4-BE49-F238E27FC236}">
                <a16:creationId xmlns:a16="http://schemas.microsoft.com/office/drawing/2014/main" id="{849D7514-53A1-322F-7C69-2738B10295E5}"/>
              </a:ext>
            </a:extLst>
          </p:cNvPr>
          <p:cNvSpPr txBox="1"/>
          <p:nvPr/>
        </p:nvSpPr>
        <p:spPr>
          <a:xfrm>
            <a:off x="1003300" y="5149850"/>
            <a:ext cx="5346700" cy="646331"/>
          </a:xfrm>
          <a:prstGeom prst="rect">
            <a:avLst/>
          </a:prstGeom>
          <a:solidFill>
            <a:schemeClr val="tx1"/>
          </a:solidFill>
        </p:spPr>
        <p:txBody>
          <a:bodyPr wrap="square">
            <a:spAutoFit/>
          </a:bodyPr>
          <a:lstStyle/>
          <a:p>
            <a:pPr>
              <a:buNone/>
            </a:pPr>
            <a:r>
              <a:rPr lang="en-IE" b="0" dirty="0">
                <a:solidFill>
                  <a:srgbClr val="569CD6"/>
                </a:solidFill>
                <a:effectLst/>
                <a:latin typeface="Menlo" panose="020B0609030804020204" pitchFamily="49" charset="0"/>
              </a:rPr>
              <a:t>ALTER</a:t>
            </a:r>
            <a:r>
              <a:rPr lang="en-IE" b="0" dirty="0">
                <a:solidFill>
                  <a:srgbClr val="D4D4D4"/>
                </a:solidFill>
                <a:effectLst/>
                <a:latin typeface="Menlo" panose="020B0609030804020204" pitchFamily="49" charset="0"/>
              </a:rPr>
              <a:t> </a:t>
            </a:r>
            <a:r>
              <a:rPr lang="en-IE" b="0" dirty="0">
                <a:solidFill>
                  <a:srgbClr val="569CD6"/>
                </a:solidFill>
                <a:effectLst/>
                <a:latin typeface="Menlo" panose="020B0609030804020204" pitchFamily="49" charset="0"/>
              </a:rPr>
              <a:t>TABLE</a:t>
            </a:r>
            <a:r>
              <a:rPr lang="en-IE" b="0" dirty="0">
                <a:solidFill>
                  <a:srgbClr val="D4D4D4"/>
                </a:solidFill>
                <a:effectLst/>
                <a:latin typeface="Menlo" panose="020B0609030804020204" pitchFamily="49" charset="0"/>
              </a:rPr>
              <a:t> actors</a:t>
            </a:r>
          </a:p>
          <a:p>
            <a:pPr>
              <a:buNone/>
            </a:pPr>
            <a:r>
              <a:rPr lang="en-IE" b="0" dirty="0">
                <a:solidFill>
                  <a:srgbClr val="D4D4D4"/>
                </a:solidFill>
                <a:effectLst/>
                <a:latin typeface="Menlo" panose="020B0609030804020204" pitchFamily="49" charset="0"/>
              </a:rPr>
              <a:t>RENAME COLUMN </a:t>
            </a:r>
            <a:r>
              <a:rPr lang="en-IE" b="0" dirty="0" err="1">
                <a:solidFill>
                  <a:srgbClr val="D4D4D4"/>
                </a:solidFill>
                <a:effectLst/>
                <a:latin typeface="Menlo" panose="020B0609030804020204" pitchFamily="49" charset="0"/>
              </a:rPr>
              <a:t>actorName</a:t>
            </a:r>
            <a:r>
              <a:rPr lang="en-IE" b="0" dirty="0">
                <a:solidFill>
                  <a:srgbClr val="D4D4D4"/>
                </a:solidFill>
                <a:effectLst/>
                <a:latin typeface="Menlo" panose="020B0609030804020204" pitchFamily="49" charset="0"/>
              </a:rPr>
              <a:t> </a:t>
            </a:r>
            <a:r>
              <a:rPr lang="en-IE" b="0" dirty="0">
                <a:solidFill>
                  <a:srgbClr val="569CD6"/>
                </a:solidFill>
                <a:effectLst/>
                <a:latin typeface="Menlo" panose="020B0609030804020204" pitchFamily="49" charset="0"/>
              </a:rPr>
              <a:t>TO</a:t>
            </a:r>
            <a:r>
              <a:rPr lang="en-IE" b="0" dirty="0">
                <a:solidFill>
                  <a:srgbClr val="D4D4D4"/>
                </a:solidFill>
                <a:effectLst/>
                <a:latin typeface="Menlo" panose="020B0609030804020204" pitchFamily="49" charset="0"/>
              </a:rPr>
              <a:t> </a:t>
            </a:r>
            <a:r>
              <a:rPr lang="en-IE" b="0" dirty="0" err="1">
                <a:solidFill>
                  <a:srgbClr val="D4D4D4"/>
                </a:solidFill>
                <a:effectLst/>
                <a:latin typeface="Menlo" panose="020B0609030804020204" pitchFamily="49" charset="0"/>
              </a:rPr>
              <a:t>fullName</a:t>
            </a:r>
            <a:r>
              <a:rPr lang="en-IE" b="0" dirty="0">
                <a:solidFill>
                  <a:srgbClr val="D4D4D4"/>
                </a:solidFill>
                <a:effectLst/>
                <a:latin typeface="Menlo" panose="020B0609030804020204" pitchFamily="49" charset="0"/>
              </a:rPr>
              <a:t>;</a:t>
            </a:r>
          </a:p>
        </p:txBody>
      </p:sp>
    </p:spTree>
    <p:extLst>
      <p:ext uri="{BB962C8B-B14F-4D97-AF65-F5344CB8AC3E}">
        <p14:creationId xmlns:p14="http://schemas.microsoft.com/office/powerpoint/2010/main" val="324624029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0" name="TextBox 9">
            <a:extLst>
              <a:ext uri="{FF2B5EF4-FFF2-40B4-BE49-F238E27FC236}">
                <a16:creationId xmlns:a16="http://schemas.microsoft.com/office/drawing/2014/main" id="{801AA3DA-6990-CE82-A5A5-11E0A4DAE2D7}"/>
              </a:ext>
            </a:extLst>
          </p:cNvPr>
          <p:cNvSpPr txBox="1"/>
          <p:nvPr/>
        </p:nvSpPr>
        <p:spPr>
          <a:xfrm>
            <a:off x="622300" y="4464050"/>
            <a:ext cx="8839200" cy="707886"/>
          </a:xfrm>
          <a:prstGeom prst="rect">
            <a:avLst/>
          </a:prstGeom>
          <a:solidFill>
            <a:schemeClr val="tx1"/>
          </a:solidFill>
        </p:spPr>
        <p:txBody>
          <a:bodyPr wrap="square">
            <a:spAutoFit/>
          </a:bodyPr>
          <a:lstStyle/>
          <a:p>
            <a:pPr>
              <a:spcAft>
                <a:spcPts val="0"/>
              </a:spcAft>
            </a:pPr>
            <a:r>
              <a:rPr lang="en-US" sz="2400" dirty="0">
                <a:solidFill>
                  <a:srgbClr val="569CD6"/>
                </a:solidFill>
                <a:effectLst/>
                <a:latin typeface="Menlo" panose="020B0609030804020204" pitchFamily="49" charset="0"/>
                <a:ea typeface="Times New Roman" panose="02020603050405020304" pitchFamily="18" charset="0"/>
              </a:rPr>
              <a:t>ALTER</a:t>
            </a:r>
            <a:r>
              <a:rPr lang="en-US" sz="2400" dirty="0">
                <a:solidFill>
                  <a:srgbClr val="D4D4D4"/>
                </a:solidFill>
                <a:effectLst/>
                <a:latin typeface="Menlo" panose="020B0609030804020204" pitchFamily="49" charset="0"/>
                <a:ea typeface="Times New Roman" panose="02020603050405020304" pitchFamily="18" charset="0"/>
              </a:rPr>
              <a:t> </a:t>
            </a:r>
            <a:r>
              <a:rPr lang="en-US" sz="2400" dirty="0">
                <a:solidFill>
                  <a:srgbClr val="569CD6"/>
                </a:solidFill>
                <a:effectLst/>
                <a:latin typeface="Menlo" panose="020B0609030804020204" pitchFamily="49" charset="0"/>
                <a:ea typeface="Times New Roman" panose="02020603050405020304" pitchFamily="18" charset="0"/>
              </a:rPr>
              <a:t>TABLE</a:t>
            </a:r>
            <a:r>
              <a:rPr lang="en-US" sz="2400" dirty="0">
                <a:solidFill>
                  <a:srgbClr val="D4D4D4"/>
                </a:solidFill>
                <a:effectLst/>
                <a:latin typeface="Menlo" panose="020B0609030804020204" pitchFamily="49" charset="0"/>
                <a:ea typeface="Times New Roman" panose="02020603050405020304" pitchFamily="18" charset="0"/>
              </a:rPr>
              <a:t> Movie</a:t>
            </a:r>
            <a:r>
              <a:rPr lang="en-US" sz="4000" dirty="0">
                <a:latin typeface="Times New Roman" panose="02020603050405020304" pitchFamily="18" charset="0"/>
                <a:ea typeface="Times New Roman" panose="02020603050405020304" pitchFamily="18" charset="0"/>
              </a:rPr>
              <a:t> </a:t>
            </a:r>
            <a:r>
              <a:rPr lang="en-US" sz="2400" dirty="0">
                <a:solidFill>
                  <a:srgbClr val="569CD6"/>
                </a:solidFill>
                <a:effectLst/>
                <a:latin typeface="Menlo" panose="020B0609030804020204" pitchFamily="49" charset="0"/>
                <a:ea typeface="Times New Roman" panose="02020603050405020304" pitchFamily="18" charset="0"/>
              </a:rPr>
              <a:t>DROP</a:t>
            </a:r>
            <a:r>
              <a:rPr lang="en-US" sz="2400" dirty="0">
                <a:solidFill>
                  <a:srgbClr val="D4D4D4"/>
                </a:solidFill>
                <a:effectLst/>
                <a:latin typeface="Menlo" panose="020B0609030804020204" pitchFamily="49" charset="0"/>
                <a:ea typeface="Times New Roman" panose="02020603050405020304" pitchFamily="18" charset="0"/>
              </a:rPr>
              <a:t> COLUMN director;</a:t>
            </a:r>
            <a:endParaRPr lang="en-US" sz="4000" dirty="0">
              <a:effectLst/>
              <a:latin typeface="Times New Roman" panose="02020603050405020304" pitchFamily="18" charset="0"/>
              <a:ea typeface="Times New Roman" panose="02020603050405020304" pitchFamily="18" charset="0"/>
            </a:endParaRPr>
          </a:p>
        </p:txBody>
      </p:sp>
      <p:sp>
        <p:nvSpPr>
          <p:cNvPr id="2" name="Title 1">
            <a:extLst>
              <a:ext uri="{FF2B5EF4-FFF2-40B4-BE49-F238E27FC236}">
                <a16:creationId xmlns:a16="http://schemas.microsoft.com/office/drawing/2014/main" id="{9BA70F96-159C-FBF0-F696-4428FE44233C}"/>
              </a:ext>
            </a:extLst>
          </p:cNvPr>
          <p:cNvSpPr>
            <a:spLocks noGrp="1"/>
          </p:cNvSpPr>
          <p:nvPr>
            <p:ph type="title"/>
          </p:nvPr>
        </p:nvSpPr>
        <p:spPr/>
        <p:txBody>
          <a:bodyPr/>
          <a:lstStyle/>
          <a:p>
            <a:r>
              <a:rPr lang="en-IE" dirty="0"/>
              <a:t>Alter table - Dropping columns</a:t>
            </a:r>
          </a:p>
        </p:txBody>
      </p:sp>
      <p:sp>
        <p:nvSpPr>
          <p:cNvPr id="3" name="Content Placeholder 2">
            <a:extLst>
              <a:ext uri="{FF2B5EF4-FFF2-40B4-BE49-F238E27FC236}">
                <a16:creationId xmlns:a16="http://schemas.microsoft.com/office/drawing/2014/main" id="{E9A60735-F613-51AE-78DD-643DE0C87A26}"/>
              </a:ext>
            </a:extLst>
          </p:cNvPr>
          <p:cNvSpPr>
            <a:spLocks noGrp="1"/>
          </p:cNvSpPr>
          <p:nvPr>
            <p:ph idx="1"/>
          </p:nvPr>
        </p:nvSpPr>
        <p:spPr/>
        <p:txBody>
          <a:bodyPr/>
          <a:lstStyle/>
          <a:p>
            <a:r>
              <a:rPr lang="pt-PT" sz="2400" dirty="0">
                <a:latin typeface="Times" pitchFamily="2" charset="0"/>
              </a:rPr>
              <a:t>To </a:t>
            </a:r>
            <a:r>
              <a:rPr lang="pt-PT" sz="2400" dirty="0" err="1">
                <a:latin typeface="Times" pitchFamily="2" charset="0"/>
              </a:rPr>
              <a:t>drop</a:t>
            </a:r>
            <a:r>
              <a:rPr lang="pt-PT" sz="2400" dirty="0">
                <a:latin typeface="Times" pitchFamily="2" charset="0"/>
              </a:rPr>
              <a:t> </a:t>
            </a:r>
            <a:r>
              <a:rPr lang="pt-PT" sz="2400" dirty="0" err="1">
                <a:latin typeface="Times" pitchFamily="2" charset="0"/>
              </a:rPr>
              <a:t>or</a:t>
            </a:r>
            <a:r>
              <a:rPr lang="pt-PT" sz="2400" dirty="0">
                <a:latin typeface="Times" pitchFamily="2" charset="0"/>
              </a:rPr>
              <a:t> remove a </a:t>
            </a:r>
            <a:r>
              <a:rPr lang="pt-PT" sz="2400" dirty="0" err="1">
                <a:latin typeface="Times" pitchFamily="2" charset="0"/>
              </a:rPr>
              <a:t>column</a:t>
            </a:r>
            <a:r>
              <a:rPr lang="pt-PT" sz="2400" dirty="0">
                <a:latin typeface="Times" pitchFamily="2" charset="0"/>
              </a:rPr>
              <a:t> in </a:t>
            </a:r>
            <a:r>
              <a:rPr lang="pt-PT" sz="2400" dirty="0" err="1">
                <a:latin typeface="Times" pitchFamily="2" charset="0"/>
              </a:rPr>
              <a:t>an</a:t>
            </a:r>
            <a:r>
              <a:rPr lang="pt-PT" sz="2400" dirty="0">
                <a:latin typeface="Times" pitchFamily="2" charset="0"/>
              </a:rPr>
              <a:t> </a:t>
            </a:r>
            <a:r>
              <a:rPr lang="pt-PT" sz="2400" dirty="0" err="1">
                <a:latin typeface="Times" pitchFamily="2" charset="0"/>
              </a:rPr>
              <a:t>existing</a:t>
            </a:r>
            <a:r>
              <a:rPr lang="pt-PT" sz="2400" dirty="0">
                <a:latin typeface="Times" pitchFamily="2" charset="0"/>
              </a:rPr>
              <a:t> </a:t>
            </a:r>
            <a:r>
              <a:rPr lang="pt-PT" sz="2400" dirty="0" err="1">
                <a:latin typeface="Times" pitchFamily="2" charset="0"/>
              </a:rPr>
              <a:t>table</a:t>
            </a:r>
            <a:r>
              <a:rPr lang="pt-PT" sz="2400" dirty="0">
                <a:latin typeface="Times" pitchFamily="2" charset="0"/>
              </a:rPr>
              <a:t>:</a:t>
            </a:r>
          </a:p>
          <a:p>
            <a:pPr marL="0" indent="0">
              <a:buNone/>
            </a:pPr>
            <a:r>
              <a:rPr lang="pt-PT" sz="2400" b="1" dirty="0">
                <a:latin typeface="Times" pitchFamily="2" charset="0"/>
              </a:rPr>
              <a:t>ALTER TABLE </a:t>
            </a:r>
            <a:r>
              <a:rPr lang="pt-PT" sz="2400" b="1" dirty="0" err="1">
                <a:latin typeface="Times" pitchFamily="2" charset="0"/>
              </a:rPr>
              <a:t>table_name</a:t>
            </a:r>
            <a:r>
              <a:rPr lang="pt-PT" sz="2400" b="1" dirty="0">
                <a:latin typeface="Times" pitchFamily="2" charset="0"/>
              </a:rPr>
              <a:t>  DROP COLUMN </a:t>
            </a:r>
            <a:r>
              <a:rPr lang="pt-PT" sz="2400" b="1" dirty="0" err="1">
                <a:latin typeface="Times" pitchFamily="2" charset="0"/>
              </a:rPr>
              <a:t>column_name</a:t>
            </a:r>
            <a:r>
              <a:rPr lang="pt-PT" sz="2400" b="1" dirty="0">
                <a:latin typeface="Times" pitchFamily="2" charset="0"/>
              </a:rPr>
              <a:t>;</a:t>
            </a:r>
            <a:endParaRPr lang="pt-PT" sz="2400" dirty="0">
              <a:latin typeface="Times" pitchFamily="2" charset="0"/>
            </a:endParaRPr>
          </a:p>
          <a:p>
            <a:r>
              <a:rPr lang="pt-PT" sz="2400" dirty="0">
                <a:latin typeface="Times" pitchFamily="2" charset="0"/>
              </a:rPr>
              <a:t>For </a:t>
            </a:r>
            <a:r>
              <a:rPr lang="pt-PT" sz="2400" dirty="0" err="1">
                <a:latin typeface="Times" pitchFamily="2" charset="0"/>
              </a:rPr>
              <a:t>example</a:t>
            </a:r>
            <a:r>
              <a:rPr lang="pt-PT" sz="2400" dirty="0">
                <a:latin typeface="Times" pitchFamily="2" charset="0"/>
              </a:rPr>
              <a:t>:</a:t>
            </a:r>
          </a:p>
          <a:p>
            <a:endParaRPr lang="en-IE"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object 4"/>
          <p:cNvSpPr txBox="1"/>
          <p:nvPr/>
        </p:nvSpPr>
        <p:spPr>
          <a:xfrm>
            <a:off x="663074" y="4364173"/>
            <a:ext cx="9531350" cy="1574534"/>
          </a:xfrm>
          <a:prstGeom prst="rect">
            <a:avLst/>
          </a:prstGeom>
          <a:solidFill>
            <a:schemeClr val="accent3">
              <a:lumMod val="20000"/>
              <a:lumOff val="80000"/>
            </a:schemeClr>
          </a:solidFill>
        </p:spPr>
        <p:txBody>
          <a:bodyPr vert="horz" wrap="square" lIns="0" tIns="128270" rIns="0" bIns="0" rtlCol="0">
            <a:spAutoFit/>
          </a:bodyPr>
          <a:lstStyle/>
          <a:p>
            <a:pPr marL="12700">
              <a:lnSpc>
                <a:spcPct val="100000"/>
              </a:lnSpc>
              <a:spcBef>
                <a:spcPts val="1010"/>
              </a:spcBef>
            </a:pPr>
            <a:r>
              <a:rPr sz="2800" b="1" spc="10" dirty="0">
                <a:solidFill>
                  <a:srgbClr val="212121"/>
                </a:solidFill>
                <a:latin typeface="Courier New"/>
                <a:cs typeface="Courier New"/>
              </a:rPr>
              <a:t>UPDATE</a:t>
            </a:r>
            <a:r>
              <a:rPr sz="2800" b="1" spc="-25" dirty="0">
                <a:solidFill>
                  <a:srgbClr val="212121"/>
                </a:solidFill>
                <a:latin typeface="Courier New"/>
                <a:cs typeface="Courier New"/>
              </a:rPr>
              <a:t> </a:t>
            </a:r>
            <a:r>
              <a:rPr sz="2800" spc="15" dirty="0">
                <a:solidFill>
                  <a:srgbClr val="212121"/>
                </a:solidFill>
                <a:latin typeface="Courier New"/>
                <a:cs typeface="Courier New"/>
              </a:rPr>
              <a:t>tablename</a:t>
            </a:r>
            <a:endParaRPr sz="2800" dirty="0">
              <a:latin typeface="Courier New"/>
              <a:cs typeface="Courier New"/>
            </a:endParaRPr>
          </a:p>
          <a:p>
            <a:pPr marL="12700" marR="5080">
              <a:lnSpc>
                <a:spcPct val="110400"/>
              </a:lnSpc>
              <a:spcBef>
                <a:spcPts val="600"/>
              </a:spcBef>
            </a:pPr>
            <a:r>
              <a:rPr sz="2800" b="1" spc="10" dirty="0">
                <a:solidFill>
                  <a:srgbClr val="212121"/>
                </a:solidFill>
                <a:latin typeface="Courier New"/>
                <a:cs typeface="Courier New"/>
              </a:rPr>
              <a:t>SET</a:t>
            </a:r>
            <a:r>
              <a:rPr sz="2800" b="1" spc="25" dirty="0">
                <a:solidFill>
                  <a:srgbClr val="212121"/>
                </a:solidFill>
                <a:latin typeface="Courier New"/>
                <a:cs typeface="Courier New"/>
              </a:rPr>
              <a:t> </a:t>
            </a:r>
            <a:r>
              <a:rPr sz="2800" spc="10" dirty="0">
                <a:solidFill>
                  <a:srgbClr val="212121"/>
                </a:solidFill>
                <a:latin typeface="Courier New"/>
                <a:cs typeface="Courier New"/>
              </a:rPr>
              <a:t>field1=</a:t>
            </a:r>
            <a:r>
              <a:rPr sz="2800" spc="30" dirty="0">
                <a:solidFill>
                  <a:srgbClr val="212121"/>
                </a:solidFill>
                <a:latin typeface="Courier New"/>
                <a:cs typeface="Courier New"/>
              </a:rPr>
              <a:t> </a:t>
            </a:r>
            <a:r>
              <a:rPr sz="2800" spc="10" dirty="0">
                <a:solidFill>
                  <a:srgbClr val="212121"/>
                </a:solidFill>
                <a:latin typeface="Courier New"/>
                <a:cs typeface="Courier New"/>
              </a:rPr>
              <a:t>new_value1,</a:t>
            </a:r>
            <a:r>
              <a:rPr sz="2800" spc="30" dirty="0">
                <a:solidFill>
                  <a:srgbClr val="212121"/>
                </a:solidFill>
                <a:latin typeface="Courier New"/>
                <a:cs typeface="Courier New"/>
              </a:rPr>
              <a:t> </a:t>
            </a:r>
            <a:r>
              <a:rPr sz="2800" spc="10" dirty="0">
                <a:solidFill>
                  <a:srgbClr val="212121"/>
                </a:solidFill>
                <a:latin typeface="Courier New"/>
                <a:cs typeface="Courier New"/>
              </a:rPr>
              <a:t>field2</a:t>
            </a:r>
            <a:r>
              <a:rPr sz="2800" spc="30" dirty="0">
                <a:solidFill>
                  <a:srgbClr val="212121"/>
                </a:solidFill>
                <a:latin typeface="Courier New"/>
                <a:cs typeface="Courier New"/>
              </a:rPr>
              <a:t> </a:t>
            </a:r>
            <a:r>
              <a:rPr sz="2800" dirty="0">
                <a:solidFill>
                  <a:srgbClr val="212121"/>
                </a:solidFill>
                <a:latin typeface="Courier New"/>
                <a:cs typeface="Courier New"/>
              </a:rPr>
              <a:t>= </a:t>
            </a:r>
            <a:r>
              <a:rPr sz="2800" spc="-1485" dirty="0">
                <a:solidFill>
                  <a:srgbClr val="212121"/>
                </a:solidFill>
                <a:latin typeface="Courier New"/>
                <a:cs typeface="Courier New"/>
              </a:rPr>
              <a:t> </a:t>
            </a:r>
            <a:r>
              <a:rPr sz="2800" spc="10" dirty="0">
                <a:solidFill>
                  <a:srgbClr val="212121"/>
                </a:solidFill>
                <a:latin typeface="Courier New"/>
                <a:cs typeface="Courier New"/>
              </a:rPr>
              <a:t>new_value2</a:t>
            </a:r>
            <a:r>
              <a:rPr lang="en-SI" sz="2800" spc="30" dirty="0">
                <a:solidFill>
                  <a:srgbClr val="212121"/>
                </a:solidFill>
                <a:latin typeface="Courier New"/>
                <a:cs typeface="Courier New"/>
              </a:rPr>
              <a:t> </a:t>
            </a:r>
            <a:r>
              <a:rPr sz="2800" b="1" spc="10" dirty="0">
                <a:solidFill>
                  <a:srgbClr val="212121"/>
                </a:solidFill>
                <a:latin typeface="Courier New"/>
                <a:cs typeface="Courier New"/>
              </a:rPr>
              <a:t>WHERE</a:t>
            </a:r>
            <a:r>
              <a:rPr sz="2800" b="1" spc="20" dirty="0">
                <a:solidFill>
                  <a:srgbClr val="212121"/>
                </a:solidFill>
                <a:latin typeface="Courier New"/>
                <a:cs typeface="Courier New"/>
              </a:rPr>
              <a:t> </a:t>
            </a:r>
            <a:r>
              <a:rPr sz="2800" spc="10" dirty="0">
                <a:solidFill>
                  <a:srgbClr val="212121"/>
                </a:solidFill>
                <a:latin typeface="Courier New"/>
                <a:cs typeface="Courier New"/>
              </a:rPr>
              <a:t>search</a:t>
            </a:r>
            <a:r>
              <a:rPr sz="2800" spc="20" dirty="0">
                <a:solidFill>
                  <a:srgbClr val="212121"/>
                </a:solidFill>
                <a:latin typeface="Courier New"/>
                <a:cs typeface="Courier New"/>
              </a:rPr>
              <a:t> </a:t>
            </a:r>
            <a:r>
              <a:rPr sz="2800" spc="10" dirty="0">
                <a:solidFill>
                  <a:srgbClr val="212121"/>
                </a:solidFill>
                <a:latin typeface="Courier New"/>
                <a:cs typeface="Courier New"/>
              </a:rPr>
              <a:t>condition;</a:t>
            </a:r>
            <a:endParaRPr sz="2800" dirty="0">
              <a:latin typeface="Courier New"/>
              <a:cs typeface="Courier New"/>
            </a:endParaRPr>
          </a:p>
        </p:txBody>
      </p:sp>
      <p:sp>
        <p:nvSpPr>
          <p:cNvPr id="2" name="Title 1">
            <a:extLst>
              <a:ext uri="{FF2B5EF4-FFF2-40B4-BE49-F238E27FC236}">
                <a16:creationId xmlns:a16="http://schemas.microsoft.com/office/drawing/2014/main" id="{50374D1A-C5FD-60DF-A240-9569B85FD299}"/>
              </a:ext>
            </a:extLst>
          </p:cNvPr>
          <p:cNvSpPr>
            <a:spLocks noGrp="1"/>
          </p:cNvSpPr>
          <p:nvPr>
            <p:ph type="title"/>
          </p:nvPr>
        </p:nvSpPr>
        <p:spPr/>
        <p:txBody>
          <a:bodyPr/>
          <a:lstStyle/>
          <a:p>
            <a:r>
              <a:rPr lang="en-IE" dirty="0"/>
              <a:t>Updating existing records</a:t>
            </a:r>
          </a:p>
        </p:txBody>
      </p:sp>
      <p:sp>
        <p:nvSpPr>
          <p:cNvPr id="3" name="Content Placeholder 2">
            <a:extLst>
              <a:ext uri="{FF2B5EF4-FFF2-40B4-BE49-F238E27FC236}">
                <a16:creationId xmlns:a16="http://schemas.microsoft.com/office/drawing/2014/main" id="{448E69FA-CAE8-50CF-9BC3-70B34A15D68D}"/>
              </a:ext>
            </a:extLst>
          </p:cNvPr>
          <p:cNvSpPr>
            <a:spLocks noGrp="1"/>
          </p:cNvSpPr>
          <p:nvPr>
            <p:ph idx="1"/>
          </p:nvPr>
        </p:nvSpPr>
        <p:spPr/>
        <p:txBody>
          <a:bodyPr/>
          <a:lstStyle/>
          <a:p>
            <a:r>
              <a:rPr lang="en-IE" sz="2400" dirty="0">
                <a:latin typeface="Times" pitchFamily="2" charset="0"/>
              </a:rPr>
              <a:t>The keyword UPDATE can update field values in one or more records in a table. However, only one table may be updated at a time. Check the syntax below.</a:t>
            </a:r>
          </a:p>
          <a:p>
            <a:endParaRPr lang="en-IE"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4FA64E-870C-5C6C-954F-1EDC4D0AA1B6}"/>
              </a:ext>
            </a:extLst>
          </p:cNvPr>
          <p:cNvSpPr>
            <a:spLocks noGrp="1"/>
          </p:cNvSpPr>
          <p:nvPr>
            <p:ph type="title"/>
          </p:nvPr>
        </p:nvSpPr>
        <p:spPr/>
        <p:txBody>
          <a:bodyPr/>
          <a:lstStyle/>
          <a:p>
            <a:r>
              <a:rPr lang="en-IE" dirty="0"/>
              <a:t>Updating existing records</a:t>
            </a:r>
          </a:p>
        </p:txBody>
      </p:sp>
      <p:sp>
        <p:nvSpPr>
          <p:cNvPr id="3" name="Content Placeholder 2">
            <a:extLst>
              <a:ext uri="{FF2B5EF4-FFF2-40B4-BE49-F238E27FC236}">
                <a16:creationId xmlns:a16="http://schemas.microsoft.com/office/drawing/2014/main" id="{7D1D39CD-5E4D-A013-11C4-AAD1612DD624}"/>
              </a:ext>
            </a:extLst>
          </p:cNvPr>
          <p:cNvSpPr>
            <a:spLocks noGrp="1"/>
          </p:cNvSpPr>
          <p:nvPr>
            <p:ph idx="1"/>
          </p:nvPr>
        </p:nvSpPr>
        <p:spPr>
          <a:xfrm>
            <a:off x="621176" y="4387850"/>
            <a:ext cx="9451048" cy="2255978"/>
          </a:xfrm>
        </p:spPr>
        <p:txBody>
          <a:bodyPr>
            <a:normAutofit/>
          </a:bodyPr>
          <a:lstStyle/>
          <a:p>
            <a:pPr marL="285750" indent="-285750">
              <a:buFont typeface="Arial" panose="020B0604020202020204" pitchFamily="34" charset="0"/>
              <a:buChar char="•"/>
            </a:pPr>
            <a:r>
              <a:rPr lang="en-IE" sz="2400" dirty="0">
                <a:latin typeface="Helvetica" pitchFamily="2" charset="0"/>
              </a:rPr>
              <a:t>All rows where the condition is true have the columns set to the given values</a:t>
            </a:r>
          </a:p>
          <a:p>
            <a:pPr marL="285750" indent="-285750">
              <a:buFont typeface="Arial" panose="020B0604020202020204" pitchFamily="34" charset="0"/>
              <a:buChar char="•"/>
            </a:pPr>
            <a:r>
              <a:rPr lang="en-IE" sz="2400" dirty="0">
                <a:latin typeface="Helvetica" pitchFamily="2" charset="0"/>
              </a:rPr>
              <a:t>If no condition is given, all rows are changed, so BE CAREFUL</a:t>
            </a:r>
          </a:p>
        </p:txBody>
      </p:sp>
      <p:sp>
        <p:nvSpPr>
          <p:cNvPr id="5" name="TextBox 4">
            <a:extLst>
              <a:ext uri="{FF2B5EF4-FFF2-40B4-BE49-F238E27FC236}">
                <a16:creationId xmlns:a16="http://schemas.microsoft.com/office/drawing/2014/main" id="{EEC43035-0D12-43F8-CC5B-FD47A865F80B}"/>
              </a:ext>
            </a:extLst>
          </p:cNvPr>
          <p:cNvSpPr txBox="1"/>
          <p:nvPr/>
        </p:nvSpPr>
        <p:spPr>
          <a:xfrm>
            <a:off x="735171" y="1609935"/>
            <a:ext cx="8839200" cy="2308324"/>
          </a:xfrm>
          <a:prstGeom prst="rect">
            <a:avLst/>
          </a:prstGeom>
          <a:solidFill>
            <a:schemeClr val="tx1"/>
          </a:solidFill>
        </p:spPr>
        <p:txBody>
          <a:bodyPr wrap="square">
            <a:spAutoFit/>
          </a:bodyPr>
          <a:lstStyle/>
          <a:p>
            <a:r>
              <a:rPr lang="en-GB" b="0" dirty="0">
                <a:solidFill>
                  <a:srgbClr val="569CD6"/>
                </a:solidFill>
                <a:effectLst/>
                <a:latin typeface="Menlo" panose="020B0609030804020204" pitchFamily="49" charset="0"/>
              </a:rPr>
              <a:t>UPDATE</a:t>
            </a:r>
            <a:r>
              <a:rPr lang="en-GB" b="0" dirty="0">
                <a:solidFill>
                  <a:srgbClr val="D4D4D4"/>
                </a:solidFill>
                <a:effectLst/>
                <a:latin typeface="Menlo" panose="020B0609030804020204" pitchFamily="49" charset="0"/>
              </a:rPr>
              <a:t> movies</a:t>
            </a:r>
          </a:p>
          <a:p>
            <a:r>
              <a:rPr lang="en-GB" b="0" dirty="0">
                <a:solidFill>
                  <a:srgbClr val="569CD6"/>
                </a:solidFill>
                <a:effectLst/>
                <a:latin typeface="Menlo" panose="020B0609030804020204" pitchFamily="49" charset="0"/>
              </a:rPr>
              <a:t>SET</a:t>
            </a:r>
            <a:r>
              <a:rPr lang="en-GB" b="0" dirty="0">
                <a:solidFill>
                  <a:srgbClr val="D4D4D4"/>
                </a:solidFill>
                <a:effectLst/>
                <a:latin typeface="Menlo" panose="020B0609030804020204" pitchFamily="49" charset="0"/>
              </a:rPr>
              <a:t> genre = </a:t>
            </a:r>
            <a:r>
              <a:rPr lang="en-GB" b="0" dirty="0">
                <a:solidFill>
                  <a:srgbClr val="CE9178"/>
                </a:solidFill>
                <a:effectLst/>
                <a:latin typeface="Menlo" panose="020B0609030804020204" pitchFamily="49" charset="0"/>
              </a:rPr>
              <a:t>‘Science fiction'</a:t>
            </a:r>
            <a:endParaRPr lang="en-GB" b="0" dirty="0">
              <a:solidFill>
                <a:srgbClr val="D4D4D4"/>
              </a:solidFill>
              <a:effectLst/>
              <a:latin typeface="Menlo" panose="020B0609030804020204" pitchFamily="49" charset="0"/>
            </a:endParaRPr>
          </a:p>
          <a:p>
            <a:r>
              <a:rPr lang="en-GB" b="0" dirty="0">
                <a:solidFill>
                  <a:srgbClr val="569CD6"/>
                </a:solidFill>
                <a:effectLst/>
                <a:latin typeface="Menlo" panose="020B0609030804020204" pitchFamily="49" charset="0"/>
              </a:rPr>
              <a:t>WHERE</a:t>
            </a:r>
            <a:r>
              <a:rPr lang="en-GB" b="0" dirty="0">
                <a:solidFill>
                  <a:srgbClr val="D4D4D4"/>
                </a:solidFill>
                <a:effectLst/>
                <a:latin typeface="Menlo" panose="020B0609030804020204" pitchFamily="49" charset="0"/>
              </a:rPr>
              <a:t> </a:t>
            </a:r>
            <a:r>
              <a:rPr lang="en-GB" b="0" dirty="0" err="1">
                <a:solidFill>
                  <a:srgbClr val="D4D4D4"/>
                </a:solidFill>
                <a:effectLst/>
                <a:latin typeface="Menlo" panose="020B0609030804020204" pitchFamily="49" charset="0"/>
              </a:rPr>
              <a:t>movieTitle</a:t>
            </a:r>
            <a:r>
              <a:rPr lang="en-GB" b="0" dirty="0">
                <a:solidFill>
                  <a:srgbClr val="D4D4D4"/>
                </a:solidFill>
                <a:effectLst/>
                <a:latin typeface="Menlo" panose="020B0609030804020204" pitchFamily="49" charset="0"/>
              </a:rPr>
              <a:t> = </a:t>
            </a:r>
            <a:r>
              <a:rPr lang="en-GB" b="0" dirty="0">
                <a:solidFill>
                  <a:srgbClr val="CE9178"/>
                </a:solidFill>
                <a:effectLst/>
                <a:latin typeface="Menlo" panose="020B0609030804020204" pitchFamily="49" charset="0"/>
              </a:rPr>
              <a:t>‘Inception'</a:t>
            </a:r>
            <a:r>
              <a:rPr lang="en-GB" b="0" dirty="0">
                <a:solidFill>
                  <a:srgbClr val="D4D4D4"/>
                </a:solidFill>
                <a:effectLst/>
                <a:latin typeface="Menlo" panose="020B0609030804020204" pitchFamily="49" charset="0"/>
              </a:rPr>
              <a:t>; </a:t>
            </a:r>
          </a:p>
          <a:p>
            <a:br>
              <a:rPr lang="en-GB" b="0" dirty="0">
                <a:solidFill>
                  <a:srgbClr val="D4D4D4"/>
                </a:solidFill>
                <a:effectLst/>
                <a:latin typeface="Menlo" panose="020B0609030804020204" pitchFamily="49" charset="0"/>
              </a:rPr>
            </a:br>
            <a:br>
              <a:rPr lang="en-GB" b="0" dirty="0">
                <a:solidFill>
                  <a:srgbClr val="D4D4D4"/>
                </a:solidFill>
                <a:effectLst/>
                <a:latin typeface="Menlo" panose="020B0609030804020204" pitchFamily="49" charset="0"/>
              </a:rPr>
            </a:br>
            <a:r>
              <a:rPr lang="en-GB" b="0" dirty="0">
                <a:solidFill>
                  <a:srgbClr val="569CD6"/>
                </a:solidFill>
                <a:effectLst/>
                <a:latin typeface="Menlo" panose="020B0609030804020204" pitchFamily="49" charset="0"/>
              </a:rPr>
              <a:t>UPDATE</a:t>
            </a:r>
            <a:r>
              <a:rPr lang="en-GB" b="0" dirty="0">
                <a:solidFill>
                  <a:srgbClr val="D4D4D4"/>
                </a:solidFill>
                <a:effectLst/>
                <a:latin typeface="Menlo" panose="020B0609030804020204" pitchFamily="49" charset="0"/>
              </a:rPr>
              <a:t> movies</a:t>
            </a:r>
          </a:p>
          <a:p>
            <a:r>
              <a:rPr lang="en-GB" b="0" dirty="0">
                <a:solidFill>
                  <a:srgbClr val="569CD6"/>
                </a:solidFill>
                <a:effectLst/>
                <a:latin typeface="Menlo" panose="020B0609030804020204" pitchFamily="49" charset="0"/>
              </a:rPr>
              <a:t>SET</a:t>
            </a:r>
            <a:r>
              <a:rPr lang="en-GB" b="0" dirty="0">
                <a:solidFill>
                  <a:srgbClr val="D4D4D4"/>
                </a:solidFill>
                <a:effectLst/>
                <a:latin typeface="Menlo" panose="020B0609030804020204" pitchFamily="49" charset="0"/>
              </a:rPr>
              <a:t> genre = </a:t>
            </a:r>
            <a:r>
              <a:rPr lang="en-GB" b="0" dirty="0">
                <a:solidFill>
                  <a:srgbClr val="CE9178"/>
                </a:solidFill>
                <a:effectLst/>
                <a:latin typeface="Menlo" panose="020B0609030804020204" pitchFamily="49" charset="0"/>
              </a:rPr>
              <a:t>‘Action'</a:t>
            </a:r>
            <a:endParaRPr lang="en-GB" b="0" dirty="0">
              <a:solidFill>
                <a:srgbClr val="D4D4D4"/>
              </a:solidFill>
              <a:effectLst/>
              <a:latin typeface="Menlo" panose="020B0609030804020204" pitchFamily="49" charset="0"/>
            </a:endParaRPr>
          </a:p>
          <a:p>
            <a:r>
              <a:rPr lang="en-GB" b="0" dirty="0">
                <a:solidFill>
                  <a:srgbClr val="569CD6"/>
                </a:solidFill>
                <a:effectLst/>
                <a:latin typeface="Menlo" panose="020B0609030804020204" pitchFamily="49" charset="0"/>
              </a:rPr>
              <a:t>WHERE</a:t>
            </a:r>
            <a:r>
              <a:rPr lang="en-GB" b="0" dirty="0">
                <a:solidFill>
                  <a:srgbClr val="D4D4D4"/>
                </a:solidFill>
                <a:effectLst/>
                <a:latin typeface="Menlo" panose="020B0609030804020204" pitchFamily="49" charset="0"/>
              </a:rPr>
              <a:t> </a:t>
            </a:r>
            <a:r>
              <a:rPr lang="en-GB" b="0" dirty="0" err="1">
                <a:solidFill>
                  <a:srgbClr val="D4D4D4"/>
                </a:solidFill>
                <a:effectLst/>
                <a:latin typeface="Menlo" panose="020B0609030804020204" pitchFamily="49" charset="0"/>
              </a:rPr>
              <a:t>movieTitle</a:t>
            </a:r>
            <a:r>
              <a:rPr lang="en-GB" b="0" dirty="0">
                <a:solidFill>
                  <a:srgbClr val="D4D4D4"/>
                </a:solidFill>
                <a:effectLst/>
                <a:latin typeface="Menlo" panose="020B0609030804020204" pitchFamily="49" charset="0"/>
              </a:rPr>
              <a:t> = </a:t>
            </a:r>
            <a:r>
              <a:rPr lang="en-GB" b="0" dirty="0">
                <a:solidFill>
                  <a:srgbClr val="CE9178"/>
                </a:solidFill>
                <a:effectLst/>
                <a:latin typeface="Menlo" panose="020B0609030804020204" pitchFamily="49" charset="0"/>
              </a:rPr>
              <a:t>‘The dark knight'</a:t>
            </a:r>
            <a:r>
              <a:rPr lang="en-GB" b="0" dirty="0">
                <a:solidFill>
                  <a:srgbClr val="D4D4D4"/>
                </a:solidFill>
                <a:effectLst/>
                <a:latin typeface="Menlo" panose="020B0609030804020204" pitchFamily="49" charset="0"/>
              </a:rPr>
              <a:t>;</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8B4D59-07AE-DB90-C853-4D5F306383C6}"/>
              </a:ext>
            </a:extLst>
          </p:cNvPr>
          <p:cNvSpPr>
            <a:spLocks noGrp="1"/>
          </p:cNvSpPr>
          <p:nvPr>
            <p:ph type="title"/>
          </p:nvPr>
        </p:nvSpPr>
        <p:spPr/>
        <p:txBody>
          <a:bodyPr/>
          <a:lstStyle/>
          <a:p>
            <a:r>
              <a:rPr lang="en-IE" dirty="0"/>
              <a:t>Accessing data</a:t>
            </a:r>
          </a:p>
        </p:txBody>
      </p:sp>
      <p:sp>
        <p:nvSpPr>
          <p:cNvPr id="3" name="Content Placeholder 2">
            <a:extLst>
              <a:ext uri="{FF2B5EF4-FFF2-40B4-BE49-F238E27FC236}">
                <a16:creationId xmlns:a16="http://schemas.microsoft.com/office/drawing/2014/main" id="{6700DEF4-30D8-B954-3BEC-ABCA37818519}"/>
              </a:ext>
            </a:extLst>
          </p:cNvPr>
          <p:cNvSpPr>
            <a:spLocks noGrp="1"/>
          </p:cNvSpPr>
          <p:nvPr>
            <p:ph idx="1"/>
          </p:nvPr>
        </p:nvSpPr>
        <p:spPr>
          <a:xfrm>
            <a:off x="735171" y="1720850"/>
            <a:ext cx="9223058" cy="5085249"/>
          </a:xfrm>
        </p:spPr>
        <p:txBody>
          <a:bodyPr>
            <a:normAutofit lnSpcReduction="10000"/>
          </a:bodyPr>
          <a:lstStyle/>
          <a:p>
            <a:pPr marL="342900" indent="-342900">
              <a:lnSpc>
                <a:spcPct val="150000"/>
              </a:lnSpc>
              <a:buFont typeface="Arial" panose="020B0604020202020204" pitchFamily="34" charset="0"/>
              <a:buChar char="•"/>
            </a:pPr>
            <a:r>
              <a:rPr lang="en-IE" sz="2800" dirty="0">
                <a:latin typeface="Times" pitchFamily="2" charset="0"/>
              </a:rPr>
              <a:t>Where is the data in the database?</a:t>
            </a:r>
          </a:p>
          <a:p>
            <a:pPr marL="342900" indent="-342900">
              <a:lnSpc>
                <a:spcPct val="150000"/>
              </a:lnSpc>
              <a:buFont typeface="Arial" panose="020B0604020202020204" pitchFamily="34" charset="0"/>
              <a:buChar char="•"/>
            </a:pPr>
            <a:r>
              <a:rPr lang="en-IE" sz="2800" dirty="0">
                <a:latin typeface="Times" pitchFamily="2" charset="0"/>
              </a:rPr>
              <a:t>What is the database structure?</a:t>
            </a:r>
          </a:p>
          <a:p>
            <a:pPr marL="342900" indent="-342900">
              <a:lnSpc>
                <a:spcPct val="150000"/>
              </a:lnSpc>
              <a:buFont typeface="Arial" panose="020B0604020202020204" pitchFamily="34" charset="0"/>
              <a:buChar char="•"/>
            </a:pPr>
            <a:r>
              <a:rPr lang="en-IE" sz="2800" dirty="0">
                <a:latin typeface="Times" pitchFamily="2" charset="0"/>
              </a:rPr>
              <a:t>How is each row identified uniquely?</a:t>
            </a:r>
          </a:p>
          <a:p>
            <a:pPr marL="342900" indent="-342900">
              <a:lnSpc>
                <a:spcPct val="150000"/>
              </a:lnSpc>
              <a:buFont typeface="Arial" panose="020B0604020202020204" pitchFamily="34" charset="0"/>
              <a:buChar char="•"/>
            </a:pPr>
            <a:r>
              <a:rPr lang="en-IE" sz="2800" dirty="0">
                <a:latin typeface="Times" pitchFamily="2" charset="0"/>
              </a:rPr>
              <a:t>What items of data do you need?</a:t>
            </a:r>
          </a:p>
          <a:p>
            <a:pPr marL="342900" indent="-342900">
              <a:lnSpc>
                <a:spcPct val="150000"/>
              </a:lnSpc>
              <a:buFont typeface="Arial" panose="020B0604020202020204" pitchFamily="34" charset="0"/>
              <a:buChar char="•"/>
            </a:pPr>
            <a:r>
              <a:rPr lang="en-IE" sz="2800" dirty="0">
                <a:latin typeface="Times" pitchFamily="2" charset="0"/>
              </a:rPr>
              <a:t>You need to know the constraints. For example:</a:t>
            </a:r>
          </a:p>
          <a:p>
            <a:pPr marL="800100" lvl="1" indent="-342900">
              <a:lnSpc>
                <a:spcPct val="150000"/>
              </a:lnSpc>
              <a:buFont typeface="Arial" panose="020B0604020202020204" pitchFamily="34" charset="0"/>
              <a:buChar char="•"/>
            </a:pPr>
            <a:r>
              <a:rPr lang="en-IE" sz="2800" dirty="0">
                <a:latin typeface="Times" pitchFamily="2" charset="0"/>
              </a:rPr>
              <a:t>‘I only want the items purchased in the last month.’</a:t>
            </a:r>
          </a:p>
          <a:p>
            <a:pPr marL="800100" lvl="1" indent="-342900">
              <a:lnSpc>
                <a:spcPct val="150000"/>
              </a:lnSpc>
              <a:buFont typeface="Arial" panose="020B0604020202020204" pitchFamily="34" charset="0"/>
              <a:buChar char="•"/>
            </a:pPr>
            <a:r>
              <a:rPr lang="en-IE" sz="2800" dirty="0">
                <a:latin typeface="Times" pitchFamily="2" charset="0"/>
              </a:rPr>
              <a:t>‘I only want to bill for items not paid for.’</a:t>
            </a:r>
          </a:p>
          <a:p>
            <a:pPr>
              <a:lnSpc>
                <a:spcPct val="150000"/>
              </a:lnSpc>
            </a:pPr>
            <a:endParaRPr lang="en-IE" sz="2800" dirty="0">
              <a:latin typeface="Times" pitchFamily="2" charset="0"/>
            </a:endParaRPr>
          </a:p>
          <a:p>
            <a:endParaRPr lang="en-IE" sz="28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EFD42081-5E7B-9F31-11CB-32B7299CCB40}"/>
              </a:ext>
            </a:extLst>
          </p:cNvPr>
          <p:cNvSpPr txBox="1"/>
          <p:nvPr/>
        </p:nvSpPr>
        <p:spPr>
          <a:xfrm>
            <a:off x="622299" y="1644650"/>
            <a:ext cx="9644221" cy="3970318"/>
          </a:xfrm>
          <a:prstGeom prst="rect">
            <a:avLst/>
          </a:prstGeom>
          <a:noFill/>
        </p:spPr>
        <p:txBody>
          <a:bodyPr wrap="square">
            <a:spAutoFit/>
          </a:bodyPr>
          <a:lstStyle/>
          <a:p>
            <a:r>
              <a:rPr lang="en-IE" sz="2800" dirty="0">
                <a:latin typeface="Helvetica" pitchFamily="2" charset="0"/>
              </a:rPr>
              <a:t>This is the most powerful and complex of SQL statements. The structure is simple:</a:t>
            </a:r>
          </a:p>
          <a:p>
            <a:endParaRPr lang="en-IE" sz="2800" dirty="0">
              <a:latin typeface="Helvetica" pitchFamily="2" charset="0"/>
            </a:endParaRPr>
          </a:p>
          <a:p>
            <a:pPr algn="ctr"/>
            <a:endParaRPr lang="en-IE" sz="2800" dirty="0">
              <a:latin typeface="Helvetica" pitchFamily="2" charset="0"/>
            </a:endParaRPr>
          </a:p>
          <a:p>
            <a:endParaRPr lang="en-IE" sz="2800" dirty="0">
              <a:latin typeface="Helvetica" pitchFamily="2" charset="0"/>
            </a:endParaRPr>
          </a:p>
          <a:p>
            <a:endParaRPr lang="en-IE" sz="2800" dirty="0">
              <a:latin typeface="Helvetica" pitchFamily="2" charset="0"/>
            </a:endParaRPr>
          </a:p>
          <a:p>
            <a:endParaRPr lang="en-IE" sz="2800" dirty="0">
              <a:latin typeface="Helvetica" pitchFamily="2" charset="0"/>
            </a:endParaRPr>
          </a:p>
          <a:p>
            <a:r>
              <a:rPr lang="en-IE" sz="2800" dirty="0">
                <a:latin typeface="Helvetica" pitchFamily="2" charset="0"/>
              </a:rPr>
              <a:t>There are other rules that can be added later.</a:t>
            </a:r>
          </a:p>
          <a:p>
            <a:endParaRPr lang="en-IE" sz="2800" dirty="0">
              <a:latin typeface="Helvetica" pitchFamily="2" charset="0"/>
            </a:endParaRPr>
          </a:p>
        </p:txBody>
      </p:sp>
      <p:sp>
        <p:nvSpPr>
          <p:cNvPr id="9" name="object 4">
            <a:extLst>
              <a:ext uri="{FF2B5EF4-FFF2-40B4-BE49-F238E27FC236}">
                <a16:creationId xmlns:a16="http://schemas.microsoft.com/office/drawing/2014/main" id="{1E289BA0-1692-CCC4-5D04-BB5A7E3E64E4}"/>
              </a:ext>
            </a:extLst>
          </p:cNvPr>
          <p:cNvSpPr txBox="1"/>
          <p:nvPr/>
        </p:nvSpPr>
        <p:spPr>
          <a:xfrm>
            <a:off x="735171" y="2787650"/>
            <a:ext cx="9531350" cy="1100558"/>
          </a:xfrm>
          <a:prstGeom prst="rect">
            <a:avLst/>
          </a:prstGeom>
          <a:solidFill>
            <a:schemeClr val="accent3">
              <a:lumMod val="20000"/>
              <a:lumOff val="80000"/>
            </a:schemeClr>
          </a:solidFill>
        </p:spPr>
        <p:txBody>
          <a:bodyPr vert="horz" wrap="square" lIns="0" tIns="128270" rIns="0" bIns="0" rtlCol="0">
            <a:spAutoFit/>
          </a:bodyPr>
          <a:lstStyle/>
          <a:p>
            <a:pPr marL="12700">
              <a:lnSpc>
                <a:spcPct val="100000"/>
              </a:lnSpc>
              <a:spcBef>
                <a:spcPts val="1010"/>
              </a:spcBef>
            </a:pPr>
            <a:r>
              <a:rPr lang="pt-BR" sz="2800" b="1" spc="10" dirty="0">
                <a:solidFill>
                  <a:srgbClr val="212121"/>
                </a:solidFill>
                <a:latin typeface="Courier New"/>
                <a:cs typeface="Courier New"/>
              </a:rPr>
              <a:t>SELECT</a:t>
            </a:r>
            <a:r>
              <a:rPr sz="2800" b="1" spc="-25" dirty="0">
                <a:solidFill>
                  <a:srgbClr val="212121"/>
                </a:solidFill>
                <a:latin typeface="Courier New"/>
                <a:cs typeface="Courier New"/>
              </a:rPr>
              <a:t> </a:t>
            </a:r>
            <a:r>
              <a:rPr lang="pt-BR" sz="2800" spc="15" dirty="0" err="1">
                <a:solidFill>
                  <a:srgbClr val="212121"/>
                </a:solidFill>
                <a:latin typeface="Courier New"/>
                <a:cs typeface="Courier New"/>
              </a:rPr>
              <a:t>columns</a:t>
            </a:r>
            <a:endParaRPr sz="2800" dirty="0">
              <a:latin typeface="Courier New"/>
              <a:cs typeface="Courier New"/>
            </a:endParaRPr>
          </a:p>
          <a:p>
            <a:pPr marL="12700" marR="5080">
              <a:lnSpc>
                <a:spcPct val="110400"/>
              </a:lnSpc>
              <a:spcBef>
                <a:spcPts val="600"/>
              </a:spcBef>
            </a:pPr>
            <a:r>
              <a:rPr lang="pt-BR" sz="2800" b="1" spc="10" dirty="0">
                <a:solidFill>
                  <a:srgbClr val="212121"/>
                </a:solidFill>
                <a:latin typeface="Courier New"/>
                <a:cs typeface="Courier New"/>
              </a:rPr>
              <a:t>FROM</a:t>
            </a:r>
            <a:r>
              <a:rPr sz="2800" b="1" spc="25" dirty="0">
                <a:solidFill>
                  <a:srgbClr val="212121"/>
                </a:solidFill>
                <a:latin typeface="Courier New"/>
                <a:cs typeface="Courier New"/>
              </a:rPr>
              <a:t> </a:t>
            </a:r>
            <a:r>
              <a:rPr lang="pt-BR" sz="2800" spc="10" dirty="0" err="1">
                <a:solidFill>
                  <a:srgbClr val="212121"/>
                </a:solidFill>
                <a:latin typeface="Courier New"/>
                <a:cs typeface="Courier New"/>
              </a:rPr>
              <a:t>table</a:t>
            </a:r>
            <a:r>
              <a:rPr lang="en-SI" sz="2800" spc="30" dirty="0">
                <a:solidFill>
                  <a:srgbClr val="212121"/>
                </a:solidFill>
                <a:latin typeface="Courier New"/>
                <a:cs typeface="Courier New"/>
              </a:rPr>
              <a:t> </a:t>
            </a:r>
            <a:r>
              <a:rPr sz="2800" b="1" spc="10" dirty="0">
                <a:solidFill>
                  <a:srgbClr val="212121"/>
                </a:solidFill>
                <a:latin typeface="Courier New"/>
                <a:cs typeface="Courier New"/>
              </a:rPr>
              <a:t>WHERE</a:t>
            </a:r>
            <a:r>
              <a:rPr sz="2800" b="1" spc="20" dirty="0">
                <a:solidFill>
                  <a:srgbClr val="212121"/>
                </a:solidFill>
                <a:latin typeface="Courier New"/>
                <a:cs typeface="Courier New"/>
              </a:rPr>
              <a:t> </a:t>
            </a:r>
            <a:r>
              <a:rPr sz="2800" spc="10" dirty="0">
                <a:solidFill>
                  <a:srgbClr val="212121"/>
                </a:solidFill>
                <a:latin typeface="Courier New"/>
                <a:cs typeface="Courier New"/>
              </a:rPr>
              <a:t>condition;</a:t>
            </a:r>
            <a:endParaRPr sz="2800" dirty="0">
              <a:latin typeface="Courier New"/>
              <a:cs typeface="Courier New"/>
            </a:endParaRPr>
          </a:p>
        </p:txBody>
      </p:sp>
      <p:sp>
        <p:nvSpPr>
          <p:cNvPr id="2" name="Title 1">
            <a:extLst>
              <a:ext uri="{FF2B5EF4-FFF2-40B4-BE49-F238E27FC236}">
                <a16:creationId xmlns:a16="http://schemas.microsoft.com/office/drawing/2014/main" id="{05E27D37-5C4A-5A7F-C3B1-01DF3151C0FB}"/>
              </a:ext>
            </a:extLst>
          </p:cNvPr>
          <p:cNvSpPr>
            <a:spLocks noGrp="1"/>
          </p:cNvSpPr>
          <p:nvPr>
            <p:ph type="title"/>
          </p:nvPr>
        </p:nvSpPr>
        <p:spPr>
          <a:xfrm>
            <a:off x="735171" y="402314"/>
            <a:ext cx="9223058" cy="534057"/>
          </a:xfrm>
        </p:spPr>
        <p:txBody>
          <a:bodyPr/>
          <a:lstStyle/>
          <a:p>
            <a:pPr algn="l" defTabSz="801378" rtl="0">
              <a:lnSpc>
                <a:spcPct val="90000"/>
              </a:lnSpc>
              <a:spcBef>
                <a:spcPct val="0"/>
              </a:spcBef>
            </a:pPr>
            <a:r>
              <a:rPr lang="en-IE" sz="3856" b="1" kern="1200" dirty="0">
                <a:solidFill>
                  <a:srgbClr val="004C6C"/>
                </a:solidFill>
                <a:latin typeface="+mj-lt"/>
                <a:cs typeface="+mj-cs"/>
              </a:rPr>
              <a:t>Select statement</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5E807B7E-AA01-7414-C061-DEEDB27B179B}"/>
              </a:ext>
            </a:extLst>
          </p:cNvPr>
          <p:cNvSpPr txBox="1"/>
          <p:nvPr/>
        </p:nvSpPr>
        <p:spPr>
          <a:xfrm>
            <a:off x="622300" y="1959707"/>
            <a:ext cx="9525000" cy="4401205"/>
          </a:xfrm>
          <a:prstGeom prst="rect">
            <a:avLst/>
          </a:prstGeom>
          <a:noFill/>
        </p:spPr>
        <p:txBody>
          <a:bodyPr wrap="square">
            <a:spAutoFit/>
          </a:bodyPr>
          <a:lstStyle/>
          <a:p>
            <a:r>
              <a:rPr lang="en-IE" sz="2800" dirty="0">
                <a:latin typeface="Helvetica" pitchFamily="2" charset="0"/>
              </a:rPr>
              <a:t>To select </a:t>
            </a:r>
            <a:r>
              <a:rPr lang="en-IE" sz="2800" b="1" dirty="0">
                <a:latin typeface="Helvetica" pitchFamily="2" charset="0"/>
              </a:rPr>
              <a:t>all </a:t>
            </a:r>
            <a:r>
              <a:rPr lang="en-IE" sz="2800" dirty="0">
                <a:latin typeface="Helvetica" pitchFamily="2" charset="0"/>
              </a:rPr>
              <a:t>rows and columns from a table called </a:t>
            </a:r>
            <a:r>
              <a:rPr lang="en-IE" sz="2800" b="1" dirty="0">
                <a:latin typeface="Helvetica" pitchFamily="2" charset="0"/>
              </a:rPr>
              <a:t>movies</a:t>
            </a:r>
            <a:r>
              <a:rPr lang="en-IE" sz="2800" dirty="0">
                <a:latin typeface="Helvetica" pitchFamily="2" charset="0"/>
              </a:rPr>
              <a:t>, we can run the following statement:</a:t>
            </a:r>
          </a:p>
          <a:p>
            <a:endParaRPr lang="en-IE" sz="2800" dirty="0">
              <a:latin typeface="Helvetica" pitchFamily="2" charset="0"/>
            </a:endParaRPr>
          </a:p>
          <a:p>
            <a:endParaRPr lang="en-IE" sz="2800" dirty="0">
              <a:latin typeface="Helvetica" pitchFamily="2" charset="0"/>
            </a:endParaRPr>
          </a:p>
          <a:p>
            <a:endParaRPr lang="en-IE" sz="2800" dirty="0">
              <a:latin typeface="Helvetica" pitchFamily="2" charset="0"/>
            </a:endParaRPr>
          </a:p>
          <a:p>
            <a:endParaRPr lang="en-IE" sz="2800" dirty="0">
              <a:latin typeface="Helvetica" pitchFamily="2" charset="0"/>
            </a:endParaRPr>
          </a:p>
          <a:p>
            <a:endParaRPr lang="en-IE" sz="2800" dirty="0">
              <a:latin typeface="Helvetica" pitchFamily="2" charset="0"/>
            </a:endParaRPr>
          </a:p>
          <a:p>
            <a:endParaRPr lang="en-IE" sz="2800" dirty="0">
              <a:latin typeface="Helvetica" pitchFamily="2" charset="0"/>
            </a:endParaRPr>
          </a:p>
          <a:p>
            <a:r>
              <a:rPr lang="en-IE" sz="2800" dirty="0">
                <a:latin typeface="Helvetica" pitchFamily="2" charset="0"/>
              </a:rPr>
              <a:t>The * denotes all available columns.</a:t>
            </a:r>
          </a:p>
          <a:p>
            <a:endParaRPr lang="en-IE" sz="2800" dirty="0">
              <a:latin typeface="Helvetica" pitchFamily="2" charset="0"/>
            </a:endParaRPr>
          </a:p>
        </p:txBody>
      </p:sp>
      <p:sp>
        <p:nvSpPr>
          <p:cNvPr id="14" name="TextBox 13">
            <a:extLst>
              <a:ext uri="{FF2B5EF4-FFF2-40B4-BE49-F238E27FC236}">
                <a16:creationId xmlns:a16="http://schemas.microsoft.com/office/drawing/2014/main" id="{6C831F1E-6EB1-1304-5800-4FDFC9CD0584}"/>
              </a:ext>
            </a:extLst>
          </p:cNvPr>
          <p:cNvSpPr txBox="1"/>
          <p:nvPr/>
        </p:nvSpPr>
        <p:spPr>
          <a:xfrm>
            <a:off x="774700" y="3429532"/>
            <a:ext cx="6634480" cy="697435"/>
          </a:xfrm>
          <a:prstGeom prst="rect">
            <a:avLst/>
          </a:prstGeom>
          <a:solidFill>
            <a:schemeClr val="tx1"/>
          </a:solidFill>
        </p:spPr>
        <p:txBody>
          <a:bodyPr wrap="square">
            <a:spAutoFit/>
          </a:bodyPr>
          <a:lstStyle/>
          <a:p>
            <a:pPr>
              <a:lnSpc>
                <a:spcPts val="1350"/>
              </a:lnSpc>
              <a:spcAft>
                <a:spcPts val="0"/>
              </a:spcAft>
            </a:pPr>
            <a:endParaRPr lang="en-US" sz="2800" dirty="0">
              <a:solidFill>
                <a:srgbClr val="569CD6"/>
              </a:solidFill>
              <a:effectLst/>
              <a:latin typeface="Menlo" panose="020B0609030804020204" pitchFamily="49" charset="0"/>
              <a:ea typeface="Times New Roman" panose="02020603050405020304" pitchFamily="18" charset="0"/>
            </a:endParaRPr>
          </a:p>
          <a:p>
            <a:pPr>
              <a:lnSpc>
                <a:spcPts val="1350"/>
              </a:lnSpc>
              <a:spcAft>
                <a:spcPts val="0"/>
              </a:spcAft>
            </a:pPr>
            <a:endParaRPr lang="en-US" sz="2800" dirty="0">
              <a:solidFill>
                <a:srgbClr val="569CD6"/>
              </a:solidFill>
              <a:effectLst/>
              <a:latin typeface="Menlo" panose="020B0609030804020204" pitchFamily="49" charset="0"/>
              <a:ea typeface="Times New Roman" panose="02020603050405020304" pitchFamily="18" charset="0"/>
            </a:endParaRPr>
          </a:p>
          <a:p>
            <a:pPr>
              <a:lnSpc>
                <a:spcPts val="1350"/>
              </a:lnSpc>
              <a:spcAft>
                <a:spcPts val="0"/>
              </a:spcAft>
            </a:pPr>
            <a:r>
              <a:rPr lang="en-US" sz="2800" dirty="0">
                <a:solidFill>
                  <a:srgbClr val="569CD6"/>
                </a:solidFill>
                <a:effectLst/>
                <a:latin typeface="Menlo" panose="020B0609030804020204" pitchFamily="49" charset="0"/>
                <a:ea typeface="Times New Roman" panose="02020603050405020304" pitchFamily="18" charset="0"/>
              </a:rPr>
              <a:t>SELECT</a:t>
            </a:r>
            <a:r>
              <a:rPr lang="en-US" sz="2800" dirty="0">
                <a:solidFill>
                  <a:srgbClr val="D4D4D4"/>
                </a:solidFill>
                <a:effectLst/>
                <a:latin typeface="Menlo" panose="020B0609030804020204" pitchFamily="49" charset="0"/>
                <a:ea typeface="Times New Roman" panose="02020603050405020304" pitchFamily="18" charset="0"/>
              </a:rPr>
              <a:t> * </a:t>
            </a:r>
            <a:r>
              <a:rPr lang="en-US" sz="2800" dirty="0">
                <a:solidFill>
                  <a:srgbClr val="569CD6"/>
                </a:solidFill>
                <a:effectLst/>
                <a:latin typeface="Menlo" panose="020B0609030804020204" pitchFamily="49" charset="0"/>
                <a:ea typeface="Times New Roman" panose="02020603050405020304" pitchFamily="18" charset="0"/>
              </a:rPr>
              <a:t>FROM</a:t>
            </a:r>
            <a:r>
              <a:rPr lang="en-US" sz="2800" dirty="0">
                <a:solidFill>
                  <a:srgbClr val="D4D4D4"/>
                </a:solidFill>
                <a:effectLst/>
                <a:latin typeface="Menlo" panose="020B0609030804020204" pitchFamily="49" charset="0"/>
                <a:ea typeface="Times New Roman" panose="02020603050405020304" pitchFamily="18" charset="0"/>
              </a:rPr>
              <a:t> </a:t>
            </a:r>
            <a:r>
              <a:rPr lang="en-US" sz="2800" dirty="0">
                <a:solidFill>
                  <a:srgbClr val="D4D4D4"/>
                </a:solidFill>
                <a:latin typeface="Menlo" panose="020B0609030804020204" pitchFamily="49" charset="0"/>
                <a:ea typeface="Times New Roman" panose="02020603050405020304" pitchFamily="18" charset="0"/>
              </a:rPr>
              <a:t>m</a:t>
            </a:r>
            <a:r>
              <a:rPr lang="en-US" sz="2800" dirty="0">
                <a:solidFill>
                  <a:srgbClr val="D4D4D4"/>
                </a:solidFill>
                <a:effectLst/>
                <a:latin typeface="Menlo" panose="020B0609030804020204" pitchFamily="49" charset="0"/>
                <a:ea typeface="Times New Roman" panose="02020603050405020304" pitchFamily="18" charset="0"/>
              </a:rPr>
              <a:t>ovies;</a:t>
            </a:r>
            <a:endParaRPr lang="en-US" sz="4400" dirty="0">
              <a:effectLst/>
              <a:latin typeface="Times New Roman" panose="02020603050405020304" pitchFamily="18" charset="0"/>
              <a:ea typeface="Times New Roman" panose="02020603050405020304" pitchFamily="18" charset="0"/>
            </a:endParaRPr>
          </a:p>
        </p:txBody>
      </p:sp>
      <p:sp>
        <p:nvSpPr>
          <p:cNvPr id="2" name="Title 1">
            <a:extLst>
              <a:ext uri="{FF2B5EF4-FFF2-40B4-BE49-F238E27FC236}">
                <a16:creationId xmlns:a16="http://schemas.microsoft.com/office/drawing/2014/main" id="{D15B4655-0E10-0DD8-8FD6-88CFA8753BD3}"/>
              </a:ext>
            </a:extLst>
          </p:cNvPr>
          <p:cNvSpPr>
            <a:spLocks noGrp="1"/>
          </p:cNvSpPr>
          <p:nvPr>
            <p:ph type="title"/>
          </p:nvPr>
        </p:nvSpPr>
        <p:spPr>
          <a:xfrm>
            <a:off x="735171" y="402314"/>
            <a:ext cx="9223058" cy="534057"/>
          </a:xfrm>
        </p:spPr>
        <p:txBody>
          <a:bodyPr/>
          <a:lstStyle/>
          <a:p>
            <a:pPr algn="l" defTabSz="801378" rtl="0">
              <a:lnSpc>
                <a:spcPct val="90000"/>
              </a:lnSpc>
              <a:spcBef>
                <a:spcPct val="0"/>
              </a:spcBef>
            </a:pPr>
            <a:r>
              <a:rPr lang="en-IE" sz="3856" b="1" kern="1200" dirty="0">
                <a:solidFill>
                  <a:srgbClr val="004C6C"/>
                </a:solidFill>
                <a:latin typeface="+mj-lt"/>
                <a:cs typeface="+mj-cs"/>
              </a:rPr>
              <a:t>Select everything</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0" name="TextBox 9">
            <a:extLst>
              <a:ext uri="{FF2B5EF4-FFF2-40B4-BE49-F238E27FC236}">
                <a16:creationId xmlns:a16="http://schemas.microsoft.com/office/drawing/2014/main" id="{ADE052E1-06A2-615C-F96C-7A08B83D0BD5}"/>
              </a:ext>
            </a:extLst>
          </p:cNvPr>
          <p:cNvSpPr txBox="1"/>
          <p:nvPr/>
        </p:nvSpPr>
        <p:spPr>
          <a:xfrm>
            <a:off x="546100" y="1864105"/>
            <a:ext cx="9296400" cy="1384995"/>
          </a:xfrm>
          <a:prstGeom prst="rect">
            <a:avLst/>
          </a:prstGeom>
          <a:noFill/>
        </p:spPr>
        <p:txBody>
          <a:bodyPr wrap="square">
            <a:spAutoFit/>
          </a:bodyPr>
          <a:lstStyle/>
          <a:p>
            <a:r>
              <a:rPr lang="en-IE" sz="2800" dirty="0">
                <a:latin typeface="Helvetica" pitchFamily="2" charset="0"/>
              </a:rPr>
              <a:t>Let’s select only the column called </a:t>
            </a:r>
            <a:r>
              <a:rPr lang="en-IE" sz="2800" b="1" dirty="0" err="1">
                <a:latin typeface="Helvetica" pitchFamily="2" charset="0"/>
              </a:rPr>
              <a:t>movieTitle</a:t>
            </a:r>
            <a:r>
              <a:rPr lang="en-IE" sz="2800" dirty="0">
                <a:latin typeface="Helvetica" pitchFamily="2" charset="0"/>
              </a:rPr>
              <a:t> from the table </a:t>
            </a:r>
            <a:r>
              <a:rPr lang="en-IE" sz="2800" b="1" dirty="0">
                <a:latin typeface="Helvetica" pitchFamily="2" charset="0"/>
              </a:rPr>
              <a:t>movies</a:t>
            </a:r>
            <a:r>
              <a:rPr lang="en-IE" sz="2800" dirty="0">
                <a:latin typeface="Helvetica" pitchFamily="2" charset="0"/>
              </a:rPr>
              <a:t>. By picking one single column, we have taken a </a:t>
            </a:r>
            <a:r>
              <a:rPr lang="en-IE" sz="2800" b="1" dirty="0">
                <a:latin typeface="Helvetica" pitchFamily="2" charset="0"/>
              </a:rPr>
              <a:t>projection</a:t>
            </a:r>
            <a:r>
              <a:rPr lang="en-IE" sz="2800" dirty="0">
                <a:latin typeface="Helvetica" pitchFamily="2" charset="0"/>
              </a:rPr>
              <a:t> from the table.</a:t>
            </a:r>
          </a:p>
        </p:txBody>
      </p:sp>
      <p:sp>
        <p:nvSpPr>
          <p:cNvPr id="13" name="TextBox 12">
            <a:extLst>
              <a:ext uri="{FF2B5EF4-FFF2-40B4-BE49-F238E27FC236}">
                <a16:creationId xmlns:a16="http://schemas.microsoft.com/office/drawing/2014/main" id="{5345FCAA-CC5D-5436-FF47-D26AC7E2E0C3}"/>
              </a:ext>
            </a:extLst>
          </p:cNvPr>
          <p:cNvSpPr txBox="1"/>
          <p:nvPr/>
        </p:nvSpPr>
        <p:spPr>
          <a:xfrm>
            <a:off x="584200" y="3592058"/>
            <a:ext cx="5029200" cy="400110"/>
          </a:xfrm>
          <a:prstGeom prst="rect">
            <a:avLst/>
          </a:prstGeom>
          <a:solidFill>
            <a:schemeClr val="tx1"/>
          </a:solidFill>
        </p:spPr>
        <p:txBody>
          <a:bodyPr wrap="square">
            <a:spAutoFit/>
          </a:bodyPr>
          <a:lstStyle/>
          <a:p>
            <a:pPr>
              <a:spcAft>
                <a:spcPts val="0"/>
              </a:spcAft>
            </a:pPr>
            <a:r>
              <a:rPr lang="en-US" sz="2000" dirty="0">
                <a:solidFill>
                  <a:srgbClr val="569CD6"/>
                </a:solidFill>
                <a:effectLst/>
                <a:latin typeface="Menlo" panose="020B0609030804020204" pitchFamily="49" charset="0"/>
                <a:ea typeface="Times New Roman" panose="02020603050405020304" pitchFamily="18" charset="0"/>
              </a:rPr>
              <a:t>SELECT</a:t>
            </a:r>
            <a:r>
              <a:rPr lang="en-US" sz="2000" dirty="0">
                <a:solidFill>
                  <a:srgbClr val="D4D4D4"/>
                </a:solidFill>
                <a:effectLst/>
                <a:latin typeface="Menlo" panose="020B0609030804020204" pitchFamily="49" charset="0"/>
                <a:ea typeface="Times New Roman" panose="02020603050405020304" pitchFamily="18" charset="0"/>
              </a:rPr>
              <a:t> </a:t>
            </a:r>
            <a:r>
              <a:rPr lang="en-US" sz="2000" dirty="0" err="1">
                <a:solidFill>
                  <a:srgbClr val="D4D4D4"/>
                </a:solidFill>
                <a:latin typeface="Menlo" panose="020B0609030804020204" pitchFamily="49" charset="0"/>
                <a:ea typeface="Times New Roman" panose="02020603050405020304" pitchFamily="18" charset="0"/>
              </a:rPr>
              <a:t>m</a:t>
            </a:r>
            <a:r>
              <a:rPr lang="en-US" sz="2000" dirty="0" err="1">
                <a:solidFill>
                  <a:srgbClr val="D4D4D4"/>
                </a:solidFill>
                <a:effectLst/>
                <a:latin typeface="Menlo" panose="020B0609030804020204" pitchFamily="49" charset="0"/>
                <a:ea typeface="Times New Roman" panose="02020603050405020304" pitchFamily="18" charset="0"/>
              </a:rPr>
              <a:t>ovieTitle</a:t>
            </a:r>
            <a:r>
              <a:rPr lang="en-US" sz="2000" dirty="0">
                <a:solidFill>
                  <a:srgbClr val="D4D4D4"/>
                </a:solidFill>
                <a:effectLst/>
                <a:latin typeface="Menlo" panose="020B0609030804020204" pitchFamily="49" charset="0"/>
                <a:ea typeface="Times New Roman" panose="02020603050405020304" pitchFamily="18" charset="0"/>
              </a:rPr>
              <a:t> </a:t>
            </a:r>
            <a:r>
              <a:rPr lang="en-US" sz="2000" dirty="0">
                <a:solidFill>
                  <a:srgbClr val="569CD6"/>
                </a:solidFill>
                <a:effectLst/>
                <a:latin typeface="Menlo" panose="020B0609030804020204" pitchFamily="49" charset="0"/>
                <a:ea typeface="Times New Roman" panose="02020603050405020304" pitchFamily="18" charset="0"/>
              </a:rPr>
              <a:t>FROM</a:t>
            </a:r>
            <a:r>
              <a:rPr lang="en-US" sz="2000" dirty="0">
                <a:solidFill>
                  <a:srgbClr val="D4D4D4"/>
                </a:solidFill>
                <a:effectLst/>
                <a:latin typeface="Menlo" panose="020B0609030804020204" pitchFamily="49" charset="0"/>
                <a:ea typeface="Times New Roman" panose="02020603050405020304" pitchFamily="18" charset="0"/>
              </a:rPr>
              <a:t> movies;</a:t>
            </a:r>
            <a:endParaRPr lang="en-US" sz="3600" dirty="0">
              <a:effectLst/>
              <a:latin typeface="Times New Roman" panose="02020603050405020304" pitchFamily="18" charset="0"/>
              <a:ea typeface="Times New Roman" panose="02020603050405020304" pitchFamily="18" charset="0"/>
            </a:endParaRPr>
          </a:p>
        </p:txBody>
      </p:sp>
      <p:sp>
        <p:nvSpPr>
          <p:cNvPr id="4" name="Title 1">
            <a:extLst>
              <a:ext uri="{FF2B5EF4-FFF2-40B4-BE49-F238E27FC236}">
                <a16:creationId xmlns:a16="http://schemas.microsoft.com/office/drawing/2014/main" id="{D3D9A383-A5C2-B8F7-FD55-931E0117369A}"/>
              </a:ext>
            </a:extLst>
          </p:cNvPr>
          <p:cNvSpPr>
            <a:spLocks noGrp="1"/>
          </p:cNvSpPr>
          <p:nvPr>
            <p:ph type="title"/>
          </p:nvPr>
        </p:nvSpPr>
        <p:spPr>
          <a:xfrm>
            <a:off x="735171" y="402314"/>
            <a:ext cx="9223058" cy="534057"/>
          </a:xfrm>
        </p:spPr>
        <p:txBody>
          <a:bodyPr/>
          <a:lstStyle/>
          <a:p>
            <a:pPr algn="l" defTabSz="801378" rtl="0">
              <a:lnSpc>
                <a:spcPct val="90000"/>
              </a:lnSpc>
              <a:spcBef>
                <a:spcPct val="0"/>
              </a:spcBef>
            </a:pPr>
            <a:r>
              <a:rPr lang="en-IE" sz="3856" b="1" kern="1200" dirty="0">
                <a:solidFill>
                  <a:srgbClr val="004C6C"/>
                </a:solidFill>
                <a:latin typeface="+mj-lt"/>
                <a:cs typeface="+mj-cs"/>
              </a:rPr>
              <a:t>Select specific data - Projection</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DEE74E7B-C399-66AD-EE85-84102695F503}"/>
              </a:ext>
            </a:extLst>
          </p:cNvPr>
          <p:cNvSpPr txBox="1"/>
          <p:nvPr/>
        </p:nvSpPr>
        <p:spPr>
          <a:xfrm>
            <a:off x="850900" y="2088455"/>
            <a:ext cx="8846165" cy="1384995"/>
          </a:xfrm>
          <a:prstGeom prst="rect">
            <a:avLst/>
          </a:prstGeom>
          <a:noFill/>
        </p:spPr>
        <p:txBody>
          <a:bodyPr wrap="square">
            <a:spAutoFit/>
          </a:bodyPr>
          <a:lstStyle/>
          <a:p>
            <a:r>
              <a:rPr lang="en-IE" sz="2800" dirty="0">
                <a:latin typeface="Times" pitchFamily="2" charset="0"/>
              </a:rPr>
              <a:t>As we have seen in other statements, the WHERE clause is related to a condition. For data selection, we use the WHERE clause to retrieve data matching some </a:t>
            </a:r>
            <a:r>
              <a:rPr lang="en-IE" sz="2800" b="1" dirty="0">
                <a:latin typeface="Times" pitchFamily="2" charset="0"/>
              </a:rPr>
              <a:t>criteria</a:t>
            </a:r>
            <a:r>
              <a:rPr lang="en-IE" sz="2800" dirty="0">
                <a:latin typeface="Times" pitchFamily="2" charset="0"/>
              </a:rPr>
              <a:t>.</a:t>
            </a:r>
          </a:p>
        </p:txBody>
      </p:sp>
      <p:sp>
        <p:nvSpPr>
          <p:cNvPr id="16" name="TextBox 15">
            <a:extLst>
              <a:ext uri="{FF2B5EF4-FFF2-40B4-BE49-F238E27FC236}">
                <a16:creationId xmlns:a16="http://schemas.microsoft.com/office/drawing/2014/main" id="{2D9D017B-5E39-6548-D390-65DEF4E0E332}"/>
              </a:ext>
            </a:extLst>
          </p:cNvPr>
          <p:cNvSpPr txBox="1"/>
          <p:nvPr/>
        </p:nvSpPr>
        <p:spPr>
          <a:xfrm>
            <a:off x="1079500" y="4083050"/>
            <a:ext cx="8153400" cy="461665"/>
          </a:xfrm>
          <a:prstGeom prst="rect">
            <a:avLst/>
          </a:prstGeom>
          <a:solidFill>
            <a:schemeClr val="tx1"/>
          </a:solidFill>
        </p:spPr>
        <p:txBody>
          <a:bodyPr wrap="square">
            <a:spAutoFit/>
          </a:bodyPr>
          <a:lstStyle/>
          <a:p>
            <a:r>
              <a:rPr lang="en-GB" sz="2400" b="0" dirty="0">
                <a:solidFill>
                  <a:srgbClr val="569CD6"/>
                </a:solidFill>
                <a:effectLst/>
                <a:latin typeface="Menlo" panose="020B0609030804020204" pitchFamily="49" charset="0"/>
              </a:rPr>
              <a:t>SELECT</a:t>
            </a:r>
            <a:r>
              <a:rPr lang="en-GB" sz="2400" b="0" dirty="0">
                <a:solidFill>
                  <a:srgbClr val="D4D4D4"/>
                </a:solidFill>
                <a:effectLst/>
                <a:latin typeface="Menlo" panose="020B0609030804020204" pitchFamily="49" charset="0"/>
              </a:rPr>
              <a:t> </a:t>
            </a:r>
            <a:r>
              <a:rPr lang="en-GB" sz="2400" dirty="0">
                <a:solidFill>
                  <a:srgbClr val="D4D4D4"/>
                </a:solidFill>
                <a:latin typeface="Menlo" panose="020B0609030804020204" pitchFamily="49" charset="0"/>
              </a:rPr>
              <a:t>*</a:t>
            </a:r>
            <a:r>
              <a:rPr lang="en-GB" sz="2400" b="0" dirty="0">
                <a:solidFill>
                  <a:srgbClr val="D4D4D4"/>
                </a:solidFill>
                <a:effectLst/>
                <a:latin typeface="Menlo" panose="020B0609030804020204" pitchFamily="49" charset="0"/>
              </a:rPr>
              <a:t> </a:t>
            </a:r>
            <a:r>
              <a:rPr lang="en-GB" sz="2400" b="0" dirty="0">
                <a:solidFill>
                  <a:srgbClr val="569CD6"/>
                </a:solidFill>
                <a:effectLst/>
                <a:latin typeface="Menlo" panose="020B0609030804020204" pitchFamily="49" charset="0"/>
              </a:rPr>
              <a:t>FROM</a:t>
            </a:r>
            <a:r>
              <a:rPr lang="en-GB" sz="2400" b="0" dirty="0">
                <a:solidFill>
                  <a:srgbClr val="D4D4D4"/>
                </a:solidFill>
                <a:effectLst/>
                <a:latin typeface="Menlo" panose="020B0609030804020204" pitchFamily="49" charset="0"/>
              </a:rPr>
              <a:t> movies </a:t>
            </a:r>
            <a:r>
              <a:rPr lang="en-GB" sz="2400" b="0" dirty="0">
                <a:solidFill>
                  <a:srgbClr val="569CD6"/>
                </a:solidFill>
                <a:effectLst/>
                <a:latin typeface="Menlo" panose="020B0609030804020204" pitchFamily="49" charset="0"/>
              </a:rPr>
              <a:t>WHERE</a:t>
            </a:r>
            <a:r>
              <a:rPr lang="en-GB" sz="2400" b="0" dirty="0">
                <a:solidFill>
                  <a:srgbClr val="D4D4D4"/>
                </a:solidFill>
                <a:effectLst/>
                <a:latin typeface="Menlo" panose="020B0609030804020204" pitchFamily="49" charset="0"/>
              </a:rPr>
              <a:t> genre = ‘Drama’;</a:t>
            </a:r>
          </a:p>
        </p:txBody>
      </p:sp>
      <p:sp>
        <p:nvSpPr>
          <p:cNvPr id="2" name="Title 1">
            <a:extLst>
              <a:ext uri="{FF2B5EF4-FFF2-40B4-BE49-F238E27FC236}">
                <a16:creationId xmlns:a16="http://schemas.microsoft.com/office/drawing/2014/main" id="{D87B220C-F6D7-D84E-9A54-DB73EBE773F0}"/>
              </a:ext>
            </a:extLst>
          </p:cNvPr>
          <p:cNvSpPr>
            <a:spLocks noGrp="1"/>
          </p:cNvSpPr>
          <p:nvPr>
            <p:ph type="title"/>
          </p:nvPr>
        </p:nvSpPr>
        <p:spPr>
          <a:xfrm>
            <a:off x="735171" y="402314"/>
            <a:ext cx="9223058" cy="534057"/>
          </a:xfrm>
        </p:spPr>
        <p:txBody>
          <a:bodyPr/>
          <a:lstStyle/>
          <a:p>
            <a:pPr algn="l" defTabSz="801378" rtl="0">
              <a:lnSpc>
                <a:spcPct val="90000"/>
              </a:lnSpc>
              <a:spcBef>
                <a:spcPct val="0"/>
              </a:spcBef>
            </a:pPr>
            <a:r>
              <a:rPr lang="en-IE" sz="3856" b="1" kern="1200" dirty="0">
                <a:solidFill>
                  <a:srgbClr val="004C6C"/>
                </a:solidFill>
                <a:latin typeface="+mj-lt"/>
                <a:cs typeface="+mj-cs"/>
              </a:rPr>
              <a:t>The WHERE clause</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767440-E9E5-18C9-986C-89E7AF032E43}"/>
              </a:ext>
            </a:extLst>
          </p:cNvPr>
          <p:cNvSpPr>
            <a:spLocks noGrp="1"/>
          </p:cNvSpPr>
          <p:nvPr>
            <p:ph type="title"/>
          </p:nvPr>
        </p:nvSpPr>
        <p:spPr>
          <a:xfrm>
            <a:off x="735171" y="402314"/>
            <a:ext cx="9223058" cy="534057"/>
          </a:xfrm>
        </p:spPr>
        <p:txBody>
          <a:bodyPr/>
          <a:lstStyle/>
          <a:p>
            <a:pPr algn="l" defTabSz="801378" rtl="0">
              <a:lnSpc>
                <a:spcPct val="90000"/>
              </a:lnSpc>
              <a:spcBef>
                <a:spcPct val="0"/>
              </a:spcBef>
            </a:pPr>
            <a:r>
              <a:rPr lang="en-IE" sz="3856" b="1" kern="1200" dirty="0">
                <a:solidFill>
                  <a:srgbClr val="004C6C"/>
                </a:solidFill>
                <a:latin typeface="+mj-lt"/>
                <a:cs typeface="+mj-cs"/>
              </a:rPr>
              <a:t>Basic operations to build expressions</a:t>
            </a:r>
          </a:p>
        </p:txBody>
      </p:sp>
      <p:graphicFrame>
        <p:nvGraphicFramePr>
          <p:cNvPr id="4" name="Table 5">
            <a:extLst>
              <a:ext uri="{FF2B5EF4-FFF2-40B4-BE49-F238E27FC236}">
                <a16:creationId xmlns:a16="http://schemas.microsoft.com/office/drawing/2014/main" id="{870AC8BA-8C62-A9D4-59FC-B9148A62AE66}"/>
              </a:ext>
            </a:extLst>
          </p:cNvPr>
          <p:cNvGraphicFramePr>
            <a:graphicFrameLocks noGrp="1"/>
          </p:cNvGraphicFramePr>
          <p:nvPr>
            <p:extLst>
              <p:ext uri="{D42A27DB-BD31-4B8C-83A1-F6EECF244321}">
                <p14:modId xmlns:p14="http://schemas.microsoft.com/office/powerpoint/2010/main" val="32676726"/>
              </p:ext>
            </p:extLst>
          </p:nvPr>
        </p:nvGraphicFramePr>
        <p:xfrm>
          <a:off x="407212" y="1873250"/>
          <a:ext cx="9878976" cy="3132201"/>
        </p:xfrm>
        <a:graphic>
          <a:graphicData uri="http://schemas.openxmlformats.org/drawingml/2006/table">
            <a:tbl>
              <a:tblPr firstRow="1" bandRow="1">
                <a:tableStyleId>{0E3FDE45-AF77-4B5C-9715-49D594BDF05E}</a:tableStyleId>
              </a:tblPr>
              <a:tblGrid>
                <a:gridCol w="1781583">
                  <a:extLst>
                    <a:ext uri="{9D8B030D-6E8A-4147-A177-3AD203B41FA5}">
                      <a16:colId xmlns:a16="http://schemas.microsoft.com/office/drawing/2014/main" val="614290703"/>
                    </a:ext>
                  </a:extLst>
                </a:gridCol>
                <a:gridCol w="3697673">
                  <a:extLst>
                    <a:ext uri="{9D8B030D-6E8A-4147-A177-3AD203B41FA5}">
                      <a16:colId xmlns:a16="http://schemas.microsoft.com/office/drawing/2014/main" val="1684879033"/>
                    </a:ext>
                  </a:extLst>
                </a:gridCol>
                <a:gridCol w="4399720">
                  <a:extLst>
                    <a:ext uri="{9D8B030D-6E8A-4147-A177-3AD203B41FA5}">
                      <a16:colId xmlns:a16="http://schemas.microsoft.com/office/drawing/2014/main" val="2763929344"/>
                    </a:ext>
                  </a:extLst>
                </a:gridCol>
              </a:tblGrid>
              <a:tr h="0">
                <a:tc>
                  <a:txBody>
                    <a:bodyPr/>
                    <a:lstStyle/>
                    <a:p>
                      <a:pPr marL="31750" algn="ctr">
                        <a:lnSpc>
                          <a:spcPct val="100000"/>
                        </a:lnSpc>
                        <a:spcBef>
                          <a:spcPts val="1000"/>
                        </a:spcBef>
                      </a:pPr>
                      <a:r>
                        <a:rPr lang="en-IE" sz="2000" b="1" spc="-114" noProof="0" dirty="0">
                          <a:solidFill>
                            <a:schemeClr val="tx1"/>
                          </a:solidFill>
                          <a:latin typeface="Times" pitchFamily="2" charset="0"/>
                        </a:rPr>
                        <a:t>Operator</a:t>
                      </a:r>
                      <a:endParaRPr lang="en-IE" sz="2000" b="1" noProof="0" dirty="0">
                        <a:solidFill>
                          <a:schemeClr val="tx1"/>
                        </a:solidFill>
                        <a:latin typeface="Times" pitchFamily="2" charset="0"/>
                        <a:cs typeface="Arial"/>
                      </a:endParaRPr>
                    </a:p>
                  </a:txBody>
                  <a:tcPr marL="0" marR="0" marT="127000" marB="0" anchor="ctr"/>
                </a:tc>
                <a:tc>
                  <a:txBody>
                    <a:bodyPr/>
                    <a:lstStyle/>
                    <a:p>
                      <a:pPr marL="31750" algn="ctr">
                        <a:lnSpc>
                          <a:spcPct val="100000"/>
                        </a:lnSpc>
                        <a:spcBef>
                          <a:spcPts val="1000"/>
                        </a:spcBef>
                      </a:pPr>
                      <a:r>
                        <a:rPr lang="en-IE" sz="2000" b="1" spc="-5" noProof="0" dirty="0">
                          <a:solidFill>
                            <a:schemeClr val="tx1"/>
                          </a:solidFill>
                          <a:latin typeface="Times" pitchFamily="2" charset="0"/>
                        </a:rPr>
                        <a:t>Possible operations</a:t>
                      </a:r>
                      <a:endParaRPr lang="en-IE" sz="2000" b="1" noProof="0" dirty="0">
                        <a:solidFill>
                          <a:schemeClr val="tx1"/>
                        </a:solidFill>
                        <a:latin typeface="Times" pitchFamily="2" charset="0"/>
                        <a:cs typeface="Arial"/>
                      </a:endParaRPr>
                    </a:p>
                  </a:txBody>
                  <a:tcPr marL="0" marR="0" marT="127000" marB="0" anchor="ctr"/>
                </a:tc>
                <a:tc>
                  <a:txBody>
                    <a:bodyPr/>
                    <a:lstStyle/>
                    <a:p>
                      <a:pPr marL="31750" algn="ctr">
                        <a:lnSpc>
                          <a:spcPct val="100000"/>
                        </a:lnSpc>
                        <a:spcBef>
                          <a:spcPts val="1000"/>
                        </a:spcBef>
                      </a:pPr>
                      <a:r>
                        <a:rPr lang="en-IE" sz="2000" b="1" spc="-175" noProof="0">
                          <a:solidFill>
                            <a:schemeClr val="tx1"/>
                          </a:solidFill>
                          <a:latin typeface="Times" pitchFamily="2" charset="0"/>
                        </a:rPr>
                        <a:t>Syntax</a:t>
                      </a:r>
                      <a:endParaRPr lang="en-IE" sz="2000" b="1" noProof="0" dirty="0">
                        <a:solidFill>
                          <a:schemeClr val="tx1"/>
                        </a:solidFill>
                        <a:latin typeface="Times" pitchFamily="2" charset="0"/>
                        <a:cs typeface="Arial"/>
                      </a:endParaRPr>
                    </a:p>
                  </a:txBody>
                  <a:tcPr marL="0" marR="0" marT="127000" marB="0" anchor="ctr"/>
                </a:tc>
                <a:extLst>
                  <a:ext uri="{0D108BD9-81ED-4DB2-BD59-A6C34878D82A}">
                    <a16:rowId xmlns:a16="http://schemas.microsoft.com/office/drawing/2014/main" val="3691881578"/>
                  </a:ext>
                </a:extLst>
              </a:tr>
              <a:tr h="409330">
                <a:tc>
                  <a:txBody>
                    <a:bodyPr/>
                    <a:lstStyle/>
                    <a:p>
                      <a:pPr marL="31750" algn="ctr">
                        <a:lnSpc>
                          <a:spcPct val="100000"/>
                        </a:lnSpc>
                        <a:spcBef>
                          <a:spcPts val="165"/>
                        </a:spcBef>
                      </a:pPr>
                      <a:r>
                        <a:rPr lang="en-IE" sz="2000" b="0" spc="-110" noProof="0" dirty="0">
                          <a:solidFill>
                            <a:schemeClr val="tx1"/>
                          </a:solidFill>
                          <a:latin typeface="Times" pitchFamily="2" charset="0"/>
                        </a:rPr>
                        <a:t>Comparisons</a:t>
                      </a:r>
                      <a:endParaRPr lang="en-IE" sz="2000" b="0" noProof="0" dirty="0">
                        <a:solidFill>
                          <a:schemeClr val="tx1"/>
                        </a:solidFill>
                        <a:latin typeface="Times" pitchFamily="2" charset="0"/>
                        <a:cs typeface="Arial"/>
                      </a:endParaRPr>
                    </a:p>
                  </a:txBody>
                  <a:tcPr marL="0" marR="0" marT="20955" marB="0" anchor="ctr"/>
                </a:tc>
                <a:tc>
                  <a:txBody>
                    <a:bodyPr/>
                    <a:lstStyle/>
                    <a:p>
                      <a:pPr marL="31750" marR="151130" algn="ctr">
                        <a:lnSpc>
                          <a:spcPct val="101099"/>
                        </a:lnSpc>
                        <a:spcBef>
                          <a:spcPts val="140"/>
                        </a:spcBef>
                      </a:pPr>
                      <a:r>
                        <a:rPr lang="en-IE" sz="2000" b="0" spc="5" noProof="0" dirty="0">
                          <a:solidFill>
                            <a:schemeClr val="tx1"/>
                          </a:solidFill>
                          <a:latin typeface="Times" pitchFamily="2" charset="0"/>
                        </a:rPr>
                        <a:t>&lt;</a:t>
                      </a:r>
                      <a:r>
                        <a:rPr lang="en-IE" sz="2000" b="0" noProof="0" dirty="0">
                          <a:solidFill>
                            <a:schemeClr val="tx1"/>
                          </a:solidFill>
                          <a:latin typeface="Times" pitchFamily="2" charset="0"/>
                        </a:rPr>
                        <a:t>,</a:t>
                      </a:r>
                      <a:r>
                        <a:rPr lang="en-IE" sz="2000" b="0" spc="-95" noProof="0" dirty="0">
                          <a:solidFill>
                            <a:schemeClr val="tx1"/>
                          </a:solidFill>
                          <a:latin typeface="Times" pitchFamily="2" charset="0"/>
                        </a:rPr>
                        <a:t> </a:t>
                      </a:r>
                      <a:r>
                        <a:rPr lang="en-IE" sz="2000" b="0" spc="5" noProof="0" dirty="0">
                          <a:solidFill>
                            <a:schemeClr val="tx1"/>
                          </a:solidFill>
                          <a:latin typeface="Times" pitchFamily="2" charset="0"/>
                        </a:rPr>
                        <a:t>=</a:t>
                      </a:r>
                      <a:r>
                        <a:rPr lang="en-IE" sz="2000" b="0" noProof="0" dirty="0">
                          <a:solidFill>
                            <a:schemeClr val="tx1"/>
                          </a:solidFill>
                          <a:latin typeface="Times" pitchFamily="2" charset="0"/>
                        </a:rPr>
                        <a:t>,</a:t>
                      </a:r>
                      <a:r>
                        <a:rPr lang="en-IE" sz="2000" b="0" spc="-95" noProof="0" dirty="0">
                          <a:solidFill>
                            <a:schemeClr val="tx1"/>
                          </a:solidFill>
                          <a:latin typeface="Times" pitchFamily="2" charset="0"/>
                        </a:rPr>
                        <a:t> </a:t>
                      </a:r>
                      <a:r>
                        <a:rPr lang="en-IE" sz="2000" b="0" spc="5" noProof="0" dirty="0">
                          <a:solidFill>
                            <a:schemeClr val="tx1"/>
                          </a:solidFill>
                          <a:latin typeface="Times" pitchFamily="2" charset="0"/>
                        </a:rPr>
                        <a:t>&gt;</a:t>
                      </a:r>
                      <a:r>
                        <a:rPr lang="en-IE" sz="2000" b="0" noProof="0" dirty="0">
                          <a:solidFill>
                            <a:schemeClr val="tx1"/>
                          </a:solidFill>
                          <a:latin typeface="Times" pitchFamily="2" charset="0"/>
                        </a:rPr>
                        <a:t>,</a:t>
                      </a:r>
                      <a:r>
                        <a:rPr lang="en-IE" sz="2000" b="0" spc="-95" noProof="0" dirty="0">
                          <a:solidFill>
                            <a:schemeClr val="tx1"/>
                          </a:solidFill>
                          <a:latin typeface="Times" pitchFamily="2" charset="0"/>
                        </a:rPr>
                        <a:t> </a:t>
                      </a:r>
                      <a:r>
                        <a:rPr lang="en-IE" sz="2000" b="0" spc="5" noProof="0" dirty="0">
                          <a:solidFill>
                            <a:schemeClr val="tx1"/>
                          </a:solidFill>
                          <a:latin typeface="Times" pitchFamily="2" charset="0"/>
                        </a:rPr>
                        <a:t>&lt;=</a:t>
                      </a:r>
                      <a:r>
                        <a:rPr lang="en-IE" sz="2000" b="0" noProof="0" dirty="0">
                          <a:solidFill>
                            <a:schemeClr val="tx1"/>
                          </a:solidFill>
                          <a:latin typeface="Times" pitchFamily="2" charset="0"/>
                        </a:rPr>
                        <a:t>,</a:t>
                      </a:r>
                      <a:r>
                        <a:rPr lang="en-IE" sz="2000" b="0" spc="-95" noProof="0" dirty="0">
                          <a:solidFill>
                            <a:schemeClr val="tx1"/>
                          </a:solidFill>
                          <a:latin typeface="Times" pitchFamily="2" charset="0"/>
                        </a:rPr>
                        <a:t> </a:t>
                      </a:r>
                      <a:r>
                        <a:rPr lang="en-IE" sz="2000" b="0" spc="5" noProof="0" dirty="0">
                          <a:solidFill>
                            <a:schemeClr val="tx1"/>
                          </a:solidFill>
                          <a:latin typeface="Times" pitchFamily="2" charset="0"/>
                        </a:rPr>
                        <a:t>&gt;=</a:t>
                      </a:r>
                      <a:r>
                        <a:rPr lang="en-IE" sz="2000" b="0" noProof="0" dirty="0">
                          <a:solidFill>
                            <a:schemeClr val="tx1"/>
                          </a:solidFill>
                          <a:latin typeface="Times" pitchFamily="2" charset="0"/>
                        </a:rPr>
                        <a:t>,</a:t>
                      </a:r>
                      <a:r>
                        <a:rPr lang="en-IE" sz="2000" b="0" spc="-95" noProof="0" dirty="0">
                          <a:solidFill>
                            <a:schemeClr val="tx1"/>
                          </a:solidFill>
                          <a:latin typeface="Times" pitchFamily="2" charset="0"/>
                        </a:rPr>
                        <a:t> </a:t>
                      </a:r>
                      <a:r>
                        <a:rPr lang="en-IE" sz="2000" b="0" spc="5" noProof="0" dirty="0">
                          <a:solidFill>
                            <a:schemeClr val="tx1"/>
                          </a:solidFill>
                          <a:latin typeface="Times" pitchFamily="2" charset="0"/>
                        </a:rPr>
                        <a:t>&lt;</a:t>
                      </a:r>
                      <a:r>
                        <a:rPr lang="en-IE" sz="2000" b="0" noProof="0" dirty="0">
                          <a:solidFill>
                            <a:schemeClr val="tx1"/>
                          </a:solidFill>
                          <a:latin typeface="Times" pitchFamily="2" charset="0"/>
                        </a:rPr>
                        <a:t>&gt; ( means “not equal to”)</a:t>
                      </a:r>
                      <a:endParaRPr lang="en-IE" sz="2000" b="0" spc="-70" noProof="0" dirty="0">
                        <a:solidFill>
                          <a:schemeClr val="tx1"/>
                        </a:solidFill>
                        <a:latin typeface="Times" pitchFamily="2" charset="0"/>
                      </a:endParaRPr>
                    </a:p>
                  </a:txBody>
                  <a:tcPr marL="0" marR="0" marT="17780" marB="0" anchor="ctr"/>
                </a:tc>
                <a:tc>
                  <a:txBody>
                    <a:bodyPr/>
                    <a:lstStyle/>
                    <a:p>
                      <a:pPr marL="31750" algn="ctr">
                        <a:lnSpc>
                          <a:spcPts val="2014"/>
                        </a:lnSpc>
                        <a:spcBef>
                          <a:spcPts val="170"/>
                        </a:spcBef>
                      </a:pPr>
                      <a:r>
                        <a:rPr lang="en-IE" sz="1800" b="0" spc="-15" noProof="0" dirty="0">
                          <a:solidFill>
                            <a:schemeClr val="tx1"/>
                          </a:solidFill>
                          <a:latin typeface="Times" pitchFamily="2" charset="0"/>
                        </a:rPr>
                        <a:t>E</a:t>
                      </a:r>
                      <a:r>
                        <a:rPr lang="en-IE" sz="1800" b="0" noProof="0" dirty="0">
                          <a:solidFill>
                            <a:schemeClr val="tx1"/>
                          </a:solidFill>
                          <a:latin typeface="Times" pitchFamily="2" charset="0"/>
                        </a:rPr>
                        <a:t>xp</a:t>
                      </a:r>
                      <a:r>
                        <a:rPr lang="en-IE" sz="1800" b="0" spc="-5" noProof="0" dirty="0">
                          <a:solidFill>
                            <a:schemeClr val="tx1"/>
                          </a:solidFill>
                          <a:latin typeface="Times" pitchFamily="2" charset="0"/>
                        </a:rPr>
                        <a:t>re</a:t>
                      </a:r>
                      <a:r>
                        <a:rPr lang="en-IE" sz="1800" b="0" spc="-10" noProof="0" dirty="0">
                          <a:solidFill>
                            <a:schemeClr val="tx1"/>
                          </a:solidFill>
                          <a:latin typeface="Times" pitchFamily="2" charset="0"/>
                        </a:rPr>
                        <a:t>ssi</a:t>
                      </a:r>
                      <a:r>
                        <a:rPr lang="en-IE" sz="1800" b="0" noProof="0" dirty="0">
                          <a:solidFill>
                            <a:schemeClr val="tx1"/>
                          </a:solidFill>
                          <a:latin typeface="Times" pitchFamily="2" charset="0"/>
                        </a:rPr>
                        <a:t>on</a:t>
                      </a:r>
                      <a:r>
                        <a:rPr lang="en-IE" sz="1800" b="0" spc="-95" noProof="0" dirty="0">
                          <a:solidFill>
                            <a:schemeClr val="tx1"/>
                          </a:solidFill>
                          <a:latin typeface="Times" pitchFamily="2" charset="0"/>
                        </a:rPr>
                        <a:t> </a:t>
                      </a:r>
                      <a:r>
                        <a:rPr lang="en-IE" sz="1800" b="0" noProof="0" dirty="0">
                          <a:solidFill>
                            <a:schemeClr val="tx1"/>
                          </a:solidFill>
                          <a:latin typeface="Times" pitchFamily="2" charset="0"/>
                        </a:rPr>
                        <a:t>{</a:t>
                      </a:r>
                    </a:p>
                    <a:p>
                      <a:pPr marL="31750" algn="ctr">
                        <a:lnSpc>
                          <a:spcPts val="1989"/>
                        </a:lnSpc>
                      </a:pPr>
                      <a:r>
                        <a:rPr lang="en-IE" sz="1800" b="0" noProof="0" dirty="0">
                          <a:solidFill>
                            <a:schemeClr val="tx1"/>
                          </a:solidFill>
                          <a:latin typeface="Times" pitchFamily="2" charset="0"/>
                        </a:rPr>
                        <a:t>&lt;</a:t>
                      </a:r>
                      <a:r>
                        <a:rPr lang="en-IE" sz="1800" b="0" spc="-95" noProof="0" dirty="0">
                          <a:solidFill>
                            <a:schemeClr val="tx1"/>
                          </a:solidFill>
                          <a:latin typeface="Times" pitchFamily="2" charset="0"/>
                        </a:rPr>
                        <a:t> </a:t>
                      </a:r>
                      <a:r>
                        <a:rPr lang="en-IE" sz="1800" b="0" noProof="0" dirty="0">
                          <a:solidFill>
                            <a:schemeClr val="tx1"/>
                          </a:solidFill>
                          <a:latin typeface="Times" pitchFamily="2" charset="0"/>
                        </a:rPr>
                        <a:t>|</a:t>
                      </a:r>
                    </a:p>
                    <a:p>
                      <a:pPr marL="80645" algn="ctr">
                        <a:lnSpc>
                          <a:spcPts val="2014"/>
                        </a:lnSpc>
                      </a:pPr>
                      <a:r>
                        <a:rPr lang="en-IE" sz="1800" b="0" noProof="0" dirty="0">
                          <a:solidFill>
                            <a:schemeClr val="tx1"/>
                          </a:solidFill>
                          <a:latin typeface="Times" pitchFamily="2" charset="0"/>
                        </a:rPr>
                        <a:t>=</a:t>
                      </a:r>
                      <a:r>
                        <a:rPr lang="en-IE" sz="1800" b="0" spc="-95" noProof="0" dirty="0">
                          <a:solidFill>
                            <a:schemeClr val="tx1"/>
                          </a:solidFill>
                          <a:latin typeface="Times" pitchFamily="2" charset="0"/>
                        </a:rPr>
                        <a:t> </a:t>
                      </a:r>
                      <a:r>
                        <a:rPr lang="en-IE" sz="1800" b="0" noProof="0" dirty="0">
                          <a:solidFill>
                            <a:schemeClr val="tx1"/>
                          </a:solidFill>
                          <a:latin typeface="Times" pitchFamily="2" charset="0"/>
                        </a:rPr>
                        <a:t>|</a:t>
                      </a:r>
                    </a:p>
                    <a:p>
                      <a:pPr marL="31750" algn="ctr">
                        <a:lnSpc>
                          <a:spcPts val="2014"/>
                        </a:lnSpc>
                        <a:spcBef>
                          <a:spcPts val="75"/>
                        </a:spcBef>
                      </a:pPr>
                      <a:r>
                        <a:rPr lang="en-IE" sz="1800" b="0" spc="-5" noProof="0" dirty="0">
                          <a:solidFill>
                            <a:schemeClr val="tx1"/>
                          </a:solidFill>
                          <a:latin typeface="Times" pitchFamily="2" charset="0"/>
                        </a:rPr>
                        <a:t>&lt;</a:t>
                      </a:r>
                      <a:r>
                        <a:rPr lang="en-IE" sz="1800" b="0" noProof="0" dirty="0">
                          <a:solidFill>
                            <a:schemeClr val="tx1"/>
                          </a:solidFill>
                          <a:latin typeface="Times" pitchFamily="2" charset="0"/>
                        </a:rPr>
                        <a:t>=</a:t>
                      </a:r>
                      <a:r>
                        <a:rPr lang="en-IE" sz="1800" b="0" spc="-95" noProof="0" dirty="0">
                          <a:solidFill>
                            <a:schemeClr val="tx1"/>
                          </a:solidFill>
                          <a:latin typeface="Times" pitchFamily="2" charset="0"/>
                        </a:rPr>
                        <a:t> </a:t>
                      </a:r>
                      <a:r>
                        <a:rPr lang="en-IE" sz="1800" b="0" noProof="0" dirty="0">
                          <a:solidFill>
                            <a:schemeClr val="tx1"/>
                          </a:solidFill>
                          <a:latin typeface="Times" pitchFamily="2" charset="0"/>
                        </a:rPr>
                        <a:t>|</a:t>
                      </a:r>
                    </a:p>
                    <a:p>
                      <a:pPr marL="31750" algn="ctr">
                        <a:lnSpc>
                          <a:spcPts val="2005"/>
                        </a:lnSpc>
                      </a:pPr>
                      <a:r>
                        <a:rPr lang="en-IE" sz="1800" b="0" spc="-5" noProof="0" dirty="0">
                          <a:solidFill>
                            <a:schemeClr val="tx1"/>
                          </a:solidFill>
                          <a:latin typeface="Times" pitchFamily="2" charset="0"/>
                        </a:rPr>
                        <a:t>&gt;</a:t>
                      </a:r>
                      <a:r>
                        <a:rPr lang="en-IE" sz="1800" b="0" noProof="0" dirty="0">
                          <a:solidFill>
                            <a:schemeClr val="tx1"/>
                          </a:solidFill>
                          <a:latin typeface="Times" pitchFamily="2" charset="0"/>
                        </a:rPr>
                        <a:t>=</a:t>
                      </a:r>
                      <a:r>
                        <a:rPr lang="en-IE" sz="1800" b="0" spc="-95" noProof="0" dirty="0">
                          <a:solidFill>
                            <a:schemeClr val="tx1"/>
                          </a:solidFill>
                          <a:latin typeface="Times" pitchFamily="2" charset="0"/>
                        </a:rPr>
                        <a:t> </a:t>
                      </a:r>
                      <a:r>
                        <a:rPr lang="en-IE" sz="1800" b="0" noProof="0" dirty="0">
                          <a:solidFill>
                            <a:schemeClr val="tx1"/>
                          </a:solidFill>
                          <a:latin typeface="Times" pitchFamily="2" charset="0"/>
                        </a:rPr>
                        <a:t>|</a:t>
                      </a:r>
                    </a:p>
                    <a:p>
                      <a:pPr marL="31750" algn="ctr">
                        <a:lnSpc>
                          <a:spcPts val="2030"/>
                        </a:lnSpc>
                      </a:pPr>
                      <a:r>
                        <a:rPr lang="en-IE" sz="1800" b="0" spc="-5" noProof="0" dirty="0">
                          <a:solidFill>
                            <a:schemeClr val="tx1"/>
                          </a:solidFill>
                          <a:latin typeface="Times" pitchFamily="2" charset="0"/>
                        </a:rPr>
                        <a:t>&lt;</a:t>
                      </a:r>
                      <a:r>
                        <a:rPr lang="en-IE" sz="1800" b="0" noProof="0" dirty="0">
                          <a:solidFill>
                            <a:schemeClr val="tx1"/>
                          </a:solidFill>
                          <a:latin typeface="Times" pitchFamily="2" charset="0"/>
                        </a:rPr>
                        <a:t>&gt;</a:t>
                      </a:r>
                      <a:r>
                        <a:rPr lang="en-IE" sz="1800" b="0" spc="-95" noProof="0" dirty="0">
                          <a:solidFill>
                            <a:schemeClr val="tx1"/>
                          </a:solidFill>
                          <a:latin typeface="Times" pitchFamily="2" charset="0"/>
                        </a:rPr>
                        <a:t> </a:t>
                      </a:r>
                      <a:r>
                        <a:rPr lang="en-IE" sz="1800" b="0" noProof="0" dirty="0">
                          <a:solidFill>
                            <a:schemeClr val="tx1"/>
                          </a:solidFill>
                          <a:latin typeface="Times" pitchFamily="2" charset="0"/>
                        </a:rPr>
                        <a:t>}</a:t>
                      </a:r>
                      <a:r>
                        <a:rPr lang="en-IE" sz="1800" b="0" spc="-95" noProof="0" dirty="0">
                          <a:solidFill>
                            <a:schemeClr val="tx1"/>
                          </a:solidFill>
                          <a:latin typeface="Times" pitchFamily="2" charset="0"/>
                        </a:rPr>
                        <a:t> </a:t>
                      </a:r>
                      <a:r>
                        <a:rPr lang="en-IE" sz="1800" b="0" spc="-15" noProof="0" dirty="0">
                          <a:solidFill>
                            <a:schemeClr val="tx1"/>
                          </a:solidFill>
                          <a:latin typeface="Times" pitchFamily="2" charset="0"/>
                        </a:rPr>
                        <a:t>E</a:t>
                      </a:r>
                      <a:r>
                        <a:rPr lang="en-IE" sz="1800" b="0" noProof="0" dirty="0">
                          <a:solidFill>
                            <a:schemeClr val="tx1"/>
                          </a:solidFill>
                          <a:latin typeface="Times" pitchFamily="2" charset="0"/>
                        </a:rPr>
                        <a:t>xp</a:t>
                      </a:r>
                      <a:r>
                        <a:rPr lang="en-IE" sz="1800" b="0" spc="-5" noProof="0" dirty="0">
                          <a:solidFill>
                            <a:schemeClr val="tx1"/>
                          </a:solidFill>
                          <a:latin typeface="Times" pitchFamily="2" charset="0"/>
                        </a:rPr>
                        <a:t>re</a:t>
                      </a:r>
                      <a:r>
                        <a:rPr lang="en-IE" sz="1800" b="0" spc="-10" noProof="0" dirty="0">
                          <a:solidFill>
                            <a:schemeClr val="tx1"/>
                          </a:solidFill>
                          <a:latin typeface="Times" pitchFamily="2" charset="0"/>
                        </a:rPr>
                        <a:t>ssi</a:t>
                      </a:r>
                      <a:r>
                        <a:rPr lang="en-IE" sz="1800" b="0" noProof="0" dirty="0">
                          <a:solidFill>
                            <a:schemeClr val="tx1"/>
                          </a:solidFill>
                          <a:latin typeface="Times" pitchFamily="2" charset="0"/>
                        </a:rPr>
                        <a:t>on</a:t>
                      </a:r>
                      <a:endParaRPr lang="en-IE" sz="1800" b="0" noProof="0" dirty="0">
                        <a:solidFill>
                          <a:schemeClr val="tx1"/>
                        </a:solidFill>
                        <a:latin typeface="Times" pitchFamily="2" charset="0"/>
                        <a:cs typeface="Arial-BoldItalicMT"/>
                      </a:endParaRPr>
                    </a:p>
                  </a:txBody>
                  <a:tcPr marL="0" marR="0" marT="21590" marB="0" anchor="ctr"/>
                </a:tc>
                <a:extLst>
                  <a:ext uri="{0D108BD9-81ED-4DB2-BD59-A6C34878D82A}">
                    <a16:rowId xmlns:a16="http://schemas.microsoft.com/office/drawing/2014/main" val="3455884621"/>
                  </a:ext>
                </a:extLst>
              </a:tr>
              <a:tr h="409330">
                <a:tc>
                  <a:txBody>
                    <a:bodyPr/>
                    <a:lstStyle/>
                    <a:p>
                      <a:pPr marL="31750" algn="ctr">
                        <a:lnSpc>
                          <a:spcPct val="100000"/>
                        </a:lnSpc>
                        <a:spcBef>
                          <a:spcPts val="170"/>
                        </a:spcBef>
                      </a:pPr>
                      <a:r>
                        <a:rPr lang="en-IE" sz="2000" b="0" spc="-5" noProof="0">
                          <a:solidFill>
                            <a:schemeClr val="tx1"/>
                          </a:solidFill>
                          <a:latin typeface="Times" pitchFamily="2" charset="0"/>
                        </a:rPr>
                        <a:t>A</a:t>
                      </a:r>
                      <a:r>
                        <a:rPr lang="en-IE" sz="2000" b="0" noProof="0">
                          <a:solidFill>
                            <a:schemeClr val="tx1"/>
                          </a:solidFill>
                          <a:latin typeface="Times" pitchFamily="2" charset="0"/>
                        </a:rPr>
                        <a:t>N</a:t>
                      </a:r>
                      <a:r>
                        <a:rPr lang="en-IE" sz="2000" b="0" spc="-45" noProof="0">
                          <a:solidFill>
                            <a:schemeClr val="tx1"/>
                          </a:solidFill>
                          <a:latin typeface="Times" pitchFamily="2" charset="0"/>
                        </a:rPr>
                        <a:t>D</a:t>
                      </a:r>
                      <a:r>
                        <a:rPr lang="en-IE" sz="2000" b="0" noProof="0">
                          <a:solidFill>
                            <a:schemeClr val="tx1"/>
                          </a:solidFill>
                          <a:latin typeface="Times" pitchFamily="2" charset="0"/>
                        </a:rPr>
                        <a:t>,</a:t>
                      </a:r>
                      <a:r>
                        <a:rPr lang="en-IE" sz="2000" b="0" spc="-95" noProof="0">
                          <a:solidFill>
                            <a:schemeClr val="tx1"/>
                          </a:solidFill>
                          <a:latin typeface="Times" pitchFamily="2" charset="0"/>
                        </a:rPr>
                        <a:t> </a:t>
                      </a:r>
                      <a:r>
                        <a:rPr lang="en-IE" sz="2000" b="0" spc="-5" noProof="0">
                          <a:solidFill>
                            <a:schemeClr val="tx1"/>
                          </a:solidFill>
                          <a:latin typeface="Times" pitchFamily="2" charset="0"/>
                        </a:rPr>
                        <a:t>OR</a:t>
                      </a:r>
                      <a:r>
                        <a:rPr lang="en-IE" sz="2000" b="0" noProof="0">
                          <a:solidFill>
                            <a:schemeClr val="tx1"/>
                          </a:solidFill>
                          <a:latin typeface="Times" pitchFamily="2" charset="0"/>
                        </a:rPr>
                        <a:t>,</a:t>
                      </a:r>
                      <a:r>
                        <a:rPr lang="en-IE" sz="2000" b="0" spc="-95" noProof="0">
                          <a:solidFill>
                            <a:schemeClr val="tx1"/>
                          </a:solidFill>
                          <a:latin typeface="Times" pitchFamily="2" charset="0"/>
                        </a:rPr>
                        <a:t> </a:t>
                      </a:r>
                      <a:r>
                        <a:rPr lang="en-IE" sz="2000" b="0" noProof="0">
                          <a:solidFill>
                            <a:schemeClr val="tx1"/>
                          </a:solidFill>
                          <a:latin typeface="Times" pitchFamily="2" charset="0"/>
                        </a:rPr>
                        <a:t>N</a:t>
                      </a:r>
                      <a:r>
                        <a:rPr lang="en-IE" sz="2000" b="0" spc="-60" noProof="0">
                          <a:solidFill>
                            <a:schemeClr val="tx1"/>
                          </a:solidFill>
                          <a:latin typeface="Times" pitchFamily="2" charset="0"/>
                        </a:rPr>
                        <a:t>O</a:t>
                      </a:r>
                      <a:r>
                        <a:rPr lang="en-IE" sz="2000" b="0" noProof="0">
                          <a:solidFill>
                            <a:schemeClr val="tx1"/>
                          </a:solidFill>
                          <a:latin typeface="Times" pitchFamily="2" charset="0"/>
                        </a:rPr>
                        <a:t>T</a:t>
                      </a:r>
                      <a:endParaRPr lang="en-IE" sz="2000" b="0" noProof="0">
                        <a:solidFill>
                          <a:schemeClr val="tx1"/>
                        </a:solidFill>
                        <a:latin typeface="Times" pitchFamily="2" charset="0"/>
                        <a:cs typeface="Arial"/>
                      </a:endParaRPr>
                    </a:p>
                  </a:txBody>
                  <a:tcPr marL="0" marR="0" marT="21590" marB="0" anchor="ctr"/>
                </a:tc>
                <a:tc>
                  <a:txBody>
                    <a:bodyPr/>
                    <a:lstStyle/>
                    <a:p>
                      <a:pPr marL="31750" marR="607695" algn="ctr">
                        <a:lnSpc>
                          <a:spcPct val="101099"/>
                        </a:lnSpc>
                        <a:spcBef>
                          <a:spcPts val="145"/>
                        </a:spcBef>
                      </a:pPr>
                      <a:r>
                        <a:rPr lang="en-IE" sz="2000" b="0" spc="-50" noProof="0" dirty="0">
                          <a:solidFill>
                            <a:schemeClr val="tx1"/>
                          </a:solidFill>
                          <a:latin typeface="Times" pitchFamily="2" charset="0"/>
                        </a:rPr>
                        <a:t>E</a:t>
                      </a:r>
                      <a:r>
                        <a:rPr lang="en-IE" sz="2000" b="0" spc="-30" noProof="0" dirty="0">
                          <a:solidFill>
                            <a:schemeClr val="tx1"/>
                          </a:solidFill>
                          <a:latin typeface="Times" pitchFamily="2" charset="0"/>
                        </a:rPr>
                        <a:t>v</a:t>
                      </a:r>
                      <a:r>
                        <a:rPr lang="en-IE" sz="2000" b="0" noProof="0" dirty="0">
                          <a:solidFill>
                            <a:schemeClr val="tx1"/>
                          </a:solidFill>
                          <a:latin typeface="Times" pitchFamily="2" charset="0"/>
                        </a:rPr>
                        <a:t>a</a:t>
                      </a:r>
                      <a:r>
                        <a:rPr lang="en-IE" sz="2000" b="0" spc="-5" noProof="0" dirty="0">
                          <a:solidFill>
                            <a:schemeClr val="tx1"/>
                          </a:solidFill>
                          <a:latin typeface="Times" pitchFamily="2" charset="0"/>
                        </a:rPr>
                        <a:t>l</a:t>
                      </a:r>
                      <a:r>
                        <a:rPr lang="en-IE" sz="2000" b="0" spc="5" noProof="0" dirty="0">
                          <a:solidFill>
                            <a:schemeClr val="tx1"/>
                          </a:solidFill>
                          <a:latin typeface="Times" pitchFamily="2" charset="0"/>
                        </a:rPr>
                        <a:t>u</a:t>
                      </a:r>
                      <a:r>
                        <a:rPr lang="en-IE" sz="2000" b="0" spc="-20" noProof="0" dirty="0">
                          <a:solidFill>
                            <a:schemeClr val="tx1"/>
                          </a:solidFill>
                          <a:latin typeface="Times" pitchFamily="2" charset="0"/>
                        </a:rPr>
                        <a:t>a</a:t>
                      </a:r>
                      <a:r>
                        <a:rPr lang="en-IE" sz="2000" b="0" spc="-25" noProof="0" dirty="0">
                          <a:solidFill>
                            <a:schemeClr val="tx1"/>
                          </a:solidFill>
                          <a:latin typeface="Times" pitchFamily="2" charset="0"/>
                        </a:rPr>
                        <a:t>t</a:t>
                      </a:r>
                      <a:r>
                        <a:rPr lang="en-IE" sz="2000" b="0" noProof="0" dirty="0">
                          <a:solidFill>
                            <a:schemeClr val="tx1"/>
                          </a:solidFill>
                          <a:latin typeface="Times" pitchFamily="2" charset="0"/>
                        </a:rPr>
                        <a:t>e</a:t>
                      </a:r>
                      <a:r>
                        <a:rPr lang="en-IE" sz="2000" b="0" spc="-90" noProof="0" dirty="0">
                          <a:solidFill>
                            <a:schemeClr val="tx1"/>
                          </a:solidFill>
                          <a:latin typeface="Times" pitchFamily="2" charset="0"/>
                        </a:rPr>
                        <a:t> </a:t>
                      </a:r>
                      <a:r>
                        <a:rPr lang="en-IE" sz="2000" b="0" noProof="0" dirty="0">
                          <a:solidFill>
                            <a:schemeClr val="tx1"/>
                          </a:solidFill>
                          <a:latin typeface="Times" pitchFamily="2" charset="0"/>
                        </a:rPr>
                        <a:t>a</a:t>
                      </a:r>
                      <a:r>
                        <a:rPr lang="en-IE" sz="2000" b="0" spc="-35" noProof="0" dirty="0">
                          <a:solidFill>
                            <a:schemeClr val="tx1"/>
                          </a:solidFill>
                          <a:latin typeface="Times" pitchFamily="2" charset="0"/>
                        </a:rPr>
                        <a:t>n</a:t>
                      </a:r>
                      <a:r>
                        <a:rPr lang="en-IE" sz="2000" b="0" noProof="0" dirty="0">
                          <a:solidFill>
                            <a:schemeClr val="tx1"/>
                          </a:solidFill>
                          <a:latin typeface="Times" pitchFamily="2" charset="0"/>
                        </a:rPr>
                        <a:t>y</a:t>
                      </a:r>
                      <a:r>
                        <a:rPr lang="en-IE" sz="2000" b="0" spc="-95" noProof="0" dirty="0">
                          <a:solidFill>
                            <a:schemeClr val="tx1"/>
                          </a:solidFill>
                          <a:latin typeface="Times" pitchFamily="2" charset="0"/>
                        </a:rPr>
                        <a:t> </a:t>
                      </a:r>
                      <a:r>
                        <a:rPr lang="en-IE" sz="2000" b="0" noProof="0" dirty="0">
                          <a:solidFill>
                            <a:schemeClr val="tx1"/>
                          </a:solidFill>
                          <a:latin typeface="Times" pitchFamily="2" charset="0"/>
                        </a:rPr>
                        <a:t>o</a:t>
                      </a:r>
                      <a:r>
                        <a:rPr lang="en-IE" sz="2000" b="0" spc="5" noProof="0" dirty="0">
                          <a:solidFill>
                            <a:schemeClr val="tx1"/>
                          </a:solidFill>
                          <a:latin typeface="Times" pitchFamily="2" charset="0"/>
                        </a:rPr>
                        <a:t>pe</a:t>
                      </a:r>
                      <a:r>
                        <a:rPr lang="en-IE" sz="2000" b="0" spc="-45" noProof="0" dirty="0">
                          <a:solidFill>
                            <a:schemeClr val="tx1"/>
                          </a:solidFill>
                          <a:latin typeface="Times" pitchFamily="2" charset="0"/>
                        </a:rPr>
                        <a:t>r</a:t>
                      </a:r>
                      <a:r>
                        <a:rPr lang="en-IE" sz="2000" b="0" noProof="0" dirty="0">
                          <a:solidFill>
                            <a:schemeClr val="tx1"/>
                          </a:solidFill>
                          <a:latin typeface="Times" pitchFamily="2" charset="0"/>
                        </a:rPr>
                        <a:t>a</a:t>
                      </a:r>
                      <a:r>
                        <a:rPr lang="en-IE" sz="2000" b="0" spc="5" noProof="0" dirty="0">
                          <a:solidFill>
                            <a:schemeClr val="tx1"/>
                          </a:solidFill>
                          <a:latin typeface="Times" pitchFamily="2" charset="0"/>
                        </a:rPr>
                        <a:t>nd(</a:t>
                      </a:r>
                      <a:r>
                        <a:rPr lang="en-IE" sz="2000" b="0" spc="-5" noProof="0" dirty="0">
                          <a:solidFill>
                            <a:schemeClr val="tx1"/>
                          </a:solidFill>
                          <a:latin typeface="Times" pitchFamily="2" charset="0"/>
                        </a:rPr>
                        <a:t>s</a:t>
                      </a:r>
                      <a:r>
                        <a:rPr lang="en-IE" sz="2000" b="0" noProof="0" dirty="0">
                          <a:solidFill>
                            <a:schemeClr val="tx1"/>
                          </a:solidFill>
                          <a:latin typeface="Times" pitchFamily="2" charset="0"/>
                        </a:rPr>
                        <a:t>)</a:t>
                      </a:r>
                      <a:r>
                        <a:rPr lang="en-IE" sz="2000" b="0" spc="-90" noProof="0" dirty="0">
                          <a:solidFill>
                            <a:schemeClr val="tx1"/>
                          </a:solidFill>
                          <a:latin typeface="Times" pitchFamily="2" charset="0"/>
                        </a:rPr>
                        <a:t> </a:t>
                      </a:r>
                      <a:r>
                        <a:rPr lang="en-IE" sz="2000" b="0" spc="-5" noProof="0" dirty="0">
                          <a:solidFill>
                            <a:schemeClr val="tx1"/>
                          </a:solidFill>
                          <a:latin typeface="Times" pitchFamily="2" charset="0"/>
                        </a:rPr>
                        <a:t>t</a:t>
                      </a:r>
                      <a:r>
                        <a:rPr lang="en-IE" sz="2000" b="0" spc="5" noProof="0" dirty="0">
                          <a:solidFill>
                            <a:schemeClr val="tx1"/>
                          </a:solidFill>
                          <a:latin typeface="Times" pitchFamily="2" charset="0"/>
                        </a:rPr>
                        <a:t>h</a:t>
                      </a:r>
                      <a:r>
                        <a:rPr lang="en-IE" sz="2000" b="0" spc="-20" noProof="0" dirty="0">
                          <a:solidFill>
                            <a:schemeClr val="tx1"/>
                          </a:solidFill>
                          <a:latin typeface="Times" pitchFamily="2" charset="0"/>
                        </a:rPr>
                        <a:t>a</a:t>
                      </a:r>
                      <a:r>
                        <a:rPr lang="en-IE" sz="2000" b="0" noProof="0" dirty="0">
                          <a:solidFill>
                            <a:schemeClr val="tx1"/>
                          </a:solidFill>
                          <a:latin typeface="Times" pitchFamily="2" charset="0"/>
                        </a:rPr>
                        <a:t>t</a:t>
                      </a:r>
                      <a:r>
                        <a:rPr lang="en-IE" sz="2000" b="0" spc="-95" noProof="0" dirty="0">
                          <a:solidFill>
                            <a:schemeClr val="tx1"/>
                          </a:solidFill>
                          <a:latin typeface="Times" pitchFamily="2" charset="0"/>
                        </a:rPr>
                        <a:t> </a:t>
                      </a:r>
                      <a:r>
                        <a:rPr lang="en-IE" sz="2000" b="0" noProof="0" dirty="0">
                          <a:solidFill>
                            <a:schemeClr val="tx1"/>
                          </a:solidFill>
                          <a:latin typeface="Times" pitchFamily="2" charset="0"/>
                        </a:rPr>
                        <a:t>a</a:t>
                      </a:r>
                      <a:r>
                        <a:rPr lang="en-IE" sz="2000" b="0" spc="-30" noProof="0" dirty="0">
                          <a:solidFill>
                            <a:schemeClr val="tx1"/>
                          </a:solidFill>
                          <a:latin typeface="Times" pitchFamily="2" charset="0"/>
                        </a:rPr>
                        <a:t>r</a:t>
                      </a:r>
                      <a:r>
                        <a:rPr lang="en-IE" sz="2000" b="0" noProof="0" dirty="0">
                          <a:solidFill>
                            <a:schemeClr val="tx1"/>
                          </a:solidFill>
                          <a:latin typeface="Times" pitchFamily="2" charset="0"/>
                        </a:rPr>
                        <a:t>e  </a:t>
                      </a:r>
                      <a:r>
                        <a:rPr lang="en-IE" sz="2000" b="0" spc="5" noProof="0" dirty="0" err="1">
                          <a:solidFill>
                            <a:schemeClr val="tx1"/>
                          </a:solidFill>
                          <a:latin typeface="Times" pitchFamily="2" charset="0"/>
                        </a:rPr>
                        <a:t>b</a:t>
                      </a:r>
                      <a:r>
                        <a:rPr lang="en-IE" sz="2000" b="0" noProof="0" dirty="0" err="1">
                          <a:solidFill>
                            <a:schemeClr val="tx1"/>
                          </a:solidFill>
                          <a:latin typeface="Times" pitchFamily="2" charset="0"/>
                        </a:rPr>
                        <a:t>ool</a:t>
                      </a:r>
                      <a:r>
                        <a:rPr lang="en-IE" sz="2000" b="0" spc="5" noProof="0" dirty="0" err="1">
                          <a:solidFill>
                            <a:schemeClr val="tx1"/>
                          </a:solidFill>
                          <a:latin typeface="Times" pitchFamily="2" charset="0"/>
                        </a:rPr>
                        <a:t>e</a:t>
                      </a:r>
                      <a:r>
                        <a:rPr lang="en-IE" sz="2000" b="0" noProof="0" dirty="0" err="1">
                          <a:solidFill>
                            <a:schemeClr val="tx1"/>
                          </a:solidFill>
                          <a:latin typeface="Times" pitchFamily="2" charset="0"/>
                        </a:rPr>
                        <a:t>an</a:t>
                      </a:r>
                      <a:r>
                        <a:rPr lang="en-IE" sz="2000" b="0" spc="-90" noProof="0" dirty="0">
                          <a:solidFill>
                            <a:schemeClr val="tx1"/>
                          </a:solidFill>
                          <a:latin typeface="Times" pitchFamily="2" charset="0"/>
                        </a:rPr>
                        <a:t> </a:t>
                      </a:r>
                      <a:r>
                        <a:rPr lang="en-IE" sz="2000" b="0" spc="-25" noProof="0" dirty="0">
                          <a:solidFill>
                            <a:schemeClr val="tx1"/>
                          </a:solidFill>
                          <a:latin typeface="Times" pitchFamily="2" charset="0"/>
                        </a:rPr>
                        <a:t>e</a:t>
                      </a:r>
                      <a:r>
                        <a:rPr lang="en-IE" sz="2000" b="0" spc="-5" noProof="0" dirty="0">
                          <a:solidFill>
                            <a:schemeClr val="tx1"/>
                          </a:solidFill>
                          <a:latin typeface="Times" pitchFamily="2" charset="0"/>
                        </a:rPr>
                        <a:t>x</a:t>
                      </a:r>
                      <a:r>
                        <a:rPr lang="en-IE" sz="2000" b="0" spc="5" noProof="0" dirty="0">
                          <a:solidFill>
                            <a:schemeClr val="tx1"/>
                          </a:solidFill>
                          <a:latin typeface="Times" pitchFamily="2" charset="0"/>
                        </a:rPr>
                        <a:t>p</a:t>
                      </a:r>
                      <a:r>
                        <a:rPr lang="en-IE" sz="2000" b="0" spc="-30" noProof="0" dirty="0">
                          <a:solidFill>
                            <a:schemeClr val="tx1"/>
                          </a:solidFill>
                          <a:latin typeface="Times" pitchFamily="2" charset="0"/>
                        </a:rPr>
                        <a:t>r</a:t>
                      </a:r>
                      <a:r>
                        <a:rPr lang="en-IE" sz="2000" b="0" spc="5" noProof="0" dirty="0">
                          <a:solidFill>
                            <a:schemeClr val="tx1"/>
                          </a:solidFill>
                          <a:latin typeface="Times" pitchFamily="2" charset="0"/>
                        </a:rPr>
                        <a:t>e</a:t>
                      </a:r>
                      <a:r>
                        <a:rPr lang="en-IE" sz="2000" b="0" spc="-5" noProof="0" dirty="0">
                          <a:solidFill>
                            <a:schemeClr val="tx1"/>
                          </a:solidFill>
                          <a:latin typeface="Times" pitchFamily="2" charset="0"/>
                        </a:rPr>
                        <a:t>ss</a:t>
                      </a:r>
                      <a:r>
                        <a:rPr lang="en-IE" sz="2000" b="0" noProof="0" dirty="0">
                          <a:solidFill>
                            <a:schemeClr val="tx1"/>
                          </a:solidFill>
                          <a:latin typeface="Times" pitchFamily="2" charset="0"/>
                        </a:rPr>
                        <a:t>io</a:t>
                      </a:r>
                      <a:r>
                        <a:rPr lang="en-IE" sz="2000" b="0" spc="5" noProof="0" dirty="0">
                          <a:solidFill>
                            <a:schemeClr val="tx1"/>
                          </a:solidFill>
                          <a:latin typeface="Times" pitchFamily="2" charset="0"/>
                        </a:rPr>
                        <a:t>n</a:t>
                      </a:r>
                      <a:r>
                        <a:rPr lang="en-IE" sz="2000" b="0" noProof="0" dirty="0">
                          <a:solidFill>
                            <a:schemeClr val="tx1"/>
                          </a:solidFill>
                          <a:latin typeface="Times" pitchFamily="2" charset="0"/>
                        </a:rPr>
                        <a:t>s</a:t>
                      </a:r>
                    </a:p>
                    <a:p>
                      <a:pPr marL="31750" algn="ctr">
                        <a:lnSpc>
                          <a:spcPts val="1950"/>
                        </a:lnSpc>
                      </a:pPr>
                      <a:r>
                        <a:rPr lang="en-IE" sz="1800" b="0" spc="-5" noProof="0" dirty="0">
                          <a:solidFill>
                            <a:schemeClr val="tx1"/>
                          </a:solidFill>
                          <a:latin typeface="Times" pitchFamily="2" charset="0"/>
                        </a:rPr>
                        <a:t>(</a:t>
                      </a:r>
                      <a:r>
                        <a:rPr lang="en-IE" sz="1800" b="0" spc="-5" noProof="0" dirty="0" err="1">
                          <a:solidFill>
                            <a:schemeClr val="tx1"/>
                          </a:solidFill>
                          <a:latin typeface="Times" pitchFamily="2" charset="0"/>
                        </a:rPr>
                        <a:t>o</a:t>
                      </a:r>
                      <a:r>
                        <a:rPr lang="en-IE" sz="1800" b="0" noProof="0" dirty="0" err="1">
                          <a:solidFill>
                            <a:schemeClr val="tx1"/>
                          </a:solidFill>
                          <a:latin typeface="Times" pitchFamily="2" charset="0"/>
                        </a:rPr>
                        <a:t>r</a:t>
                      </a:r>
                      <a:r>
                        <a:rPr lang="en-IE" sz="1800" b="0" spc="-10" noProof="0" dirty="0" err="1">
                          <a:solidFill>
                            <a:schemeClr val="tx1"/>
                          </a:solidFill>
                          <a:latin typeface="Times" pitchFamily="2" charset="0"/>
                        </a:rPr>
                        <a:t>i</a:t>
                      </a:r>
                      <a:r>
                        <a:rPr lang="en-IE" sz="1800" b="0" noProof="0" dirty="0" err="1">
                          <a:solidFill>
                            <a:schemeClr val="tx1"/>
                          </a:solidFill>
                          <a:latin typeface="Times" pitchFamily="2" charset="0"/>
                        </a:rPr>
                        <a:t>g</a:t>
                      </a:r>
                      <a:r>
                        <a:rPr lang="en-IE" sz="1800" b="0" spc="-5" noProof="0" dirty="0" err="1">
                          <a:solidFill>
                            <a:schemeClr val="tx1"/>
                          </a:solidFill>
                          <a:latin typeface="Times" pitchFamily="2" charset="0"/>
                        </a:rPr>
                        <a:t>_</a:t>
                      </a:r>
                      <a:r>
                        <a:rPr lang="en-IE" sz="1800" b="0" spc="-10" noProof="0" dirty="0" err="1">
                          <a:solidFill>
                            <a:schemeClr val="tx1"/>
                          </a:solidFill>
                          <a:latin typeface="Times" pitchFamily="2" charset="0"/>
                        </a:rPr>
                        <a:t>ai</a:t>
                      </a:r>
                      <a:r>
                        <a:rPr lang="en-IE" sz="1800" b="0" noProof="0" dirty="0" err="1">
                          <a:solidFill>
                            <a:schemeClr val="tx1"/>
                          </a:solidFill>
                          <a:latin typeface="Times" pitchFamily="2" charset="0"/>
                        </a:rPr>
                        <a:t>r</a:t>
                      </a:r>
                      <a:r>
                        <a:rPr lang="en-IE" sz="1800" b="0" spc="-5" noProof="0" dirty="0" err="1">
                          <a:solidFill>
                            <a:schemeClr val="tx1"/>
                          </a:solidFill>
                          <a:latin typeface="Times" pitchFamily="2" charset="0"/>
                        </a:rPr>
                        <a:t>po</a:t>
                      </a:r>
                      <a:r>
                        <a:rPr lang="en-IE" sz="1800" b="0" noProof="0" dirty="0" err="1">
                          <a:solidFill>
                            <a:schemeClr val="tx1"/>
                          </a:solidFill>
                          <a:latin typeface="Times" pitchFamily="2" charset="0"/>
                        </a:rPr>
                        <a:t>rt</a:t>
                      </a:r>
                      <a:r>
                        <a:rPr lang="en-IE" sz="1800" b="0" spc="-100" noProof="0" dirty="0">
                          <a:solidFill>
                            <a:schemeClr val="tx1"/>
                          </a:solidFill>
                          <a:latin typeface="Times" pitchFamily="2" charset="0"/>
                        </a:rPr>
                        <a:t> </a:t>
                      </a:r>
                      <a:r>
                        <a:rPr lang="en-IE" sz="1800" b="0" noProof="0" dirty="0">
                          <a:solidFill>
                            <a:schemeClr val="tx1"/>
                          </a:solidFill>
                          <a:latin typeface="Times" pitchFamily="2" charset="0"/>
                        </a:rPr>
                        <a:t>=</a:t>
                      </a:r>
                      <a:r>
                        <a:rPr lang="en-IE" sz="1800" b="0" spc="-95" noProof="0" dirty="0">
                          <a:solidFill>
                            <a:schemeClr val="tx1"/>
                          </a:solidFill>
                          <a:latin typeface="Times" pitchFamily="2" charset="0"/>
                        </a:rPr>
                        <a:t> </a:t>
                      </a:r>
                      <a:r>
                        <a:rPr lang="en-IE" sz="1800" b="0" noProof="0" dirty="0">
                          <a:solidFill>
                            <a:schemeClr val="tx1"/>
                          </a:solidFill>
                          <a:latin typeface="Times" pitchFamily="2" charset="0"/>
                        </a:rPr>
                        <a:t>'S</a:t>
                      </a:r>
                      <a:r>
                        <a:rPr lang="en-IE" sz="1800" b="0" spc="-15" noProof="0" dirty="0">
                          <a:solidFill>
                            <a:schemeClr val="tx1"/>
                          </a:solidFill>
                          <a:latin typeface="Times" pitchFamily="2" charset="0"/>
                        </a:rPr>
                        <a:t>F</a:t>
                      </a:r>
                      <a:r>
                        <a:rPr lang="en-IE" sz="1800" b="0" noProof="0" dirty="0">
                          <a:solidFill>
                            <a:schemeClr val="tx1"/>
                          </a:solidFill>
                          <a:latin typeface="Times" pitchFamily="2" charset="0"/>
                        </a:rPr>
                        <a:t>O')</a:t>
                      </a:r>
                      <a:r>
                        <a:rPr lang="en-IE" sz="1800" b="0" spc="-95" noProof="0" dirty="0">
                          <a:solidFill>
                            <a:schemeClr val="tx1"/>
                          </a:solidFill>
                          <a:latin typeface="Times" pitchFamily="2" charset="0"/>
                        </a:rPr>
                        <a:t> </a:t>
                      </a:r>
                      <a:r>
                        <a:rPr lang="en-IE" sz="1800" b="0" noProof="0" dirty="0">
                          <a:solidFill>
                            <a:schemeClr val="tx1"/>
                          </a:solidFill>
                          <a:latin typeface="Times" pitchFamily="2" charset="0"/>
                        </a:rPr>
                        <a:t>OR</a:t>
                      </a:r>
                      <a:r>
                        <a:rPr lang="en-IE" sz="1800" b="0" spc="-100" noProof="0" dirty="0">
                          <a:solidFill>
                            <a:schemeClr val="tx1"/>
                          </a:solidFill>
                          <a:latin typeface="Times" pitchFamily="2" charset="0"/>
                        </a:rPr>
                        <a:t> </a:t>
                      </a:r>
                      <a:r>
                        <a:rPr lang="en-IE" sz="1800" b="0" spc="-5" noProof="0" dirty="0">
                          <a:solidFill>
                            <a:schemeClr val="tx1"/>
                          </a:solidFill>
                          <a:latin typeface="Times" pitchFamily="2" charset="0"/>
                        </a:rPr>
                        <a:t>(</a:t>
                      </a:r>
                      <a:r>
                        <a:rPr lang="en-IE" sz="1800" b="0" spc="-5" noProof="0" dirty="0" err="1">
                          <a:solidFill>
                            <a:schemeClr val="tx1"/>
                          </a:solidFill>
                          <a:latin typeface="Times" pitchFamily="2" charset="0"/>
                        </a:rPr>
                        <a:t>d</a:t>
                      </a:r>
                      <a:r>
                        <a:rPr lang="en-IE" sz="1800" b="0" spc="-10" noProof="0" dirty="0" err="1">
                          <a:solidFill>
                            <a:schemeClr val="tx1"/>
                          </a:solidFill>
                          <a:latin typeface="Times" pitchFamily="2" charset="0"/>
                        </a:rPr>
                        <a:t>e</a:t>
                      </a:r>
                      <a:r>
                        <a:rPr lang="en-IE" sz="1800" b="0" spc="-25" noProof="0" dirty="0" err="1">
                          <a:solidFill>
                            <a:schemeClr val="tx1"/>
                          </a:solidFill>
                          <a:latin typeface="Times" pitchFamily="2" charset="0"/>
                        </a:rPr>
                        <a:t>s</a:t>
                      </a:r>
                      <a:r>
                        <a:rPr lang="en-IE" sz="1800" b="0" spc="-10" noProof="0" dirty="0" err="1">
                          <a:solidFill>
                            <a:schemeClr val="tx1"/>
                          </a:solidFill>
                          <a:latin typeface="Times" pitchFamily="2" charset="0"/>
                        </a:rPr>
                        <a:t>t</a:t>
                      </a:r>
                      <a:r>
                        <a:rPr lang="en-IE" sz="1800" b="0" spc="-5" noProof="0" dirty="0" err="1">
                          <a:solidFill>
                            <a:schemeClr val="tx1"/>
                          </a:solidFill>
                          <a:latin typeface="Times" pitchFamily="2" charset="0"/>
                        </a:rPr>
                        <a:t>_</a:t>
                      </a:r>
                      <a:r>
                        <a:rPr lang="en-IE" sz="1800" b="0" spc="-10" noProof="0" dirty="0" err="1">
                          <a:solidFill>
                            <a:schemeClr val="tx1"/>
                          </a:solidFill>
                          <a:latin typeface="Times" pitchFamily="2" charset="0"/>
                        </a:rPr>
                        <a:t>ai</a:t>
                      </a:r>
                      <a:r>
                        <a:rPr lang="en-IE" sz="1800" b="0" noProof="0" dirty="0" err="1">
                          <a:solidFill>
                            <a:schemeClr val="tx1"/>
                          </a:solidFill>
                          <a:latin typeface="Times" pitchFamily="2" charset="0"/>
                        </a:rPr>
                        <a:t>r</a:t>
                      </a:r>
                      <a:r>
                        <a:rPr lang="en-IE" sz="1800" b="0" spc="-5" noProof="0" dirty="0" err="1">
                          <a:solidFill>
                            <a:schemeClr val="tx1"/>
                          </a:solidFill>
                          <a:latin typeface="Times" pitchFamily="2" charset="0"/>
                        </a:rPr>
                        <a:t>po</a:t>
                      </a:r>
                      <a:r>
                        <a:rPr lang="en-IE" sz="1800" b="0" noProof="0" dirty="0" err="1">
                          <a:solidFill>
                            <a:schemeClr val="tx1"/>
                          </a:solidFill>
                          <a:latin typeface="Times" pitchFamily="2" charset="0"/>
                        </a:rPr>
                        <a:t>rt</a:t>
                      </a:r>
                      <a:r>
                        <a:rPr lang="en-IE" sz="1800" b="0" spc="-100" noProof="0" dirty="0">
                          <a:solidFill>
                            <a:schemeClr val="tx1"/>
                          </a:solidFill>
                          <a:latin typeface="Times" pitchFamily="2" charset="0"/>
                        </a:rPr>
                        <a:t> </a:t>
                      </a:r>
                      <a:r>
                        <a:rPr lang="en-IE" sz="1800" b="0" noProof="0" dirty="0">
                          <a:solidFill>
                            <a:schemeClr val="tx1"/>
                          </a:solidFill>
                          <a:latin typeface="Times" pitchFamily="2" charset="0"/>
                        </a:rPr>
                        <a:t>=</a:t>
                      </a:r>
                      <a:r>
                        <a:rPr lang="en-IE" sz="1800" b="0" spc="-5" noProof="0" dirty="0">
                          <a:solidFill>
                            <a:schemeClr val="tx1"/>
                          </a:solidFill>
                          <a:latin typeface="Times" pitchFamily="2" charset="0"/>
                        </a:rPr>
                        <a:t>'G</a:t>
                      </a:r>
                      <a:r>
                        <a:rPr lang="en-IE" sz="1800" b="0" spc="-10" noProof="0" dirty="0">
                          <a:solidFill>
                            <a:schemeClr val="tx1"/>
                          </a:solidFill>
                          <a:latin typeface="Times" pitchFamily="2" charset="0"/>
                        </a:rPr>
                        <a:t>R</a:t>
                      </a:r>
                      <a:r>
                        <a:rPr lang="en-IE" sz="1800" b="0" noProof="0" dirty="0">
                          <a:solidFill>
                            <a:schemeClr val="tx1"/>
                          </a:solidFill>
                          <a:latin typeface="Times" pitchFamily="2" charset="0"/>
                        </a:rPr>
                        <a:t>U')</a:t>
                      </a:r>
                      <a:r>
                        <a:rPr lang="en-IE" sz="1800" b="0" spc="-90" noProof="0" dirty="0">
                          <a:solidFill>
                            <a:schemeClr val="tx1"/>
                          </a:solidFill>
                          <a:latin typeface="Times" pitchFamily="2" charset="0"/>
                        </a:rPr>
                        <a:t> </a:t>
                      </a:r>
                      <a:r>
                        <a:rPr lang="en-IE" sz="1800" b="0" spc="-10" noProof="0" dirty="0">
                          <a:solidFill>
                            <a:schemeClr val="tx1"/>
                          </a:solidFill>
                          <a:latin typeface="Times" pitchFamily="2" charset="0"/>
                        </a:rPr>
                        <a:t>-</a:t>
                      </a:r>
                      <a:r>
                        <a:rPr lang="en-IE" sz="1800" b="0" noProof="0" dirty="0">
                          <a:solidFill>
                            <a:schemeClr val="tx1"/>
                          </a:solidFill>
                          <a:latin typeface="Times" pitchFamily="2" charset="0"/>
                        </a:rPr>
                        <a:t>-</a:t>
                      </a:r>
                      <a:r>
                        <a:rPr lang="en-IE" sz="1800" b="0" spc="-95" noProof="0" dirty="0">
                          <a:solidFill>
                            <a:schemeClr val="tx1"/>
                          </a:solidFill>
                          <a:latin typeface="Times" pitchFamily="2" charset="0"/>
                        </a:rPr>
                        <a:t> </a:t>
                      </a:r>
                      <a:r>
                        <a:rPr lang="en-IE" sz="1800" b="0" spc="-20" noProof="0" dirty="0">
                          <a:solidFill>
                            <a:schemeClr val="tx1"/>
                          </a:solidFill>
                          <a:latin typeface="Times" pitchFamily="2" charset="0"/>
                        </a:rPr>
                        <a:t>r</a:t>
                      </a:r>
                      <a:r>
                        <a:rPr lang="en-IE" sz="1800" b="0" spc="-25" noProof="0" dirty="0">
                          <a:solidFill>
                            <a:schemeClr val="tx1"/>
                          </a:solidFill>
                          <a:latin typeface="Times" pitchFamily="2" charset="0"/>
                        </a:rPr>
                        <a:t>e</a:t>
                      </a:r>
                      <a:r>
                        <a:rPr lang="en-IE" sz="1800" b="0" spc="-10" noProof="0" dirty="0">
                          <a:solidFill>
                            <a:schemeClr val="tx1"/>
                          </a:solidFill>
                          <a:latin typeface="Times" pitchFamily="2" charset="0"/>
                        </a:rPr>
                        <a:t>t</a:t>
                      </a:r>
                      <a:r>
                        <a:rPr lang="en-IE" sz="1800" b="0" spc="-5" noProof="0" dirty="0">
                          <a:solidFill>
                            <a:schemeClr val="tx1"/>
                          </a:solidFill>
                          <a:latin typeface="Times" pitchFamily="2" charset="0"/>
                        </a:rPr>
                        <a:t>u</a:t>
                      </a:r>
                      <a:r>
                        <a:rPr lang="en-IE" sz="1800" b="0" noProof="0" dirty="0">
                          <a:solidFill>
                            <a:schemeClr val="tx1"/>
                          </a:solidFill>
                          <a:latin typeface="Times" pitchFamily="2" charset="0"/>
                        </a:rPr>
                        <a:t>r</a:t>
                      </a:r>
                      <a:r>
                        <a:rPr lang="en-IE" sz="1800" b="0" spc="-5" noProof="0" dirty="0">
                          <a:solidFill>
                            <a:schemeClr val="tx1"/>
                          </a:solidFill>
                          <a:latin typeface="Times" pitchFamily="2" charset="0"/>
                        </a:rPr>
                        <a:t>n</a:t>
                      </a:r>
                      <a:r>
                        <a:rPr lang="en-IE" sz="1800" b="0" noProof="0" dirty="0">
                          <a:solidFill>
                            <a:schemeClr val="tx1"/>
                          </a:solidFill>
                          <a:latin typeface="Times" pitchFamily="2" charset="0"/>
                        </a:rPr>
                        <a:t>s</a:t>
                      </a:r>
                      <a:r>
                        <a:rPr lang="en-IE" sz="1800" b="0" spc="-95" noProof="0" dirty="0">
                          <a:solidFill>
                            <a:schemeClr val="tx1"/>
                          </a:solidFill>
                          <a:latin typeface="Times" pitchFamily="2" charset="0"/>
                        </a:rPr>
                        <a:t> </a:t>
                      </a:r>
                      <a:r>
                        <a:rPr lang="en-IE" sz="1800" b="0" spc="-10" noProof="0" dirty="0">
                          <a:solidFill>
                            <a:schemeClr val="tx1"/>
                          </a:solidFill>
                          <a:latin typeface="Times" pitchFamily="2" charset="0"/>
                        </a:rPr>
                        <a:t>t</a:t>
                      </a:r>
                      <a:r>
                        <a:rPr lang="en-IE" sz="1800" b="0" noProof="0" dirty="0">
                          <a:solidFill>
                            <a:schemeClr val="tx1"/>
                          </a:solidFill>
                          <a:latin typeface="Times" pitchFamily="2" charset="0"/>
                        </a:rPr>
                        <a:t>r</a:t>
                      </a:r>
                      <a:r>
                        <a:rPr lang="en-IE" sz="1800" b="0" spc="-5" noProof="0" dirty="0">
                          <a:solidFill>
                            <a:schemeClr val="tx1"/>
                          </a:solidFill>
                          <a:latin typeface="Times" pitchFamily="2" charset="0"/>
                        </a:rPr>
                        <a:t>u</a:t>
                      </a:r>
                      <a:r>
                        <a:rPr lang="en-IE" sz="1800" b="0" noProof="0" dirty="0">
                          <a:solidFill>
                            <a:schemeClr val="tx1"/>
                          </a:solidFill>
                          <a:latin typeface="Times" pitchFamily="2" charset="0"/>
                        </a:rPr>
                        <a:t>e</a:t>
                      </a:r>
                      <a:endParaRPr lang="en-IE" sz="1800" b="0" noProof="0" dirty="0">
                        <a:solidFill>
                          <a:schemeClr val="tx1"/>
                        </a:solidFill>
                        <a:latin typeface="Times" pitchFamily="2" charset="0"/>
                        <a:cs typeface="Arial"/>
                      </a:endParaRPr>
                    </a:p>
                  </a:txBody>
                  <a:tcPr marL="0" marR="0" marT="18415" marB="0" anchor="ctr"/>
                </a:tc>
                <a:tc>
                  <a:txBody>
                    <a:bodyPr/>
                    <a:lstStyle/>
                    <a:p>
                      <a:pPr marL="31750" marR="307340" algn="ctr">
                        <a:lnSpc>
                          <a:spcPts val="1989"/>
                        </a:lnSpc>
                        <a:spcBef>
                          <a:spcPts val="285"/>
                        </a:spcBef>
                      </a:pPr>
                      <a:r>
                        <a:rPr lang="en-IE" sz="1800" b="0" noProof="0" dirty="0">
                          <a:solidFill>
                            <a:schemeClr val="tx1"/>
                          </a:solidFill>
                          <a:latin typeface="Times" pitchFamily="2" charset="0"/>
                        </a:rPr>
                        <a:t>{</a:t>
                      </a:r>
                      <a:r>
                        <a:rPr lang="en-IE" sz="1800" b="0" spc="-95" noProof="0" dirty="0">
                          <a:solidFill>
                            <a:schemeClr val="tx1"/>
                          </a:solidFill>
                          <a:latin typeface="Times" pitchFamily="2" charset="0"/>
                        </a:rPr>
                        <a:t> </a:t>
                      </a:r>
                      <a:r>
                        <a:rPr lang="en-IE" sz="1800" b="0" spc="-15" noProof="0" dirty="0">
                          <a:solidFill>
                            <a:schemeClr val="tx1"/>
                          </a:solidFill>
                          <a:latin typeface="Times" pitchFamily="2" charset="0"/>
                        </a:rPr>
                        <a:t>E</a:t>
                      </a:r>
                      <a:r>
                        <a:rPr lang="en-IE" sz="1800" b="0" noProof="0" dirty="0">
                          <a:solidFill>
                            <a:schemeClr val="tx1"/>
                          </a:solidFill>
                          <a:latin typeface="Times" pitchFamily="2" charset="0"/>
                        </a:rPr>
                        <a:t>xp</a:t>
                      </a:r>
                      <a:r>
                        <a:rPr lang="en-IE" sz="1800" b="0" spc="-5" noProof="0" dirty="0">
                          <a:solidFill>
                            <a:schemeClr val="tx1"/>
                          </a:solidFill>
                          <a:latin typeface="Times" pitchFamily="2" charset="0"/>
                        </a:rPr>
                        <a:t>re</a:t>
                      </a:r>
                      <a:r>
                        <a:rPr lang="en-IE" sz="1800" b="0" spc="-10" noProof="0" dirty="0">
                          <a:solidFill>
                            <a:schemeClr val="tx1"/>
                          </a:solidFill>
                          <a:latin typeface="Times" pitchFamily="2" charset="0"/>
                        </a:rPr>
                        <a:t>ssi</a:t>
                      </a:r>
                      <a:r>
                        <a:rPr lang="en-IE" sz="1800" b="0" noProof="0" dirty="0">
                          <a:solidFill>
                            <a:schemeClr val="tx1"/>
                          </a:solidFill>
                          <a:latin typeface="Times" pitchFamily="2" charset="0"/>
                        </a:rPr>
                        <a:t>on</a:t>
                      </a:r>
                      <a:r>
                        <a:rPr lang="en-IE" sz="1800" b="0" spc="-95" noProof="0" dirty="0">
                          <a:solidFill>
                            <a:schemeClr val="tx1"/>
                          </a:solidFill>
                          <a:latin typeface="Times" pitchFamily="2" charset="0"/>
                        </a:rPr>
                        <a:t> </a:t>
                      </a:r>
                      <a:r>
                        <a:rPr lang="en-IE" sz="1800" b="0" noProof="0" dirty="0">
                          <a:solidFill>
                            <a:schemeClr val="tx1"/>
                          </a:solidFill>
                          <a:latin typeface="Times" pitchFamily="2" charset="0"/>
                        </a:rPr>
                        <a:t>A</a:t>
                      </a:r>
                      <a:r>
                        <a:rPr lang="en-IE" sz="1800" b="0" spc="-10" noProof="0" dirty="0">
                          <a:solidFill>
                            <a:schemeClr val="tx1"/>
                          </a:solidFill>
                          <a:latin typeface="Times" pitchFamily="2" charset="0"/>
                        </a:rPr>
                        <a:t>N</a:t>
                      </a:r>
                      <a:r>
                        <a:rPr lang="en-IE" sz="1800" b="0" noProof="0" dirty="0">
                          <a:solidFill>
                            <a:schemeClr val="tx1"/>
                          </a:solidFill>
                          <a:latin typeface="Times" pitchFamily="2" charset="0"/>
                        </a:rPr>
                        <a:t>D</a:t>
                      </a:r>
                      <a:r>
                        <a:rPr lang="en-IE" sz="1800" b="0" spc="-95" noProof="0" dirty="0">
                          <a:solidFill>
                            <a:schemeClr val="tx1"/>
                          </a:solidFill>
                          <a:latin typeface="Times" pitchFamily="2" charset="0"/>
                        </a:rPr>
                        <a:t> </a:t>
                      </a:r>
                      <a:r>
                        <a:rPr lang="en-IE" sz="1800" b="0" spc="-15" noProof="0" dirty="0">
                          <a:solidFill>
                            <a:schemeClr val="tx1"/>
                          </a:solidFill>
                          <a:latin typeface="Times" pitchFamily="2" charset="0"/>
                        </a:rPr>
                        <a:t>E</a:t>
                      </a:r>
                      <a:r>
                        <a:rPr lang="en-IE" sz="1800" b="0" noProof="0" dirty="0">
                          <a:solidFill>
                            <a:schemeClr val="tx1"/>
                          </a:solidFill>
                          <a:latin typeface="Times" pitchFamily="2" charset="0"/>
                        </a:rPr>
                        <a:t>xp</a:t>
                      </a:r>
                      <a:r>
                        <a:rPr lang="en-IE" sz="1800" b="0" spc="-5" noProof="0" dirty="0">
                          <a:solidFill>
                            <a:schemeClr val="tx1"/>
                          </a:solidFill>
                          <a:latin typeface="Times" pitchFamily="2" charset="0"/>
                        </a:rPr>
                        <a:t>re</a:t>
                      </a:r>
                      <a:r>
                        <a:rPr lang="en-IE" sz="1800" b="0" spc="-10" noProof="0" dirty="0">
                          <a:solidFill>
                            <a:schemeClr val="tx1"/>
                          </a:solidFill>
                          <a:latin typeface="Times" pitchFamily="2" charset="0"/>
                        </a:rPr>
                        <a:t>ssi</a:t>
                      </a:r>
                      <a:r>
                        <a:rPr lang="en-IE" sz="1800" b="0" noProof="0" dirty="0">
                          <a:solidFill>
                            <a:schemeClr val="tx1"/>
                          </a:solidFill>
                          <a:latin typeface="Times" pitchFamily="2" charset="0"/>
                        </a:rPr>
                        <a:t>on</a:t>
                      </a:r>
                      <a:r>
                        <a:rPr lang="en-IE" sz="1800" b="0" spc="-95" noProof="0" dirty="0">
                          <a:solidFill>
                            <a:schemeClr val="tx1"/>
                          </a:solidFill>
                          <a:latin typeface="Times" pitchFamily="2" charset="0"/>
                        </a:rPr>
                        <a:t> </a:t>
                      </a:r>
                      <a:r>
                        <a:rPr lang="en-IE" sz="1800" b="0" noProof="0" dirty="0">
                          <a:solidFill>
                            <a:schemeClr val="tx1"/>
                          </a:solidFill>
                          <a:latin typeface="Times" pitchFamily="2" charset="0"/>
                        </a:rPr>
                        <a:t>|  </a:t>
                      </a:r>
                      <a:r>
                        <a:rPr lang="en-IE" sz="1800" b="0" spc="-15" noProof="0" dirty="0">
                          <a:solidFill>
                            <a:schemeClr val="tx1"/>
                          </a:solidFill>
                          <a:latin typeface="Times" pitchFamily="2" charset="0"/>
                        </a:rPr>
                        <a:t>E</a:t>
                      </a:r>
                      <a:r>
                        <a:rPr lang="en-IE" sz="1800" b="0" noProof="0" dirty="0">
                          <a:solidFill>
                            <a:schemeClr val="tx1"/>
                          </a:solidFill>
                          <a:latin typeface="Times" pitchFamily="2" charset="0"/>
                        </a:rPr>
                        <a:t>xp</a:t>
                      </a:r>
                      <a:r>
                        <a:rPr lang="en-IE" sz="1800" b="0" spc="-5" noProof="0" dirty="0">
                          <a:solidFill>
                            <a:schemeClr val="tx1"/>
                          </a:solidFill>
                          <a:latin typeface="Times" pitchFamily="2" charset="0"/>
                        </a:rPr>
                        <a:t>re</a:t>
                      </a:r>
                      <a:r>
                        <a:rPr lang="en-IE" sz="1800" b="0" spc="-10" noProof="0" dirty="0">
                          <a:solidFill>
                            <a:schemeClr val="tx1"/>
                          </a:solidFill>
                          <a:latin typeface="Times" pitchFamily="2" charset="0"/>
                        </a:rPr>
                        <a:t>ssi</a:t>
                      </a:r>
                      <a:r>
                        <a:rPr lang="en-IE" sz="1800" b="0" noProof="0" dirty="0">
                          <a:solidFill>
                            <a:schemeClr val="tx1"/>
                          </a:solidFill>
                          <a:latin typeface="Times" pitchFamily="2" charset="0"/>
                        </a:rPr>
                        <a:t>on</a:t>
                      </a:r>
                      <a:r>
                        <a:rPr lang="en-IE" sz="1800" b="0" spc="-95" noProof="0" dirty="0">
                          <a:solidFill>
                            <a:schemeClr val="tx1"/>
                          </a:solidFill>
                          <a:latin typeface="Times" pitchFamily="2" charset="0"/>
                        </a:rPr>
                        <a:t> </a:t>
                      </a:r>
                      <a:r>
                        <a:rPr lang="en-IE" sz="1800" b="0" spc="-5" noProof="0" dirty="0">
                          <a:solidFill>
                            <a:schemeClr val="tx1"/>
                          </a:solidFill>
                          <a:latin typeface="Times" pitchFamily="2" charset="0"/>
                        </a:rPr>
                        <a:t>O</a:t>
                      </a:r>
                      <a:r>
                        <a:rPr lang="en-IE" sz="1800" b="0" noProof="0" dirty="0">
                          <a:solidFill>
                            <a:schemeClr val="tx1"/>
                          </a:solidFill>
                          <a:latin typeface="Times" pitchFamily="2" charset="0"/>
                        </a:rPr>
                        <a:t>R</a:t>
                      </a:r>
                      <a:r>
                        <a:rPr lang="en-IE" sz="1800" b="0" spc="-95" noProof="0" dirty="0">
                          <a:solidFill>
                            <a:schemeClr val="tx1"/>
                          </a:solidFill>
                          <a:latin typeface="Times" pitchFamily="2" charset="0"/>
                        </a:rPr>
                        <a:t> </a:t>
                      </a:r>
                      <a:r>
                        <a:rPr lang="en-IE" sz="1800" b="0" spc="-15" noProof="0" dirty="0">
                          <a:solidFill>
                            <a:schemeClr val="tx1"/>
                          </a:solidFill>
                          <a:latin typeface="Times" pitchFamily="2" charset="0"/>
                        </a:rPr>
                        <a:t>E</a:t>
                      </a:r>
                      <a:r>
                        <a:rPr lang="en-IE" sz="1800" b="0" noProof="0" dirty="0">
                          <a:solidFill>
                            <a:schemeClr val="tx1"/>
                          </a:solidFill>
                          <a:latin typeface="Times" pitchFamily="2" charset="0"/>
                        </a:rPr>
                        <a:t>xp</a:t>
                      </a:r>
                      <a:r>
                        <a:rPr lang="en-IE" sz="1800" b="0" spc="-5" noProof="0" dirty="0">
                          <a:solidFill>
                            <a:schemeClr val="tx1"/>
                          </a:solidFill>
                          <a:latin typeface="Times" pitchFamily="2" charset="0"/>
                        </a:rPr>
                        <a:t>re</a:t>
                      </a:r>
                      <a:r>
                        <a:rPr lang="en-IE" sz="1800" b="0" spc="-10" noProof="0" dirty="0">
                          <a:solidFill>
                            <a:schemeClr val="tx1"/>
                          </a:solidFill>
                          <a:latin typeface="Times" pitchFamily="2" charset="0"/>
                        </a:rPr>
                        <a:t>ssi</a:t>
                      </a:r>
                      <a:r>
                        <a:rPr lang="en-IE" sz="1800" b="0" noProof="0" dirty="0">
                          <a:solidFill>
                            <a:schemeClr val="tx1"/>
                          </a:solidFill>
                          <a:latin typeface="Times" pitchFamily="2" charset="0"/>
                        </a:rPr>
                        <a:t>on</a:t>
                      </a:r>
                      <a:r>
                        <a:rPr lang="en-IE" sz="1800" b="0" spc="-95" noProof="0" dirty="0">
                          <a:solidFill>
                            <a:schemeClr val="tx1"/>
                          </a:solidFill>
                          <a:latin typeface="Times" pitchFamily="2" charset="0"/>
                        </a:rPr>
                        <a:t> </a:t>
                      </a:r>
                      <a:r>
                        <a:rPr lang="en-IE" sz="1800" b="0" noProof="0" dirty="0">
                          <a:solidFill>
                            <a:schemeClr val="tx1"/>
                          </a:solidFill>
                          <a:latin typeface="Times" pitchFamily="2" charset="0"/>
                        </a:rPr>
                        <a:t>|  </a:t>
                      </a:r>
                      <a:r>
                        <a:rPr lang="en-IE" sz="1800" b="0" spc="-10" noProof="0" dirty="0">
                          <a:solidFill>
                            <a:schemeClr val="tx1"/>
                          </a:solidFill>
                          <a:latin typeface="Times" pitchFamily="2" charset="0"/>
                        </a:rPr>
                        <a:t>N</a:t>
                      </a:r>
                      <a:r>
                        <a:rPr lang="en-IE" sz="1800" b="0" spc="-40" noProof="0" dirty="0">
                          <a:solidFill>
                            <a:schemeClr val="tx1"/>
                          </a:solidFill>
                          <a:latin typeface="Times" pitchFamily="2" charset="0"/>
                        </a:rPr>
                        <a:t>O</a:t>
                      </a:r>
                      <a:r>
                        <a:rPr lang="en-IE" sz="1800" b="0" noProof="0" dirty="0">
                          <a:solidFill>
                            <a:schemeClr val="tx1"/>
                          </a:solidFill>
                          <a:latin typeface="Times" pitchFamily="2" charset="0"/>
                        </a:rPr>
                        <a:t>T</a:t>
                      </a:r>
                      <a:r>
                        <a:rPr lang="en-IE" sz="1800" b="0" spc="-105" noProof="0" dirty="0">
                          <a:solidFill>
                            <a:schemeClr val="tx1"/>
                          </a:solidFill>
                          <a:latin typeface="Times" pitchFamily="2" charset="0"/>
                        </a:rPr>
                        <a:t> </a:t>
                      </a:r>
                      <a:r>
                        <a:rPr lang="en-IE" sz="1800" b="0" spc="-15" noProof="0" dirty="0">
                          <a:solidFill>
                            <a:schemeClr val="tx1"/>
                          </a:solidFill>
                          <a:latin typeface="Times" pitchFamily="2" charset="0"/>
                        </a:rPr>
                        <a:t>E</a:t>
                      </a:r>
                      <a:r>
                        <a:rPr lang="en-IE" sz="1800" b="0" noProof="0" dirty="0">
                          <a:solidFill>
                            <a:schemeClr val="tx1"/>
                          </a:solidFill>
                          <a:latin typeface="Times" pitchFamily="2" charset="0"/>
                        </a:rPr>
                        <a:t>xp</a:t>
                      </a:r>
                      <a:r>
                        <a:rPr lang="en-IE" sz="1800" b="0" spc="-5" noProof="0" dirty="0">
                          <a:solidFill>
                            <a:schemeClr val="tx1"/>
                          </a:solidFill>
                          <a:latin typeface="Times" pitchFamily="2" charset="0"/>
                        </a:rPr>
                        <a:t>re</a:t>
                      </a:r>
                      <a:r>
                        <a:rPr lang="en-IE" sz="1800" b="0" spc="-10" noProof="0" dirty="0">
                          <a:solidFill>
                            <a:schemeClr val="tx1"/>
                          </a:solidFill>
                          <a:latin typeface="Times" pitchFamily="2" charset="0"/>
                        </a:rPr>
                        <a:t>ssi</a:t>
                      </a:r>
                      <a:r>
                        <a:rPr lang="en-IE" sz="1800" b="0" noProof="0" dirty="0">
                          <a:solidFill>
                            <a:schemeClr val="tx1"/>
                          </a:solidFill>
                          <a:latin typeface="Times" pitchFamily="2" charset="0"/>
                        </a:rPr>
                        <a:t>on</a:t>
                      </a:r>
                      <a:r>
                        <a:rPr lang="en-IE" sz="1800" b="0" spc="-95" noProof="0" dirty="0">
                          <a:solidFill>
                            <a:schemeClr val="tx1"/>
                          </a:solidFill>
                          <a:latin typeface="Times" pitchFamily="2" charset="0"/>
                        </a:rPr>
                        <a:t> </a:t>
                      </a:r>
                      <a:r>
                        <a:rPr lang="en-IE" sz="1800" b="0" noProof="0" dirty="0">
                          <a:solidFill>
                            <a:schemeClr val="tx1"/>
                          </a:solidFill>
                          <a:latin typeface="Times" pitchFamily="2" charset="0"/>
                        </a:rPr>
                        <a:t>}</a:t>
                      </a:r>
                      <a:endParaRPr lang="en-IE" sz="1800" b="0" noProof="0" dirty="0">
                        <a:solidFill>
                          <a:schemeClr val="tx1"/>
                        </a:solidFill>
                        <a:latin typeface="Times" pitchFamily="2" charset="0"/>
                        <a:cs typeface="Arial"/>
                      </a:endParaRPr>
                    </a:p>
                  </a:txBody>
                  <a:tcPr marL="0" marR="0" marT="36195" marB="0" anchor="ctr"/>
                </a:tc>
                <a:extLst>
                  <a:ext uri="{0D108BD9-81ED-4DB2-BD59-A6C34878D82A}">
                    <a16:rowId xmlns:a16="http://schemas.microsoft.com/office/drawing/2014/main" val="3240019898"/>
                  </a:ext>
                </a:extLst>
              </a:tr>
            </a:tbl>
          </a:graphicData>
        </a:graphic>
      </p:graphicFrame>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4EC339-3E71-1729-81F2-3D09BCEAA290}"/>
              </a:ext>
            </a:extLst>
          </p:cNvPr>
          <p:cNvSpPr>
            <a:spLocks noGrp="1"/>
          </p:cNvSpPr>
          <p:nvPr>
            <p:ph type="title"/>
          </p:nvPr>
        </p:nvSpPr>
        <p:spPr>
          <a:xfrm>
            <a:off x="735171" y="402314"/>
            <a:ext cx="9223058" cy="534057"/>
          </a:xfrm>
        </p:spPr>
        <p:txBody>
          <a:bodyPr/>
          <a:lstStyle/>
          <a:p>
            <a:pPr algn="l" defTabSz="801378" rtl="0">
              <a:lnSpc>
                <a:spcPct val="90000"/>
              </a:lnSpc>
              <a:spcBef>
                <a:spcPct val="0"/>
              </a:spcBef>
            </a:pPr>
            <a:r>
              <a:rPr lang="en-IE" sz="3856" b="1" kern="1200" dirty="0">
                <a:solidFill>
                  <a:srgbClr val="004C6C"/>
                </a:solidFill>
                <a:latin typeface="+mj-lt"/>
                <a:cs typeface="+mj-cs"/>
              </a:rPr>
              <a:t>Examples</a:t>
            </a:r>
          </a:p>
        </p:txBody>
      </p:sp>
      <p:sp>
        <p:nvSpPr>
          <p:cNvPr id="5" name="TextBox 4">
            <a:extLst>
              <a:ext uri="{FF2B5EF4-FFF2-40B4-BE49-F238E27FC236}">
                <a16:creationId xmlns:a16="http://schemas.microsoft.com/office/drawing/2014/main" id="{2D018DAB-C3CE-3A34-C246-9A0914D45FE9}"/>
              </a:ext>
            </a:extLst>
          </p:cNvPr>
          <p:cNvSpPr txBox="1"/>
          <p:nvPr/>
        </p:nvSpPr>
        <p:spPr>
          <a:xfrm>
            <a:off x="622299" y="1516092"/>
            <a:ext cx="9335929" cy="3416320"/>
          </a:xfrm>
          <a:prstGeom prst="rect">
            <a:avLst/>
          </a:prstGeom>
          <a:solidFill>
            <a:schemeClr val="tx1"/>
          </a:solidFill>
        </p:spPr>
        <p:txBody>
          <a:bodyPr wrap="square">
            <a:spAutoFit/>
          </a:bodyPr>
          <a:lstStyle/>
          <a:p>
            <a:pPr>
              <a:buNone/>
            </a:pPr>
            <a:r>
              <a:rPr lang="en-IE" b="0" dirty="0">
                <a:solidFill>
                  <a:srgbClr val="6A9955"/>
                </a:solidFill>
                <a:effectLst/>
                <a:latin typeface="Menlo" panose="020B0609030804020204" pitchFamily="49" charset="0"/>
              </a:rPr>
              <a:t>--Find the title and budget of all movies with a Movie ID &lt;3?</a:t>
            </a:r>
            <a:endParaRPr lang="en-IE" b="0" dirty="0">
              <a:solidFill>
                <a:srgbClr val="D4D4D4"/>
              </a:solidFill>
              <a:effectLst/>
              <a:latin typeface="Menlo" panose="020B0609030804020204" pitchFamily="49" charset="0"/>
            </a:endParaRPr>
          </a:p>
          <a:p>
            <a:pPr>
              <a:buNone/>
            </a:pPr>
            <a:r>
              <a:rPr lang="en-IE" b="0" dirty="0">
                <a:solidFill>
                  <a:srgbClr val="569CD6"/>
                </a:solidFill>
                <a:effectLst/>
                <a:latin typeface="Menlo" panose="020B0609030804020204" pitchFamily="49" charset="0"/>
              </a:rPr>
              <a:t>SELECT</a:t>
            </a:r>
            <a:r>
              <a:rPr lang="en-IE" b="0" dirty="0">
                <a:solidFill>
                  <a:srgbClr val="D4D4D4"/>
                </a:solidFill>
                <a:effectLst/>
                <a:latin typeface="Menlo" panose="020B0609030804020204" pitchFamily="49" charset="0"/>
              </a:rPr>
              <a:t> </a:t>
            </a:r>
            <a:r>
              <a:rPr lang="en-IE" b="0" dirty="0" err="1">
                <a:solidFill>
                  <a:srgbClr val="D4D4D4"/>
                </a:solidFill>
                <a:effectLst/>
                <a:latin typeface="Menlo" panose="020B0609030804020204" pitchFamily="49" charset="0"/>
              </a:rPr>
              <a:t>movietitle</a:t>
            </a:r>
            <a:r>
              <a:rPr lang="en-IE" b="0" dirty="0">
                <a:solidFill>
                  <a:srgbClr val="D4D4D4"/>
                </a:solidFill>
                <a:effectLst/>
                <a:latin typeface="Menlo" panose="020B0609030804020204" pitchFamily="49" charset="0"/>
              </a:rPr>
              <a:t>, budget, director </a:t>
            </a:r>
            <a:r>
              <a:rPr lang="en-IE" b="0" dirty="0">
                <a:solidFill>
                  <a:srgbClr val="569CD6"/>
                </a:solidFill>
                <a:effectLst/>
                <a:latin typeface="Menlo" panose="020B0609030804020204" pitchFamily="49" charset="0"/>
              </a:rPr>
              <a:t>FROM</a:t>
            </a:r>
            <a:r>
              <a:rPr lang="en-IE" b="0" dirty="0">
                <a:solidFill>
                  <a:srgbClr val="D4D4D4"/>
                </a:solidFill>
                <a:effectLst/>
                <a:latin typeface="Menlo" panose="020B0609030804020204" pitchFamily="49" charset="0"/>
              </a:rPr>
              <a:t> movies </a:t>
            </a:r>
            <a:r>
              <a:rPr lang="en-IE" b="0" dirty="0">
                <a:solidFill>
                  <a:srgbClr val="569CD6"/>
                </a:solidFill>
                <a:effectLst/>
                <a:latin typeface="Menlo" panose="020B0609030804020204" pitchFamily="49" charset="0"/>
              </a:rPr>
              <a:t>WHERE</a:t>
            </a:r>
            <a:r>
              <a:rPr lang="en-IE" b="0" dirty="0">
                <a:solidFill>
                  <a:srgbClr val="D4D4D4"/>
                </a:solidFill>
                <a:effectLst/>
                <a:latin typeface="Menlo" panose="020B0609030804020204" pitchFamily="49" charset="0"/>
              </a:rPr>
              <a:t> </a:t>
            </a:r>
            <a:r>
              <a:rPr lang="en-IE" b="0" dirty="0" err="1">
                <a:solidFill>
                  <a:srgbClr val="D4D4D4"/>
                </a:solidFill>
                <a:effectLst/>
                <a:latin typeface="Menlo" panose="020B0609030804020204" pitchFamily="49" charset="0"/>
              </a:rPr>
              <a:t>movieid</a:t>
            </a:r>
            <a:r>
              <a:rPr lang="en-IE" b="0" dirty="0">
                <a:solidFill>
                  <a:srgbClr val="D4D4D4"/>
                </a:solidFill>
                <a:effectLst/>
                <a:latin typeface="Menlo" panose="020B0609030804020204" pitchFamily="49" charset="0"/>
              </a:rPr>
              <a:t> &lt;</a:t>
            </a:r>
            <a:r>
              <a:rPr lang="en-IE" b="0" dirty="0">
                <a:solidFill>
                  <a:srgbClr val="B5CEA8"/>
                </a:solidFill>
                <a:effectLst/>
                <a:latin typeface="Menlo" panose="020B0609030804020204" pitchFamily="49" charset="0"/>
              </a:rPr>
              <a:t>5</a:t>
            </a:r>
            <a:r>
              <a:rPr lang="en-IE" b="0" dirty="0">
                <a:solidFill>
                  <a:srgbClr val="D4D4D4"/>
                </a:solidFill>
                <a:effectLst/>
                <a:latin typeface="Menlo" panose="020B0609030804020204" pitchFamily="49" charset="0"/>
              </a:rPr>
              <a:t>;</a:t>
            </a:r>
          </a:p>
          <a:p>
            <a:pPr>
              <a:buNone/>
            </a:pPr>
            <a:r>
              <a:rPr lang="en-IE" b="0" dirty="0">
                <a:solidFill>
                  <a:srgbClr val="6A9955"/>
                </a:solidFill>
                <a:effectLst/>
                <a:latin typeface="Menlo" panose="020B0609030804020204" pitchFamily="49" charset="0"/>
              </a:rPr>
              <a:t>--And directed by Christopher Nolan?</a:t>
            </a:r>
            <a:endParaRPr lang="en-IE" b="0" dirty="0">
              <a:solidFill>
                <a:srgbClr val="D4D4D4"/>
              </a:solidFill>
              <a:effectLst/>
              <a:latin typeface="Menlo" panose="020B0609030804020204" pitchFamily="49" charset="0"/>
            </a:endParaRPr>
          </a:p>
          <a:p>
            <a:pPr>
              <a:buNone/>
            </a:pPr>
            <a:r>
              <a:rPr lang="en-IE" b="0" dirty="0">
                <a:solidFill>
                  <a:srgbClr val="569CD6"/>
                </a:solidFill>
                <a:effectLst/>
                <a:latin typeface="Menlo" panose="020B0609030804020204" pitchFamily="49" charset="0"/>
              </a:rPr>
              <a:t>SELECT</a:t>
            </a:r>
            <a:r>
              <a:rPr lang="en-IE" b="0" dirty="0">
                <a:solidFill>
                  <a:srgbClr val="D4D4D4"/>
                </a:solidFill>
                <a:effectLst/>
                <a:latin typeface="Menlo" panose="020B0609030804020204" pitchFamily="49" charset="0"/>
              </a:rPr>
              <a:t> </a:t>
            </a:r>
            <a:r>
              <a:rPr lang="en-IE" b="0" dirty="0" err="1">
                <a:solidFill>
                  <a:srgbClr val="D4D4D4"/>
                </a:solidFill>
                <a:effectLst/>
                <a:latin typeface="Menlo" panose="020B0609030804020204" pitchFamily="49" charset="0"/>
              </a:rPr>
              <a:t>movietitle</a:t>
            </a:r>
            <a:r>
              <a:rPr lang="en-IE" b="0" dirty="0">
                <a:solidFill>
                  <a:srgbClr val="D4D4D4"/>
                </a:solidFill>
                <a:effectLst/>
                <a:latin typeface="Menlo" panose="020B0609030804020204" pitchFamily="49" charset="0"/>
              </a:rPr>
              <a:t>, budget, director </a:t>
            </a:r>
            <a:r>
              <a:rPr lang="en-IE" b="0" dirty="0">
                <a:solidFill>
                  <a:srgbClr val="569CD6"/>
                </a:solidFill>
                <a:effectLst/>
                <a:latin typeface="Menlo" panose="020B0609030804020204" pitchFamily="49" charset="0"/>
              </a:rPr>
              <a:t>FROM</a:t>
            </a:r>
            <a:r>
              <a:rPr lang="en-IE" b="0" dirty="0">
                <a:solidFill>
                  <a:srgbClr val="D4D4D4"/>
                </a:solidFill>
                <a:effectLst/>
                <a:latin typeface="Menlo" panose="020B0609030804020204" pitchFamily="49" charset="0"/>
              </a:rPr>
              <a:t> movies </a:t>
            </a:r>
            <a:r>
              <a:rPr lang="en-IE" b="0" dirty="0">
                <a:solidFill>
                  <a:srgbClr val="569CD6"/>
                </a:solidFill>
                <a:effectLst/>
                <a:latin typeface="Menlo" panose="020B0609030804020204" pitchFamily="49" charset="0"/>
              </a:rPr>
              <a:t>WHERE</a:t>
            </a:r>
            <a:r>
              <a:rPr lang="en-IE" b="0" dirty="0">
                <a:solidFill>
                  <a:srgbClr val="D4D4D4"/>
                </a:solidFill>
                <a:effectLst/>
                <a:latin typeface="Menlo" panose="020B0609030804020204" pitchFamily="49" charset="0"/>
              </a:rPr>
              <a:t> </a:t>
            </a:r>
            <a:r>
              <a:rPr lang="en-IE" b="0" dirty="0" err="1">
                <a:solidFill>
                  <a:srgbClr val="D4D4D4"/>
                </a:solidFill>
                <a:effectLst/>
                <a:latin typeface="Menlo" panose="020B0609030804020204" pitchFamily="49" charset="0"/>
              </a:rPr>
              <a:t>movieid</a:t>
            </a:r>
            <a:r>
              <a:rPr lang="en-IE" b="0" dirty="0">
                <a:solidFill>
                  <a:srgbClr val="D4D4D4"/>
                </a:solidFill>
                <a:effectLst/>
                <a:latin typeface="Menlo" panose="020B0609030804020204" pitchFamily="49" charset="0"/>
              </a:rPr>
              <a:t> &lt; </a:t>
            </a:r>
            <a:r>
              <a:rPr lang="en-IE" b="0" dirty="0">
                <a:solidFill>
                  <a:srgbClr val="B5CEA8"/>
                </a:solidFill>
                <a:effectLst/>
                <a:latin typeface="Menlo" panose="020B0609030804020204" pitchFamily="49" charset="0"/>
              </a:rPr>
              <a:t>5</a:t>
            </a:r>
            <a:r>
              <a:rPr lang="en-IE" b="0" dirty="0">
                <a:solidFill>
                  <a:srgbClr val="D4D4D4"/>
                </a:solidFill>
                <a:effectLst/>
                <a:latin typeface="Menlo" panose="020B0609030804020204" pitchFamily="49" charset="0"/>
              </a:rPr>
              <a:t> </a:t>
            </a:r>
            <a:r>
              <a:rPr lang="en-IE" b="0" dirty="0">
                <a:solidFill>
                  <a:srgbClr val="569CD6"/>
                </a:solidFill>
                <a:effectLst/>
                <a:latin typeface="Menlo" panose="020B0609030804020204" pitchFamily="49" charset="0"/>
              </a:rPr>
              <a:t>AND</a:t>
            </a:r>
            <a:r>
              <a:rPr lang="en-IE" b="0" dirty="0">
                <a:solidFill>
                  <a:srgbClr val="D4D4D4"/>
                </a:solidFill>
                <a:effectLst/>
                <a:latin typeface="Menlo" panose="020B0609030804020204" pitchFamily="49" charset="0"/>
              </a:rPr>
              <a:t> director =</a:t>
            </a:r>
            <a:r>
              <a:rPr lang="en-IE" b="0" dirty="0">
                <a:solidFill>
                  <a:srgbClr val="CE9178"/>
                </a:solidFill>
                <a:effectLst/>
                <a:latin typeface="Menlo" panose="020B0609030804020204" pitchFamily="49" charset="0"/>
              </a:rPr>
              <a:t>'Christopher Nolan'</a:t>
            </a:r>
            <a:r>
              <a:rPr lang="en-IE" b="0" dirty="0">
                <a:solidFill>
                  <a:srgbClr val="D4D4D4"/>
                </a:solidFill>
                <a:effectLst/>
                <a:latin typeface="Menlo" panose="020B0609030804020204" pitchFamily="49" charset="0"/>
              </a:rPr>
              <a:t>;</a:t>
            </a:r>
          </a:p>
          <a:p>
            <a:pPr>
              <a:buNone/>
            </a:pPr>
            <a:r>
              <a:rPr lang="en-IE" b="0" dirty="0">
                <a:solidFill>
                  <a:srgbClr val="6A9955"/>
                </a:solidFill>
                <a:effectLst/>
                <a:latin typeface="Menlo" panose="020B0609030804020204" pitchFamily="49" charset="0"/>
              </a:rPr>
              <a:t>--What happens if we change the AND to OR?</a:t>
            </a:r>
            <a:endParaRPr lang="en-IE" b="0" dirty="0">
              <a:solidFill>
                <a:srgbClr val="D4D4D4"/>
              </a:solidFill>
              <a:effectLst/>
              <a:latin typeface="Menlo" panose="020B0609030804020204" pitchFamily="49" charset="0"/>
            </a:endParaRPr>
          </a:p>
          <a:p>
            <a:pPr>
              <a:buNone/>
            </a:pPr>
            <a:r>
              <a:rPr lang="en-IE" b="0" dirty="0">
                <a:solidFill>
                  <a:srgbClr val="569CD6"/>
                </a:solidFill>
                <a:effectLst/>
                <a:latin typeface="Menlo" panose="020B0609030804020204" pitchFamily="49" charset="0"/>
              </a:rPr>
              <a:t>SELECT</a:t>
            </a:r>
            <a:r>
              <a:rPr lang="en-IE" b="0" dirty="0">
                <a:solidFill>
                  <a:srgbClr val="D4D4D4"/>
                </a:solidFill>
                <a:effectLst/>
                <a:latin typeface="Menlo" panose="020B0609030804020204" pitchFamily="49" charset="0"/>
              </a:rPr>
              <a:t> </a:t>
            </a:r>
            <a:r>
              <a:rPr lang="en-IE" b="0" dirty="0" err="1">
                <a:solidFill>
                  <a:srgbClr val="D4D4D4"/>
                </a:solidFill>
                <a:effectLst/>
                <a:latin typeface="Menlo" panose="020B0609030804020204" pitchFamily="49" charset="0"/>
              </a:rPr>
              <a:t>movietitle</a:t>
            </a:r>
            <a:r>
              <a:rPr lang="en-IE" b="0" dirty="0">
                <a:solidFill>
                  <a:srgbClr val="D4D4D4"/>
                </a:solidFill>
                <a:effectLst/>
                <a:latin typeface="Menlo" panose="020B0609030804020204" pitchFamily="49" charset="0"/>
              </a:rPr>
              <a:t>, budget, director </a:t>
            </a:r>
            <a:r>
              <a:rPr lang="en-IE" b="0" dirty="0">
                <a:solidFill>
                  <a:srgbClr val="569CD6"/>
                </a:solidFill>
                <a:effectLst/>
                <a:latin typeface="Menlo" panose="020B0609030804020204" pitchFamily="49" charset="0"/>
              </a:rPr>
              <a:t>FROM</a:t>
            </a:r>
            <a:r>
              <a:rPr lang="en-IE" b="0" dirty="0">
                <a:solidFill>
                  <a:srgbClr val="D4D4D4"/>
                </a:solidFill>
                <a:effectLst/>
                <a:latin typeface="Menlo" panose="020B0609030804020204" pitchFamily="49" charset="0"/>
              </a:rPr>
              <a:t> movies </a:t>
            </a:r>
            <a:r>
              <a:rPr lang="en-IE" b="0" dirty="0">
                <a:solidFill>
                  <a:srgbClr val="569CD6"/>
                </a:solidFill>
                <a:effectLst/>
                <a:latin typeface="Menlo" panose="020B0609030804020204" pitchFamily="49" charset="0"/>
              </a:rPr>
              <a:t>WHERE</a:t>
            </a:r>
            <a:r>
              <a:rPr lang="en-IE" b="0" dirty="0">
                <a:solidFill>
                  <a:srgbClr val="D4D4D4"/>
                </a:solidFill>
                <a:effectLst/>
                <a:latin typeface="Menlo" panose="020B0609030804020204" pitchFamily="49" charset="0"/>
              </a:rPr>
              <a:t> </a:t>
            </a:r>
            <a:r>
              <a:rPr lang="en-IE" b="0" dirty="0" err="1">
                <a:solidFill>
                  <a:srgbClr val="D4D4D4"/>
                </a:solidFill>
                <a:effectLst/>
                <a:latin typeface="Menlo" panose="020B0609030804020204" pitchFamily="49" charset="0"/>
              </a:rPr>
              <a:t>movieid</a:t>
            </a:r>
            <a:r>
              <a:rPr lang="en-IE" b="0" dirty="0">
                <a:solidFill>
                  <a:srgbClr val="D4D4D4"/>
                </a:solidFill>
                <a:effectLst/>
                <a:latin typeface="Menlo" panose="020B0609030804020204" pitchFamily="49" charset="0"/>
              </a:rPr>
              <a:t> &lt;</a:t>
            </a:r>
            <a:r>
              <a:rPr lang="en-IE" b="0" dirty="0">
                <a:solidFill>
                  <a:srgbClr val="B5CEA8"/>
                </a:solidFill>
                <a:effectLst/>
                <a:latin typeface="Menlo" panose="020B0609030804020204" pitchFamily="49" charset="0"/>
              </a:rPr>
              <a:t>5</a:t>
            </a:r>
            <a:r>
              <a:rPr lang="en-IE" b="0" dirty="0">
                <a:solidFill>
                  <a:srgbClr val="D4D4D4"/>
                </a:solidFill>
                <a:effectLst/>
                <a:latin typeface="Menlo" panose="020B0609030804020204" pitchFamily="49" charset="0"/>
              </a:rPr>
              <a:t> </a:t>
            </a:r>
            <a:r>
              <a:rPr lang="en-IE" b="0" dirty="0">
                <a:solidFill>
                  <a:srgbClr val="569CD6"/>
                </a:solidFill>
                <a:effectLst/>
                <a:latin typeface="Menlo" panose="020B0609030804020204" pitchFamily="49" charset="0"/>
              </a:rPr>
              <a:t>OR</a:t>
            </a:r>
            <a:r>
              <a:rPr lang="en-IE" b="0" dirty="0">
                <a:solidFill>
                  <a:srgbClr val="D4D4D4"/>
                </a:solidFill>
                <a:effectLst/>
                <a:latin typeface="Menlo" panose="020B0609030804020204" pitchFamily="49" charset="0"/>
              </a:rPr>
              <a:t> director=</a:t>
            </a:r>
            <a:r>
              <a:rPr lang="en-IE" b="0" dirty="0">
                <a:solidFill>
                  <a:srgbClr val="CE9178"/>
                </a:solidFill>
                <a:effectLst/>
                <a:latin typeface="Menlo" panose="020B0609030804020204" pitchFamily="49" charset="0"/>
              </a:rPr>
              <a:t>'Christopher Nolan'</a:t>
            </a:r>
            <a:r>
              <a:rPr lang="en-IE" b="0" dirty="0">
                <a:solidFill>
                  <a:srgbClr val="D4D4D4"/>
                </a:solidFill>
                <a:effectLst/>
                <a:latin typeface="Menlo" panose="020B0609030804020204" pitchFamily="49" charset="0"/>
              </a:rPr>
              <a:t>;</a:t>
            </a:r>
          </a:p>
          <a:p>
            <a:pPr>
              <a:buNone/>
            </a:pPr>
            <a:r>
              <a:rPr lang="en-IE" b="0" dirty="0">
                <a:solidFill>
                  <a:srgbClr val="6A9955"/>
                </a:solidFill>
                <a:effectLst/>
                <a:latin typeface="Menlo" panose="020B0609030804020204" pitchFamily="49" charset="0"/>
              </a:rPr>
              <a:t>--Find the title and budgets of movies not directed by </a:t>
            </a:r>
            <a:r>
              <a:rPr lang="en-IE" b="0" dirty="0" err="1">
                <a:solidFill>
                  <a:srgbClr val="6A9955"/>
                </a:solidFill>
                <a:effectLst/>
                <a:latin typeface="Menlo" panose="020B0609030804020204" pitchFamily="49" charset="0"/>
              </a:rPr>
              <a:t>directorid</a:t>
            </a:r>
            <a:r>
              <a:rPr lang="en-IE" b="0" dirty="0">
                <a:solidFill>
                  <a:srgbClr val="6A9955"/>
                </a:solidFill>
                <a:effectLst/>
                <a:latin typeface="Menlo" panose="020B0609030804020204" pitchFamily="49" charset="0"/>
              </a:rPr>
              <a:t> 2?</a:t>
            </a:r>
            <a:endParaRPr lang="en-IE" b="0" dirty="0">
              <a:solidFill>
                <a:srgbClr val="D4D4D4"/>
              </a:solidFill>
              <a:effectLst/>
              <a:latin typeface="Menlo" panose="020B0609030804020204" pitchFamily="49" charset="0"/>
            </a:endParaRPr>
          </a:p>
          <a:p>
            <a:pPr>
              <a:buNone/>
            </a:pPr>
            <a:r>
              <a:rPr lang="en-IE" b="0" dirty="0">
                <a:solidFill>
                  <a:srgbClr val="569CD6"/>
                </a:solidFill>
                <a:effectLst/>
                <a:latin typeface="Menlo" panose="020B0609030804020204" pitchFamily="49" charset="0"/>
              </a:rPr>
              <a:t>SELECT</a:t>
            </a:r>
            <a:r>
              <a:rPr lang="en-IE" b="0" dirty="0">
                <a:solidFill>
                  <a:srgbClr val="D4D4D4"/>
                </a:solidFill>
                <a:effectLst/>
                <a:latin typeface="Menlo" panose="020B0609030804020204" pitchFamily="49" charset="0"/>
              </a:rPr>
              <a:t> </a:t>
            </a:r>
            <a:r>
              <a:rPr lang="en-IE" b="0" dirty="0" err="1">
                <a:solidFill>
                  <a:srgbClr val="D4D4D4"/>
                </a:solidFill>
                <a:effectLst/>
                <a:latin typeface="Menlo" panose="020B0609030804020204" pitchFamily="49" charset="0"/>
              </a:rPr>
              <a:t>movietitle</a:t>
            </a:r>
            <a:r>
              <a:rPr lang="en-IE" b="0" dirty="0">
                <a:solidFill>
                  <a:srgbClr val="D4D4D4"/>
                </a:solidFill>
                <a:effectLst/>
                <a:latin typeface="Menlo" panose="020B0609030804020204" pitchFamily="49" charset="0"/>
              </a:rPr>
              <a:t>, budget, director </a:t>
            </a:r>
            <a:r>
              <a:rPr lang="en-IE" b="0" dirty="0">
                <a:solidFill>
                  <a:srgbClr val="569CD6"/>
                </a:solidFill>
                <a:effectLst/>
                <a:latin typeface="Menlo" panose="020B0609030804020204" pitchFamily="49" charset="0"/>
              </a:rPr>
              <a:t>FROM</a:t>
            </a:r>
            <a:r>
              <a:rPr lang="en-IE" b="0" dirty="0">
                <a:solidFill>
                  <a:srgbClr val="D4D4D4"/>
                </a:solidFill>
                <a:effectLst/>
                <a:latin typeface="Menlo" panose="020B0609030804020204" pitchFamily="49" charset="0"/>
              </a:rPr>
              <a:t> movies </a:t>
            </a:r>
            <a:r>
              <a:rPr lang="en-IE" b="0" dirty="0">
                <a:solidFill>
                  <a:srgbClr val="569CD6"/>
                </a:solidFill>
                <a:effectLst/>
                <a:latin typeface="Menlo" panose="020B0609030804020204" pitchFamily="49" charset="0"/>
              </a:rPr>
              <a:t>WHERE</a:t>
            </a:r>
            <a:r>
              <a:rPr lang="en-IE" b="0" dirty="0">
                <a:solidFill>
                  <a:srgbClr val="D4D4D4"/>
                </a:solidFill>
                <a:effectLst/>
                <a:latin typeface="Menlo" panose="020B0609030804020204" pitchFamily="49" charset="0"/>
              </a:rPr>
              <a:t> director &lt;&gt; </a:t>
            </a:r>
            <a:r>
              <a:rPr lang="en-IE" b="0" dirty="0">
                <a:solidFill>
                  <a:srgbClr val="CE9178"/>
                </a:solidFill>
                <a:effectLst/>
                <a:latin typeface="Menlo" panose="020B0609030804020204" pitchFamily="49" charset="0"/>
              </a:rPr>
              <a:t>'Christopher Nolan'</a:t>
            </a:r>
            <a:r>
              <a:rPr lang="en-IE" b="0" dirty="0">
                <a:solidFill>
                  <a:srgbClr val="D4D4D4"/>
                </a:solidFill>
                <a:effectLst/>
                <a:latin typeface="Menlo" panose="020B0609030804020204" pitchFamily="49" charset="0"/>
              </a:rPr>
              <a:t>;</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791E114E-F36C-AC19-8F75-ED5CAF291469}"/>
              </a:ext>
            </a:extLst>
          </p:cNvPr>
          <p:cNvSpPr/>
          <p:nvPr/>
        </p:nvSpPr>
        <p:spPr>
          <a:xfrm>
            <a:off x="584199" y="5149850"/>
            <a:ext cx="9525000" cy="646331"/>
          </a:xfrm>
          <a:prstGeom prst="rect">
            <a:avLst/>
          </a:prstGeom>
          <a:solidFill>
            <a:schemeClr val="tx1"/>
          </a:solidFill>
        </p:spPr>
        <p:txBody>
          <a:bodyPr wrap="square">
            <a:spAutoFit/>
          </a:bodyPr>
          <a:lstStyle/>
          <a:p>
            <a:r>
              <a:rPr lang="en-IE" b="0" dirty="0">
                <a:solidFill>
                  <a:srgbClr val="6A9955"/>
                </a:solidFill>
                <a:effectLst/>
                <a:latin typeface="Menlo" panose="020B0609030804020204" pitchFamily="49" charset="0"/>
              </a:rPr>
              <a:t>--Find the titles of all movies with a budget between 100 and 900 </a:t>
            </a:r>
            <a:endParaRPr lang="en-IE" b="0" dirty="0">
              <a:solidFill>
                <a:srgbClr val="D4D4D4"/>
              </a:solidFill>
              <a:effectLst/>
              <a:latin typeface="Menlo" panose="020B0609030804020204" pitchFamily="49" charset="0"/>
            </a:endParaRPr>
          </a:p>
          <a:p>
            <a:r>
              <a:rPr lang="en-IE" b="0" dirty="0">
                <a:solidFill>
                  <a:srgbClr val="569CD6"/>
                </a:solidFill>
                <a:effectLst/>
                <a:latin typeface="Menlo" panose="020B0609030804020204" pitchFamily="49" charset="0"/>
              </a:rPr>
              <a:t>SELECT</a:t>
            </a:r>
            <a:r>
              <a:rPr lang="en-IE" b="0" dirty="0">
                <a:solidFill>
                  <a:srgbClr val="D4D4D4"/>
                </a:solidFill>
                <a:effectLst/>
                <a:latin typeface="Menlo" panose="020B0609030804020204" pitchFamily="49" charset="0"/>
              </a:rPr>
              <a:t> </a:t>
            </a:r>
            <a:r>
              <a:rPr lang="en-IE" b="0" dirty="0" err="1">
                <a:solidFill>
                  <a:srgbClr val="D4D4D4"/>
                </a:solidFill>
                <a:effectLst/>
                <a:latin typeface="Menlo" panose="020B0609030804020204" pitchFamily="49" charset="0"/>
              </a:rPr>
              <a:t>movietitle</a:t>
            </a:r>
            <a:r>
              <a:rPr lang="en-IE" b="0" dirty="0">
                <a:solidFill>
                  <a:srgbClr val="D4D4D4"/>
                </a:solidFill>
                <a:effectLst/>
                <a:latin typeface="Menlo" panose="020B0609030804020204" pitchFamily="49" charset="0"/>
              </a:rPr>
              <a:t> </a:t>
            </a:r>
            <a:r>
              <a:rPr lang="en-IE" b="0" dirty="0">
                <a:solidFill>
                  <a:srgbClr val="569CD6"/>
                </a:solidFill>
                <a:effectLst/>
                <a:latin typeface="Menlo" panose="020B0609030804020204" pitchFamily="49" charset="0"/>
              </a:rPr>
              <a:t>FROM</a:t>
            </a:r>
            <a:r>
              <a:rPr lang="en-IE" b="0" dirty="0">
                <a:solidFill>
                  <a:srgbClr val="D4D4D4"/>
                </a:solidFill>
                <a:effectLst/>
                <a:latin typeface="Menlo" panose="020B0609030804020204" pitchFamily="49" charset="0"/>
              </a:rPr>
              <a:t> movies </a:t>
            </a:r>
            <a:r>
              <a:rPr lang="en-IE" b="0" dirty="0">
                <a:solidFill>
                  <a:srgbClr val="569CD6"/>
                </a:solidFill>
                <a:effectLst/>
                <a:latin typeface="Menlo" panose="020B0609030804020204" pitchFamily="49" charset="0"/>
              </a:rPr>
              <a:t>WHERE</a:t>
            </a:r>
            <a:r>
              <a:rPr lang="en-IE" b="0" dirty="0">
                <a:solidFill>
                  <a:srgbClr val="D4D4D4"/>
                </a:solidFill>
                <a:effectLst/>
                <a:latin typeface="Menlo" panose="020B0609030804020204" pitchFamily="49" charset="0"/>
              </a:rPr>
              <a:t> budget </a:t>
            </a:r>
            <a:r>
              <a:rPr lang="en-IE" b="0" dirty="0">
                <a:solidFill>
                  <a:srgbClr val="569CD6"/>
                </a:solidFill>
                <a:effectLst/>
                <a:latin typeface="Menlo" panose="020B0609030804020204" pitchFamily="49" charset="0"/>
              </a:rPr>
              <a:t>BETWEEN</a:t>
            </a:r>
            <a:r>
              <a:rPr lang="en-IE" b="0" dirty="0">
                <a:solidFill>
                  <a:srgbClr val="D4D4D4"/>
                </a:solidFill>
                <a:effectLst/>
                <a:latin typeface="Menlo" panose="020B0609030804020204" pitchFamily="49" charset="0"/>
              </a:rPr>
              <a:t> </a:t>
            </a:r>
            <a:r>
              <a:rPr lang="en-IE" b="0" dirty="0">
                <a:solidFill>
                  <a:srgbClr val="B5CEA8"/>
                </a:solidFill>
                <a:effectLst/>
                <a:latin typeface="Menlo" panose="020B0609030804020204" pitchFamily="49" charset="0"/>
              </a:rPr>
              <a:t>100</a:t>
            </a:r>
            <a:r>
              <a:rPr lang="en-IE" b="0" dirty="0">
                <a:solidFill>
                  <a:srgbClr val="D4D4D4"/>
                </a:solidFill>
                <a:effectLst/>
                <a:latin typeface="Menlo" panose="020B0609030804020204" pitchFamily="49" charset="0"/>
              </a:rPr>
              <a:t> </a:t>
            </a:r>
            <a:r>
              <a:rPr lang="en-IE" b="0" dirty="0">
                <a:solidFill>
                  <a:srgbClr val="569CD6"/>
                </a:solidFill>
                <a:effectLst/>
                <a:latin typeface="Menlo" panose="020B0609030804020204" pitchFamily="49" charset="0"/>
              </a:rPr>
              <a:t>and</a:t>
            </a:r>
            <a:r>
              <a:rPr lang="en-IE" b="0" dirty="0">
                <a:solidFill>
                  <a:srgbClr val="D4D4D4"/>
                </a:solidFill>
                <a:effectLst/>
                <a:latin typeface="Menlo" panose="020B0609030804020204" pitchFamily="49" charset="0"/>
              </a:rPr>
              <a:t> </a:t>
            </a:r>
            <a:r>
              <a:rPr lang="en-IE" b="0" dirty="0">
                <a:solidFill>
                  <a:srgbClr val="B5CEA8"/>
                </a:solidFill>
                <a:effectLst/>
                <a:latin typeface="Menlo" panose="020B0609030804020204" pitchFamily="49" charset="0"/>
              </a:rPr>
              <a:t>900</a:t>
            </a:r>
            <a:r>
              <a:rPr lang="en-IE" b="0" dirty="0">
                <a:solidFill>
                  <a:srgbClr val="D4D4D4"/>
                </a:solidFill>
                <a:effectLst/>
                <a:latin typeface="Menlo" panose="020B0609030804020204" pitchFamily="49" charset="0"/>
              </a:rPr>
              <a:t>;</a:t>
            </a:r>
          </a:p>
        </p:txBody>
      </p:sp>
      <p:sp>
        <p:nvSpPr>
          <p:cNvPr id="2" name="Title 1">
            <a:extLst>
              <a:ext uri="{FF2B5EF4-FFF2-40B4-BE49-F238E27FC236}">
                <a16:creationId xmlns:a16="http://schemas.microsoft.com/office/drawing/2014/main" id="{5B288316-DCA3-676F-6CFB-3A8F627B6B15}"/>
              </a:ext>
            </a:extLst>
          </p:cNvPr>
          <p:cNvSpPr>
            <a:spLocks noGrp="1"/>
          </p:cNvSpPr>
          <p:nvPr>
            <p:ph type="title"/>
          </p:nvPr>
        </p:nvSpPr>
        <p:spPr>
          <a:xfrm>
            <a:off x="735171" y="402314"/>
            <a:ext cx="9223058" cy="534057"/>
          </a:xfrm>
        </p:spPr>
        <p:txBody>
          <a:bodyPr/>
          <a:lstStyle/>
          <a:p>
            <a:pPr algn="l" defTabSz="801378" rtl="0">
              <a:lnSpc>
                <a:spcPct val="90000"/>
              </a:lnSpc>
              <a:spcBef>
                <a:spcPct val="0"/>
              </a:spcBef>
            </a:pPr>
            <a:r>
              <a:rPr lang="en-IE" sz="3856" b="1" kern="1200" dirty="0">
                <a:solidFill>
                  <a:srgbClr val="004C6C"/>
                </a:solidFill>
                <a:latin typeface="+mj-lt"/>
                <a:cs typeface="+mj-cs"/>
              </a:rPr>
              <a:t>Between</a:t>
            </a:r>
          </a:p>
        </p:txBody>
      </p:sp>
      <p:graphicFrame>
        <p:nvGraphicFramePr>
          <p:cNvPr id="4" name="Table 3">
            <a:extLst>
              <a:ext uri="{FF2B5EF4-FFF2-40B4-BE49-F238E27FC236}">
                <a16:creationId xmlns:a16="http://schemas.microsoft.com/office/drawing/2014/main" id="{B0B7FF16-060A-DD78-A606-20A25CB1F583}"/>
              </a:ext>
            </a:extLst>
          </p:cNvPr>
          <p:cNvGraphicFramePr>
            <a:graphicFrameLocks noGrp="1"/>
          </p:cNvGraphicFramePr>
          <p:nvPr>
            <p:extLst>
              <p:ext uri="{D42A27DB-BD31-4B8C-83A1-F6EECF244321}">
                <p14:modId xmlns:p14="http://schemas.microsoft.com/office/powerpoint/2010/main" val="3619191618"/>
              </p:ext>
            </p:extLst>
          </p:nvPr>
        </p:nvGraphicFramePr>
        <p:xfrm>
          <a:off x="584199" y="1644650"/>
          <a:ext cx="9878976" cy="3234054"/>
        </p:xfrm>
        <a:graphic>
          <a:graphicData uri="http://schemas.openxmlformats.org/drawingml/2006/table">
            <a:tbl>
              <a:tblPr firstRow="1" bandRow="1">
                <a:tableStyleId>{0E3FDE45-AF77-4B5C-9715-49D594BDF05E}</a:tableStyleId>
              </a:tblPr>
              <a:tblGrid>
                <a:gridCol w="1781583">
                  <a:extLst>
                    <a:ext uri="{9D8B030D-6E8A-4147-A177-3AD203B41FA5}">
                      <a16:colId xmlns:a16="http://schemas.microsoft.com/office/drawing/2014/main" val="2261838887"/>
                    </a:ext>
                  </a:extLst>
                </a:gridCol>
                <a:gridCol w="3697673">
                  <a:extLst>
                    <a:ext uri="{9D8B030D-6E8A-4147-A177-3AD203B41FA5}">
                      <a16:colId xmlns:a16="http://schemas.microsoft.com/office/drawing/2014/main" val="1025658891"/>
                    </a:ext>
                  </a:extLst>
                </a:gridCol>
                <a:gridCol w="4399720">
                  <a:extLst>
                    <a:ext uri="{9D8B030D-6E8A-4147-A177-3AD203B41FA5}">
                      <a16:colId xmlns:a16="http://schemas.microsoft.com/office/drawing/2014/main" val="2452463975"/>
                    </a:ext>
                  </a:extLst>
                </a:gridCol>
              </a:tblGrid>
              <a:tr h="0">
                <a:tc>
                  <a:txBody>
                    <a:bodyPr/>
                    <a:lstStyle/>
                    <a:p>
                      <a:pPr marL="31750" algn="ctr">
                        <a:lnSpc>
                          <a:spcPct val="100000"/>
                        </a:lnSpc>
                        <a:spcBef>
                          <a:spcPts val="459"/>
                        </a:spcBef>
                      </a:pPr>
                      <a:r>
                        <a:rPr sz="2300" b="1" spc="-114" dirty="0">
                          <a:solidFill>
                            <a:schemeClr val="tx1"/>
                          </a:solidFill>
                          <a:latin typeface="Times" pitchFamily="2" charset="0"/>
                        </a:rPr>
                        <a:t>Operator</a:t>
                      </a:r>
                      <a:endParaRPr sz="2300" b="1" spc="-114" dirty="0">
                        <a:solidFill>
                          <a:schemeClr val="tx1"/>
                        </a:solidFill>
                        <a:latin typeface="Times" pitchFamily="2" charset="0"/>
                        <a:ea typeface="+mn-ea"/>
                        <a:cs typeface="+mn-cs"/>
                      </a:endParaRPr>
                    </a:p>
                  </a:txBody>
                  <a:tcPr marL="0" marR="0" marT="58419" marB="0" anchor="ctr"/>
                </a:tc>
                <a:tc>
                  <a:txBody>
                    <a:bodyPr/>
                    <a:lstStyle/>
                    <a:p>
                      <a:pPr marL="31750" algn="ctr">
                        <a:lnSpc>
                          <a:spcPct val="100000"/>
                        </a:lnSpc>
                        <a:spcBef>
                          <a:spcPts val="459"/>
                        </a:spcBef>
                      </a:pPr>
                      <a:r>
                        <a:rPr sz="2300" b="1" spc="-5" dirty="0">
                          <a:solidFill>
                            <a:schemeClr val="tx1"/>
                          </a:solidFill>
                          <a:latin typeface="Times" pitchFamily="2" charset="0"/>
                        </a:rPr>
                        <a:t>E</a:t>
                      </a:r>
                      <a:r>
                        <a:rPr sz="2300" b="1" dirty="0">
                          <a:solidFill>
                            <a:schemeClr val="tx1"/>
                          </a:solidFill>
                          <a:latin typeface="Times" pitchFamily="2" charset="0"/>
                        </a:rPr>
                        <a:t>x</a:t>
                      </a:r>
                      <a:r>
                        <a:rPr sz="2300" b="1" spc="-5" dirty="0">
                          <a:solidFill>
                            <a:schemeClr val="tx1"/>
                          </a:solidFill>
                          <a:latin typeface="Times" pitchFamily="2" charset="0"/>
                        </a:rPr>
                        <a:t>pl</a:t>
                      </a:r>
                      <a:r>
                        <a:rPr sz="2300" b="1" dirty="0">
                          <a:solidFill>
                            <a:schemeClr val="tx1"/>
                          </a:solidFill>
                          <a:latin typeface="Times" pitchFamily="2" charset="0"/>
                        </a:rPr>
                        <a:t>a</a:t>
                      </a:r>
                      <a:r>
                        <a:rPr sz="2300" b="1" spc="-5" dirty="0">
                          <a:solidFill>
                            <a:schemeClr val="tx1"/>
                          </a:solidFill>
                          <a:latin typeface="Times" pitchFamily="2" charset="0"/>
                        </a:rPr>
                        <a:t>n</a:t>
                      </a:r>
                      <a:r>
                        <a:rPr sz="2300" b="1" spc="-20" dirty="0">
                          <a:solidFill>
                            <a:schemeClr val="tx1"/>
                          </a:solidFill>
                          <a:latin typeface="Times" pitchFamily="2" charset="0"/>
                        </a:rPr>
                        <a:t>a</a:t>
                      </a:r>
                      <a:r>
                        <a:rPr sz="2300" b="1" dirty="0">
                          <a:solidFill>
                            <a:schemeClr val="tx1"/>
                          </a:solidFill>
                          <a:latin typeface="Times" pitchFamily="2" charset="0"/>
                        </a:rPr>
                        <a:t>t</a:t>
                      </a:r>
                      <a:r>
                        <a:rPr sz="2300" b="1" spc="-5" dirty="0">
                          <a:solidFill>
                            <a:schemeClr val="tx1"/>
                          </a:solidFill>
                          <a:latin typeface="Times" pitchFamily="2" charset="0"/>
                        </a:rPr>
                        <a:t>io</a:t>
                      </a:r>
                      <a:r>
                        <a:rPr sz="2300" b="1" dirty="0">
                          <a:solidFill>
                            <a:schemeClr val="tx1"/>
                          </a:solidFill>
                          <a:latin typeface="Times" pitchFamily="2" charset="0"/>
                        </a:rPr>
                        <a:t>n</a:t>
                      </a:r>
                      <a:endParaRPr sz="2300" dirty="0">
                        <a:solidFill>
                          <a:schemeClr val="tx1"/>
                        </a:solidFill>
                        <a:latin typeface="Times" pitchFamily="2" charset="0"/>
                        <a:cs typeface="Arial"/>
                      </a:endParaRPr>
                    </a:p>
                  </a:txBody>
                  <a:tcPr marL="0" marR="0" marT="58419" marB="0" anchor="ctr"/>
                </a:tc>
                <a:tc>
                  <a:txBody>
                    <a:bodyPr/>
                    <a:lstStyle/>
                    <a:p>
                      <a:pPr marL="31750" algn="ctr">
                        <a:lnSpc>
                          <a:spcPct val="100000"/>
                        </a:lnSpc>
                        <a:spcBef>
                          <a:spcPts val="459"/>
                        </a:spcBef>
                      </a:pPr>
                      <a:r>
                        <a:rPr sz="2300" b="1" spc="-175" dirty="0">
                          <a:solidFill>
                            <a:schemeClr val="tx1"/>
                          </a:solidFill>
                          <a:latin typeface="Times" pitchFamily="2" charset="0"/>
                        </a:rPr>
                        <a:t>Syntax</a:t>
                      </a:r>
                      <a:endParaRPr sz="2300" dirty="0">
                        <a:solidFill>
                          <a:schemeClr val="tx1"/>
                        </a:solidFill>
                        <a:latin typeface="Times" pitchFamily="2" charset="0"/>
                        <a:cs typeface="Arial"/>
                      </a:endParaRPr>
                    </a:p>
                  </a:txBody>
                  <a:tcPr marL="0" marR="0" marT="58419" marB="0" anchor="ctr"/>
                </a:tc>
                <a:extLst>
                  <a:ext uri="{0D108BD9-81ED-4DB2-BD59-A6C34878D82A}">
                    <a16:rowId xmlns:a16="http://schemas.microsoft.com/office/drawing/2014/main" val="973555345"/>
                  </a:ext>
                </a:extLst>
              </a:tr>
              <a:tr h="409330">
                <a:tc>
                  <a:txBody>
                    <a:bodyPr/>
                    <a:lstStyle/>
                    <a:p>
                      <a:pPr marL="31750" algn="ctr">
                        <a:lnSpc>
                          <a:spcPct val="100000"/>
                        </a:lnSpc>
                        <a:spcBef>
                          <a:spcPts val="155"/>
                        </a:spcBef>
                      </a:pPr>
                      <a:r>
                        <a:rPr sz="2300" spc="-254" dirty="0">
                          <a:solidFill>
                            <a:schemeClr val="tx1"/>
                          </a:solidFill>
                          <a:latin typeface="Times" pitchFamily="2" charset="0"/>
                        </a:rPr>
                        <a:t>BETWEEN</a:t>
                      </a:r>
                      <a:endParaRPr sz="2300" dirty="0">
                        <a:solidFill>
                          <a:schemeClr val="tx1"/>
                        </a:solidFill>
                        <a:latin typeface="Times" pitchFamily="2" charset="0"/>
                        <a:cs typeface="Arial"/>
                      </a:endParaRPr>
                    </a:p>
                  </a:txBody>
                  <a:tcPr marL="0" marR="0" marT="19685" marB="0" anchor="ctr"/>
                </a:tc>
                <a:tc>
                  <a:txBody>
                    <a:bodyPr/>
                    <a:lstStyle/>
                    <a:p>
                      <a:pPr marL="31750" marR="179070" algn="ctr">
                        <a:lnSpc>
                          <a:spcPct val="99600"/>
                        </a:lnSpc>
                        <a:spcBef>
                          <a:spcPts val="165"/>
                        </a:spcBef>
                      </a:pPr>
                      <a:r>
                        <a:rPr sz="2300" spc="0" dirty="0">
                          <a:solidFill>
                            <a:schemeClr val="tx1"/>
                          </a:solidFill>
                          <a:latin typeface="Times" pitchFamily="2" charset="0"/>
                        </a:rPr>
                        <a:t>Tests whether the first operand is  between the second and third operands. The second operand must be less than the third operand.</a:t>
                      </a:r>
                    </a:p>
                    <a:p>
                      <a:pPr marL="31750" algn="ctr">
                        <a:lnSpc>
                          <a:spcPct val="100000"/>
                        </a:lnSpc>
                        <a:spcBef>
                          <a:spcPts val="25"/>
                        </a:spcBef>
                      </a:pPr>
                      <a:r>
                        <a:rPr sz="2300" spc="0" dirty="0">
                          <a:solidFill>
                            <a:schemeClr val="tx1"/>
                          </a:solidFill>
                          <a:latin typeface="Times" pitchFamily="2" charset="0"/>
                        </a:rPr>
                        <a:t>Applicable only to types to which &lt;= and</a:t>
                      </a:r>
                    </a:p>
                    <a:p>
                      <a:pPr marL="31750" algn="ctr">
                        <a:lnSpc>
                          <a:spcPct val="100000"/>
                        </a:lnSpc>
                        <a:spcBef>
                          <a:spcPts val="25"/>
                        </a:spcBef>
                      </a:pPr>
                      <a:r>
                        <a:rPr sz="2300" spc="0" dirty="0">
                          <a:solidFill>
                            <a:schemeClr val="tx1"/>
                          </a:solidFill>
                          <a:latin typeface="Times" pitchFamily="2" charset="0"/>
                        </a:rPr>
                        <a:t>&gt;= can be applied.</a:t>
                      </a:r>
                      <a:endParaRPr sz="2300" spc="0" dirty="0">
                        <a:solidFill>
                          <a:schemeClr val="tx1"/>
                        </a:solidFill>
                        <a:latin typeface="Times" pitchFamily="2" charset="0"/>
                        <a:cs typeface="Arial"/>
                      </a:endParaRPr>
                    </a:p>
                  </a:txBody>
                  <a:tcPr marL="0" marR="0" marT="20955" marB="0" anchor="ctr"/>
                </a:tc>
                <a:tc>
                  <a:txBody>
                    <a:bodyPr/>
                    <a:lstStyle/>
                    <a:p>
                      <a:pPr marL="31750" algn="ctr">
                        <a:lnSpc>
                          <a:spcPct val="100000"/>
                        </a:lnSpc>
                        <a:spcBef>
                          <a:spcPts val="155"/>
                        </a:spcBef>
                      </a:pPr>
                      <a:r>
                        <a:rPr sz="2300" b="1" spc="-5" dirty="0">
                          <a:solidFill>
                            <a:schemeClr val="tx1"/>
                          </a:solidFill>
                          <a:latin typeface="Times" pitchFamily="2" charset="0"/>
                        </a:rPr>
                        <a:t>E</a:t>
                      </a:r>
                      <a:r>
                        <a:rPr sz="2300" b="1" dirty="0">
                          <a:solidFill>
                            <a:schemeClr val="tx1"/>
                          </a:solidFill>
                          <a:latin typeface="Times" pitchFamily="2" charset="0"/>
                        </a:rPr>
                        <a:t>xp</a:t>
                      </a:r>
                      <a:r>
                        <a:rPr sz="2300" b="1" spc="5" dirty="0">
                          <a:solidFill>
                            <a:schemeClr val="tx1"/>
                          </a:solidFill>
                          <a:latin typeface="Times" pitchFamily="2" charset="0"/>
                        </a:rPr>
                        <a:t>r</a:t>
                      </a:r>
                      <a:r>
                        <a:rPr sz="2300" b="1" dirty="0">
                          <a:solidFill>
                            <a:schemeClr val="tx1"/>
                          </a:solidFill>
                          <a:latin typeface="Times" pitchFamily="2" charset="0"/>
                        </a:rPr>
                        <a:t>e</a:t>
                      </a:r>
                      <a:r>
                        <a:rPr sz="2300" b="1" spc="5" dirty="0">
                          <a:solidFill>
                            <a:schemeClr val="tx1"/>
                          </a:solidFill>
                          <a:latin typeface="Times" pitchFamily="2" charset="0"/>
                        </a:rPr>
                        <a:t>ss</a:t>
                      </a:r>
                      <a:r>
                        <a:rPr sz="2300" b="1" spc="-5" dirty="0">
                          <a:solidFill>
                            <a:schemeClr val="tx1"/>
                          </a:solidFill>
                          <a:latin typeface="Times" pitchFamily="2" charset="0"/>
                        </a:rPr>
                        <a:t>i</a:t>
                      </a:r>
                      <a:r>
                        <a:rPr sz="2300" b="1" dirty="0">
                          <a:solidFill>
                            <a:schemeClr val="tx1"/>
                          </a:solidFill>
                          <a:latin typeface="Times" pitchFamily="2" charset="0"/>
                        </a:rPr>
                        <a:t>on</a:t>
                      </a:r>
                      <a:r>
                        <a:rPr sz="2300" b="1" spc="-100" dirty="0">
                          <a:solidFill>
                            <a:schemeClr val="tx1"/>
                          </a:solidFill>
                          <a:latin typeface="Times" pitchFamily="2" charset="0"/>
                        </a:rPr>
                        <a:t> </a:t>
                      </a:r>
                      <a:r>
                        <a:rPr sz="2300" b="1" dirty="0">
                          <a:solidFill>
                            <a:schemeClr val="tx1"/>
                          </a:solidFill>
                          <a:latin typeface="Times" pitchFamily="2" charset="0"/>
                        </a:rPr>
                        <a:t>[</a:t>
                      </a:r>
                      <a:r>
                        <a:rPr sz="2300" b="1" spc="-90" dirty="0">
                          <a:solidFill>
                            <a:schemeClr val="tx1"/>
                          </a:solidFill>
                          <a:latin typeface="Times" pitchFamily="2" charset="0"/>
                        </a:rPr>
                        <a:t> </a:t>
                      </a:r>
                      <a:r>
                        <a:rPr sz="2300" b="1" dirty="0">
                          <a:solidFill>
                            <a:schemeClr val="tx1"/>
                          </a:solidFill>
                          <a:latin typeface="Times" pitchFamily="2" charset="0"/>
                        </a:rPr>
                        <a:t>N</a:t>
                      </a:r>
                      <a:r>
                        <a:rPr sz="2300" b="1" spc="-45" dirty="0">
                          <a:solidFill>
                            <a:schemeClr val="tx1"/>
                          </a:solidFill>
                          <a:latin typeface="Times" pitchFamily="2" charset="0"/>
                        </a:rPr>
                        <a:t>O</a:t>
                      </a:r>
                      <a:r>
                        <a:rPr sz="2300" b="1" dirty="0">
                          <a:solidFill>
                            <a:schemeClr val="tx1"/>
                          </a:solidFill>
                          <a:latin typeface="Times" pitchFamily="2" charset="0"/>
                        </a:rPr>
                        <a:t>T</a:t>
                      </a:r>
                      <a:r>
                        <a:rPr sz="2300" b="1" spc="-95" dirty="0">
                          <a:solidFill>
                            <a:schemeClr val="tx1"/>
                          </a:solidFill>
                          <a:latin typeface="Times" pitchFamily="2" charset="0"/>
                        </a:rPr>
                        <a:t> </a:t>
                      </a:r>
                      <a:r>
                        <a:rPr sz="2300" b="1" dirty="0">
                          <a:solidFill>
                            <a:schemeClr val="tx1"/>
                          </a:solidFill>
                          <a:latin typeface="Times" pitchFamily="2" charset="0"/>
                        </a:rPr>
                        <a:t>]</a:t>
                      </a:r>
                      <a:r>
                        <a:rPr sz="2300" b="1" spc="-90" dirty="0">
                          <a:solidFill>
                            <a:schemeClr val="tx1"/>
                          </a:solidFill>
                          <a:latin typeface="Times" pitchFamily="2" charset="0"/>
                        </a:rPr>
                        <a:t> </a:t>
                      </a:r>
                      <a:r>
                        <a:rPr sz="2300" b="1" dirty="0">
                          <a:solidFill>
                            <a:schemeClr val="tx1"/>
                          </a:solidFill>
                          <a:latin typeface="Times" pitchFamily="2" charset="0"/>
                        </a:rPr>
                        <a:t>B</a:t>
                      </a:r>
                      <a:r>
                        <a:rPr sz="2300" b="1" spc="-5" dirty="0">
                          <a:solidFill>
                            <a:schemeClr val="tx1"/>
                          </a:solidFill>
                          <a:latin typeface="Times" pitchFamily="2" charset="0"/>
                        </a:rPr>
                        <a:t>ET</a:t>
                      </a:r>
                      <a:r>
                        <a:rPr sz="2300" b="1" spc="5" dirty="0">
                          <a:solidFill>
                            <a:schemeClr val="tx1"/>
                          </a:solidFill>
                          <a:latin typeface="Times" pitchFamily="2" charset="0"/>
                        </a:rPr>
                        <a:t>W</a:t>
                      </a:r>
                      <a:r>
                        <a:rPr sz="2300" b="1" spc="-5" dirty="0">
                          <a:solidFill>
                            <a:schemeClr val="tx1"/>
                          </a:solidFill>
                          <a:latin typeface="Times" pitchFamily="2" charset="0"/>
                        </a:rPr>
                        <a:t>EE</a:t>
                      </a:r>
                      <a:r>
                        <a:rPr sz="2300" b="1" dirty="0">
                          <a:solidFill>
                            <a:schemeClr val="tx1"/>
                          </a:solidFill>
                          <a:latin typeface="Times" pitchFamily="2" charset="0"/>
                        </a:rPr>
                        <a:t>N</a:t>
                      </a:r>
                      <a:endParaRPr sz="2300" dirty="0">
                        <a:solidFill>
                          <a:schemeClr val="tx1"/>
                        </a:solidFill>
                        <a:latin typeface="Times" pitchFamily="2" charset="0"/>
                      </a:endParaRPr>
                    </a:p>
                    <a:p>
                      <a:pPr marL="31750" algn="ctr">
                        <a:lnSpc>
                          <a:spcPct val="100000"/>
                        </a:lnSpc>
                        <a:spcBef>
                          <a:spcPts val="25"/>
                        </a:spcBef>
                      </a:pPr>
                      <a:r>
                        <a:rPr sz="2300" b="1" spc="-5" dirty="0">
                          <a:solidFill>
                            <a:schemeClr val="tx1"/>
                          </a:solidFill>
                          <a:latin typeface="Times" pitchFamily="2" charset="0"/>
                        </a:rPr>
                        <a:t>E</a:t>
                      </a:r>
                      <a:r>
                        <a:rPr sz="2300" b="1" dirty="0">
                          <a:solidFill>
                            <a:schemeClr val="tx1"/>
                          </a:solidFill>
                          <a:latin typeface="Times" pitchFamily="2" charset="0"/>
                        </a:rPr>
                        <a:t>xp</a:t>
                      </a:r>
                      <a:r>
                        <a:rPr sz="2300" b="1" spc="5" dirty="0">
                          <a:solidFill>
                            <a:schemeClr val="tx1"/>
                          </a:solidFill>
                          <a:latin typeface="Times" pitchFamily="2" charset="0"/>
                        </a:rPr>
                        <a:t>r</a:t>
                      </a:r>
                      <a:r>
                        <a:rPr sz="2300" b="1" dirty="0">
                          <a:solidFill>
                            <a:schemeClr val="tx1"/>
                          </a:solidFill>
                          <a:latin typeface="Times" pitchFamily="2" charset="0"/>
                        </a:rPr>
                        <a:t>e</a:t>
                      </a:r>
                      <a:r>
                        <a:rPr sz="2300" b="1" spc="5" dirty="0">
                          <a:solidFill>
                            <a:schemeClr val="tx1"/>
                          </a:solidFill>
                          <a:latin typeface="Times" pitchFamily="2" charset="0"/>
                        </a:rPr>
                        <a:t>ss</a:t>
                      </a:r>
                      <a:r>
                        <a:rPr sz="2300" b="1" spc="-5" dirty="0">
                          <a:solidFill>
                            <a:schemeClr val="tx1"/>
                          </a:solidFill>
                          <a:latin typeface="Times" pitchFamily="2" charset="0"/>
                        </a:rPr>
                        <a:t>i</a:t>
                      </a:r>
                      <a:r>
                        <a:rPr sz="2300" b="1" dirty="0">
                          <a:solidFill>
                            <a:schemeClr val="tx1"/>
                          </a:solidFill>
                          <a:latin typeface="Times" pitchFamily="2" charset="0"/>
                        </a:rPr>
                        <a:t>on</a:t>
                      </a:r>
                      <a:r>
                        <a:rPr sz="2300" b="1" spc="-100" dirty="0">
                          <a:solidFill>
                            <a:schemeClr val="tx1"/>
                          </a:solidFill>
                          <a:latin typeface="Times" pitchFamily="2" charset="0"/>
                        </a:rPr>
                        <a:t> </a:t>
                      </a:r>
                      <a:r>
                        <a:rPr sz="2300" b="1" spc="-5" dirty="0">
                          <a:solidFill>
                            <a:schemeClr val="tx1"/>
                          </a:solidFill>
                          <a:latin typeface="Times" pitchFamily="2" charset="0"/>
                        </a:rPr>
                        <a:t>A</a:t>
                      </a:r>
                      <a:r>
                        <a:rPr sz="2300" b="1" dirty="0">
                          <a:solidFill>
                            <a:schemeClr val="tx1"/>
                          </a:solidFill>
                          <a:latin typeface="Times" pitchFamily="2" charset="0"/>
                        </a:rPr>
                        <a:t>ND</a:t>
                      </a:r>
                      <a:r>
                        <a:rPr sz="2300" b="1" spc="-90" dirty="0">
                          <a:solidFill>
                            <a:schemeClr val="tx1"/>
                          </a:solidFill>
                          <a:latin typeface="Times" pitchFamily="2" charset="0"/>
                        </a:rPr>
                        <a:t> </a:t>
                      </a:r>
                      <a:r>
                        <a:rPr sz="2300" b="1" spc="-5" dirty="0">
                          <a:solidFill>
                            <a:schemeClr val="tx1"/>
                          </a:solidFill>
                          <a:latin typeface="Times" pitchFamily="2" charset="0"/>
                        </a:rPr>
                        <a:t>E</a:t>
                      </a:r>
                      <a:r>
                        <a:rPr sz="2300" b="1" dirty="0">
                          <a:solidFill>
                            <a:schemeClr val="tx1"/>
                          </a:solidFill>
                          <a:latin typeface="Times" pitchFamily="2" charset="0"/>
                        </a:rPr>
                        <a:t>xp</a:t>
                      </a:r>
                      <a:r>
                        <a:rPr sz="2300" b="1" spc="5" dirty="0">
                          <a:solidFill>
                            <a:schemeClr val="tx1"/>
                          </a:solidFill>
                          <a:latin typeface="Times" pitchFamily="2" charset="0"/>
                        </a:rPr>
                        <a:t>r</a:t>
                      </a:r>
                      <a:r>
                        <a:rPr sz="2300" b="1" dirty="0">
                          <a:solidFill>
                            <a:schemeClr val="tx1"/>
                          </a:solidFill>
                          <a:latin typeface="Times" pitchFamily="2" charset="0"/>
                        </a:rPr>
                        <a:t>e</a:t>
                      </a:r>
                      <a:r>
                        <a:rPr sz="2300" b="1" spc="5" dirty="0">
                          <a:solidFill>
                            <a:schemeClr val="tx1"/>
                          </a:solidFill>
                          <a:latin typeface="Times" pitchFamily="2" charset="0"/>
                        </a:rPr>
                        <a:t>ss</a:t>
                      </a:r>
                      <a:r>
                        <a:rPr sz="2300" b="1" spc="-5" dirty="0">
                          <a:solidFill>
                            <a:schemeClr val="tx1"/>
                          </a:solidFill>
                          <a:latin typeface="Times" pitchFamily="2" charset="0"/>
                        </a:rPr>
                        <a:t>i</a:t>
                      </a:r>
                      <a:r>
                        <a:rPr sz="2300" b="1" dirty="0">
                          <a:solidFill>
                            <a:schemeClr val="tx1"/>
                          </a:solidFill>
                          <a:latin typeface="Times" pitchFamily="2" charset="0"/>
                        </a:rPr>
                        <a:t>on</a:t>
                      </a:r>
                      <a:endParaRPr sz="2300" dirty="0">
                        <a:solidFill>
                          <a:schemeClr val="tx1"/>
                        </a:solidFill>
                        <a:latin typeface="Times" pitchFamily="2" charset="0"/>
                        <a:cs typeface="Arial-BoldItalicMT"/>
                      </a:endParaRPr>
                    </a:p>
                  </a:txBody>
                  <a:tcPr marL="0" marR="0" marT="19685" marB="0" anchor="ctr"/>
                </a:tc>
                <a:extLst>
                  <a:ext uri="{0D108BD9-81ED-4DB2-BD59-A6C34878D82A}">
                    <a16:rowId xmlns:a16="http://schemas.microsoft.com/office/drawing/2014/main" val="1386787045"/>
                  </a:ext>
                </a:extLst>
              </a:tr>
            </a:tbl>
          </a:graphicData>
        </a:graphic>
      </p:graphicFrame>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aphicFrame>
        <p:nvGraphicFramePr>
          <p:cNvPr id="2" name="Table 1">
            <a:extLst>
              <a:ext uri="{FF2B5EF4-FFF2-40B4-BE49-F238E27FC236}">
                <a16:creationId xmlns:a16="http://schemas.microsoft.com/office/drawing/2014/main" id="{AC2C5F74-B1D3-3001-A14B-F79670DF7A90}"/>
              </a:ext>
            </a:extLst>
          </p:cNvPr>
          <p:cNvGraphicFramePr>
            <a:graphicFrameLocks noGrp="1"/>
          </p:cNvGraphicFramePr>
          <p:nvPr>
            <p:extLst>
              <p:ext uri="{D42A27DB-BD31-4B8C-83A1-F6EECF244321}">
                <p14:modId xmlns:p14="http://schemas.microsoft.com/office/powerpoint/2010/main" val="2464548564"/>
              </p:ext>
            </p:extLst>
          </p:nvPr>
        </p:nvGraphicFramePr>
        <p:xfrm>
          <a:off x="134162" y="1322790"/>
          <a:ext cx="10425076" cy="5831396"/>
        </p:xfrm>
        <a:graphic>
          <a:graphicData uri="http://schemas.openxmlformats.org/drawingml/2006/table">
            <a:tbl>
              <a:tblPr firstRow="1" bandRow="1">
                <a:tableStyleId>{0E3FDE45-AF77-4B5C-9715-49D594BDF05E}</a:tableStyleId>
              </a:tblPr>
              <a:tblGrid>
                <a:gridCol w="1880067">
                  <a:extLst>
                    <a:ext uri="{9D8B030D-6E8A-4147-A177-3AD203B41FA5}">
                      <a16:colId xmlns:a16="http://schemas.microsoft.com/office/drawing/2014/main" val="2261838887"/>
                    </a:ext>
                  </a:extLst>
                </a:gridCol>
                <a:gridCol w="3902077">
                  <a:extLst>
                    <a:ext uri="{9D8B030D-6E8A-4147-A177-3AD203B41FA5}">
                      <a16:colId xmlns:a16="http://schemas.microsoft.com/office/drawing/2014/main" val="1025658891"/>
                    </a:ext>
                  </a:extLst>
                </a:gridCol>
                <a:gridCol w="4642932">
                  <a:extLst>
                    <a:ext uri="{9D8B030D-6E8A-4147-A177-3AD203B41FA5}">
                      <a16:colId xmlns:a16="http://schemas.microsoft.com/office/drawing/2014/main" val="2452463975"/>
                    </a:ext>
                  </a:extLst>
                </a:gridCol>
              </a:tblGrid>
              <a:tr h="0">
                <a:tc>
                  <a:txBody>
                    <a:bodyPr/>
                    <a:lstStyle/>
                    <a:p>
                      <a:pPr marL="31750" algn="ctr">
                        <a:lnSpc>
                          <a:spcPct val="100000"/>
                        </a:lnSpc>
                        <a:spcBef>
                          <a:spcPts val="465"/>
                        </a:spcBef>
                      </a:pPr>
                      <a:r>
                        <a:rPr sz="2000" b="1" spc="0" dirty="0">
                          <a:solidFill>
                            <a:schemeClr val="tx1"/>
                          </a:solidFill>
                          <a:latin typeface="Helvetica" pitchFamily="2" charset="0"/>
                        </a:rPr>
                        <a:t>Operator</a:t>
                      </a:r>
                      <a:endParaRPr sz="2000" b="1" spc="0" dirty="0">
                        <a:solidFill>
                          <a:schemeClr val="tx1"/>
                        </a:solidFill>
                        <a:latin typeface="Helvetica" pitchFamily="2" charset="0"/>
                        <a:cs typeface="Arial"/>
                      </a:endParaRPr>
                    </a:p>
                  </a:txBody>
                  <a:tcPr marL="0" marR="0" marT="59055" marB="0" anchor="ctr"/>
                </a:tc>
                <a:tc>
                  <a:txBody>
                    <a:bodyPr/>
                    <a:lstStyle/>
                    <a:p>
                      <a:pPr marL="31750" algn="ctr">
                        <a:lnSpc>
                          <a:spcPct val="100000"/>
                        </a:lnSpc>
                        <a:spcBef>
                          <a:spcPts val="465"/>
                        </a:spcBef>
                      </a:pPr>
                      <a:r>
                        <a:rPr sz="2000" b="1" spc="0" dirty="0">
                          <a:solidFill>
                            <a:schemeClr val="tx1"/>
                          </a:solidFill>
                          <a:latin typeface="Helvetica" pitchFamily="2" charset="0"/>
                        </a:rPr>
                        <a:t>Explanation and Example</a:t>
                      </a:r>
                      <a:endParaRPr sz="2000" b="1" spc="0">
                        <a:solidFill>
                          <a:schemeClr val="tx1"/>
                        </a:solidFill>
                        <a:latin typeface="Helvetica" pitchFamily="2" charset="0"/>
                        <a:cs typeface="Arial"/>
                      </a:endParaRPr>
                    </a:p>
                  </a:txBody>
                  <a:tcPr marL="0" marR="0" marT="59055" marB="0" anchor="ctr"/>
                </a:tc>
                <a:tc>
                  <a:txBody>
                    <a:bodyPr/>
                    <a:lstStyle/>
                    <a:p>
                      <a:pPr marL="31750" algn="ctr">
                        <a:lnSpc>
                          <a:spcPct val="100000"/>
                        </a:lnSpc>
                        <a:spcBef>
                          <a:spcPts val="465"/>
                        </a:spcBef>
                      </a:pPr>
                      <a:r>
                        <a:rPr sz="2000" b="1" spc="0" dirty="0">
                          <a:solidFill>
                            <a:schemeClr val="tx1"/>
                          </a:solidFill>
                          <a:latin typeface="Helvetica" pitchFamily="2" charset="0"/>
                        </a:rPr>
                        <a:t>Syntax</a:t>
                      </a:r>
                      <a:endParaRPr sz="2000" b="1" spc="0" dirty="0">
                        <a:solidFill>
                          <a:schemeClr val="tx1"/>
                        </a:solidFill>
                        <a:latin typeface="Helvetica" pitchFamily="2" charset="0"/>
                        <a:cs typeface="Arial"/>
                      </a:endParaRPr>
                    </a:p>
                  </a:txBody>
                  <a:tcPr marL="0" marR="0" marT="59055" marB="0" anchor="ctr"/>
                </a:tc>
                <a:extLst>
                  <a:ext uri="{0D108BD9-81ED-4DB2-BD59-A6C34878D82A}">
                    <a16:rowId xmlns:a16="http://schemas.microsoft.com/office/drawing/2014/main" val="973555345"/>
                  </a:ext>
                </a:extLst>
              </a:tr>
              <a:tr h="409330">
                <a:tc>
                  <a:txBody>
                    <a:bodyPr/>
                    <a:lstStyle/>
                    <a:p>
                      <a:pPr marL="31750" algn="ctr">
                        <a:lnSpc>
                          <a:spcPct val="100000"/>
                        </a:lnSpc>
                        <a:spcBef>
                          <a:spcPts val="160"/>
                        </a:spcBef>
                      </a:pPr>
                      <a:r>
                        <a:rPr sz="2000" b="0" spc="0" dirty="0">
                          <a:solidFill>
                            <a:schemeClr val="tx1"/>
                          </a:solidFill>
                          <a:latin typeface="Helvetica" pitchFamily="2" charset="0"/>
                        </a:rPr>
                        <a:t>IN</a:t>
                      </a:r>
                      <a:endParaRPr sz="2000" b="0" spc="0" dirty="0">
                        <a:solidFill>
                          <a:schemeClr val="tx1"/>
                        </a:solidFill>
                        <a:latin typeface="Helvetica" pitchFamily="2" charset="0"/>
                        <a:cs typeface="Arial"/>
                      </a:endParaRPr>
                    </a:p>
                  </a:txBody>
                  <a:tcPr marL="0" marR="0" marT="20320" marB="0" anchor="ctr"/>
                </a:tc>
                <a:tc>
                  <a:txBody>
                    <a:bodyPr/>
                    <a:lstStyle/>
                    <a:p>
                      <a:pPr algn="ctr"/>
                      <a:r>
                        <a:rPr lang="en-IE" sz="2400" b="0" spc="0" dirty="0">
                          <a:solidFill>
                            <a:schemeClr val="tx1"/>
                          </a:solidFill>
                          <a:effectLst/>
                          <a:latin typeface="Helvetica" pitchFamily="2" charset="0"/>
                        </a:rPr>
                        <a:t>The IN operator allows you to specify multiple values in a WHERE clause.</a:t>
                      </a:r>
                    </a:p>
                    <a:p>
                      <a:pPr algn="ctr"/>
                      <a:r>
                        <a:rPr lang="en-IE" sz="2400" b="0" spc="0" dirty="0">
                          <a:solidFill>
                            <a:schemeClr val="tx1"/>
                          </a:solidFill>
                          <a:effectLst/>
                          <a:latin typeface="Helvetica" pitchFamily="2" charset="0"/>
                        </a:rPr>
                        <a:t>The IN operator is a shorthand for multiple OR conditions.</a:t>
                      </a:r>
                    </a:p>
                    <a:p>
                      <a:pPr marL="31750" marR="673100" algn="ctr">
                        <a:lnSpc>
                          <a:spcPts val="2210"/>
                        </a:lnSpc>
                        <a:spcBef>
                          <a:spcPts val="155"/>
                        </a:spcBef>
                      </a:pPr>
                      <a:endParaRPr lang="en-IE" sz="2000" b="0" spc="0" dirty="0">
                        <a:solidFill>
                          <a:schemeClr val="tx1"/>
                        </a:solidFill>
                        <a:latin typeface="Helvetica" pitchFamily="2" charset="0"/>
                      </a:endParaRPr>
                    </a:p>
                    <a:p>
                      <a:pPr marL="31750" marR="673100" algn="ctr">
                        <a:lnSpc>
                          <a:spcPts val="2210"/>
                        </a:lnSpc>
                        <a:spcBef>
                          <a:spcPts val="155"/>
                        </a:spcBef>
                      </a:pPr>
                      <a:endParaRPr lang="en-IE" sz="2000" b="0" spc="0" dirty="0">
                        <a:solidFill>
                          <a:schemeClr val="tx1"/>
                        </a:solidFill>
                        <a:latin typeface="Helvetica" pitchFamily="2" charset="0"/>
                      </a:endParaRPr>
                    </a:p>
                    <a:p>
                      <a:pPr marL="31750" marR="673100" algn="ctr">
                        <a:lnSpc>
                          <a:spcPts val="2210"/>
                        </a:lnSpc>
                        <a:spcBef>
                          <a:spcPts val="155"/>
                        </a:spcBef>
                      </a:pPr>
                      <a:r>
                        <a:rPr lang="en-IE" sz="2000" b="0" spc="0" dirty="0">
                          <a:solidFill>
                            <a:schemeClr val="tx1"/>
                          </a:solidFill>
                          <a:latin typeface="Helvetica" pitchFamily="2" charset="0"/>
                        </a:rPr>
                        <a:t>SELECT * FROM Customers</a:t>
                      </a:r>
                    </a:p>
                    <a:p>
                      <a:pPr marL="31750" marR="673100" algn="ctr">
                        <a:lnSpc>
                          <a:spcPts val="2210"/>
                        </a:lnSpc>
                        <a:spcBef>
                          <a:spcPts val="155"/>
                        </a:spcBef>
                      </a:pPr>
                      <a:r>
                        <a:rPr lang="en-IE" sz="2000" b="0" spc="0" dirty="0">
                          <a:solidFill>
                            <a:schemeClr val="tx1"/>
                          </a:solidFill>
                          <a:latin typeface="Helvetica" pitchFamily="2" charset="0"/>
                        </a:rPr>
                        <a:t>WHERE Country IN ('Germany', 'France', 'UK’);</a:t>
                      </a:r>
                    </a:p>
                    <a:p>
                      <a:pPr marL="31750" marR="673100" algn="ctr">
                        <a:lnSpc>
                          <a:spcPts val="2210"/>
                        </a:lnSpc>
                        <a:spcBef>
                          <a:spcPts val="155"/>
                        </a:spcBef>
                      </a:pPr>
                      <a:endParaRPr lang="en-IE" sz="2000" b="0" spc="0" dirty="0">
                        <a:solidFill>
                          <a:schemeClr val="tx1"/>
                        </a:solidFill>
                        <a:latin typeface="Helvetica" pitchFamily="2" charset="0"/>
                      </a:endParaRPr>
                    </a:p>
                    <a:p>
                      <a:pPr marL="31750" marR="673100" algn="ctr">
                        <a:lnSpc>
                          <a:spcPts val="2210"/>
                        </a:lnSpc>
                        <a:spcBef>
                          <a:spcPts val="155"/>
                        </a:spcBef>
                      </a:pPr>
                      <a:r>
                        <a:rPr lang="en-IE" sz="2000" b="0" spc="0" dirty="0">
                          <a:solidFill>
                            <a:schemeClr val="tx1"/>
                          </a:solidFill>
                          <a:latin typeface="Helvetica" pitchFamily="2" charset="0"/>
                        </a:rPr>
                        <a:t>SELECT * FROM Customers</a:t>
                      </a:r>
                    </a:p>
                    <a:p>
                      <a:pPr marL="31750" marR="673100" algn="ctr">
                        <a:lnSpc>
                          <a:spcPts val="2210"/>
                        </a:lnSpc>
                        <a:spcBef>
                          <a:spcPts val="155"/>
                        </a:spcBef>
                      </a:pPr>
                      <a:r>
                        <a:rPr lang="en-IE" sz="2000" b="0" spc="0" dirty="0">
                          <a:solidFill>
                            <a:schemeClr val="tx1"/>
                          </a:solidFill>
                          <a:latin typeface="Helvetica" pitchFamily="2" charset="0"/>
                        </a:rPr>
                        <a:t>WHERE Country NOT IN ('Germany', 'France', 'UK');</a:t>
                      </a:r>
                      <a:endParaRPr sz="2000" b="0" spc="0" dirty="0">
                        <a:solidFill>
                          <a:schemeClr val="tx1"/>
                        </a:solidFill>
                        <a:latin typeface="Helvetica" pitchFamily="2" charset="0"/>
                        <a:cs typeface="Arial"/>
                      </a:endParaRPr>
                    </a:p>
                  </a:txBody>
                  <a:tcPr marL="0" marR="0" marT="21590" marB="0" anchor="ctr"/>
                </a:tc>
                <a:tc>
                  <a:txBody>
                    <a:bodyPr/>
                    <a:lstStyle/>
                    <a:p>
                      <a:pPr marL="31750" marR="688340" algn="ctr">
                        <a:lnSpc>
                          <a:spcPct val="98900"/>
                        </a:lnSpc>
                        <a:spcBef>
                          <a:spcPts val="185"/>
                        </a:spcBef>
                      </a:pPr>
                      <a:r>
                        <a:rPr sz="2000" b="0" spc="0" dirty="0">
                          <a:solidFill>
                            <a:schemeClr val="tx1"/>
                          </a:solidFill>
                          <a:latin typeface="Helvetica" pitchFamily="2" charset="0"/>
                        </a:rPr>
                        <a:t>{ Expression [ NOT ] IN  </a:t>
                      </a:r>
                      <a:r>
                        <a:rPr sz="2000" b="0" u="heavy" spc="0" dirty="0" err="1">
                          <a:solidFill>
                            <a:schemeClr val="tx1"/>
                          </a:solidFill>
                          <a:uFill>
                            <a:solidFill>
                              <a:srgbClr val="0563C1"/>
                            </a:solidFill>
                          </a:uFill>
                          <a:latin typeface="Helvetica" pitchFamily="2" charset="0"/>
                        </a:rPr>
                        <a:t>TableSubquery</a:t>
                      </a:r>
                      <a:r>
                        <a:rPr sz="2000" b="0" spc="0" dirty="0">
                          <a:solidFill>
                            <a:schemeClr val="tx1"/>
                          </a:solidFill>
                          <a:latin typeface="Helvetica" pitchFamily="2" charset="0"/>
                        </a:rPr>
                        <a:t> |</a:t>
                      </a:r>
                      <a:endParaRPr sz="2000" b="0" spc="0" dirty="0">
                        <a:solidFill>
                          <a:schemeClr val="tx1"/>
                        </a:solidFill>
                        <a:latin typeface="Helvetica" pitchFamily="2" charset="0"/>
                        <a:cs typeface="Arial"/>
                      </a:endParaRPr>
                    </a:p>
                  </a:txBody>
                  <a:tcPr marL="0" marR="0" marT="23495" marB="0" anchor="ctr"/>
                </a:tc>
                <a:extLst>
                  <a:ext uri="{0D108BD9-81ED-4DB2-BD59-A6C34878D82A}">
                    <a16:rowId xmlns:a16="http://schemas.microsoft.com/office/drawing/2014/main" val="1386787045"/>
                  </a:ext>
                </a:extLst>
              </a:tr>
            </a:tbl>
          </a:graphicData>
        </a:graphic>
      </p:graphicFrame>
      <p:sp>
        <p:nvSpPr>
          <p:cNvPr id="4" name="Title 1">
            <a:extLst>
              <a:ext uri="{FF2B5EF4-FFF2-40B4-BE49-F238E27FC236}">
                <a16:creationId xmlns:a16="http://schemas.microsoft.com/office/drawing/2014/main" id="{431914FE-CE43-1548-5BFE-F029E8C5D9A3}"/>
              </a:ext>
            </a:extLst>
          </p:cNvPr>
          <p:cNvSpPr>
            <a:spLocks noGrp="1"/>
          </p:cNvSpPr>
          <p:nvPr>
            <p:ph type="title"/>
          </p:nvPr>
        </p:nvSpPr>
        <p:spPr>
          <a:xfrm>
            <a:off x="735171" y="402314"/>
            <a:ext cx="9223058" cy="534057"/>
          </a:xfrm>
        </p:spPr>
        <p:txBody>
          <a:bodyPr/>
          <a:lstStyle/>
          <a:p>
            <a:pPr algn="l" defTabSz="801378" rtl="0">
              <a:lnSpc>
                <a:spcPct val="90000"/>
              </a:lnSpc>
              <a:spcBef>
                <a:spcPct val="0"/>
              </a:spcBef>
            </a:pPr>
            <a:r>
              <a:rPr lang="en-IE" sz="3856" b="1" kern="1200" dirty="0">
                <a:solidFill>
                  <a:srgbClr val="004C6C"/>
                </a:solidFill>
                <a:latin typeface="+mj-lt"/>
                <a:cs typeface="+mj-cs"/>
              </a:rPr>
              <a:t>In</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aphicFrame>
        <p:nvGraphicFramePr>
          <p:cNvPr id="4" name="Table 3">
            <a:extLst>
              <a:ext uri="{FF2B5EF4-FFF2-40B4-BE49-F238E27FC236}">
                <a16:creationId xmlns:a16="http://schemas.microsoft.com/office/drawing/2014/main" id="{F16EC371-5810-7E4C-9878-181C43F7D5E0}"/>
              </a:ext>
            </a:extLst>
          </p:cNvPr>
          <p:cNvGraphicFramePr>
            <a:graphicFrameLocks noGrp="1"/>
          </p:cNvGraphicFramePr>
          <p:nvPr>
            <p:extLst>
              <p:ext uri="{D42A27DB-BD31-4B8C-83A1-F6EECF244321}">
                <p14:modId xmlns:p14="http://schemas.microsoft.com/office/powerpoint/2010/main" val="2071496983"/>
              </p:ext>
            </p:extLst>
          </p:nvPr>
        </p:nvGraphicFramePr>
        <p:xfrm>
          <a:off x="687457" y="1187450"/>
          <a:ext cx="8382003" cy="5764990"/>
        </p:xfrm>
        <a:graphic>
          <a:graphicData uri="http://schemas.openxmlformats.org/drawingml/2006/table">
            <a:tbl>
              <a:tblPr/>
              <a:tblGrid>
                <a:gridCol w="1197429">
                  <a:extLst>
                    <a:ext uri="{9D8B030D-6E8A-4147-A177-3AD203B41FA5}">
                      <a16:colId xmlns:a16="http://schemas.microsoft.com/office/drawing/2014/main" val="2113896438"/>
                    </a:ext>
                  </a:extLst>
                </a:gridCol>
                <a:gridCol w="1197429">
                  <a:extLst>
                    <a:ext uri="{9D8B030D-6E8A-4147-A177-3AD203B41FA5}">
                      <a16:colId xmlns:a16="http://schemas.microsoft.com/office/drawing/2014/main" val="2002520563"/>
                    </a:ext>
                  </a:extLst>
                </a:gridCol>
                <a:gridCol w="1197429">
                  <a:extLst>
                    <a:ext uri="{9D8B030D-6E8A-4147-A177-3AD203B41FA5}">
                      <a16:colId xmlns:a16="http://schemas.microsoft.com/office/drawing/2014/main" val="566759650"/>
                    </a:ext>
                  </a:extLst>
                </a:gridCol>
                <a:gridCol w="1197429">
                  <a:extLst>
                    <a:ext uri="{9D8B030D-6E8A-4147-A177-3AD203B41FA5}">
                      <a16:colId xmlns:a16="http://schemas.microsoft.com/office/drawing/2014/main" val="3000023942"/>
                    </a:ext>
                  </a:extLst>
                </a:gridCol>
                <a:gridCol w="1197429">
                  <a:extLst>
                    <a:ext uri="{9D8B030D-6E8A-4147-A177-3AD203B41FA5}">
                      <a16:colId xmlns:a16="http://schemas.microsoft.com/office/drawing/2014/main" val="198264449"/>
                    </a:ext>
                  </a:extLst>
                </a:gridCol>
                <a:gridCol w="1197429">
                  <a:extLst>
                    <a:ext uri="{9D8B030D-6E8A-4147-A177-3AD203B41FA5}">
                      <a16:colId xmlns:a16="http://schemas.microsoft.com/office/drawing/2014/main" val="3086869486"/>
                    </a:ext>
                  </a:extLst>
                </a:gridCol>
                <a:gridCol w="1197429">
                  <a:extLst>
                    <a:ext uri="{9D8B030D-6E8A-4147-A177-3AD203B41FA5}">
                      <a16:colId xmlns:a16="http://schemas.microsoft.com/office/drawing/2014/main" val="2842540281"/>
                    </a:ext>
                  </a:extLst>
                </a:gridCol>
              </a:tblGrid>
              <a:tr h="339908">
                <a:tc>
                  <a:txBody>
                    <a:bodyPr/>
                    <a:lstStyle/>
                    <a:p>
                      <a:pPr algn="l" fontAlgn="t"/>
                      <a:r>
                        <a:rPr lang="en-IE" sz="1400" dirty="0" err="1">
                          <a:effectLst/>
                        </a:rPr>
                        <a:t>CustomerID</a:t>
                      </a:r>
                      <a:endParaRPr lang="en-IE" sz="1400" dirty="0">
                        <a:effectLst/>
                      </a:endParaRPr>
                    </a:p>
                  </a:txBody>
                  <a:tcPr marL="55462" marR="27731" marT="27731" marB="27731">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c>
                  <a:txBody>
                    <a:bodyPr/>
                    <a:lstStyle/>
                    <a:p>
                      <a:pPr algn="l" fontAlgn="t"/>
                      <a:r>
                        <a:rPr lang="en-IE" sz="1400">
                          <a:effectLst/>
                        </a:rPr>
                        <a:t>CustomerName</a:t>
                      </a:r>
                    </a:p>
                  </a:txBody>
                  <a:tcPr marL="27731" marR="27731" marT="27731" marB="27731">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c>
                  <a:txBody>
                    <a:bodyPr/>
                    <a:lstStyle/>
                    <a:p>
                      <a:pPr algn="l" fontAlgn="t"/>
                      <a:r>
                        <a:rPr lang="en-IE" sz="1400">
                          <a:effectLst/>
                        </a:rPr>
                        <a:t>ContactName</a:t>
                      </a:r>
                    </a:p>
                  </a:txBody>
                  <a:tcPr marL="27731" marR="27731" marT="27731" marB="27731">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c>
                  <a:txBody>
                    <a:bodyPr/>
                    <a:lstStyle/>
                    <a:p>
                      <a:pPr algn="l" fontAlgn="t"/>
                      <a:r>
                        <a:rPr lang="en-IE" sz="1400">
                          <a:effectLst/>
                        </a:rPr>
                        <a:t>Address</a:t>
                      </a:r>
                    </a:p>
                  </a:txBody>
                  <a:tcPr marL="27731" marR="27731" marT="27731" marB="27731">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c>
                  <a:txBody>
                    <a:bodyPr/>
                    <a:lstStyle/>
                    <a:p>
                      <a:pPr algn="l" fontAlgn="t"/>
                      <a:r>
                        <a:rPr lang="en-IE" sz="1400">
                          <a:effectLst/>
                        </a:rPr>
                        <a:t>City</a:t>
                      </a:r>
                    </a:p>
                  </a:txBody>
                  <a:tcPr marL="27731" marR="27731" marT="27731" marB="27731">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c>
                  <a:txBody>
                    <a:bodyPr/>
                    <a:lstStyle/>
                    <a:p>
                      <a:pPr algn="l" fontAlgn="t"/>
                      <a:r>
                        <a:rPr lang="en-IE" sz="1400">
                          <a:effectLst/>
                        </a:rPr>
                        <a:t>PostalCode</a:t>
                      </a:r>
                    </a:p>
                  </a:txBody>
                  <a:tcPr marL="27731" marR="27731" marT="27731" marB="27731">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c>
                  <a:txBody>
                    <a:bodyPr/>
                    <a:lstStyle/>
                    <a:p>
                      <a:pPr algn="l" fontAlgn="t"/>
                      <a:r>
                        <a:rPr lang="en-IE" sz="1400">
                          <a:effectLst/>
                        </a:rPr>
                        <a:t>Country</a:t>
                      </a:r>
                    </a:p>
                  </a:txBody>
                  <a:tcPr marL="27731" marR="27731" marT="27731" marB="27731">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981222680"/>
                  </a:ext>
                </a:extLst>
              </a:tr>
              <a:tr h="339908">
                <a:tc>
                  <a:txBody>
                    <a:bodyPr/>
                    <a:lstStyle/>
                    <a:p>
                      <a:pPr algn="l" fontAlgn="t"/>
                      <a:r>
                        <a:rPr lang="en-IE" sz="1400">
                          <a:effectLst/>
                          <a:highlight>
                            <a:srgbClr val="FFFF00"/>
                          </a:highlight>
                        </a:rPr>
                        <a:t>1</a:t>
                      </a:r>
                    </a:p>
                  </a:txBody>
                  <a:tcPr marL="55462" marR="27731" marT="27731" marB="27731">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E7E9EB"/>
                    </a:solidFill>
                  </a:tcPr>
                </a:tc>
                <a:tc>
                  <a:txBody>
                    <a:bodyPr/>
                    <a:lstStyle/>
                    <a:p>
                      <a:pPr algn="l" fontAlgn="t"/>
                      <a:r>
                        <a:rPr lang="en-IE" sz="1400">
                          <a:effectLst/>
                          <a:highlight>
                            <a:srgbClr val="FFFF00"/>
                          </a:highlight>
                        </a:rPr>
                        <a:t>Alfreds Futterkiste</a:t>
                      </a:r>
                    </a:p>
                  </a:txBody>
                  <a:tcPr marL="27731" marR="27731" marT="27731" marB="27731">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E7E9EB"/>
                    </a:solidFill>
                  </a:tcPr>
                </a:tc>
                <a:tc>
                  <a:txBody>
                    <a:bodyPr/>
                    <a:lstStyle/>
                    <a:p>
                      <a:pPr algn="l" fontAlgn="t"/>
                      <a:r>
                        <a:rPr lang="en-IE" sz="1400">
                          <a:effectLst/>
                          <a:highlight>
                            <a:srgbClr val="FFFF00"/>
                          </a:highlight>
                        </a:rPr>
                        <a:t>Maria Anders</a:t>
                      </a:r>
                    </a:p>
                  </a:txBody>
                  <a:tcPr marL="27731" marR="27731" marT="27731" marB="27731">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E7E9EB"/>
                    </a:solidFill>
                  </a:tcPr>
                </a:tc>
                <a:tc>
                  <a:txBody>
                    <a:bodyPr/>
                    <a:lstStyle/>
                    <a:p>
                      <a:pPr algn="l" fontAlgn="t"/>
                      <a:r>
                        <a:rPr lang="en-IE" sz="1400">
                          <a:effectLst/>
                          <a:highlight>
                            <a:srgbClr val="FFFF00"/>
                          </a:highlight>
                        </a:rPr>
                        <a:t>Obere Str. 57</a:t>
                      </a:r>
                    </a:p>
                  </a:txBody>
                  <a:tcPr marL="27731" marR="27731" marT="27731" marB="27731">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E7E9EB"/>
                    </a:solidFill>
                  </a:tcPr>
                </a:tc>
                <a:tc>
                  <a:txBody>
                    <a:bodyPr/>
                    <a:lstStyle/>
                    <a:p>
                      <a:pPr algn="l" fontAlgn="t"/>
                      <a:r>
                        <a:rPr lang="en-IE" sz="1400">
                          <a:effectLst/>
                          <a:highlight>
                            <a:srgbClr val="FFFF00"/>
                          </a:highlight>
                        </a:rPr>
                        <a:t>Berlin</a:t>
                      </a:r>
                    </a:p>
                  </a:txBody>
                  <a:tcPr marL="27731" marR="27731" marT="27731" marB="27731">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E7E9EB"/>
                    </a:solidFill>
                  </a:tcPr>
                </a:tc>
                <a:tc>
                  <a:txBody>
                    <a:bodyPr/>
                    <a:lstStyle/>
                    <a:p>
                      <a:pPr algn="l" fontAlgn="t"/>
                      <a:r>
                        <a:rPr lang="en-IE" sz="1400">
                          <a:effectLst/>
                          <a:highlight>
                            <a:srgbClr val="FFFF00"/>
                          </a:highlight>
                        </a:rPr>
                        <a:t>12209</a:t>
                      </a:r>
                    </a:p>
                  </a:txBody>
                  <a:tcPr marL="27731" marR="27731" marT="27731" marB="27731">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E7E9EB"/>
                    </a:solidFill>
                  </a:tcPr>
                </a:tc>
                <a:tc>
                  <a:txBody>
                    <a:bodyPr/>
                    <a:lstStyle/>
                    <a:p>
                      <a:pPr algn="l" fontAlgn="t"/>
                      <a:r>
                        <a:rPr lang="en-IE" sz="1400" dirty="0">
                          <a:effectLst/>
                          <a:highlight>
                            <a:srgbClr val="FFFF00"/>
                          </a:highlight>
                        </a:rPr>
                        <a:t>Germany</a:t>
                      </a:r>
                    </a:p>
                  </a:txBody>
                  <a:tcPr marL="27731" marR="27731" marT="27731" marB="27731">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E7E9EB"/>
                    </a:solidFill>
                  </a:tcPr>
                </a:tc>
                <a:extLst>
                  <a:ext uri="{0D108BD9-81ED-4DB2-BD59-A6C34878D82A}">
                    <a16:rowId xmlns:a16="http://schemas.microsoft.com/office/drawing/2014/main" val="2849107616"/>
                  </a:ext>
                </a:extLst>
              </a:tr>
              <a:tr h="744578">
                <a:tc>
                  <a:txBody>
                    <a:bodyPr/>
                    <a:lstStyle/>
                    <a:p>
                      <a:pPr algn="l" fontAlgn="t"/>
                      <a:r>
                        <a:rPr lang="en-IE" sz="1400">
                          <a:effectLst/>
                        </a:rPr>
                        <a:t>2</a:t>
                      </a:r>
                    </a:p>
                  </a:txBody>
                  <a:tcPr marL="55462" marR="27731" marT="27731" marB="27731">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c>
                  <a:txBody>
                    <a:bodyPr/>
                    <a:lstStyle/>
                    <a:p>
                      <a:pPr algn="l" fontAlgn="t"/>
                      <a:r>
                        <a:rPr lang="en-IE" sz="1400">
                          <a:effectLst/>
                        </a:rPr>
                        <a:t>Ana Trujillo Emparedados y helados</a:t>
                      </a:r>
                    </a:p>
                  </a:txBody>
                  <a:tcPr marL="27731" marR="27731" marT="27731" marB="27731">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c>
                  <a:txBody>
                    <a:bodyPr/>
                    <a:lstStyle/>
                    <a:p>
                      <a:pPr algn="l" fontAlgn="t"/>
                      <a:r>
                        <a:rPr lang="en-IE" sz="1400">
                          <a:effectLst/>
                        </a:rPr>
                        <a:t>Ana Trujillo</a:t>
                      </a:r>
                    </a:p>
                  </a:txBody>
                  <a:tcPr marL="27731" marR="27731" marT="27731" marB="27731">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c>
                  <a:txBody>
                    <a:bodyPr/>
                    <a:lstStyle/>
                    <a:p>
                      <a:pPr algn="l" fontAlgn="t"/>
                      <a:r>
                        <a:rPr lang="en-IE" sz="1400">
                          <a:effectLst/>
                        </a:rPr>
                        <a:t>Avda. de la Constitución 2222</a:t>
                      </a:r>
                    </a:p>
                  </a:txBody>
                  <a:tcPr marL="27731" marR="27731" marT="27731" marB="27731">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c>
                  <a:txBody>
                    <a:bodyPr/>
                    <a:lstStyle/>
                    <a:p>
                      <a:pPr algn="l" fontAlgn="t"/>
                      <a:r>
                        <a:rPr lang="en-IE" sz="1400">
                          <a:effectLst/>
                        </a:rPr>
                        <a:t>México D.F.</a:t>
                      </a:r>
                    </a:p>
                  </a:txBody>
                  <a:tcPr marL="27731" marR="27731" marT="27731" marB="27731">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c>
                  <a:txBody>
                    <a:bodyPr/>
                    <a:lstStyle/>
                    <a:p>
                      <a:pPr algn="l" fontAlgn="t"/>
                      <a:r>
                        <a:rPr lang="en-IE" sz="1400">
                          <a:effectLst/>
                        </a:rPr>
                        <a:t>05021</a:t>
                      </a:r>
                    </a:p>
                  </a:txBody>
                  <a:tcPr marL="27731" marR="27731" marT="27731" marB="27731">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c>
                  <a:txBody>
                    <a:bodyPr/>
                    <a:lstStyle/>
                    <a:p>
                      <a:pPr algn="l" fontAlgn="t"/>
                      <a:r>
                        <a:rPr lang="en-IE" sz="1400">
                          <a:effectLst/>
                        </a:rPr>
                        <a:t>Mexico</a:t>
                      </a:r>
                    </a:p>
                  </a:txBody>
                  <a:tcPr marL="27731" marR="27731" marT="27731" marB="27731">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2501233469"/>
                  </a:ext>
                </a:extLst>
              </a:tr>
              <a:tr h="474798">
                <a:tc>
                  <a:txBody>
                    <a:bodyPr/>
                    <a:lstStyle/>
                    <a:p>
                      <a:pPr algn="l" fontAlgn="t"/>
                      <a:r>
                        <a:rPr lang="en-IE" sz="1400">
                          <a:effectLst/>
                        </a:rPr>
                        <a:t>3</a:t>
                      </a:r>
                    </a:p>
                  </a:txBody>
                  <a:tcPr marL="55462" marR="27731" marT="27731" marB="27731">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E7E9EB"/>
                    </a:solidFill>
                  </a:tcPr>
                </a:tc>
                <a:tc>
                  <a:txBody>
                    <a:bodyPr/>
                    <a:lstStyle/>
                    <a:p>
                      <a:pPr algn="l" fontAlgn="t"/>
                      <a:r>
                        <a:rPr lang="en-IE" sz="1400">
                          <a:effectLst/>
                        </a:rPr>
                        <a:t>Antonio Moreno Taquería</a:t>
                      </a:r>
                    </a:p>
                  </a:txBody>
                  <a:tcPr marL="27731" marR="27731" marT="27731" marB="27731">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E7E9EB"/>
                    </a:solidFill>
                  </a:tcPr>
                </a:tc>
                <a:tc>
                  <a:txBody>
                    <a:bodyPr/>
                    <a:lstStyle/>
                    <a:p>
                      <a:pPr algn="l" fontAlgn="t"/>
                      <a:r>
                        <a:rPr lang="en-IE" sz="1400">
                          <a:effectLst/>
                        </a:rPr>
                        <a:t>Antonio Moreno</a:t>
                      </a:r>
                    </a:p>
                  </a:txBody>
                  <a:tcPr marL="27731" marR="27731" marT="27731" marB="27731">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E7E9EB"/>
                    </a:solidFill>
                  </a:tcPr>
                </a:tc>
                <a:tc>
                  <a:txBody>
                    <a:bodyPr/>
                    <a:lstStyle/>
                    <a:p>
                      <a:pPr algn="l" fontAlgn="t"/>
                      <a:r>
                        <a:rPr lang="en-IE" sz="1400">
                          <a:effectLst/>
                        </a:rPr>
                        <a:t>Mataderos 2312</a:t>
                      </a:r>
                    </a:p>
                  </a:txBody>
                  <a:tcPr marL="27731" marR="27731" marT="27731" marB="27731">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E7E9EB"/>
                    </a:solidFill>
                  </a:tcPr>
                </a:tc>
                <a:tc>
                  <a:txBody>
                    <a:bodyPr/>
                    <a:lstStyle/>
                    <a:p>
                      <a:pPr algn="l" fontAlgn="t"/>
                      <a:r>
                        <a:rPr lang="en-IE" sz="1400">
                          <a:effectLst/>
                        </a:rPr>
                        <a:t>México D.F.</a:t>
                      </a:r>
                    </a:p>
                  </a:txBody>
                  <a:tcPr marL="27731" marR="27731" marT="27731" marB="27731">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E7E9EB"/>
                    </a:solidFill>
                  </a:tcPr>
                </a:tc>
                <a:tc>
                  <a:txBody>
                    <a:bodyPr/>
                    <a:lstStyle/>
                    <a:p>
                      <a:pPr algn="l" fontAlgn="t"/>
                      <a:r>
                        <a:rPr lang="en-IE" sz="1400">
                          <a:effectLst/>
                        </a:rPr>
                        <a:t>05023</a:t>
                      </a:r>
                    </a:p>
                  </a:txBody>
                  <a:tcPr marL="27731" marR="27731" marT="27731" marB="27731">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E7E9EB"/>
                    </a:solidFill>
                  </a:tcPr>
                </a:tc>
                <a:tc>
                  <a:txBody>
                    <a:bodyPr/>
                    <a:lstStyle/>
                    <a:p>
                      <a:pPr algn="l" fontAlgn="t"/>
                      <a:r>
                        <a:rPr lang="en-IE" sz="1400">
                          <a:effectLst/>
                        </a:rPr>
                        <a:t>Mexico</a:t>
                      </a:r>
                    </a:p>
                  </a:txBody>
                  <a:tcPr marL="27731" marR="27731" marT="27731" marB="27731">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E7E9EB"/>
                    </a:solidFill>
                  </a:tcPr>
                </a:tc>
                <a:extLst>
                  <a:ext uri="{0D108BD9-81ED-4DB2-BD59-A6C34878D82A}">
                    <a16:rowId xmlns:a16="http://schemas.microsoft.com/office/drawing/2014/main" val="2366433436"/>
                  </a:ext>
                </a:extLst>
              </a:tr>
              <a:tr h="474798">
                <a:tc>
                  <a:txBody>
                    <a:bodyPr/>
                    <a:lstStyle/>
                    <a:p>
                      <a:pPr algn="l" fontAlgn="t"/>
                      <a:r>
                        <a:rPr lang="en-IE" sz="1400">
                          <a:effectLst/>
                          <a:highlight>
                            <a:srgbClr val="FFFF00"/>
                          </a:highlight>
                        </a:rPr>
                        <a:t>4</a:t>
                      </a:r>
                    </a:p>
                  </a:txBody>
                  <a:tcPr marL="55462" marR="27731" marT="27731" marB="27731">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c>
                  <a:txBody>
                    <a:bodyPr/>
                    <a:lstStyle/>
                    <a:p>
                      <a:pPr algn="l" fontAlgn="t"/>
                      <a:r>
                        <a:rPr lang="en-IE" sz="1400">
                          <a:effectLst/>
                          <a:highlight>
                            <a:srgbClr val="FFFF00"/>
                          </a:highlight>
                        </a:rPr>
                        <a:t>Around the Horn</a:t>
                      </a:r>
                    </a:p>
                  </a:txBody>
                  <a:tcPr marL="27731" marR="27731" marT="27731" marB="27731">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c>
                  <a:txBody>
                    <a:bodyPr/>
                    <a:lstStyle/>
                    <a:p>
                      <a:pPr algn="l" fontAlgn="t"/>
                      <a:r>
                        <a:rPr lang="en-IE" sz="1400">
                          <a:effectLst/>
                          <a:highlight>
                            <a:srgbClr val="FFFF00"/>
                          </a:highlight>
                        </a:rPr>
                        <a:t>Thomas Hardy</a:t>
                      </a:r>
                    </a:p>
                  </a:txBody>
                  <a:tcPr marL="27731" marR="27731" marT="27731" marB="27731">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c>
                  <a:txBody>
                    <a:bodyPr/>
                    <a:lstStyle/>
                    <a:p>
                      <a:pPr algn="l" fontAlgn="t"/>
                      <a:r>
                        <a:rPr lang="en-IE" sz="1400">
                          <a:effectLst/>
                          <a:highlight>
                            <a:srgbClr val="FFFF00"/>
                          </a:highlight>
                        </a:rPr>
                        <a:t>120 Hanover Sq.</a:t>
                      </a:r>
                    </a:p>
                  </a:txBody>
                  <a:tcPr marL="27731" marR="27731" marT="27731" marB="27731">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c>
                  <a:txBody>
                    <a:bodyPr/>
                    <a:lstStyle/>
                    <a:p>
                      <a:pPr algn="l" fontAlgn="t"/>
                      <a:r>
                        <a:rPr lang="en-IE" sz="1400">
                          <a:effectLst/>
                          <a:highlight>
                            <a:srgbClr val="FFFF00"/>
                          </a:highlight>
                        </a:rPr>
                        <a:t>London</a:t>
                      </a:r>
                    </a:p>
                  </a:txBody>
                  <a:tcPr marL="27731" marR="27731" marT="27731" marB="27731">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c>
                  <a:txBody>
                    <a:bodyPr/>
                    <a:lstStyle/>
                    <a:p>
                      <a:pPr algn="l" fontAlgn="t"/>
                      <a:r>
                        <a:rPr lang="en-IE" sz="1400">
                          <a:effectLst/>
                          <a:highlight>
                            <a:srgbClr val="FFFF00"/>
                          </a:highlight>
                        </a:rPr>
                        <a:t>WA1 1DP</a:t>
                      </a:r>
                    </a:p>
                  </a:txBody>
                  <a:tcPr marL="27731" marR="27731" marT="27731" marB="27731">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c>
                  <a:txBody>
                    <a:bodyPr/>
                    <a:lstStyle/>
                    <a:p>
                      <a:pPr algn="l" fontAlgn="t"/>
                      <a:r>
                        <a:rPr lang="en-IE" sz="1400" dirty="0">
                          <a:effectLst/>
                          <a:highlight>
                            <a:srgbClr val="FFFF00"/>
                          </a:highlight>
                        </a:rPr>
                        <a:t>UK</a:t>
                      </a:r>
                    </a:p>
                  </a:txBody>
                  <a:tcPr marL="27731" marR="27731" marT="27731" marB="27731">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30880127"/>
                  </a:ext>
                </a:extLst>
              </a:tr>
              <a:tr h="339908">
                <a:tc>
                  <a:txBody>
                    <a:bodyPr/>
                    <a:lstStyle/>
                    <a:p>
                      <a:pPr algn="l" fontAlgn="t"/>
                      <a:r>
                        <a:rPr lang="en-IE" sz="1400">
                          <a:effectLst/>
                        </a:rPr>
                        <a:t>5</a:t>
                      </a:r>
                    </a:p>
                  </a:txBody>
                  <a:tcPr marL="55462" marR="27731" marT="27731" marB="27731">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E7E9EB"/>
                    </a:solidFill>
                  </a:tcPr>
                </a:tc>
                <a:tc>
                  <a:txBody>
                    <a:bodyPr/>
                    <a:lstStyle/>
                    <a:p>
                      <a:pPr algn="l" fontAlgn="t"/>
                      <a:r>
                        <a:rPr lang="en-IE" sz="1400">
                          <a:effectLst/>
                        </a:rPr>
                        <a:t>Berglunds snabbköp</a:t>
                      </a:r>
                    </a:p>
                  </a:txBody>
                  <a:tcPr marL="27731" marR="27731" marT="27731" marB="27731">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E7E9EB"/>
                    </a:solidFill>
                  </a:tcPr>
                </a:tc>
                <a:tc>
                  <a:txBody>
                    <a:bodyPr/>
                    <a:lstStyle/>
                    <a:p>
                      <a:pPr algn="l" fontAlgn="t"/>
                      <a:r>
                        <a:rPr lang="en-IE" sz="1400">
                          <a:effectLst/>
                        </a:rPr>
                        <a:t>Christina Berglund</a:t>
                      </a:r>
                    </a:p>
                  </a:txBody>
                  <a:tcPr marL="27731" marR="27731" marT="27731" marB="27731">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E7E9EB"/>
                    </a:solidFill>
                  </a:tcPr>
                </a:tc>
                <a:tc>
                  <a:txBody>
                    <a:bodyPr/>
                    <a:lstStyle/>
                    <a:p>
                      <a:pPr algn="l" fontAlgn="t"/>
                      <a:r>
                        <a:rPr lang="en-IE" sz="1400">
                          <a:effectLst/>
                        </a:rPr>
                        <a:t>Berguvsvägen 8</a:t>
                      </a:r>
                    </a:p>
                  </a:txBody>
                  <a:tcPr marL="27731" marR="27731" marT="27731" marB="27731">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E7E9EB"/>
                    </a:solidFill>
                  </a:tcPr>
                </a:tc>
                <a:tc>
                  <a:txBody>
                    <a:bodyPr/>
                    <a:lstStyle/>
                    <a:p>
                      <a:pPr algn="l" fontAlgn="t"/>
                      <a:r>
                        <a:rPr lang="en-IE" sz="1400">
                          <a:effectLst/>
                        </a:rPr>
                        <a:t>Luleå</a:t>
                      </a:r>
                    </a:p>
                  </a:txBody>
                  <a:tcPr marL="27731" marR="27731" marT="27731" marB="27731">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E7E9EB"/>
                    </a:solidFill>
                  </a:tcPr>
                </a:tc>
                <a:tc>
                  <a:txBody>
                    <a:bodyPr/>
                    <a:lstStyle/>
                    <a:p>
                      <a:pPr algn="l" fontAlgn="t"/>
                      <a:r>
                        <a:rPr lang="en-IE" sz="1400">
                          <a:effectLst/>
                        </a:rPr>
                        <a:t>S-958 22</a:t>
                      </a:r>
                    </a:p>
                  </a:txBody>
                  <a:tcPr marL="27731" marR="27731" marT="27731" marB="27731">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E7E9EB"/>
                    </a:solidFill>
                  </a:tcPr>
                </a:tc>
                <a:tc>
                  <a:txBody>
                    <a:bodyPr/>
                    <a:lstStyle/>
                    <a:p>
                      <a:pPr algn="l" fontAlgn="t"/>
                      <a:r>
                        <a:rPr lang="en-IE" sz="1400">
                          <a:effectLst/>
                        </a:rPr>
                        <a:t>Sweden</a:t>
                      </a:r>
                    </a:p>
                  </a:txBody>
                  <a:tcPr marL="27731" marR="27731" marT="27731" marB="27731">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E7E9EB"/>
                    </a:solidFill>
                  </a:tcPr>
                </a:tc>
                <a:extLst>
                  <a:ext uri="{0D108BD9-81ED-4DB2-BD59-A6C34878D82A}">
                    <a16:rowId xmlns:a16="http://schemas.microsoft.com/office/drawing/2014/main" val="2751555618"/>
                  </a:ext>
                </a:extLst>
              </a:tr>
              <a:tr h="474798">
                <a:tc>
                  <a:txBody>
                    <a:bodyPr/>
                    <a:lstStyle/>
                    <a:p>
                      <a:pPr algn="l" fontAlgn="t"/>
                      <a:r>
                        <a:rPr lang="en-IE" sz="1400">
                          <a:effectLst/>
                          <a:highlight>
                            <a:srgbClr val="FFFF00"/>
                          </a:highlight>
                        </a:rPr>
                        <a:t>6</a:t>
                      </a:r>
                    </a:p>
                  </a:txBody>
                  <a:tcPr marL="55462" marR="27731" marT="27731" marB="27731">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c>
                  <a:txBody>
                    <a:bodyPr/>
                    <a:lstStyle/>
                    <a:p>
                      <a:pPr algn="l" fontAlgn="t"/>
                      <a:r>
                        <a:rPr lang="en-IE" sz="1400">
                          <a:effectLst/>
                          <a:highlight>
                            <a:srgbClr val="FFFF00"/>
                          </a:highlight>
                        </a:rPr>
                        <a:t>Blauer See Delikatessen</a:t>
                      </a:r>
                    </a:p>
                  </a:txBody>
                  <a:tcPr marL="27731" marR="27731" marT="27731" marB="27731">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c>
                  <a:txBody>
                    <a:bodyPr/>
                    <a:lstStyle/>
                    <a:p>
                      <a:pPr algn="l" fontAlgn="t"/>
                      <a:r>
                        <a:rPr lang="en-IE" sz="1400">
                          <a:effectLst/>
                          <a:highlight>
                            <a:srgbClr val="FFFF00"/>
                          </a:highlight>
                        </a:rPr>
                        <a:t>Hanna Moos</a:t>
                      </a:r>
                    </a:p>
                  </a:txBody>
                  <a:tcPr marL="27731" marR="27731" marT="27731" marB="27731">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c>
                  <a:txBody>
                    <a:bodyPr/>
                    <a:lstStyle/>
                    <a:p>
                      <a:pPr algn="l" fontAlgn="t"/>
                      <a:r>
                        <a:rPr lang="en-IE" sz="1400">
                          <a:effectLst/>
                          <a:highlight>
                            <a:srgbClr val="FFFF00"/>
                          </a:highlight>
                        </a:rPr>
                        <a:t>Forsterstr. 57</a:t>
                      </a:r>
                    </a:p>
                  </a:txBody>
                  <a:tcPr marL="27731" marR="27731" marT="27731" marB="27731">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c>
                  <a:txBody>
                    <a:bodyPr/>
                    <a:lstStyle/>
                    <a:p>
                      <a:pPr algn="l" fontAlgn="t"/>
                      <a:r>
                        <a:rPr lang="en-IE" sz="1400">
                          <a:effectLst/>
                          <a:highlight>
                            <a:srgbClr val="FFFF00"/>
                          </a:highlight>
                        </a:rPr>
                        <a:t>Mannheim</a:t>
                      </a:r>
                    </a:p>
                  </a:txBody>
                  <a:tcPr marL="27731" marR="27731" marT="27731" marB="27731">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c>
                  <a:txBody>
                    <a:bodyPr/>
                    <a:lstStyle/>
                    <a:p>
                      <a:pPr algn="l" fontAlgn="t"/>
                      <a:r>
                        <a:rPr lang="en-IE" sz="1400">
                          <a:effectLst/>
                          <a:highlight>
                            <a:srgbClr val="FFFF00"/>
                          </a:highlight>
                        </a:rPr>
                        <a:t>68306</a:t>
                      </a:r>
                    </a:p>
                  </a:txBody>
                  <a:tcPr marL="27731" marR="27731" marT="27731" marB="27731">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c>
                  <a:txBody>
                    <a:bodyPr/>
                    <a:lstStyle/>
                    <a:p>
                      <a:pPr algn="l" fontAlgn="t"/>
                      <a:r>
                        <a:rPr lang="en-IE" sz="1400" dirty="0">
                          <a:effectLst/>
                          <a:highlight>
                            <a:srgbClr val="FFFF00"/>
                          </a:highlight>
                        </a:rPr>
                        <a:t>Germany</a:t>
                      </a:r>
                    </a:p>
                  </a:txBody>
                  <a:tcPr marL="27731" marR="27731" marT="27731" marB="27731">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762370891"/>
                  </a:ext>
                </a:extLst>
              </a:tr>
              <a:tr h="339908">
                <a:tc>
                  <a:txBody>
                    <a:bodyPr/>
                    <a:lstStyle/>
                    <a:p>
                      <a:pPr algn="l" fontAlgn="t"/>
                      <a:r>
                        <a:rPr lang="en-IE" sz="1400">
                          <a:effectLst/>
                          <a:highlight>
                            <a:srgbClr val="FFFF00"/>
                          </a:highlight>
                        </a:rPr>
                        <a:t>7</a:t>
                      </a:r>
                    </a:p>
                  </a:txBody>
                  <a:tcPr marL="55462" marR="27731" marT="27731" marB="27731">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E7E9EB"/>
                    </a:solidFill>
                  </a:tcPr>
                </a:tc>
                <a:tc>
                  <a:txBody>
                    <a:bodyPr/>
                    <a:lstStyle/>
                    <a:p>
                      <a:pPr algn="l" fontAlgn="t"/>
                      <a:r>
                        <a:rPr lang="en-IE" sz="1400">
                          <a:effectLst/>
                          <a:highlight>
                            <a:srgbClr val="FFFF00"/>
                          </a:highlight>
                        </a:rPr>
                        <a:t>Blondel père et fils</a:t>
                      </a:r>
                    </a:p>
                  </a:txBody>
                  <a:tcPr marL="27731" marR="27731" marT="27731" marB="27731">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E7E9EB"/>
                    </a:solidFill>
                  </a:tcPr>
                </a:tc>
                <a:tc>
                  <a:txBody>
                    <a:bodyPr/>
                    <a:lstStyle/>
                    <a:p>
                      <a:pPr algn="l" fontAlgn="t"/>
                      <a:r>
                        <a:rPr lang="en-IE" sz="1400">
                          <a:effectLst/>
                          <a:highlight>
                            <a:srgbClr val="FFFF00"/>
                          </a:highlight>
                        </a:rPr>
                        <a:t>Frédérique Citeaux</a:t>
                      </a:r>
                    </a:p>
                  </a:txBody>
                  <a:tcPr marL="27731" marR="27731" marT="27731" marB="27731">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E7E9EB"/>
                    </a:solidFill>
                  </a:tcPr>
                </a:tc>
                <a:tc>
                  <a:txBody>
                    <a:bodyPr/>
                    <a:lstStyle/>
                    <a:p>
                      <a:pPr algn="l" fontAlgn="t"/>
                      <a:r>
                        <a:rPr lang="en-IE" sz="1400">
                          <a:effectLst/>
                          <a:highlight>
                            <a:srgbClr val="FFFF00"/>
                          </a:highlight>
                        </a:rPr>
                        <a:t>24, place Kléber</a:t>
                      </a:r>
                    </a:p>
                  </a:txBody>
                  <a:tcPr marL="27731" marR="27731" marT="27731" marB="27731">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E7E9EB"/>
                    </a:solidFill>
                  </a:tcPr>
                </a:tc>
                <a:tc>
                  <a:txBody>
                    <a:bodyPr/>
                    <a:lstStyle/>
                    <a:p>
                      <a:pPr algn="l" fontAlgn="t"/>
                      <a:r>
                        <a:rPr lang="en-IE" sz="1400">
                          <a:effectLst/>
                          <a:highlight>
                            <a:srgbClr val="FFFF00"/>
                          </a:highlight>
                        </a:rPr>
                        <a:t>Strasbourg</a:t>
                      </a:r>
                    </a:p>
                  </a:txBody>
                  <a:tcPr marL="27731" marR="27731" marT="27731" marB="27731">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E7E9EB"/>
                    </a:solidFill>
                  </a:tcPr>
                </a:tc>
                <a:tc>
                  <a:txBody>
                    <a:bodyPr/>
                    <a:lstStyle/>
                    <a:p>
                      <a:pPr algn="l" fontAlgn="t"/>
                      <a:r>
                        <a:rPr lang="en-IE" sz="1400">
                          <a:effectLst/>
                          <a:highlight>
                            <a:srgbClr val="FFFF00"/>
                          </a:highlight>
                        </a:rPr>
                        <a:t>67000</a:t>
                      </a:r>
                    </a:p>
                  </a:txBody>
                  <a:tcPr marL="27731" marR="27731" marT="27731" marB="27731">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E7E9EB"/>
                    </a:solidFill>
                  </a:tcPr>
                </a:tc>
                <a:tc>
                  <a:txBody>
                    <a:bodyPr/>
                    <a:lstStyle/>
                    <a:p>
                      <a:pPr algn="l" fontAlgn="t"/>
                      <a:r>
                        <a:rPr lang="en-IE" sz="1400" dirty="0">
                          <a:effectLst/>
                          <a:highlight>
                            <a:srgbClr val="FFFF00"/>
                          </a:highlight>
                        </a:rPr>
                        <a:t>France</a:t>
                      </a:r>
                    </a:p>
                  </a:txBody>
                  <a:tcPr marL="27731" marR="27731" marT="27731" marB="27731">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E7E9EB"/>
                    </a:solidFill>
                  </a:tcPr>
                </a:tc>
                <a:extLst>
                  <a:ext uri="{0D108BD9-81ED-4DB2-BD59-A6C34878D82A}">
                    <a16:rowId xmlns:a16="http://schemas.microsoft.com/office/drawing/2014/main" val="3237288879"/>
                  </a:ext>
                </a:extLst>
              </a:tr>
              <a:tr h="609688">
                <a:tc>
                  <a:txBody>
                    <a:bodyPr/>
                    <a:lstStyle/>
                    <a:p>
                      <a:pPr algn="l" fontAlgn="t"/>
                      <a:r>
                        <a:rPr lang="en-IE" sz="1400">
                          <a:effectLst/>
                        </a:rPr>
                        <a:t>8</a:t>
                      </a:r>
                    </a:p>
                  </a:txBody>
                  <a:tcPr marL="55462" marR="27731" marT="27731" marB="27731">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c>
                  <a:txBody>
                    <a:bodyPr/>
                    <a:lstStyle/>
                    <a:p>
                      <a:pPr algn="l" fontAlgn="t"/>
                      <a:r>
                        <a:rPr lang="en-IE" sz="1400">
                          <a:effectLst/>
                        </a:rPr>
                        <a:t>Bólido Comidas preparadas</a:t>
                      </a:r>
                    </a:p>
                  </a:txBody>
                  <a:tcPr marL="27731" marR="27731" marT="27731" marB="27731">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c>
                  <a:txBody>
                    <a:bodyPr/>
                    <a:lstStyle/>
                    <a:p>
                      <a:pPr algn="l" fontAlgn="t"/>
                      <a:r>
                        <a:rPr lang="en-IE" sz="1400">
                          <a:effectLst/>
                        </a:rPr>
                        <a:t>Martín Sommer</a:t>
                      </a:r>
                    </a:p>
                  </a:txBody>
                  <a:tcPr marL="27731" marR="27731" marT="27731" marB="27731">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c>
                  <a:txBody>
                    <a:bodyPr/>
                    <a:lstStyle/>
                    <a:p>
                      <a:pPr algn="l" fontAlgn="t"/>
                      <a:r>
                        <a:rPr lang="en-IE" sz="1400">
                          <a:effectLst/>
                        </a:rPr>
                        <a:t>C/ Araquil, 67</a:t>
                      </a:r>
                    </a:p>
                  </a:txBody>
                  <a:tcPr marL="27731" marR="27731" marT="27731" marB="27731">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c>
                  <a:txBody>
                    <a:bodyPr/>
                    <a:lstStyle/>
                    <a:p>
                      <a:pPr algn="l" fontAlgn="t"/>
                      <a:r>
                        <a:rPr lang="en-IE" sz="1400">
                          <a:effectLst/>
                        </a:rPr>
                        <a:t>Madrid</a:t>
                      </a:r>
                    </a:p>
                  </a:txBody>
                  <a:tcPr marL="27731" marR="27731" marT="27731" marB="27731">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c>
                  <a:txBody>
                    <a:bodyPr/>
                    <a:lstStyle/>
                    <a:p>
                      <a:pPr algn="l" fontAlgn="t"/>
                      <a:r>
                        <a:rPr lang="en-IE" sz="1400">
                          <a:effectLst/>
                        </a:rPr>
                        <a:t>28023</a:t>
                      </a:r>
                    </a:p>
                  </a:txBody>
                  <a:tcPr marL="27731" marR="27731" marT="27731" marB="27731">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c>
                  <a:txBody>
                    <a:bodyPr/>
                    <a:lstStyle/>
                    <a:p>
                      <a:pPr algn="l" fontAlgn="t"/>
                      <a:r>
                        <a:rPr lang="en-IE" sz="1400">
                          <a:effectLst/>
                        </a:rPr>
                        <a:t>Spain</a:t>
                      </a:r>
                    </a:p>
                  </a:txBody>
                  <a:tcPr marL="27731" marR="27731" marT="27731" marB="27731">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3645868291"/>
                  </a:ext>
                </a:extLst>
              </a:tr>
              <a:tr h="339908">
                <a:tc>
                  <a:txBody>
                    <a:bodyPr/>
                    <a:lstStyle/>
                    <a:p>
                      <a:pPr algn="l" fontAlgn="t"/>
                      <a:r>
                        <a:rPr lang="en-IE" sz="1400">
                          <a:effectLst/>
                          <a:highlight>
                            <a:srgbClr val="FFFF00"/>
                          </a:highlight>
                        </a:rPr>
                        <a:t>9</a:t>
                      </a:r>
                    </a:p>
                  </a:txBody>
                  <a:tcPr marL="55462" marR="27731" marT="27731" marB="27731">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E7E9EB"/>
                    </a:solidFill>
                  </a:tcPr>
                </a:tc>
                <a:tc>
                  <a:txBody>
                    <a:bodyPr/>
                    <a:lstStyle/>
                    <a:p>
                      <a:pPr algn="l" fontAlgn="t"/>
                      <a:r>
                        <a:rPr lang="en-IE" sz="1400">
                          <a:effectLst/>
                          <a:highlight>
                            <a:srgbClr val="FFFF00"/>
                          </a:highlight>
                        </a:rPr>
                        <a:t>Bon app'</a:t>
                      </a:r>
                    </a:p>
                  </a:txBody>
                  <a:tcPr marL="27731" marR="27731" marT="27731" marB="27731">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E7E9EB"/>
                    </a:solidFill>
                  </a:tcPr>
                </a:tc>
                <a:tc>
                  <a:txBody>
                    <a:bodyPr/>
                    <a:lstStyle/>
                    <a:p>
                      <a:pPr algn="l" fontAlgn="t"/>
                      <a:r>
                        <a:rPr lang="en-IE" sz="1400">
                          <a:effectLst/>
                          <a:highlight>
                            <a:srgbClr val="FFFF00"/>
                          </a:highlight>
                        </a:rPr>
                        <a:t>Laurence Lebihans</a:t>
                      </a:r>
                    </a:p>
                  </a:txBody>
                  <a:tcPr marL="27731" marR="27731" marT="27731" marB="27731">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E7E9EB"/>
                    </a:solidFill>
                  </a:tcPr>
                </a:tc>
                <a:tc>
                  <a:txBody>
                    <a:bodyPr/>
                    <a:lstStyle/>
                    <a:p>
                      <a:pPr algn="l" fontAlgn="t"/>
                      <a:r>
                        <a:rPr lang="en-IE" sz="1400">
                          <a:effectLst/>
                          <a:highlight>
                            <a:srgbClr val="FFFF00"/>
                          </a:highlight>
                        </a:rPr>
                        <a:t>12, rue des Bouchers</a:t>
                      </a:r>
                    </a:p>
                  </a:txBody>
                  <a:tcPr marL="27731" marR="27731" marT="27731" marB="27731">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E7E9EB"/>
                    </a:solidFill>
                  </a:tcPr>
                </a:tc>
                <a:tc>
                  <a:txBody>
                    <a:bodyPr/>
                    <a:lstStyle/>
                    <a:p>
                      <a:pPr algn="l" fontAlgn="t"/>
                      <a:r>
                        <a:rPr lang="en-IE" sz="1400">
                          <a:effectLst/>
                          <a:highlight>
                            <a:srgbClr val="FFFF00"/>
                          </a:highlight>
                        </a:rPr>
                        <a:t>Marseille</a:t>
                      </a:r>
                    </a:p>
                  </a:txBody>
                  <a:tcPr marL="27731" marR="27731" marT="27731" marB="27731">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E7E9EB"/>
                    </a:solidFill>
                  </a:tcPr>
                </a:tc>
                <a:tc>
                  <a:txBody>
                    <a:bodyPr/>
                    <a:lstStyle/>
                    <a:p>
                      <a:pPr algn="l" fontAlgn="t"/>
                      <a:r>
                        <a:rPr lang="en-IE" sz="1400">
                          <a:effectLst/>
                          <a:highlight>
                            <a:srgbClr val="FFFF00"/>
                          </a:highlight>
                        </a:rPr>
                        <a:t>13008</a:t>
                      </a:r>
                    </a:p>
                  </a:txBody>
                  <a:tcPr marL="27731" marR="27731" marT="27731" marB="27731">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E7E9EB"/>
                    </a:solidFill>
                  </a:tcPr>
                </a:tc>
                <a:tc>
                  <a:txBody>
                    <a:bodyPr/>
                    <a:lstStyle/>
                    <a:p>
                      <a:pPr algn="l" fontAlgn="t"/>
                      <a:r>
                        <a:rPr lang="en-IE" sz="1400" dirty="0">
                          <a:effectLst/>
                          <a:highlight>
                            <a:srgbClr val="FFFF00"/>
                          </a:highlight>
                        </a:rPr>
                        <a:t>France</a:t>
                      </a:r>
                    </a:p>
                  </a:txBody>
                  <a:tcPr marL="27731" marR="27731" marT="27731" marB="27731">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E7E9EB"/>
                    </a:solidFill>
                  </a:tcPr>
                </a:tc>
                <a:extLst>
                  <a:ext uri="{0D108BD9-81ED-4DB2-BD59-A6C34878D82A}">
                    <a16:rowId xmlns:a16="http://schemas.microsoft.com/office/drawing/2014/main" val="1580536099"/>
                  </a:ext>
                </a:extLst>
              </a:tr>
              <a:tr h="474798">
                <a:tc>
                  <a:txBody>
                    <a:bodyPr/>
                    <a:lstStyle/>
                    <a:p>
                      <a:pPr algn="l" fontAlgn="t"/>
                      <a:r>
                        <a:rPr lang="en-IE" sz="1400">
                          <a:effectLst/>
                        </a:rPr>
                        <a:t>10</a:t>
                      </a:r>
                    </a:p>
                  </a:txBody>
                  <a:tcPr marL="55462" marR="27731" marT="27731" marB="27731">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c>
                  <a:txBody>
                    <a:bodyPr/>
                    <a:lstStyle/>
                    <a:p>
                      <a:pPr algn="l" fontAlgn="t"/>
                      <a:r>
                        <a:rPr lang="en-IE" sz="1400">
                          <a:effectLst/>
                        </a:rPr>
                        <a:t>Bottom-Dollar Marketse</a:t>
                      </a:r>
                    </a:p>
                  </a:txBody>
                  <a:tcPr marL="27731" marR="27731" marT="27731" marB="27731">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c>
                  <a:txBody>
                    <a:bodyPr/>
                    <a:lstStyle/>
                    <a:p>
                      <a:pPr algn="l" fontAlgn="t"/>
                      <a:r>
                        <a:rPr lang="en-IE" sz="1400">
                          <a:effectLst/>
                        </a:rPr>
                        <a:t>Elizabeth Lincoln</a:t>
                      </a:r>
                    </a:p>
                  </a:txBody>
                  <a:tcPr marL="27731" marR="27731" marT="27731" marB="27731">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c>
                  <a:txBody>
                    <a:bodyPr/>
                    <a:lstStyle/>
                    <a:p>
                      <a:pPr algn="l" fontAlgn="t"/>
                      <a:r>
                        <a:rPr lang="en-IE" sz="1400">
                          <a:effectLst/>
                        </a:rPr>
                        <a:t>23 Tsawassen Blvd.</a:t>
                      </a:r>
                    </a:p>
                  </a:txBody>
                  <a:tcPr marL="27731" marR="27731" marT="27731" marB="27731">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c>
                  <a:txBody>
                    <a:bodyPr/>
                    <a:lstStyle/>
                    <a:p>
                      <a:pPr algn="l" fontAlgn="t"/>
                      <a:r>
                        <a:rPr lang="en-IE" sz="1400">
                          <a:effectLst/>
                        </a:rPr>
                        <a:t>Tsawassen</a:t>
                      </a:r>
                    </a:p>
                  </a:txBody>
                  <a:tcPr marL="27731" marR="27731" marT="27731" marB="27731">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c>
                  <a:txBody>
                    <a:bodyPr/>
                    <a:lstStyle/>
                    <a:p>
                      <a:pPr algn="l" fontAlgn="t"/>
                      <a:r>
                        <a:rPr lang="en-IE" sz="1400">
                          <a:effectLst/>
                        </a:rPr>
                        <a:t>T2F 8M4</a:t>
                      </a:r>
                    </a:p>
                  </a:txBody>
                  <a:tcPr marL="27731" marR="27731" marT="27731" marB="27731">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c>
                  <a:txBody>
                    <a:bodyPr/>
                    <a:lstStyle/>
                    <a:p>
                      <a:pPr algn="l" fontAlgn="t"/>
                      <a:r>
                        <a:rPr lang="en-IE" sz="1400" dirty="0">
                          <a:effectLst/>
                        </a:rPr>
                        <a:t>Canada</a:t>
                      </a:r>
                    </a:p>
                  </a:txBody>
                  <a:tcPr marL="27731" marR="27731" marT="27731" marB="27731">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extLst>
                  <a:ext uri="{0D108BD9-81ED-4DB2-BD59-A6C34878D82A}">
                    <a16:rowId xmlns:a16="http://schemas.microsoft.com/office/drawing/2014/main" val="193247620"/>
                  </a:ext>
                </a:extLst>
              </a:tr>
            </a:tbl>
          </a:graphicData>
        </a:graphic>
      </p:graphicFrame>
      <p:sp>
        <p:nvSpPr>
          <p:cNvPr id="7" name="Rectangle 6">
            <a:extLst>
              <a:ext uri="{FF2B5EF4-FFF2-40B4-BE49-F238E27FC236}">
                <a16:creationId xmlns:a16="http://schemas.microsoft.com/office/drawing/2014/main" id="{EC1638B7-3069-114A-93CA-05336BFECBE0}"/>
              </a:ext>
            </a:extLst>
          </p:cNvPr>
          <p:cNvSpPr/>
          <p:nvPr/>
        </p:nvSpPr>
        <p:spPr>
          <a:xfrm>
            <a:off x="704574" y="425450"/>
            <a:ext cx="6470926" cy="664284"/>
          </a:xfrm>
          <a:prstGeom prst="rect">
            <a:avLst/>
          </a:prstGeom>
        </p:spPr>
        <p:txBody>
          <a:bodyPr wrap="square">
            <a:spAutoFit/>
          </a:bodyPr>
          <a:lstStyle/>
          <a:p>
            <a:pPr marL="31750" marR="673100">
              <a:lnSpc>
                <a:spcPts val="2210"/>
              </a:lnSpc>
              <a:spcBef>
                <a:spcPts val="155"/>
              </a:spcBef>
            </a:pPr>
            <a:r>
              <a:rPr lang="en-IE" b="1" dirty="0">
                <a:latin typeface="Arial"/>
                <a:cs typeface="Arial"/>
              </a:rPr>
              <a:t>SELECT * FROM Customers</a:t>
            </a:r>
          </a:p>
          <a:p>
            <a:pPr marL="31750" marR="673100">
              <a:lnSpc>
                <a:spcPts val="2210"/>
              </a:lnSpc>
              <a:spcBef>
                <a:spcPts val="155"/>
              </a:spcBef>
            </a:pPr>
            <a:r>
              <a:rPr lang="en-IE" b="1" dirty="0">
                <a:latin typeface="Arial"/>
                <a:cs typeface="Arial"/>
              </a:rPr>
              <a:t>WHERE Country IN ('Germany', 'France', 'UK’);</a:t>
            </a:r>
          </a:p>
        </p:txBody>
      </p:sp>
    </p:spTree>
    <p:extLst>
      <p:ext uri="{BB962C8B-B14F-4D97-AF65-F5344CB8AC3E}">
        <p14:creationId xmlns:p14="http://schemas.microsoft.com/office/powerpoint/2010/main" val="334531632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aphicFrame>
        <p:nvGraphicFramePr>
          <p:cNvPr id="4" name="Table 3">
            <a:extLst>
              <a:ext uri="{FF2B5EF4-FFF2-40B4-BE49-F238E27FC236}">
                <a16:creationId xmlns:a16="http://schemas.microsoft.com/office/drawing/2014/main" id="{F16EC371-5810-7E4C-9878-181C43F7D5E0}"/>
              </a:ext>
            </a:extLst>
          </p:cNvPr>
          <p:cNvGraphicFramePr>
            <a:graphicFrameLocks noGrp="1"/>
          </p:cNvGraphicFramePr>
          <p:nvPr>
            <p:extLst>
              <p:ext uri="{D42A27DB-BD31-4B8C-83A1-F6EECF244321}">
                <p14:modId xmlns:p14="http://schemas.microsoft.com/office/powerpoint/2010/main" val="3425627271"/>
              </p:ext>
            </p:extLst>
          </p:nvPr>
        </p:nvGraphicFramePr>
        <p:xfrm>
          <a:off x="687457" y="1187450"/>
          <a:ext cx="8382003" cy="5764990"/>
        </p:xfrm>
        <a:graphic>
          <a:graphicData uri="http://schemas.openxmlformats.org/drawingml/2006/table">
            <a:tbl>
              <a:tblPr/>
              <a:tblGrid>
                <a:gridCol w="1197429">
                  <a:extLst>
                    <a:ext uri="{9D8B030D-6E8A-4147-A177-3AD203B41FA5}">
                      <a16:colId xmlns:a16="http://schemas.microsoft.com/office/drawing/2014/main" val="2113896438"/>
                    </a:ext>
                  </a:extLst>
                </a:gridCol>
                <a:gridCol w="1197429">
                  <a:extLst>
                    <a:ext uri="{9D8B030D-6E8A-4147-A177-3AD203B41FA5}">
                      <a16:colId xmlns:a16="http://schemas.microsoft.com/office/drawing/2014/main" val="2002520563"/>
                    </a:ext>
                  </a:extLst>
                </a:gridCol>
                <a:gridCol w="1197429">
                  <a:extLst>
                    <a:ext uri="{9D8B030D-6E8A-4147-A177-3AD203B41FA5}">
                      <a16:colId xmlns:a16="http://schemas.microsoft.com/office/drawing/2014/main" val="566759650"/>
                    </a:ext>
                  </a:extLst>
                </a:gridCol>
                <a:gridCol w="1197429">
                  <a:extLst>
                    <a:ext uri="{9D8B030D-6E8A-4147-A177-3AD203B41FA5}">
                      <a16:colId xmlns:a16="http://schemas.microsoft.com/office/drawing/2014/main" val="3000023942"/>
                    </a:ext>
                  </a:extLst>
                </a:gridCol>
                <a:gridCol w="1197429">
                  <a:extLst>
                    <a:ext uri="{9D8B030D-6E8A-4147-A177-3AD203B41FA5}">
                      <a16:colId xmlns:a16="http://schemas.microsoft.com/office/drawing/2014/main" val="198264449"/>
                    </a:ext>
                  </a:extLst>
                </a:gridCol>
                <a:gridCol w="1197429">
                  <a:extLst>
                    <a:ext uri="{9D8B030D-6E8A-4147-A177-3AD203B41FA5}">
                      <a16:colId xmlns:a16="http://schemas.microsoft.com/office/drawing/2014/main" val="3086869486"/>
                    </a:ext>
                  </a:extLst>
                </a:gridCol>
                <a:gridCol w="1197429">
                  <a:extLst>
                    <a:ext uri="{9D8B030D-6E8A-4147-A177-3AD203B41FA5}">
                      <a16:colId xmlns:a16="http://schemas.microsoft.com/office/drawing/2014/main" val="2842540281"/>
                    </a:ext>
                  </a:extLst>
                </a:gridCol>
              </a:tblGrid>
              <a:tr h="339908">
                <a:tc>
                  <a:txBody>
                    <a:bodyPr/>
                    <a:lstStyle/>
                    <a:p>
                      <a:pPr algn="l" fontAlgn="t"/>
                      <a:r>
                        <a:rPr lang="en-IE" sz="1400" dirty="0" err="1">
                          <a:effectLst/>
                        </a:rPr>
                        <a:t>CustomerID</a:t>
                      </a:r>
                      <a:endParaRPr lang="en-IE" sz="1400" dirty="0">
                        <a:effectLst/>
                      </a:endParaRPr>
                    </a:p>
                  </a:txBody>
                  <a:tcPr marL="55462" marR="27731" marT="27731" marB="27731">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c>
                  <a:txBody>
                    <a:bodyPr/>
                    <a:lstStyle/>
                    <a:p>
                      <a:pPr algn="l" fontAlgn="t"/>
                      <a:r>
                        <a:rPr lang="en-IE" sz="1400">
                          <a:effectLst/>
                        </a:rPr>
                        <a:t>CustomerName</a:t>
                      </a:r>
                    </a:p>
                  </a:txBody>
                  <a:tcPr marL="27731" marR="27731" marT="27731" marB="27731">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c>
                  <a:txBody>
                    <a:bodyPr/>
                    <a:lstStyle/>
                    <a:p>
                      <a:pPr algn="l" fontAlgn="t"/>
                      <a:r>
                        <a:rPr lang="en-IE" sz="1400">
                          <a:effectLst/>
                        </a:rPr>
                        <a:t>ContactName</a:t>
                      </a:r>
                    </a:p>
                  </a:txBody>
                  <a:tcPr marL="27731" marR="27731" marT="27731" marB="27731">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c>
                  <a:txBody>
                    <a:bodyPr/>
                    <a:lstStyle/>
                    <a:p>
                      <a:pPr algn="l" fontAlgn="t"/>
                      <a:r>
                        <a:rPr lang="en-IE" sz="1400">
                          <a:effectLst/>
                        </a:rPr>
                        <a:t>Address</a:t>
                      </a:r>
                    </a:p>
                  </a:txBody>
                  <a:tcPr marL="27731" marR="27731" marT="27731" marB="27731">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c>
                  <a:txBody>
                    <a:bodyPr/>
                    <a:lstStyle/>
                    <a:p>
                      <a:pPr algn="l" fontAlgn="t"/>
                      <a:r>
                        <a:rPr lang="en-IE" sz="1400">
                          <a:effectLst/>
                        </a:rPr>
                        <a:t>City</a:t>
                      </a:r>
                    </a:p>
                  </a:txBody>
                  <a:tcPr marL="27731" marR="27731" marT="27731" marB="27731">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c>
                  <a:txBody>
                    <a:bodyPr/>
                    <a:lstStyle/>
                    <a:p>
                      <a:pPr algn="l" fontAlgn="t"/>
                      <a:r>
                        <a:rPr lang="en-IE" sz="1400">
                          <a:effectLst/>
                        </a:rPr>
                        <a:t>PostalCode</a:t>
                      </a:r>
                    </a:p>
                  </a:txBody>
                  <a:tcPr marL="27731" marR="27731" marT="27731" marB="27731">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c>
                  <a:txBody>
                    <a:bodyPr/>
                    <a:lstStyle/>
                    <a:p>
                      <a:pPr algn="l" fontAlgn="t"/>
                      <a:r>
                        <a:rPr lang="en-IE" sz="1400">
                          <a:effectLst/>
                        </a:rPr>
                        <a:t>Country</a:t>
                      </a:r>
                    </a:p>
                  </a:txBody>
                  <a:tcPr marL="27731" marR="27731" marT="27731" marB="27731">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981222680"/>
                  </a:ext>
                </a:extLst>
              </a:tr>
              <a:tr h="339908">
                <a:tc>
                  <a:txBody>
                    <a:bodyPr/>
                    <a:lstStyle/>
                    <a:p>
                      <a:pPr algn="l" fontAlgn="t"/>
                      <a:r>
                        <a:rPr lang="en-IE" sz="1400" dirty="0">
                          <a:effectLst/>
                        </a:rPr>
                        <a:t>1</a:t>
                      </a:r>
                    </a:p>
                  </a:txBody>
                  <a:tcPr marL="55462" marR="27731" marT="27731" marB="27731">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E7E9EB"/>
                    </a:solidFill>
                  </a:tcPr>
                </a:tc>
                <a:tc>
                  <a:txBody>
                    <a:bodyPr/>
                    <a:lstStyle/>
                    <a:p>
                      <a:pPr algn="l" fontAlgn="t"/>
                      <a:r>
                        <a:rPr lang="en-IE" sz="1400" dirty="0" err="1">
                          <a:effectLst/>
                        </a:rPr>
                        <a:t>Alfreds</a:t>
                      </a:r>
                      <a:r>
                        <a:rPr lang="en-IE" sz="1400" dirty="0">
                          <a:effectLst/>
                        </a:rPr>
                        <a:t> </a:t>
                      </a:r>
                      <a:r>
                        <a:rPr lang="en-IE" sz="1400" dirty="0" err="1">
                          <a:effectLst/>
                        </a:rPr>
                        <a:t>Futterkiste</a:t>
                      </a:r>
                      <a:endParaRPr lang="en-IE" sz="1400" dirty="0">
                        <a:effectLst/>
                      </a:endParaRPr>
                    </a:p>
                  </a:txBody>
                  <a:tcPr marL="27731" marR="27731" marT="27731" marB="27731">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E7E9EB"/>
                    </a:solidFill>
                  </a:tcPr>
                </a:tc>
                <a:tc>
                  <a:txBody>
                    <a:bodyPr/>
                    <a:lstStyle/>
                    <a:p>
                      <a:pPr algn="l" fontAlgn="t"/>
                      <a:r>
                        <a:rPr lang="en-IE" sz="1400">
                          <a:effectLst/>
                        </a:rPr>
                        <a:t>Maria Anders</a:t>
                      </a:r>
                    </a:p>
                  </a:txBody>
                  <a:tcPr marL="27731" marR="27731" marT="27731" marB="27731">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E7E9EB"/>
                    </a:solidFill>
                  </a:tcPr>
                </a:tc>
                <a:tc>
                  <a:txBody>
                    <a:bodyPr/>
                    <a:lstStyle/>
                    <a:p>
                      <a:pPr algn="l" fontAlgn="t"/>
                      <a:r>
                        <a:rPr lang="en-IE" sz="1400">
                          <a:effectLst/>
                        </a:rPr>
                        <a:t>Obere Str. 57</a:t>
                      </a:r>
                    </a:p>
                  </a:txBody>
                  <a:tcPr marL="27731" marR="27731" marT="27731" marB="27731">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E7E9EB"/>
                    </a:solidFill>
                  </a:tcPr>
                </a:tc>
                <a:tc>
                  <a:txBody>
                    <a:bodyPr/>
                    <a:lstStyle/>
                    <a:p>
                      <a:pPr algn="l" fontAlgn="t"/>
                      <a:r>
                        <a:rPr lang="en-IE" sz="1400">
                          <a:effectLst/>
                        </a:rPr>
                        <a:t>Berlin</a:t>
                      </a:r>
                    </a:p>
                  </a:txBody>
                  <a:tcPr marL="27731" marR="27731" marT="27731" marB="27731">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E7E9EB"/>
                    </a:solidFill>
                  </a:tcPr>
                </a:tc>
                <a:tc>
                  <a:txBody>
                    <a:bodyPr/>
                    <a:lstStyle/>
                    <a:p>
                      <a:pPr algn="l" fontAlgn="t"/>
                      <a:r>
                        <a:rPr lang="en-IE" sz="1400">
                          <a:effectLst/>
                        </a:rPr>
                        <a:t>12209</a:t>
                      </a:r>
                    </a:p>
                  </a:txBody>
                  <a:tcPr marL="27731" marR="27731" marT="27731" marB="27731">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E7E9EB"/>
                    </a:solidFill>
                  </a:tcPr>
                </a:tc>
                <a:tc>
                  <a:txBody>
                    <a:bodyPr/>
                    <a:lstStyle/>
                    <a:p>
                      <a:pPr algn="l" fontAlgn="t"/>
                      <a:r>
                        <a:rPr lang="en-IE" sz="1400" dirty="0">
                          <a:effectLst/>
                        </a:rPr>
                        <a:t>Germany</a:t>
                      </a:r>
                    </a:p>
                  </a:txBody>
                  <a:tcPr marL="27731" marR="27731" marT="27731" marB="27731">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E7E9EB"/>
                    </a:solidFill>
                  </a:tcPr>
                </a:tc>
                <a:extLst>
                  <a:ext uri="{0D108BD9-81ED-4DB2-BD59-A6C34878D82A}">
                    <a16:rowId xmlns:a16="http://schemas.microsoft.com/office/drawing/2014/main" val="2849107616"/>
                  </a:ext>
                </a:extLst>
              </a:tr>
              <a:tr h="744578">
                <a:tc>
                  <a:txBody>
                    <a:bodyPr/>
                    <a:lstStyle/>
                    <a:p>
                      <a:pPr algn="l" fontAlgn="t"/>
                      <a:r>
                        <a:rPr lang="en-IE" sz="1400">
                          <a:effectLst/>
                          <a:highlight>
                            <a:srgbClr val="FFFF00"/>
                          </a:highlight>
                        </a:rPr>
                        <a:t>2</a:t>
                      </a:r>
                    </a:p>
                  </a:txBody>
                  <a:tcPr marL="55462" marR="27731" marT="27731" marB="27731">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c>
                  <a:txBody>
                    <a:bodyPr/>
                    <a:lstStyle/>
                    <a:p>
                      <a:pPr algn="l" fontAlgn="t"/>
                      <a:r>
                        <a:rPr lang="en-IE" sz="1400" dirty="0">
                          <a:effectLst/>
                          <a:highlight>
                            <a:srgbClr val="FFFF00"/>
                          </a:highlight>
                        </a:rPr>
                        <a:t>Ana Trujillo </a:t>
                      </a:r>
                      <a:r>
                        <a:rPr lang="en-IE" sz="1400" dirty="0" err="1">
                          <a:effectLst/>
                          <a:highlight>
                            <a:srgbClr val="FFFF00"/>
                          </a:highlight>
                        </a:rPr>
                        <a:t>Emparedados</a:t>
                      </a:r>
                      <a:r>
                        <a:rPr lang="en-IE" sz="1400" dirty="0">
                          <a:effectLst/>
                          <a:highlight>
                            <a:srgbClr val="FFFF00"/>
                          </a:highlight>
                        </a:rPr>
                        <a:t> y </a:t>
                      </a:r>
                      <a:r>
                        <a:rPr lang="en-IE" sz="1400" dirty="0" err="1">
                          <a:effectLst/>
                          <a:highlight>
                            <a:srgbClr val="FFFF00"/>
                          </a:highlight>
                        </a:rPr>
                        <a:t>helados</a:t>
                      </a:r>
                      <a:endParaRPr lang="en-IE" sz="1400" dirty="0">
                        <a:effectLst/>
                        <a:highlight>
                          <a:srgbClr val="FFFF00"/>
                        </a:highlight>
                      </a:endParaRPr>
                    </a:p>
                  </a:txBody>
                  <a:tcPr marL="27731" marR="27731" marT="27731" marB="27731">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c>
                  <a:txBody>
                    <a:bodyPr/>
                    <a:lstStyle/>
                    <a:p>
                      <a:pPr algn="l" fontAlgn="t"/>
                      <a:r>
                        <a:rPr lang="en-IE" sz="1400" dirty="0">
                          <a:effectLst/>
                          <a:highlight>
                            <a:srgbClr val="FFFF00"/>
                          </a:highlight>
                        </a:rPr>
                        <a:t>Ana Trujillo</a:t>
                      </a:r>
                    </a:p>
                  </a:txBody>
                  <a:tcPr marL="27731" marR="27731" marT="27731" marB="27731">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c>
                  <a:txBody>
                    <a:bodyPr/>
                    <a:lstStyle/>
                    <a:p>
                      <a:pPr algn="l" fontAlgn="t"/>
                      <a:r>
                        <a:rPr lang="en-IE" sz="1400">
                          <a:effectLst/>
                          <a:highlight>
                            <a:srgbClr val="FFFF00"/>
                          </a:highlight>
                        </a:rPr>
                        <a:t>Avda. de la Constitución 2222</a:t>
                      </a:r>
                    </a:p>
                  </a:txBody>
                  <a:tcPr marL="27731" marR="27731" marT="27731" marB="27731">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c>
                  <a:txBody>
                    <a:bodyPr/>
                    <a:lstStyle/>
                    <a:p>
                      <a:pPr algn="l" fontAlgn="t"/>
                      <a:r>
                        <a:rPr lang="en-IE" sz="1400">
                          <a:effectLst/>
                          <a:highlight>
                            <a:srgbClr val="FFFF00"/>
                          </a:highlight>
                        </a:rPr>
                        <a:t>México D.F.</a:t>
                      </a:r>
                    </a:p>
                  </a:txBody>
                  <a:tcPr marL="27731" marR="27731" marT="27731" marB="27731">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c>
                  <a:txBody>
                    <a:bodyPr/>
                    <a:lstStyle/>
                    <a:p>
                      <a:pPr algn="l" fontAlgn="t"/>
                      <a:r>
                        <a:rPr lang="en-IE" sz="1400">
                          <a:effectLst/>
                          <a:highlight>
                            <a:srgbClr val="FFFF00"/>
                          </a:highlight>
                        </a:rPr>
                        <a:t>05021</a:t>
                      </a:r>
                    </a:p>
                  </a:txBody>
                  <a:tcPr marL="27731" marR="27731" marT="27731" marB="27731">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c>
                  <a:txBody>
                    <a:bodyPr/>
                    <a:lstStyle/>
                    <a:p>
                      <a:pPr algn="l" fontAlgn="t"/>
                      <a:r>
                        <a:rPr lang="en-IE" sz="1400">
                          <a:effectLst/>
                          <a:highlight>
                            <a:srgbClr val="FFFF00"/>
                          </a:highlight>
                        </a:rPr>
                        <a:t>Mexico</a:t>
                      </a:r>
                    </a:p>
                  </a:txBody>
                  <a:tcPr marL="27731" marR="27731" marT="27731" marB="27731">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2501233469"/>
                  </a:ext>
                </a:extLst>
              </a:tr>
              <a:tr h="474798">
                <a:tc>
                  <a:txBody>
                    <a:bodyPr/>
                    <a:lstStyle/>
                    <a:p>
                      <a:pPr algn="l" fontAlgn="t"/>
                      <a:r>
                        <a:rPr lang="en-IE" sz="1400">
                          <a:effectLst/>
                          <a:highlight>
                            <a:srgbClr val="FFFF00"/>
                          </a:highlight>
                        </a:rPr>
                        <a:t>3</a:t>
                      </a:r>
                    </a:p>
                  </a:txBody>
                  <a:tcPr marL="55462" marR="27731" marT="27731" marB="27731">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E7E9EB"/>
                    </a:solidFill>
                  </a:tcPr>
                </a:tc>
                <a:tc>
                  <a:txBody>
                    <a:bodyPr/>
                    <a:lstStyle/>
                    <a:p>
                      <a:pPr algn="l" fontAlgn="t"/>
                      <a:r>
                        <a:rPr lang="en-IE" sz="1400">
                          <a:effectLst/>
                          <a:highlight>
                            <a:srgbClr val="FFFF00"/>
                          </a:highlight>
                        </a:rPr>
                        <a:t>Antonio Moreno Taquería</a:t>
                      </a:r>
                    </a:p>
                  </a:txBody>
                  <a:tcPr marL="27731" marR="27731" marT="27731" marB="27731">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E7E9EB"/>
                    </a:solidFill>
                  </a:tcPr>
                </a:tc>
                <a:tc>
                  <a:txBody>
                    <a:bodyPr/>
                    <a:lstStyle/>
                    <a:p>
                      <a:pPr algn="l" fontAlgn="t"/>
                      <a:r>
                        <a:rPr lang="en-IE" sz="1400">
                          <a:effectLst/>
                          <a:highlight>
                            <a:srgbClr val="FFFF00"/>
                          </a:highlight>
                        </a:rPr>
                        <a:t>Antonio Moreno</a:t>
                      </a:r>
                    </a:p>
                  </a:txBody>
                  <a:tcPr marL="27731" marR="27731" marT="27731" marB="27731">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E7E9EB"/>
                    </a:solidFill>
                  </a:tcPr>
                </a:tc>
                <a:tc>
                  <a:txBody>
                    <a:bodyPr/>
                    <a:lstStyle/>
                    <a:p>
                      <a:pPr algn="l" fontAlgn="t"/>
                      <a:r>
                        <a:rPr lang="en-IE" sz="1400" dirty="0" err="1">
                          <a:effectLst/>
                          <a:highlight>
                            <a:srgbClr val="FFFF00"/>
                          </a:highlight>
                        </a:rPr>
                        <a:t>Mataderos</a:t>
                      </a:r>
                      <a:r>
                        <a:rPr lang="en-IE" sz="1400" dirty="0">
                          <a:effectLst/>
                          <a:highlight>
                            <a:srgbClr val="FFFF00"/>
                          </a:highlight>
                        </a:rPr>
                        <a:t> 2312</a:t>
                      </a:r>
                    </a:p>
                  </a:txBody>
                  <a:tcPr marL="27731" marR="27731" marT="27731" marB="27731">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E7E9EB"/>
                    </a:solidFill>
                  </a:tcPr>
                </a:tc>
                <a:tc>
                  <a:txBody>
                    <a:bodyPr/>
                    <a:lstStyle/>
                    <a:p>
                      <a:pPr algn="l" fontAlgn="t"/>
                      <a:r>
                        <a:rPr lang="en-IE" sz="1400">
                          <a:effectLst/>
                          <a:highlight>
                            <a:srgbClr val="FFFF00"/>
                          </a:highlight>
                        </a:rPr>
                        <a:t>México D.F.</a:t>
                      </a:r>
                    </a:p>
                  </a:txBody>
                  <a:tcPr marL="27731" marR="27731" marT="27731" marB="27731">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E7E9EB"/>
                    </a:solidFill>
                  </a:tcPr>
                </a:tc>
                <a:tc>
                  <a:txBody>
                    <a:bodyPr/>
                    <a:lstStyle/>
                    <a:p>
                      <a:pPr algn="l" fontAlgn="t"/>
                      <a:r>
                        <a:rPr lang="en-IE" sz="1400">
                          <a:effectLst/>
                          <a:highlight>
                            <a:srgbClr val="FFFF00"/>
                          </a:highlight>
                        </a:rPr>
                        <a:t>05023</a:t>
                      </a:r>
                    </a:p>
                  </a:txBody>
                  <a:tcPr marL="27731" marR="27731" marT="27731" marB="27731">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E7E9EB"/>
                    </a:solidFill>
                  </a:tcPr>
                </a:tc>
                <a:tc>
                  <a:txBody>
                    <a:bodyPr/>
                    <a:lstStyle/>
                    <a:p>
                      <a:pPr algn="l" fontAlgn="t"/>
                      <a:r>
                        <a:rPr lang="en-IE" sz="1400" dirty="0">
                          <a:effectLst/>
                          <a:highlight>
                            <a:srgbClr val="FFFF00"/>
                          </a:highlight>
                        </a:rPr>
                        <a:t>Mexico</a:t>
                      </a:r>
                    </a:p>
                  </a:txBody>
                  <a:tcPr marL="27731" marR="27731" marT="27731" marB="27731">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E7E9EB"/>
                    </a:solidFill>
                  </a:tcPr>
                </a:tc>
                <a:extLst>
                  <a:ext uri="{0D108BD9-81ED-4DB2-BD59-A6C34878D82A}">
                    <a16:rowId xmlns:a16="http://schemas.microsoft.com/office/drawing/2014/main" val="2366433436"/>
                  </a:ext>
                </a:extLst>
              </a:tr>
              <a:tr h="474798">
                <a:tc>
                  <a:txBody>
                    <a:bodyPr/>
                    <a:lstStyle/>
                    <a:p>
                      <a:pPr algn="l" fontAlgn="t"/>
                      <a:r>
                        <a:rPr lang="en-IE" sz="1400">
                          <a:effectLst/>
                        </a:rPr>
                        <a:t>4</a:t>
                      </a:r>
                    </a:p>
                  </a:txBody>
                  <a:tcPr marL="55462" marR="27731" marT="27731" marB="27731">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c>
                  <a:txBody>
                    <a:bodyPr/>
                    <a:lstStyle/>
                    <a:p>
                      <a:pPr algn="l" fontAlgn="t"/>
                      <a:r>
                        <a:rPr lang="en-IE" sz="1400">
                          <a:effectLst/>
                        </a:rPr>
                        <a:t>Around the Horn</a:t>
                      </a:r>
                    </a:p>
                  </a:txBody>
                  <a:tcPr marL="27731" marR="27731" marT="27731" marB="27731">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c>
                  <a:txBody>
                    <a:bodyPr/>
                    <a:lstStyle/>
                    <a:p>
                      <a:pPr algn="l" fontAlgn="t"/>
                      <a:r>
                        <a:rPr lang="en-IE" sz="1400">
                          <a:effectLst/>
                        </a:rPr>
                        <a:t>Thomas Hardy</a:t>
                      </a:r>
                    </a:p>
                  </a:txBody>
                  <a:tcPr marL="27731" marR="27731" marT="27731" marB="27731">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c>
                  <a:txBody>
                    <a:bodyPr/>
                    <a:lstStyle/>
                    <a:p>
                      <a:pPr algn="l" fontAlgn="t"/>
                      <a:r>
                        <a:rPr lang="en-IE" sz="1400">
                          <a:effectLst/>
                        </a:rPr>
                        <a:t>120 Hanover Sq.</a:t>
                      </a:r>
                    </a:p>
                  </a:txBody>
                  <a:tcPr marL="27731" marR="27731" marT="27731" marB="27731">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c>
                  <a:txBody>
                    <a:bodyPr/>
                    <a:lstStyle/>
                    <a:p>
                      <a:pPr algn="l" fontAlgn="t"/>
                      <a:r>
                        <a:rPr lang="en-IE" sz="1400">
                          <a:effectLst/>
                        </a:rPr>
                        <a:t>London</a:t>
                      </a:r>
                    </a:p>
                  </a:txBody>
                  <a:tcPr marL="27731" marR="27731" marT="27731" marB="27731">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c>
                  <a:txBody>
                    <a:bodyPr/>
                    <a:lstStyle/>
                    <a:p>
                      <a:pPr algn="l" fontAlgn="t"/>
                      <a:r>
                        <a:rPr lang="en-IE" sz="1400">
                          <a:effectLst/>
                        </a:rPr>
                        <a:t>WA1 1DP</a:t>
                      </a:r>
                    </a:p>
                  </a:txBody>
                  <a:tcPr marL="27731" marR="27731" marT="27731" marB="27731">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c>
                  <a:txBody>
                    <a:bodyPr/>
                    <a:lstStyle/>
                    <a:p>
                      <a:pPr algn="l" fontAlgn="t"/>
                      <a:r>
                        <a:rPr lang="en-IE" sz="1400" dirty="0">
                          <a:effectLst/>
                        </a:rPr>
                        <a:t>UK</a:t>
                      </a:r>
                    </a:p>
                  </a:txBody>
                  <a:tcPr marL="27731" marR="27731" marT="27731" marB="27731">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30880127"/>
                  </a:ext>
                </a:extLst>
              </a:tr>
              <a:tr h="339908">
                <a:tc>
                  <a:txBody>
                    <a:bodyPr/>
                    <a:lstStyle/>
                    <a:p>
                      <a:pPr algn="l" fontAlgn="t"/>
                      <a:r>
                        <a:rPr lang="en-IE" sz="1400">
                          <a:effectLst/>
                          <a:highlight>
                            <a:srgbClr val="FFFF00"/>
                          </a:highlight>
                        </a:rPr>
                        <a:t>5</a:t>
                      </a:r>
                    </a:p>
                  </a:txBody>
                  <a:tcPr marL="55462" marR="27731" marT="27731" marB="27731">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E7E9EB"/>
                    </a:solidFill>
                  </a:tcPr>
                </a:tc>
                <a:tc>
                  <a:txBody>
                    <a:bodyPr/>
                    <a:lstStyle/>
                    <a:p>
                      <a:pPr algn="l" fontAlgn="t"/>
                      <a:r>
                        <a:rPr lang="en-IE" sz="1400">
                          <a:effectLst/>
                          <a:highlight>
                            <a:srgbClr val="FFFF00"/>
                          </a:highlight>
                        </a:rPr>
                        <a:t>Berglunds snabbköp</a:t>
                      </a:r>
                    </a:p>
                  </a:txBody>
                  <a:tcPr marL="27731" marR="27731" marT="27731" marB="27731">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E7E9EB"/>
                    </a:solidFill>
                  </a:tcPr>
                </a:tc>
                <a:tc>
                  <a:txBody>
                    <a:bodyPr/>
                    <a:lstStyle/>
                    <a:p>
                      <a:pPr algn="l" fontAlgn="t"/>
                      <a:r>
                        <a:rPr lang="en-IE" sz="1400">
                          <a:effectLst/>
                          <a:highlight>
                            <a:srgbClr val="FFFF00"/>
                          </a:highlight>
                        </a:rPr>
                        <a:t>Christina Berglund</a:t>
                      </a:r>
                    </a:p>
                  </a:txBody>
                  <a:tcPr marL="27731" marR="27731" marT="27731" marB="27731">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E7E9EB"/>
                    </a:solidFill>
                  </a:tcPr>
                </a:tc>
                <a:tc>
                  <a:txBody>
                    <a:bodyPr/>
                    <a:lstStyle/>
                    <a:p>
                      <a:pPr algn="l" fontAlgn="t"/>
                      <a:r>
                        <a:rPr lang="en-IE" sz="1400">
                          <a:effectLst/>
                          <a:highlight>
                            <a:srgbClr val="FFFF00"/>
                          </a:highlight>
                        </a:rPr>
                        <a:t>Berguvsvägen 8</a:t>
                      </a:r>
                    </a:p>
                  </a:txBody>
                  <a:tcPr marL="27731" marR="27731" marT="27731" marB="27731">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E7E9EB"/>
                    </a:solidFill>
                  </a:tcPr>
                </a:tc>
                <a:tc>
                  <a:txBody>
                    <a:bodyPr/>
                    <a:lstStyle/>
                    <a:p>
                      <a:pPr algn="l" fontAlgn="t"/>
                      <a:r>
                        <a:rPr lang="en-IE" sz="1400">
                          <a:effectLst/>
                          <a:highlight>
                            <a:srgbClr val="FFFF00"/>
                          </a:highlight>
                        </a:rPr>
                        <a:t>Luleå</a:t>
                      </a:r>
                    </a:p>
                  </a:txBody>
                  <a:tcPr marL="27731" marR="27731" marT="27731" marB="27731">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E7E9EB"/>
                    </a:solidFill>
                  </a:tcPr>
                </a:tc>
                <a:tc>
                  <a:txBody>
                    <a:bodyPr/>
                    <a:lstStyle/>
                    <a:p>
                      <a:pPr algn="l" fontAlgn="t"/>
                      <a:r>
                        <a:rPr lang="en-IE" sz="1400">
                          <a:effectLst/>
                          <a:highlight>
                            <a:srgbClr val="FFFF00"/>
                          </a:highlight>
                        </a:rPr>
                        <a:t>S-958 22</a:t>
                      </a:r>
                    </a:p>
                  </a:txBody>
                  <a:tcPr marL="27731" marR="27731" marT="27731" marB="27731">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E7E9EB"/>
                    </a:solidFill>
                  </a:tcPr>
                </a:tc>
                <a:tc>
                  <a:txBody>
                    <a:bodyPr/>
                    <a:lstStyle/>
                    <a:p>
                      <a:pPr algn="l" fontAlgn="t"/>
                      <a:r>
                        <a:rPr lang="en-IE" sz="1400" dirty="0">
                          <a:effectLst/>
                          <a:highlight>
                            <a:srgbClr val="FFFF00"/>
                          </a:highlight>
                        </a:rPr>
                        <a:t>Sweden</a:t>
                      </a:r>
                    </a:p>
                  </a:txBody>
                  <a:tcPr marL="27731" marR="27731" marT="27731" marB="27731">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E7E9EB"/>
                    </a:solidFill>
                  </a:tcPr>
                </a:tc>
                <a:extLst>
                  <a:ext uri="{0D108BD9-81ED-4DB2-BD59-A6C34878D82A}">
                    <a16:rowId xmlns:a16="http://schemas.microsoft.com/office/drawing/2014/main" val="2751555618"/>
                  </a:ext>
                </a:extLst>
              </a:tr>
              <a:tr h="474798">
                <a:tc>
                  <a:txBody>
                    <a:bodyPr/>
                    <a:lstStyle/>
                    <a:p>
                      <a:pPr algn="l" fontAlgn="t"/>
                      <a:r>
                        <a:rPr lang="en-IE" sz="1400">
                          <a:effectLst/>
                        </a:rPr>
                        <a:t>6</a:t>
                      </a:r>
                    </a:p>
                  </a:txBody>
                  <a:tcPr marL="55462" marR="27731" marT="27731" marB="27731">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c>
                  <a:txBody>
                    <a:bodyPr/>
                    <a:lstStyle/>
                    <a:p>
                      <a:pPr algn="l" fontAlgn="t"/>
                      <a:r>
                        <a:rPr lang="en-IE" sz="1400">
                          <a:effectLst/>
                        </a:rPr>
                        <a:t>Blauer See Delikatessen</a:t>
                      </a:r>
                    </a:p>
                  </a:txBody>
                  <a:tcPr marL="27731" marR="27731" marT="27731" marB="27731">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c>
                  <a:txBody>
                    <a:bodyPr/>
                    <a:lstStyle/>
                    <a:p>
                      <a:pPr algn="l" fontAlgn="t"/>
                      <a:r>
                        <a:rPr lang="en-IE" sz="1400">
                          <a:effectLst/>
                        </a:rPr>
                        <a:t>Hanna Moos</a:t>
                      </a:r>
                    </a:p>
                  </a:txBody>
                  <a:tcPr marL="27731" marR="27731" marT="27731" marB="27731">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c>
                  <a:txBody>
                    <a:bodyPr/>
                    <a:lstStyle/>
                    <a:p>
                      <a:pPr algn="l" fontAlgn="t"/>
                      <a:r>
                        <a:rPr lang="en-IE" sz="1400">
                          <a:effectLst/>
                        </a:rPr>
                        <a:t>Forsterstr. 57</a:t>
                      </a:r>
                    </a:p>
                  </a:txBody>
                  <a:tcPr marL="27731" marR="27731" marT="27731" marB="27731">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c>
                  <a:txBody>
                    <a:bodyPr/>
                    <a:lstStyle/>
                    <a:p>
                      <a:pPr algn="l" fontAlgn="t"/>
                      <a:r>
                        <a:rPr lang="en-IE" sz="1400" dirty="0">
                          <a:effectLst/>
                        </a:rPr>
                        <a:t>Mannheim</a:t>
                      </a:r>
                    </a:p>
                  </a:txBody>
                  <a:tcPr marL="27731" marR="27731" marT="27731" marB="27731">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c>
                  <a:txBody>
                    <a:bodyPr/>
                    <a:lstStyle/>
                    <a:p>
                      <a:pPr algn="l" fontAlgn="t"/>
                      <a:r>
                        <a:rPr lang="en-IE" sz="1400">
                          <a:effectLst/>
                        </a:rPr>
                        <a:t>68306</a:t>
                      </a:r>
                    </a:p>
                  </a:txBody>
                  <a:tcPr marL="27731" marR="27731" marT="27731" marB="27731">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c>
                  <a:txBody>
                    <a:bodyPr/>
                    <a:lstStyle/>
                    <a:p>
                      <a:pPr algn="l" fontAlgn="t"/>
                      <a:r>
                        <a:rPr lang="en-IE" sz="1400" dirty="0">
                          <a:effectLst/>
                        </a:rPr>
                        <a:t>Germany</a:t>
                      </a:r>
                    </a:p>
                  </a:txBody>
                  <a:tcPr marL="27731" marR="27731" marT="27731" marB="27731">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762370891"/>
                  </a:ext>
                </a:extLst>
              </a:tr>
              <a:tr h="339908">
                <a:tc>
                  <a:txBody>
                    <a:bodyPr/>
                    <a:lstStyle/>
                    <a:p>
                      <a:pPr algn="l" fontAlgn="t"/>
                      <a:r>
                        <a:rPr lang="en-IE" sz="1400">
                          <a:effectLst/>
                        </a:rPr>
                        <a:t>7</a:t>
                      </a:r>
                    </a:p>
                  </a:txBody>
                  <a:tcPr marL="55462" marR="27731" marT="27731" marB="27731">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E7E9EB"/>
                    </a:solidFill>
                  </a:tcPr>
                </a:tc>
                <a:tc>
                  <a:txBody>
                    <a:bodyPr/>
                    <a:lstStyle/>
                    <a:p>
                      <a:pPr algn="l" fontAlgn="t"/>
                      <a:r>
                        <a:rPr lang="en-IE" sz="1400">
                          <a:effectLst/>
                        </a:rPr>
                        <a:t>Blondel père et fils</a:t>
                      </a:r>
                    </a:p>
                  </a:txBody>
                  <a:tcPr marL="27731" marR="27731" marT="27731" marB="27731">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E7E9EB"/>
                    </a:solidFill>
                  </a:tcPr>
                </a:tc>
                <a:tc>
                  <a:txBody>
                    <a:bodyPr/>
                    <a:lstStyle/>
                    <a:p>
                      <a:pPr algn="l" fontAlgn="t"/>
                      <a:r>
                        <a:rPr lang="en-IE" sz="1400">
                          <a:effectLst/>
                        </a:rPr>
                        <a:t>Frédérique Citeaux</a:t>
                      </a:r>
                    </a:p>
                  </a:txBody>
                  <a:tcPr marL="27731" marR="27731" marT="27731" marB="27731">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E7E9EB"/>
                    </a:solidFill>
                  </a:tcPr>
                </a:tc>
                <a:tc>
                  <a:txBody>
                    <a:bodyPr/>
                    <a:lstStyle/>
                    <a:p>
                      <a:pPr algn="l" fontAlgn="t"/>
                      <a:r>
                        <a:rPr lang="en-IE" sz="1400">
                          <a:effectLst/>
                        </a:rPr>
                        <a:t>24, place Kléber</a:t>
                      </a:r>
                    </a:p>
                  </a:txBody>
                  <a:tcPr marL="27731" marR="27731" marT="27731" marB="27731">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E7E9EB"/>
                    </a:solidFill>
                  </a:tcPr>
                </a:tc>
                <a:tc>
                  <a:txBody>
                    <a:bodyPr/>
                    <a:lstStyle/>
                    <a:p>
                      <a:pPr algn="l" fontAlgn="t"/>
                      <a:r>
                        <a:rPr lang="en-IE" sz="1400" dirty="0">
                          <a:effectLst/>
                        </a:rPr>
                        <a:t>Strasbourg</a:t>
                      </a:r>
                    </a:p>
                  </a:txBody>
                  <a:tcPr marL="27731" marR="27731" marT="27731" marB="27731">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E7E9EB"/>
                    </a:solidFill>
                  </a:tcPr>
                </a:tc>
                <a:tc>
                  <a:txBody>
                    <a:bodyPr/>
                    <a:lstStyle/>
                    <a:p>
                      <a:pPr algn="l" fontAlgn="t"/>
                      <a:r>
                        <a:rPr lang="en-IE" sz="1400">
                          <a:effectLst/>
                        </a:rPr>
                        <a:t>67000</a:t>
                      </a:r>
                    </a:p>
                  </a:txBody>
                  <a:tcPr marL="27731" marR="27731" marT="27731" marB="27731">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E7E9EB"/>
                    </a:solidFill>
                  </a:tcPr>
                </a:tc>
                <a:tc>
                  <a:txBody>
                    <a:bodyPr/>
                    <a:lstStyle/>
                    <a:p>
                      <a:pPr algn="l" fontAlgn="t"/>
                      <a:r>
                        <a:rPr lang="en-IE" sz="1400" dirty="0">
                          <a:effectLst/>
                        </a:rPr>
                        <a:t>France</a:t>
                      </a:r>
                    </a:p>
                  </a:txBody>
                  <a:tcPr marL="27731" marR="27731" marT="27731" marB="27731">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E7E9EB"/>
                    </a:solidFill>
                  </a:tcPr>
                </a:tc>
                <a:extLst>
                  <a:ext uri="{0D108BD9-81ED-4DB2-BD59-A6C34878D82A}">
                    <a16:rowId xmlns:a16="http://schemas.microsoft.com/office/drawing/2014/main" val="3237288879"/>
                  </a:ext>
                </a:extLst>
              </a:tr>
              <a:tr h="609688">
                <a:tc>
                  <a:txBody>
                    <a:bodyPr/>
                    <a:lstStyle/>
                    <a:p>
                      <a:pPr algn="l" fontAlgn="t"/>
                      <a:r>
                        <a:rPr lang="en-IE" sz="1400">
                          <a:effectLst/>
                          <a:highlight>
                            <a:srgbClr val="FFFF00"/>
                          </a:highlight>
                        </a:rPr>
                        <a:t>8</a:t>
                      </a:r>
                    </a:p>
                  </a:txBody>
                  <a:tcPr marL="55462" marR="27731" marT="27731" marB="27731">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c>
                  <a:txBody>
                    <a:bodyPr/>
                    <a:lstStyle/>
                    <a:p>
                      <a:pPr algn="l" fontAlgn="t"/>
                      <a:r>
                        <a:rPr lang="en-IE" sz="1400">
                          <a:effectLst/>
                          <a:highlight>
                            <a:srgbClr val="FFFF00"/>
                          </a:highlight>
                        </a:rPr>
                        <a:t>Bólido Comidas preparadas</a:t>
                      </a:r>
                    </a:p>
                  </a:txBody>
                  <a:tcPr marL="27731" marR="27731" marT="27731" marB="27731">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c>
                  <a:txBody>
                    <a:bodyPr/>
                    <a:lstStyle/>
                    <a:p>
                      <a:pPr algn="l" fontAlgn="t"/>
                      <a:r>
                        <a:rPr lang="en-IE" sz="1400">
                          <a:effectLst/>
                          <a:highlight>
                            <a:srgbClr val="FFFF00"/>
                          </a:highlight>
                        </a:rPr>
                        <a:t>Martín Sommer</a:t>
                      </a:r>
                    </a:p>
                  </a:txBody>
                  <a:tcPr marL="27731" marR="27731" marT="27731" marB="27731">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c>
                  <a:txBody>
                    <a:bodyPr/>
                    <a:lstStyle/>
                    <a:p>
                      <a:pPr algn="l" fontAlgn="t"/>
                      <a:r>
                        <a:rPr lang="en-IE" sz="1400">
                          <a:effectLst/>
                          <a:highlight>
                            <a:srgbClr val="FFFF00"/>
                          </a:highlight>
                        </a:rPr>
                        <a:t>C/ Araquil, 67</a:t>
                      </a:r>
                    </a:p>
                  </a:txBody>
                  <a:tcPr marL="27731" marR="27731" marT="27731" marB="27731">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c>
                  <a:txBody>
                    <a:bodyPr/>
                    <a:lstStyle/>
                    <a:p>
                      <a:pPr algn="l" fontAlgn="t"/>
                      <a:r>
                        <a:rPr lang="en-IE" sz="1400">
                          <a:effectLst/>
                          <a:highlight>
                            <a:srgbClr val="FFFF00"/>
                          </a:highlight>
                        </a:rPr>
                        <a:t>Madrid</a:t>
                      </a:r>
                    </a:p>
                  </a:txBody>
                  <a:tcPr marL="27731" marR="27731" marT="27731" marB="27731">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c>
                  <a:txBody>
                    <a:bodyPr/>
                    <a:lstStyle/>
                    <a:p>
                      <a:pPr algn="l" fontAlgn="t"/>
                      <a:r>
                        <a:rPr lang="en-IE" sz="1400" dirty="0">
                          <a:effectLst/>
                          <a:highlight>
                            <a:srgbClr val="FFFF00"/>
                          </a:highlight>
                        </a:rPr>
                        <a:t>28023</a:t>
                      </a:r>
                    </a:p>
                  </a:txBody>
                  <a:tcPr marL="27731" marR="27731" marT="27731" marB="27731">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c>
                  <a:txBody>
                    <a:bodyPr/>
                    <a:lstStyle/>
                    <a:p>
                      <a:pPr algn="l" fontAlgn="t"/>
                      <a:r>
                        <a:rPr lang="en-IE" sz="1400" dirty="0">
                          <a:effectLst/>
                          <a:highlight>
                            <a:srgbClr val="FFFF00"/>
                          </a:highlight>
                        </a:rPr>
                        <a:t>Spain</a:t>
                      </a:r>
                    </a:p>
                  </a:txBody>
                  <a:tcPr marL="27731" marR="27731" marT="27731" marB="27731">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3645868291"/>
                  </a:ext>
                </a:extLst>
              </a:tr>
              <a:tr h="339908">
                <a:tc>
                  <a:txBody>
                    <a:bodyPr/>
                    <a:lstStyle/>
                    <a:p>
                      <a:pPr algn="l" fontAlgn="t"/>
                      <a:r>
                        <a:rPr lang="en-IE" sz="1400">
                          <a:effectLst/>
                        </a:rPr>
                        <a:t>9</a:t>
                      </a:r>
                    </a:p>
                  </a:txBody>
                  <a:tcPr marL="55462" marR="27731" marT="27731" marB="27731">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E7E9EB"/>
                    </a:solidFill>
                  </a:tcPr>
                </a:tc>
                <a:tc>
                  <a:txBody>
                    <a:bodyPr/>
                    <a:lstStyle/>
                    <a:p>
                      <a:pPr algn="l" fontAlgn="t"/>
                      <a:r>
                        <a:rPr lang="en-IE" sz="1400">
                          <a:effectLst/>
                        </a:rPr>
                        <a:t>Bon app'</a:t>
                      </a:r>
                    </a:p>
                  </a:txBody>
                  <a:tcPr marL="27731" marR="27731" marT="27731" marB="27731">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E7E9EB"/>
                    </a:solidFill>
                  </a:tcPr>
                </a:tc>
                <a:tc>
                  <a:txBody>
                    <a:bodyPr/>
                    <a:lstStyle/>
                    <a:p>
                      <a:pPr algn="l" fontAlgn="t"/>
                      <a:r>
                        <a:rPr lang="en-IE" sz="1400">
                          <a:effectLst/>
                        </a:rPr>
                        <a:t>Laurence Lebihans</a:t>
                      </a:r>
                    </a:p>
                  </a:txBody>
                  <a:tcPr marL="27731" marR="27731" marT="27731" marB="27731">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E7E9EB"/>
                    </a:solidFill>
                  </a:tcPr>
                </a:tc>
                <a:tc>
                  <a:txBody>
                    <a:bodyPr/>
                    <a:lstStyle/>
                    <a:p>
                      <a:pPr algn="l" fontAlgn="t"/>
                      <a:r>
                        <a:rPr lang="en-IE" sz="1400">
                          <a:effectLst/>
                        </a:rPr>
                        <a:t>12, rue des Bouchers</a:t>
                      </a:r>
                    </a:p>
                  </a:txBody>
                  <a:tcPr marL="27731" marR="27731" marT="27731" marB="27731">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E7E9EB"/>
                    </a:solidFill>
                  </a:tcPr>
                </a:tc>
                <a:tc>
                  <a:txBody>
                    <a:bodyPr/>
                    <a:lstStyle/>
                    <a:p>
                      <a:pPr algn="l" fontAlgn="t"/>
                      <a:r>
                        <a:rPr lang="en-IE" sz="1400">
                          <a:effectLst/>
                        </a:rPr>
                        <a:t>Marseille</a:t>
                      </a:r>
                    </a:p>
                  </a:txBody>
                  <a:tcPr marL="27731" marR="27731" marT="27731" marB="27731">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E7E9EB"/>
                    </a:solidFill>
                  </a:tcPr>
                </a:tc>
                <a:tc>
                  <a:txBody>
                    <a:bodyPr/>
                    <a:lstStyle/>
                    <a:p>
                      <a:pPr algn="l" fontAlgn="t"/>
                      <a:r>
                        <a:rPr lang="en-IE" sz="1400" dirty="0">
                          <a:effectLst/>
                        </a:rPr>
                        <a:t>13008</a:t>
                      </a:r>
                    </a:p>
                  </a:txBody>
                  <a:tcPr marL="27731" marR="27731" marT="27731" marB="27731">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E7E9EB"/>
                    </a:solidFill>
                  </a:tcPr>
                </a:tc>
                <a:tc>
                  <a:txBody>
                    <a:bodyPr/>
                    <a:lstStyle/>
                    <a:p>
                      <a:pPr algn="l" fontAlgn="t"/>
                      <a:r>
                        <a:rPr lang="en-IE" sz="1400" dirty="0">
                          <a:effectLst/>
                        </a:rPr>
                        <a:t>France</a:t>
                      </a:r>
                    </a:p>
                  </a:txBody>
                  <a:tcPr marL="27731" marR="27731" marT="27731" marB="27731">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E7E9EB"/>
                    </a:solidFill>
                  </a:tcPr>
                </a:tc>
                <a:extLst>
                  <a:ext uri="{0D108BD9-81ED-4DB2-BD59-A6C34878D82A}">
                    <a16:rowId xmlns:a16="http://schemas.microsoft.com/office/drawing/2014/main" val="1580536099"/>
                  </a:ext>
                </a:extLst>
              </a:tr>
              <a:tr h="474798">
                <a:tc>
                  <a:txBody>
                    <a:bodyPr/>
                    <a:lstStyle/>
                    <a:p>
                      <a:pPr algn="l" fontAlgn="t"/>
                      <a:r>
                        <a:rPr lang="en-IE" sz="1400">
                          <a:effectLst/>
                          <a:highlight>
                            <a:srgbClr val="FFFF00"/>
                          </a:highlight>
                        </a:rPr>
                        <a:t>10</a:t>
                      </a:r>
                    </a:p>
                  </a:txBody>
                  <a:tcPr marL="55462" marR="27731" marT="27731" marB="27731">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c>
                  <a:txBody>
                    <a:bodyPr/>
                    <a:lstStyle/>
                    <a:p>
                      <a:pPr algn="l" fontAlgn="t"/>
                      <a:r>
                        <a:rPr lang="en-IE" sz="1400">
                          <a:effectLst/>
                          <a:highlight>
                            <a:srgbClr val="FFFF00"/>
                          </a:highlight>
                        </a:rPr>
                        <a:t>Bottom-Dollar Marketse</a:t>
                      </a:r>
                    </a:p>
                  </a:txBody>
                  <a:tcPr marL="27731" marR="27731" marT="27731" marB="27731">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c>
                  <a:txBody>
                    <a:bodyPr/>
                    <a:lstStyle/>
                    <a:p>
                      <a:pPr algn="l" fontAlgn="t"/>
                      <a:r>
                        <a:rPr lang="en-IE" sz="1400">
                          <a:effectLst/>
                          <a:highlight>
                            <a:srgbClr val="FFFF00"/>
                          </a:highlight>
                        </a:rPr>
                        <a:t>Elizabeth Lincoln</a:t>
                      </a:r>
                    </a:p>
                  </a:txBody>
                  <a:tcPr marL="27731" marR="27731" marT="27731" marB="27731">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c>
                  <a:txBody>
                    <a:bodyPr/>
                    <a:lstStyle/>
                    <a:p>
                      <a:pPr algn="l" fontAlgn="t"/>
                      <a:r>
                        <a:rPr lang="en-IE" sz="1400">
                          <a:effectLst/>
                          <a:highlight>
                            <a:srgbClr val="FFFF00"/>
                          </a:highlight>
                        </a:rPr>
                        <a:t>23 Tsawassen Blvd.</a:t>
                      </a:r>
                    </a:p>
                  </a:txBody>
                  <a:tcPr marL="27731" marR="27731" marT="27731" marB="27731">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c>
                  <a:txBody>
                    <a:bodyPr/>
                    <a:lstStyle/>
                    <a:p>
                      <a:pPr algn="l" fontAlgn="t"/>
                      <a:r>
                        <a:rPr lang="en-IE" sz="1400">
                          <a:effectLst/>
                          <a:highlight>
                            <a:srgbClr val="FFFF00"/>
                          </a:highlight>
                        </a:rPr>
                        <a:t>Tsawassen</a:t>
                      </a:r>
                    </a:p>
                  </a:txBody>
                  <a:tcPr marL="27731" marR="27731" marT="27731" marB="27731">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c>
                  <a:txBody>
                    <a:bodyPr/>
                    <a:lstStyle/>
                    <a:p>
                      <a:pPr algn="l" fontAlgn="t"/>
                      <a:r>
                        <a:rPr lang="en-IE" sz="1400">
                          <a:effectLst/>
                          <a:highlight>
                            <a:srgbClr val="FFFF00"/>
                          </a:highlight>
                        </a:rPr>
                        <a:t>T2F 8M4</a:t>
                      </a:r>
                    </a:p>
                  </a:txBody>
                  <a:tcPr marL="27731" marR="27731" marT="27731" marB="27731">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c>
                  <a:txBody>
                    <a:bodyPr/>
                    <a:lstStyle/>
                    <a:p>
                      <a:pPr algn="l" fontAlgn="t"/>
                      <a:r>
                        <a:rPr lang="en-IE" sz="1400" dirty="0">
                          <a:effectLst/>
                          <a:highlight>
                            <a:srgbClr val="FFFF00"/>
                          </a:highlight>
                        </a:rPr>
                        <a:t>Canada</a:t>
                      </a:r>
                    </a:p>
                  </a:txBody>
                  <a:tcPr marL="27731" marR="27731" marT="27731" marB="27731">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extLst>
                  <a:ext uri="{0D108BD9-81ED-4DB2-BD59-A6C34878D82A}">
                    <a16:rowId xmlns:a16="http://schemas.microsoft.com/office/drawing/2014/main" val="193247620"/>
                  </a:ext>
                </a:extLst>
              </a:tr>
            </a:tbl>
          </a:graphicData>
        </a:graphic>
      </p:graphicFrame>
      <p:sp>
        <p:nvSpPr>
          <p:cNvPr id="7" name="Rectangle 6">
            <a:extLst>
              <a:ext uri="{FF2B5EF4-FFF2-40B4-BE49-F238E27FC236}">
                <a16:creationId xmlns:a16="http://schemas.microsoft.com/office/drawing/2014/main" id="{EC1638B7-3069-114A-93CA-05336BFECBE0}"/>
              </a:ext>
            </a:extLst>
          </p:cNvPr>
          <p:cNvSpPr/>
          <p:nvPr/>
        </p:nvSpPr>
        <p:spPr>
          <a:xfrm>
            <a:off x="704574" y="425450"/>
            <a:ext cx="6470926" cy="664284"/>
          </a:xfrm>
          <a:prstGeom prst="rect">
            <a:avLst/>
          </a:prstGeom>
        </p:spPr>
        <p:txBody>
          <a:bodyPr wrap="square">
            <a:spAutoFit/>
          </a:bodyPr>
          <a:lstStyle/>
          <a:p>
            <a:pPr marL="31750" marR="673100">
              <a:lnSpc>
                <a:spcPts val="2210"/>
              </a:lnSpc>
              <a:spcBef>
                <a:spcPts val="155"/>
              </a:spcBef>
            </a:pPr>
            <a:r>
              <a:rPr lang="en-IE" b="1" dirty="0">
                <a:latin typeface="Arial"/>
                <a:cs typeface="Arial"/>
              </a:rPr>
              <a:t>SELECT * FROM Customers</a:t>
            </a:r>
          </a:p>
          <a:p>
            <a:pPr marL="31750" marR="673100">
              <a:lnSpc>
                <a:spcPts val="2210"/>
              </a:lnSpc>
              <a:spcBef>
                <a:spcPts val="155"/>
              </a:spcBef>
            </a:pPr>
            <a:r>
              <a:rPr lang="en-IE" b="1" dirty="0">
                <a:latin typeface="Arial"/>
                <a:cs typeface="Arial"/>
              </a:rPr>
              <a:t>WHERE Country NOT IN ('Germany', 'France', 'UK’);</a:t>
            </a:r>
          </a:p>
        </p:txBody>
      </p:sp>
    </p:spTree>
    <p:extLst>
      <p:ext uri="{BB962C8B-B14F-4D97-AF65-F5344CB8AC3E}">
        <p14:creationId xmlns:p14="http://schemas.microsoft.com/office/powerpoint/2010/main" val="339282797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aphicFrame>
        <p:nvGraphicFramePr>
          <p:cNvPr id="2" name="Table 1">
            <a:extLst>
              <a:ext uri="{FF2B5EF4-FFF2-40B4-BE49-F238E27FC236}">
                <a16:creationId xmlns:a16="http://schemas.microsoft.com/office/drawing/2014/main" id="{B43A253E-8505-568F-439F-5B58E85CAD0B}"/>
              </a:ext>
            </a:extLst>
          </p:cNvPr>
          <p:cNvGraphicFramePr>
            <a:graphicFrameLocks noGrp="1"/>
          </p:cNvGraphicFramePr>
          <p:nvPr>
            <p:extLst>
              <p:ext uri="{D42A27DB-BD31-4B8C-83A1-F6EECF244321}">
                <p14:modId xmlns:p14="http://schemas.microsoft.com/office/powerpoint/2010/main" val="2712853097"/>
              </p:ext>
            </p:extLst>
          </p:nvPr>
        </p:nvGraphicFramePr>
        <p:xfrm>
          <a:off x="268324" y="2406650"/>
          <a:ext cx="10425076" cy="4026534"/>
        </p:xfrm>
        <a:graphic>
          <a:graphicData uri="http://schemas.openxmlformats.org/drawingml/2006/table">
            <a:tbl>
              <a:tblPr firstRow="1" bandRow="1">
                <a:tableStyleId>{0E3FDE45-AF77-4B5C-9715-49D594BDF05E}</a:tableStyleId>
              </a:tblPr>
              <a:tblGrid>
                <a:gridCol w="1880067">
                  <a:extLst>
                    <a:ext uri="{9D8B030D-6E8A-4147-A177-3AD203B41FA5}">
                      <a16:colId xmlns:a16="http://schemas.microsoft.com/office/drawing/2014/main" val="2261838887"/>
                    </a:ext>
                  </a:extLst>
                </a:gridCol>
                <a:gridCol w="3902077">
                  <a:extLst>
                    <a:ext uri="{9D8B030D-6E8A-4147-A177-3AD203B41FA5}">
                      <a16:colId xmlns:a16="http://schemas.microsoft.com/office/drawing/2014/main" val="1025658891"/>
                    </a:ext>
                  </a:extLst>
                </a:gridCol>
                <a:gridCol w="4642932">
                  <a:extLst>
                    <a:ext uri="{9D8B030D-6E8A-4147-A177-3AD203B41FA5}">
                      <a16:colId xmlns:a16="http://schemas.microsoft.com/office/drawing/2014/main" val="2452463975"/>
                    </a:ext>
                  </a:extLst>
                </a:gridCol>
              </a:tblGrid>
              <a:tr h="0">
                <a:tc>
                  <a:txBody>
                    <a:bodyPr/>
                    <a:lstStyle/>
                    <a:p>
                      <a:pPr marL="31750" algn="ctr">
                        <a:lnSpc>
                          <a:spcPct val="100000"/>
                        </a:lnSpc>
                        <a:spcBef>
                          <a:spcPts val="459"/>
                        </a:spcBef>
                      </a:pPr>
                      <a:r>
                        <a:rPr sz="1900" b="1" spc="-114" dirty="0">
                          <a:solidFill>
                            <a:schemeClr val="tx1"/>
                          </a:solidFill>
                          <a:latin typeface="Times" pitchFamily="2" charset="0"/>
                        </a:rPr>
                        <a:t>Operator</a:t>
                      </a:r>
                      <a:endParaRPr sz="1900" b="1" dirty="0">
                        <a:solidFill>
                          <a:schemeClr val="tx1"/>
                        </a:solidFill>
                        <a:latin typeface="Times" pitchFamily="2" charset="0"/>
                        <a:cs typeface="Arial"/>
                      </a:endParaRPr>
                    </a:p>
                  </a:txBody>
                  <a:tcPr marL="0" marR="0" marT="58419" marB="0"/>
                </a:tc>
                <a:tc>
                  <a:txBody>
                    <a:bodyPr/>
                    <a:lstStyle/>
                    <a:p>
                      <a:pPr marL="31750" algn="ctr">
                        <a:lnSpc>
                          <a:spcPct val="100000"/>
                        </a:lnSpc>
                        <a:spcBef>
                          <a:spcPts val="459"/>
                        </a:spcBef>
                      </a:pPr>
                      <a:r>
                        <a:rPr sz="1900" b="1" spc="-5" dirty="0">
                          <a:solidFill>
                            <a:schemeClr val="tx1"/>
                          </a:solidFill>
                          <a:latin typeface="Times" pitchFamily="2" charset="0"/>
                        </a:rPr>
                        <a:t>E</a:t>
                      </a:r>
                      <a:r>
                        <a:rPr sz="1900" b="1" dirty="0">
                          <a:solidFill>
                            <a:schemeClr val="tx1"/>
                          </a:solidFill>
                          <a:latin typeface="Times" pitchFamily="2" charset="0"/>
                        </a:rPr>
                        <a:t>x</a:t>
                      </a:r>
                      <a:r>
                        <a:rPr sz="1900" b="1" spc="-5" dirty="0">
                          <a:solidFill>
                            <a:schemeClr val="tx1"/>
                          </a:solidFill>
                          <a:latin typeface="Times" pitchFamily="2" charset="0"/>
                        </a:rPr>
                        <a:t>pl</a:t>
                      </a:r>
                      <a:r>
                        <a:rPr sz="1900" b="1" dirty="0">
                          <a:solidFill>
                            <a:schemeClr val="tx1"/>
                          </a:solidFill>
                          <a:latin typeface="Times" pitchFamily="2" charset="0"/>
                        </a:rPr>
                        <a:t>a</a:t>
                      </a:r>
                      <a:r>
                        <a:rPr sz="1900" b="1" spc="-5" dirty="0">
                          <a:solidFill>
                            <a:schemeClr val="tx1"/>
                          </a:solidFill>
                          <a:latin typeface="Times" pitchFamily="2" charset="0"/>
                        </a:rPr>
                        <a:t>n</a:t>
                      </a:r>
                      <a:r>
                        <a:rPr sz="1900" b="1" spc="-20" dirty="0">
                          <a:solidFill>
                            <a:schemeClr val="tx1"/>
                          </a:solidFill>
                          <a:latin typeface="Times" pitchFamily="2" charset="0"/>
                        </a:rPr>
                        <a:t>a</a:t>
                      </a:r>
                      <a:r>
                        <a:rPr sz="1900" b="1" dirty="0">
                          <a:solidFill>
                            <a:schemeClr val="tx1"/>
                          </a:solidFill>
                          <a:latin typeface="Times" pitchFamily="2" charset="0"/>
                        </a:rPr>
                        <a:t>t</a:t>
                      </a:r>
                      <a:r>
                        <a:rPr sz="1900" b="1" spc="-5" dirty="0">
                          <a:solidFill>
                            <a:schemeClr val="tx1"/>
                          </a:solidFill>
                          <a:latin typeface="Times" pitchFamily="2" charset="0"/>
                        </a:rPr>
                        <a:t>io</a:t>
                      </a:r>
                      <a:r>
                        <a:rPr sz="1900" b="1" dirty="0">
                          <a:solidFill>
                            <a:schemeClr val="tx1"/>
                          </a:solidFill>
                          <a:latin typeface="Times" pitchFamily="2" charset="0"/>
                        </a:rPr>
                        <a:t>n</a:t>
                      </a:r>
                      <a:r>
                        <a:rPr sz="1900" b="1" spc="-95" dirty="0">
                          <a:solidFill>
                            <a:schemeClr val="tx1"/>
                          </a:solidFill>
                          <a:latin typeface="Times" pitchFamily="2" charset="0"/>
                        </a:rPr>
                        <a:t> </a:t>
                      </a:r>
                      <a:r>
                        <a:rPr sz="1900" b="1" dirty="0">
                          <a:solidFill>
                            <a:schemeClr val="tx1"/>
                          </a:solidFill>
                          <a:latin typeface="Times" pitchFamily="2" charset="0"/>
                        </a:rPr>
                        <a:t>a</a:t>
                      </a:r>
                      <a:r>
                        <a:rPr sz="1900" b="1" spc="-5" dirty="0">
                          <a:solidFill>
                            <a:schemeClr val="tx1"/>
                          </a:solidFill>
                          <a:latin typeface="Times" pitchFamily="2" charset="0"/>
                        </a:rPr>
                        <a:t>n</a:t>
                      </a:r>
                      <a:r>
                        <a:rPr sz="1900" b="1" dirty="0">
                          <a:solidFill>
                            <a:schemeClr val="tx1"/>
                          </a:solidFill>
                          <a:latin typeface="Times" pitchFamily="2" charset="0"/>
                        </a:rPr>
                        <a:t>d</a:t>
                      </a:r>
                      <a:r>
                        <a:rPr sz="1900" b="1" spc="-95" dirty="0">
                          <a:solidFill>
                            <a:schemeClr val="tx1"/>
                          </a:solidFill>
                          <a:latin typeface="Times" pitchFamily="2" charset="0"/>
                        </a:rPr>
                        <a:t> </a:t>
                      </a:r>
                      <a:r>
                        <a:rPr sz="1900" b="1" spc="-5" dirty="0">
                          <a:solidFill>
                            <a:schemeClr val="tx1"/>
                          </a:solidFill>
                          <a:latin typeface="Times" pitchFamily="2" charset="0"/>
                        </a:rPr>
                        <a:t>E</a:t>
                      </a:r>
                      <a:r>
                        <a:rPr sz="1900" b="1" spc="-30" dirty="0">
                          <a:solidFill>
                            <a:schemeClr val="tx1"/>
                          </a:solidFill>
                          <a:latin typeface="Times" pitchFamily="2" charset="0"/>
                        </a:rPr>
                        <a:t>x</a:t>
                      </a:r>
                      <a:r>
                        <a:rPr sz="1900" b="1" dirty="0">
                          <a:solidFill>
                            <a:schemeClr val="tx1"/>
                          </a:solidFill>
                          <a:latin typeface="Times" pitchFamily="2" charset="0"/>
                        </a:rPr>
                        <a:t>am</a:t>
                      </a:r>
                      <a:r>
                        <a:rPr sz="1900" b="1" spc="-5" dirty="0">
                          <a:solidFill>
                            <a:schemeClr val="tx1"/>
                          </a:solidFill>
                          <a:latin typeface="Times" pitchFamily="2" charset="0"/>
                        </a:rPr>
                        <a:t>pl</a:t>
                      </a:r>
                      <a:r>
                        <a:rPr sz="1900" b="1" dirty="0">
                          <a:solidFill>
                            <a:schemeClr val="tx1"/>
                          </a:solidFill>
                          <a:latin typeface="Times" pitchFamily="2" charset="0"/>
                        </a:rPr>
                        <a:t>e</a:t>
                      </a:r>
                      <a:endParaRPr sz="1900" b="1" dirty="0">
                        <a:solidFill>
                          <a:schemeClr val="tx1"/>
                        </a:solidFill>
                        <a:latin typeface="Times" pitchFamily="2" charset="0"/>
                        <a:cs typeface="Arial"/>
                      </a:endParaRPr>
                    </a:p>
                  </a:txBody>
                  <a:tcPr marL="0" marR="0" marT="58419" marB="0"/>
                </a:tc>
                <a:tc>
                  <a:txBody>
                    <a:bodyPr/>
                    <a:lstStyle/>
                    <a:p>
                      <a:pPr marL="31750" algn="ctr">
                        <a:lnSpc>
                          <a:spcPct val="100000"/>
                        </a:lnSpc>
                        <a:spcBef>
                          <a:spcPts val="459"/>
                        </a:spcBef>
                      </a:pPr>
                      <a:r>
                        <a:rPr sz="1900" b="1" spc="-175" dirty="0">
                          <a:solidFill>
                            <a:schemeClr val="tx1"/>
                          </a:solidFill>
                          <a:latin typeface="Times" pitchFamily="2" charset="0"/>
                        </a:rPr>
                        <a:t>Syntax</a:t>
                      </a:r>
                      <a:endParaRPr sz="1900" b="1" dirty="0">
                        <a:solidFill>
                          <a:schemeClr val="tx1"/>
                        </a:solidFill>
                        <a:latin typeface="Times" pitchFamily="2" charset="0"/>
                        <a:cs typeface="Arial"/>
                      </a:endParaRPr>
                    </a:p>
                  </a:txBody>
                  <a:tcPr marL="0" marR="0" marT="58419" marB="0"/>
                </a:tc>
                <a:extLst>
                  <a:ext uri="{0D108BD9-81ED-4DB2-BD59-A6C34878D82A}">
                    <a16:rowId xmlns:a16="http://schemas.microsoft.com/office/drawing/2014/main" val="973555345"/>
                  </a:ext>
                </a:extLst>
              </a:tr>
              <a:tr h="409330">
                <a:tc>
                  <a:txBody>
                    <a:bodyPr/>
                    <a:lstStyle/>
                    <a:p>
                      <a:pPr marL="31750" algn="ctr">
                        <a:lnSpc>
                          <a:spcPct val="100000"/>
                        </a:lnSpc>
                        <a:spcBef>
                          <a:spcPts val="155"/>
                        </a:spcBef>
                      </a:pPr>
                      <a:r>
                        <a:rPr sz="1900" b="0" spc="0" dirty="0">
                          <a:solidFill>
                            <a:schemeClr val="tx1"/>
                          </a:solidFill>
                          <a:latin typeface="Times" pitchFamily="2" charset="0"/>
                        </a:rPr>
                        <a:t>LIKE</a:t>
                      </a:r>
                      <a:endParaRPr sz="1900" b="0" spc="0" dirty="0">
                        <a:solidFill>
                          <a:schemeClr val="tx1"/>
                        </a:solidFill>
                        <a:latin typeface="Times" pitchFamily="2" charset="0"/>
                        <a:cs typeface="Arial"/>
                      </a:endParaRPr>
                    </a:p>
                  </a:txBody>
                  <a:tcPr marL="0" marR="0" marT="19685" marB="0" anchor="ctr"/>
                </a:tc>
                <a:tc>
                  <a:txBody>
                    <a:bodyPr/>
                    <a:lstStyle/>
                    <a:p>
                      <a:pPr algn="ctr">
                        <a:lnSpc>
                          <a:spcPct val="100000"/>
                        </a:lnSpc>
                      </a:pPr>
                      <a:r>
                        <a:rPr lang="en-IE" sz="2000" b="0" spc="0" dirty="0">
                          <a:solidFill>
                            <a:schemeClr val="tx1"/>
                          </a:solidFill>
                          <a:effectLst/>
                          <a:latin typeface="Times" pitchFamily="2" charset="0"/>
                        </a:rPr>
                        <a:t>The LIKE operator is used in a WHERE clause to search for a specified pattern in a column.</a:t>
                      </a:r>
                    </a:p>
                    <a:p>
                      <a:pPr algn="ctr">
                        <a:lnSpc>
                          <a:spcPct val="100000"/>
                        </a:lnSpc>
                      </a:pPr>
                      <a:endParaRPr lang="en-IE" sz="2000" b="0" spc="0" dirty="0">
                        <a:solidFill>
                          <a:schemeClr val="tx1"/>
                        </a:solidFill>
                        <a:effectLst/>
                        <a:latin typeface="Times" pitchFamily="2" charset="0"/>
                      </a:endParaRPr>
                    </a:p>
                    <a:p>
                      <a:pPr algn="ctr">
                        <a:lnSpc>
                          <a:spcPct val="100000"/>
                        </a:lnSpc>
                      </a:pPr>
                      <a:r>
                        <a:rPr lang="en-IE" sz="2000" b="0" spc="0" dirty="0">
                          <a:solidFill>
                            <a:schemeClr val="tx1"/>
                          </a:solidFill>
                          <a:effectLst/>
                          <a:latin typeface="Times" pitchFamily="2" charset="0"/>
                        </a:rPr>
                        <a:t>There are two wildcards often used in conjunction with the LIKE operator:</a:t>
                      </a:r>
                    </a:p>
                    <a:p>
                      <a:pPr algn="ctr">
                        <a:lnSpc>
                          <a:spcPct val="100000"/>
                        </a:lnSpc>
                      </a:pPr>
                      <a:endParaRPr lang="en-IE" sz="2000" b="0" spc="0" dirty="0">
                        <a:solidFill>
                          <a:schemeClr val="tx1"/>
                        </a:solidFill>
                        <a:effectLst/>
                        <a:latin typeface="Times" pitchFamily="2" charset="0"/>
                      </a:endParaRPr>
                    </a:p>
                    <a:p>
                      <a:pPr algn="ctr">
                        <a:lnSpc>
                          <a:spcPct val="100000"/>
                        </a:lnSpc>
                      </a:pPr>
                      <a:r>
                        <a:rPr lang="en-IE" sz="2000" b="0" spc="0" dirty="0">
                          <a:solidFill>
                            <a:schemeClr val="tx1"/>
                          </a:solidFill>
                          <a:effectLst/>
                          <a:latin typeface="Times" pitchFamily="2" charset="0"/>
                        </a:rPr>
                        <a:t>1. The percent sign (%) represents zero, one, or multiple characters</a:t>
                      </a:r>
                    </a:p>
                    <a:p>
                      <a:pPr algn="ctr">
                        <a:lnSpc>
                          <a:spcPct val="100000"/>
                        </a:lnSpc>
                      </a:pPr>
                      <a:endParaRPr lang="en-IE" sz="2000" b="0" spc="0" dirty="0">
                        <a:solidFill>
                          <a:schemeClr val="tx1"/>
                        </a:solidFill>
                        <a:effectLst/>
                        <a:latin typeface="Times" pitchFamily="2" charset="0"/>
                      </a:endParaRPr>
                    </a:p>
                    <a:p>
                      <a:pPr algn="ctr">
                        <a:lnSpc>
                          <a:spcPct val="100000"/>
                        </a:lnSpc>
                      </a:pPr>
                      <a:r>
                        <a:rPr lang="en-IE" sz="2000" b="0" spc="0" dirty="0">
                          <a:solidFill>
                            <a:schemeClr val="tx1"/>
                          </a:solidFill>
                          <a:effectLst/>
                          <a:latin typeface="Times" pitchFamily="2" charset="0"/>
                        </a:rPr>
                        <a:t>2. The underscore sign (_) represents one, single character</a:t>
                      </a:r>
                      <a:endParaRPr lang="en-IE" sz="2000" b="0" i="0" spc="0" dirty="0">
                        <a:solidFill>
                          <a:schemeClr val="tx1"/>
                        </a:solidFill>
                        <a:effectLst/>
                        <a:latin typeface="Times" pitchFamily="2" charset="0"/>
                        <a:ea typeface="+mn-ea"/>
                        <a:cs typeface="+mn-cs"/>
                      </a:endParaRPr>
                    </a:p>
                  </a:txBody>
                  <a:tcPr marL="0" marR="0" marT="20955" marB="0" anchor="ctr"/>
                </a:tc>
                <a:tc>
                  <a:txBody>
                    <a:bodyPr/>
                    <a:lstStyle/>
                    <a:p>
                      <a:pPr marL="31750" marR="173990" algn="ctr">
                        <a:lnSpc>
                          <a:spcPct val="100000"/>
                        </a:lnSpc>
                        <a:spcBef>
                          <a:spcPts val="165"/>
                        </a:spcBef>
                      </a:pPr>
                      <a:r>
                        <a:rPr sz="1900" b="0" spc="0" dirty="0">
                          <a:solidFill>
                            <a:schemeClr val="tx1"/>
                          </a:solidFill>
                          <a:latin typeface="Times" pitchFamily="2" charset="0"/>
                        </a:rPr>
                        <a:t>CharacterExpression [ NOT ]  LIKE CharacterExpression  WithWildCard [ ESCAPE  'escapeCharacter']</a:t>
                      </a:r>
                      <a:endParaRPr sz="1900" b="0" spc="0" dirty="0">
                        <a:solidFill>
                          <a:schemeClr val="tx1"/>
                        </a:solidFill>
                        <a:latin typeface="Times" pitchFamily="2" charset="0"/>
                        <a:cs typeface="Arial"/>
                      </a:endParaRPr>
                    </a:p>
                  </a:txBody>
                  <a:tcPr marL="0" marR="0" marT="20955" marB="0" anchor="ctr"/>
                </a:tc>
                <a:extLst>
                  <a:ext uri="{0D108BD9-81ED-4DB2-BD59-A6C34878D82A}">
                    <a16:rowId xmlns:a16="http://schemas.microsoft.com/office/drawing/2014/main" val="1386787045"/>
                  </a:ext>
                </a:extLst>
              </a:tr>
            </a:tbl>
          </a:graphicData>
        </a:graphic>
      </p:graphicFrame>
      <p:sp>
        <p:nvSpPr>
          <p:cNvPr id="4" name="Title 1">
            <a:extLst>
              <a:ext uri="{FF2B5EF4-FFF2-40B4-BE49-F238E27FC236}">
                <a16:creationId xmlns:a16="http://schemas.microsoft.com/office/drawing/2014/main" id="{60A8E2B0-6ACF-7F0E-32B3-06961A891251}"/>
              </a:ext>
            </a:extLst>
          </p:cNvPr>
          <p:cNvSpPr>
            <a:spLocks noGrp="1"/>
          </p:cNvSpPr>
          <p:nvPr>
            <p:ph type="title"/>
          </p:nvPr>
        </p:nvSpPr>
        <p:spPr>
          <a:xfrm>
            <a:off x="735171" y="402314"/>
            <a:ext cx="9223058" cy="534057"/>
          </a:xfrm>
        </p:spPr>
        <p:txBody>
          <a:bodyPr/>
          <a:lstStyle/>
          <a:p>
            <a:pPr algn="l" defTabSz="801378" rtl="0">
              <a:lnSpc>
                <a:spcPct val="90000"/>
              </a:lnSpc>
              <a:spcBef>
                <a:spcPct val="0"/>
              </a:spcBef>
            </a:pPr>
            <a:r>
              <a:rPr lang="en-IE" sz="3856" b="1" kern="1200" dirty="0">
                <a:solidFill>
                  <a:srgbClr val="004C6C"/>
                </a:solidFill>
                <a:latin typeface="+mj-lt"/>
                <a:cs typeface="+mj-cs"/>
              </a:rPr>
              <a:t>Like</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5" name="Picture 4" descr="Table&#10;&#10;Description automatically generated with medium confidence">
            <a:extLst>
              <a:ext uri="{FF2B5EF4-FFF2-40B4-BE49-F238E27FC236}">
                <a16:creationId xmlns:a16="http://schemas.microsoft.com/office/drawing/2014/main" id="{B7ED1D43-B851-9D4D-977A-9AF806E5366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2351382"/>
            <a:ext cx="10693400" cy="3636668"/>
          </a:xfrm>
          <a:prstGeom prst="rect">
            <a:avLst/>
          </a:prstGeom>
        </p:spPr>
      </p:pic>
      <p:sp>
        <p:nvSpPr>
          <p:cNvPr id="2" name="Title 1">
            <a:extLst>
              <a:ext uri="{FF2B5EF4-FFF2-40B4-BE49-F238E27FC236}">
                <a16:creationId xmlns:a16="http://schemas.microsoft.com/office/drawing/2014/main" id="{A1E51FD0-94BE-35CD-39CD-FCC74BEF0C0A}"/>
              </a:ext>
            </a:extLst>
          </p:cNvPr>
          <p:cNvSpPr>
            <a:spLocks noGrp="1"/>
          </p:cNvSpPr>
          <p:nvPr>
            <p:ph type="title"/>
          </p:nvPr>
        </p:nvSpPr>
        <p:spPr>
          <a:xfrm>
            <a:off x="735171" y="402314"/>
            <a:ext cx="9223058" cy="534057"/>
          </a:xfrm>
        </p:spPr>
        <p:txBody>
          <a:bodyPr/>
          <a:lstStyle/>
          <a:p>
            <a:pPr algn="l" defTabSz="801378" rtl="0">
              <a:lnSpc>
                <a:spcPct val="90000"/>
              </a:lnSpc>
              <a:spcBef>
                <a:spcPct val="0"/>
              </a:spcBef>
            </a:pPr>
            <a:r>
              <a:rPr lang="en-IE" sz="3856" b="1" kern="1200" dirty="0">
                <a:solidFill>
                  <a:srgbClr val="004C6C"/>
                </a:solidFill>
                <a:latin typeface="+mj-lt"/>
                <a:cs typeface="+mj-cs"/>
              </a:rPr>
              <a:t>Like</a:t>
            </a:r>
          </a:p>
        </p:txBody>
      </p:sp>
    </p:spTree>
    <p:extLst>
      <p:ext uri="{BB962C8B-B14F-4D97-AF65-F5344CB8AC3E}">
        <p14:creationId xmlns:p14="http://schemas.microsoft.com/office/powerpoint/2010/main" val="141702550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585B55-F438-8D93-B163-9C2354D92E74}"/>
              </a:ext>
            </a:extLst>
          </p:cNvPr>
          <p:cNvSpPr>
            <a:spLocks noGrp="1"/>
          </p:cNvSpPr>
          <p:nvPr>
            <p:ph type="title"/>
          </p:nvPr>
        </p:nvSpPr>
        <p:spPr>
          <a:xfrm>
            <a:off x="735171" y="402314"/>
            <a:ext cx="9223058" cy="534057"/>
          </a:xfrm>
        </p:spPr>
        <p:txBody>
          <a:bodyPr/>
          <a:lstStyle/>
          <a:p>
            <a:pPr algn="l" defTabSz="801378" rtl="0">
              <a:lnSpc>
                <a:spcPct val="90000"/>
              </a:lnSpc>
              <a:spcBef>
                <a:spcPct val="0"/>
              </a:spcBef>
            </a:pPr>
            <a:r>
              <a:rPr lang="en-IE" sz="3856" b="1" kern="1200" dirty="0">
                <a:solidFill>
                  <a:srgbClr val="004C6C"/>
                </a:solidFill>
                <a:latin typeface="+mj-lt"/>
                <a:cs typeface="+mj-cs"/>
              </a:rPr>
              <a:t>Like</a:t>
            </a:r>
          </a:p>
        </p:txBody>
      </p:sp>
      <p:sp>
        <p:nvSpPr>
          <p:cNvPr id="5" name="TextBox 4">
            <a:extLst>
              <a:ext uri="{FF2B5EF4-FFF2-40B4-BE49-F238E27FC236}">
                <a16:creationId xmlns:a16="http://schemas.microsoft.com/office/drawing/2014/main" id="{ED2B987D-20F6-76D4-6117-15BCFEF67A44}"/>
              </a:ext>
            </a:extLst>
          </p:cNvPr>
          <p:cNvSpPr txBox="1"/>
          <p:nvPr/>
        </p:nvSpPr>
        <p:spPr>
          <a:xfrm>
            <a:off x="735171" y="2290182"/>
            <a:ext cx="9640729" cy="3139321"/>
          </a:xfrm>
          <a:prstGeom prst="rect">
            <a:avLst/>
          </a:prstGeom>
          <a:solidFill>
            <a:schemeClr val="tx1"/>
          </a:solidFill>
        </p:spPr>
        <p:txBody>
          <a:bodyPr wrap="square">
            <a:spAutoFit/>
          </a:bodyPr>
          <a:lstStyle/>
          <a:p>
            <a:pPr>
              <a:buNone/>
            </a:pPr>
            <a:r>
              <a:rPr lang="en-IE" b="0" dirty="0">
                <a:solidFill>
                  <a:srgbClr val="6A9955"/>
                </a:solidFill>
                <a:effectLst/>
                <a:latin typeface="Menlo" panose="020B0609030804020204" pitchFamily="49" charset="0"/>
              </a:rPr>
              <a:t>--Find the names of all movies starting with B?</a:t>
            </a:r>
            <a:endParaRPr lang="en-IE" b="0" dirty="0">
              <a:solidFill>
                <a:srgbClr val="D4D4D4"/>
              </a:solidFill>
              <a:effectLst/>
              <a:latin typeface="Menlo" panose="020B0609030804020204" pitchFamily="49" charset="0"/>
            </a:endParaRPr>
          </a:p>
          <a:p>
            <a:pPr>
              <a:buNone/>
            </a:pPr>
            <a:r>
              <a:rPr lang="en-IE" b="0" dirty="0">
                <a:solidFill>
                  <a:srgbClr val="569CD6"/>
                </a:solidFill>
                <a:effectLst/>
                <a:latin typeface="Menlo" panose="020B0609030804020204" pitchFamily="49" charset="0"/>
              </a:rPr>
              <a:t>SELECT</a:t>
            </a:r>
            <a:r>
              <a:rPr lang="en-IE" b="0" dirty="0">
                <a:solidFill>
                  <a:srgbClr val="D4D4D4"/>
                </a:solidFill>
                <a:effectLst/>
                <a:latin typeface="Menlo" panose="020B0609030804020204" pitchFamily="49" charset="0"/>
              </a:rPr>
              <a:t> </a:t>
            </a:r>
            <a:r>
              <a:rPr lang="en-IE" b="0" dirty="0" err="1">
                <a:solidFill>
                  <a:srgbClr val="D4D4D4"/>
                </a:solidFill>
                <a:effectLst/>
                <a:latin typeface="Menlo" panose="020B0609030804020204" pitchFamily="49" charset="0"/>
              </a:rPr>
              <a:t>movietitle</a:t>
            </a:r>
            <a:r>
              <a:rPr lang="en-IE" b="0" dirty="0">
                <a:solidFill>
                  <a:srgbClr val="D4D4D4"/>
                </a:solidFill>
                <a:effectLst/>
                <a:latin typeface="Menlo" panose="020B0609030804020204" pitchFamily="49" charset="0"/>
              </a:rPr>
              <a:t> </a:t>
            </a:r>
            <a:r>
              <a:rPr lang="en-IE" b="0" dirty="0">
                <a:solidFill>
                  <a:srgbClr val="569CD6"/>
                </a:solidFill>
                <a:effectLst/>
                <a:latin typeface="Menlo" panose="020B0609030804020204" pitchFamily="49" charset="0"/>
              </a:rPr>
              <a:t>FROM</a:t>
            </a:r>
            <a:r>
              <a:rPr lang="en-IE" b="0" dirty="0">
                <a:solidFill>
                  <a:srgbClr val="D4D4D4"/>
                </a:solidFill>
                <a:effectLst/>
                <a:latin typeface="Menlo" panose="020B0609030804020204" pitchFamily="49" charset="0"/>
              </a:rPr>
              <a:t> movies </a:t>
            </a:r>
            <a:r>
              <a:rPr lang="en-IE" b="0" dirty="0">
                <a:solidFill>
                  <a:srgbClr val="569CD6"/>
                </a:solidFill>
                <a:effectLst/>
                <a:latin typeface="Menlo" panose="020B0609030804020204" pitchFamily="49" charset="0"/>
              </a:rPr>
              <a:t>WHERE</a:t>
            </a:r>
            <a:r>
              <a:rPr lang="en-IE" b="0" dirty="0">
                <a:solidFill>
                  <a:srgbClr val="D4D4D4"/>
                </a:solidFill>
                <a:effectLst/>
                <a:latin typeface="Menlo" panose="020B0609030804020204" pitchFamily="49" charset="0"/>
              </a:rPr>
              <a:t> </a:t>
            </a:r>
            <a:r>
              <a:rPr lang="en-IE" b="0" dirty="0" err="1">
                <a:solidFill>
                  <a:srgbClr val="D4D4D4"/>
                </a:solidFill>
                <a:effectLst/>
                <a:latin typeface="Menlo" panose="020B0609030804020204" pitchFamily="49" charset="0"/>
              </a:rPr>
              <a:t>movietitle</a:t>
            </a:r>
            <a:r>
              <a:rPr lang="en-IE" b="0" dirty="0">
                <a:solidFill>
                  <a:srgbClr val="D4D4D4"/>
                </a:solidFill>
                <a:effectLst/>
                <a:latin typeface="Menlo" panose="020B0609030804020204" pitchFamily="49" charset="0"/>
              </a:rPr>
              <a:t> </a:t>
            </a:r>
            <a:r>
              <a:rPr lang="en-IE" b="0" dirty="0">
                <a:solidFill>
                  <a:srgbClr val="569CD6"/>
                </a:solidFill>
                <a:effectLst/>
                <a:latin typeface="Menlo" panose="020B0609030804020204" pitchFamily="49" charset="0"/>
              </a:rPr>
              <a:t>LIKE</a:t>
            </a:r>
            <a:r>
              <a:rPr lang="en-IE" b="0" dirty="0">
                <a:solidFill>
                  <a:srgbClr val="D4D4D4"/>
                </a:solidFill>
                <a:effectLst/>
                <a:latin typeface="Menlo" panose="020B0609030804020204" pitchFamily="49" charset="0"/>
              </a:rPr>
              <a:t> </a:t>
            </a:r>
            <a:r>
              <a:rPr lang="en-IE" b="0" dirty="0">
                <a:solidFill>
                  <a:srgbClr val="CE9178"/>
                </a:solidFill>
                <a:effectLst/>
                <a:latin typeface="Menlo" panose="020B0609030804020204" pitchFamily="49" charset="0"/>
              </a:rPr>
              <a:t>'B%'</a:t>
            </a:r>
            <a:r>
              <a:rPr lang="en-IE" b="0" dirty="0">
                <a:solidFill>
                  <a:srgbClr val="D4D4D4"/>
                </a:solidFill>
                <a:effectLst/>
                <a:latin typeface="Menlo" panose="020B0609030804020204" pitchFamily="49" charset="0"/>
              </a:rPr>
              <a:t>;</a:t>
            </a:r>
          </a:p>
          <a:p>
            <a:pPr>
              <a:buNone/>
            </a:pPr>
            <a:r>
              <a:rPr lang="en-IE" b="0" dirty="0">
                <a:solidFill>
                  <a:srgbClr val="6A9955"/>
                </a:solidFill>
                <a:effectLst/>
                <a:latin typeface="Menlo" panose="020B0609030804020204" pitchFamily="49" charset="0"/>
              </a:rPr>
              <a:t>--Find the names of all movies with a letter a somewhere in their name? </a:t>
            </a:r>
            <a:endParaRPr lang="en-IE" b="0" dirty="0">
              <a:solidFill>
                <a:srgbClr val="D4D4D4"/>
              </a:solidFill>
              <a:effectLst/>
              <a:latin typeface="Menlo" panose="020B0609030804020204" pitchFamily="49" charset="0"/>
            </a:endParaRPr>
          </a:p>
          <a:p>
            <a:pPr>
              <a:buNone/>
            </a:pPr>
            <a:r>
              <a:rPr lang="en-IE" b="0" dirty="0">
                <a:solidFill>
                  <a:srgbClr val="569CD6"/>
                </a:solidFill>
                <a:effectLst/>
                <a:latin typeface="Menlo" panose="020B0609030804020204" pitchFamily="49" charset="0"/>
              </a:rPr>
              <a:t>SELECT</a:t>
            </a:r>
            <a:r>
              <a:rPr lang="en-IE" b="0" dirty="0">
                <a:solidFill>
                  <a:srgbClr val="D4D4D4"/>
                </a:solidFill>
                <a:effectLst/>
                <a:latin typeface="Menlo" panose="020B0609030804020204" pitchFamily="49" charset="0"/>
              </a:rPr>
              <a:t> </a:t>
            </a:r>
            <a:r>
              <a:rPr lang="en-IE" b="0" dirty="0" err="1">
                <a:solidFill>
                  <a:srgbClr val="D4D4D4"/>
                </a:solidFill>
                <a:effectLst/>
                <a:latin typeface="Menlo" panose="020B0609030804020204" pitchFamily="49" charset="0"/>
              </a:rPr>
              <a:t>movietitle</a:t>
            </a:r>
            <a:r>
              <a:rPr lang="en-IE" b="0" dirty="0">
                <a:solidFill>
                  <a:srgbClr val="D4D4D4"/>
                </a:solidFill>
                <a:effectLst/>
                <a:latin typeface="Menlo" panose="020B0609030804020204" pitchFamily="49" charset="0"/>
              </a:rPr>
              <a:t> </a:t>
            </a:r>
            <a:r>
              <a:rPr lang="en-IE" b="0" dirty="0">
                <a:solidFill>
                  <a:srgbClr val="569CD6"/>
                </a:solidFill>
                <a:effectLst/>
                <a:latin typeface="Menlo" panose="020B0609030804020204" pitchFamily="49" charset="0"/>
              </a:rPr>
              <a:t>FROM</a:t>
            </a:r>
            <a:r>
              <a:rPr lang="en-IE" b="0" dirty="0">
                <a:solidFill>
                  <a:srgbClr val="D4D4D4"/>
                </a:solidFill>
                <a:effectLst/>
                <a:latin typeface="Menlo" panose="020B0609030804020204" pitchFamily="49" charset="0"/>
              </a:rPr>
              <a:t> movies </a:t>
            </a:r>
            <a:r>
              <a:rPr lang="en-IE" b="0" dirty="0">
                <a:solidFill>
                  <a:srgbClr val="569CD6"/>
                </a:solidFill>
                <a:effectLst/>
                <a:latin typeface="Menlo" panose="020B0609030804020204" pitchFamily="49" charset="0"/>
              </a:rPr>
              <a:t>WHERE</a:t>
            </a:r>
            <a:r>
              <a:rPr lang="en-IE" b="0" dirty="0">
                <a:solidFill>
                  <a:srgbClr val="D4D4D4"/>
                </a:solidFill>
                <a:effectLst/>
                <a:latin typeface="Menlo" panose="020B0609030804020204" pitchFamily="49" charset="0"/>
              </a:rPr>
              <a:t> </a:t>
            </a:r>
            <a:r>
              <a:rPr lang="en-IE" b="0" dirty="0" err="1">
                <a:solidFill>
                  <a:srgbClr val="D4D4D4"/>
                </a:solidFill>
                <a:effectLst/>
                <a:latin typeface="Menlo" panose="020B0609030804020204" pitchFamily="49" charset="0"/>
              </a:rPr>
              <a:t>movietitle</a:t>
            </a:r>
            <a:r>
              <a:rPr lang="en-IE" b="0" dirty="0">
                <a:solidFill>
                  <a:srgbClr val="D4D4D4"/>
                </a:solidFill>
                <a:effectLst/>
                <a:latin typeface="Menlo" panose="020B0609030804020204" pitchFamily="49" charset="0"/>
              </a:rPr>
              <a:t> </a:t>
            </a:r>
            <a:r>
              <a:rPr lang="en-IE" b="0" dirty="0">
                <a:solidFill>
                  <a:srgbClr val="569CD6"/>
                </a:solidFill>
                <a:effectLst/>
                <a:latin typeface="Menlo" panose="020B0609030804020204" pitchFamily="49" charset="0"/>
              </a:rPr>
              <a:t>LIKE</a:t>
            </a:r>
            <a:r>
              <a:rPr lang="en-IE" b="0" dirty="0">
                <a:solidFill>
                  <a:srgbClr val="D4D4D4"/>
                </a:solidFill>
                <a:effectLst/>
                <a:latin typeface="Menlo" panose="020B0609030804020204" pitchFamily="49" charset="0"/>
              </a:rPr>
              <a:t> </a:t>
            </a:r>
            <a:r>
              <a:rPr lang="en-IE" b="0" dirty="0">
                <a:solidFill>
                  <a:srgbClr val="CE9178"/>
                </a:solidFill>
                <a:effectLst/>
                <a:latin typeface="Menlo" panose="020B0609030804020204" pitchFamily="49" charset="0"/>
              </a:rPr>
              <a:t>'%a%'</a:t>
            </a:r>
            <a:r>
              <a:rPr lang="en-IE" b="0" dirty="0">
                <a:solidFill>
                  <a:srgbClr val="D4D4D4"/>
                </a:solidFill>
                <a:effectLst/>
                <a:latin typeface="Menlo" panose="020B0609030804020204" pitchFamily="49" charset="0"/>
              </a:rPr>
              <a:t>;</a:t>
            </a:r>
          </a:p>
          <a:p>
            <a:pPr>
              <a:buNone/>
            </a:pPr>
            <a:r>
              <a:rPr lang="en-IE" b="0" dirty="0">
                <a:solidFill>
                  <a:srgbClr val="6A9955"/>
                </a:solidFill>
                <a:effectLst/>
                <a:latin typeface="Menlo" panose="020B0609030804020204" pitchFamily="49" charset="0"/>
              </a:rPr>
              <a:t>--And does not start with a J</a:t>
            </a:r>
            <a:endParaRPr lang="en-IE" b="0" dirty="0">
              <a:solidFill>
                <a:srgbClr val="D4D4D4"/>
              </a:solidFill>
              <a:effectLst/>
              <a:latin typeface="Menlo" panose="020B0609030804020204" pitchFamily="49" charset="0"/>
            </a:endParaRPr>
          </a:p>
          <a:p>
            <a:pPr>
              <a:buNone/>
            </a:pPr>
            <a:r>
              <a:rPr lang="en-IE" b="0" dirty="0">
                <a:solidFill>
                  <a:srgbClr val="569CD6"/>
                </a:solidFill>
                <a:effectLst/>
                <a:latin typeface="Menlo" panose="020B0609030804020204" pitchFamily="49" charset="0"/>
              </a:rPr>
              <a:t>SELECT</a:t>
            </a:r>
            <a:r>
              <a:rPr lang="en-IE" b="0" dirty="0">
                <a:solidFill>
                  <a:srgbClr val="D4D4D4"/>
                </a:solidFill>
                <a:effectLst/>
                <a:latin typeface="Menlo" panose="020B0609030804020204" pitchFamily="49" charset="0"/>
              </a:rPr>
              <a:t> </a:t>
            </a:r>
            <a:r>
              <a:rPr lang="en-IE" b="0" dirty="0" err="1">
                <a:solidFill>
                  <a:srgbClr val="D4D4D4"/>
                </a:solidFill>
                <a:effectLst/>
                <a:latin typeface="Menlo" panose="020B0609030804020204" pitchFamily="49" charset="0"/>
              </a:rPr>
              <a:t>movietitle</a:t>
            </a:r>
            <a:r>
              <a:rPr lang="en-IE" b="0" dirty="0">
                <a:solidFill>
                  <a:srgbClr val="D4D4D4"/>
                </a:solidFill>
                <a:effectLst/>
                <a:latin typeface="Menlo" panose="020B0609030804020204" pitchFamily="49" charset="0"/>
              </a:rPr>
              <a:t> </a:t>
            </a:r>
            <a:r>
              <a:rPr lang="en-IE" b="0" dirty="0">
                <a:solidFill>
                  <a:srgbClr val="569CD6"/>
                </a:solidFill>
                <a:effectLst/>
                <a:latin typeface="Menlo" panose="020B0609030804020204" pitchFamily="49" charset="0"/>
              </a:rPr>
              <a:t>FROM</a:t>
            </a:r>
            <a:r>
              <a:rPr lang="en-IE" b="0" dirty="0">
                <a:solidFill>
                  <a:srgbClr val="D4D4D4"/>
                </a:solidFill>
                <a:effectLst/>
                <a:latin typeface="Menlo" panose="020B0609030804020204" pitchFamily="49" charset="0"/>
              </a:rPr>
              <a:t> movies </a:t>
            </a:r>
            <a:r>
              <a:rPr lang="en-IE" b="0" dirty="0">
                <a:solidFill>
                  <a:srgbClr val="569CD6"/>
                </a:solidFill>
                <a:effectLst/>
                <a:latin typeface="Menlo" panose="020B0609030804020204" pitchFamily="49" charset="0"/>
              </a:rPr>
              <a:t>WHERE</a:t>
            </a:r>
            <a:r>
              <a:rPr lang="en-IE" b="0" dirty="0">
                <a:solidFill>
                  <a:srgbClr val="D4D4D4"/>
                </a:solidFill>
                <a:effectLst/>
                <a:latin typeface="Menlo" panose="020B0609030804020204" pitchFamily="49" charset="0"/>
              </a:rPr>
              <a:t> </a:t>
            </a:r>
            <a:r>
              <a:rPr lang="en-IE" b="0" dirty="0" err="1">
                <a:solidFill>
                  <a:srgbClr val="D4D4D4"/>
                </a:solidFill>
                <a:effectLst/>
                <a:latin typeface="Menlo" panose="020B0609030804020204" pitchFamily="49" charset="0"/>
              </a:rPr>
              <a:t>movietitle</a:t>
            </a:r>
            <a:r>
              <a:rPr lang="en-IE" b="0" dirty="0">
                <a:solidFill>
                  <a:srgbClr val="D4D4D4"/>
                </a:solidFill>
                <a:effectLst/>
                <a:latin typeface="Menlo" panose="020B0609030804020204" pitchFamily="49" charset="0"/>
              </a:rPr>
              <a:t> </a:t>
            </a:r>
            <a:r>
              <a:rPr lang="en-IE" b="0" dirty="0">
                <a:solidFill>
                  <a:srgbClr val="569CD6"/>
                </a:solidFill>
                <a:effectLst/>
                <a:latin typeface="Menlo" panose="020B0609030804020204" pitchFamily="49" charset="0"/>
              </a:rPr>
              <a:t>LIKE</a:t>
            </a:r>
            <a:r>
              <a:rPr lang="en-IE" b="0" dirty="0">
                <a:solidFill>
                  <a:srgbClr val="D4D4D4"/>
                </a:solidFill>
                <a:effectLst/>
                <a:latin typeface="Menlo" panose="020B0609030804020204" pitchFamily="49" charset="0"/>
              </a:rPr>
              <a:t> </a:t>
            </a:r>
            <a:r>
              <a:rPr lang="en-IE" b="0" dirty="0">
                <a:solidFill>
                  <a:srgbClr val="CE9178"/>
                </a:solidFill>
                <a:effectLst/>
                <a:latin typeface="Menlo" panose="020B0609030804020204" pitchFamily="49" charset="0"/>
              </a:rPr>
              <a:t>'%a%'</a:t>
            </a:r>
            <a:r>
              <a:rPr lang="en-IE" b="0" dirty="0">
                <a:solidFill>
                  <a:srgbClr val="D4D4D4"/>
                </a:solidFill>
                <a:effectLst/>
                <a:latin typeface="Menlo" panose="020B0609030804020204" pitchFamily="49" charset="0"/>
              </a:rPr>
              <a:t> </a:t>
            </a:r>
            <a:r>
              <a:rPr lang="en-IE" b="0" dirty="0">
                <a:solidFill>
                  <a:srgbClr val="569CD6"/>
                </a:solidFill>
                <a:effectLst/>
                <a:latin typeface="Menlo" panose="020B0609030804020204" pitchFamily="49" charset="0"/>
              </a:rPr>
              <a:t>AND</a:t>
            </a:r>
            <a:r>
              <a:rPr lang="en-IE" b="0" dirty="0">
                <a:solidFill>
                  <a:srgbClr val="D4D4D4"/>
                </a:solidFill>
                <a:effectLst/>
                <a:latin typeface="Menlo" panose="020B0609030804020204" pitchFamily="49" charset="0"/>
              </a:rPr>
              <a:t> </a:t>
            </a:r>
            <a:r>
              <a:rPr lang="en-IE" b="0" dirty="0" err="1">
                <a:solidFill>
                  <a:srgbClr val="D4D4D4"/>
                </a:solidFill>
                <a:effectLst/>
                <a:latin typeface="Menlo" panose="020B0609030804020204" pitchFamily="49" charset="0"/>
              </a:rPr>
              <a:t>movietitle</a:t>
            </a:r>
            <a:r>
              <a:rPr lang="en-IE" b="0" dirty="0">
                <a:solidFill>
                  <a:srgbClr val="D4D4D4"/>
                </a:solidFill>
                <a:effectLst/>
                <a:latin typeface="Menlo" panose="020B0609030804020204" pitchFamily="49" charset="0"/>
              </a:rPr>
              <a:t> </a:t>
            </a:r>
            <a:r>
              <a:rPr lang="en-IE" b="0" dirty="0">
                <a:solidFill>
                  <a:srgbClr val="569CD6"/>
                </a:solidFill>
                <a:effectLst/>
                <a:latin typeface="Menlo" panose="020B0609030804020204" pitchFamily="49" charset="0"/>
              </a:rPr>
              <a:t>NOT</a:t>
            </a:r>
            <a:r>
              <a:rPr lang="en-IE" b="0" dirty="0">
                <a:solidFill>
                  <a:srgbClr val="D4D4D4"/>
                </a:solidFill>
                <a:effectLst/>
                <a:latin typeface="Menlo" panose="020B0609030804020204" pitchFamily="49" charset="0"/>
              </a:rPr>
              <a:t> </a:t>
            </a:r>
            <a:r>
              <a:rPr lang="en-IE" b="0" dirty="0">
                <a:solidFill>
                  <a:srgbClr val="569CD6"/>
                </a:solidFill>
                <a:effectLst/>
                <a:latin typeface="Menlo" panose="020B0609030804020204" pitchFamily="49" charset="0"/>
              </a:rPr>
              <a:t>LIKE</a:t>
            </a:r>
            <a:r>
              <a:rPr lang="en-IE" b="0" dirty="0">
                <a:solidFill>
                  <a:srgbClr val="D4D4D4"/>
                </a:solidFill>
                <a:effectLst/>
                <a:latin typeface="Menlo" panose="020B0609030804020204" pitchFamily="49" charset="0"/>
              </a:rPr>
              <a:t> </a:t>
            </a:r>
            <a:r>
              <a:rPr lang="en-IE" b="0" dirty="0">
                <a:solidFill>
                  <a:srgbClr val="CE9178"/>
                </a:solidFill>
                <a:effectLst/>
                <a:latin typeface="Menlo" panose="020B0609030804020204" pitchFamily="49" charset="0"/>
              </a:rPr>
              <a:t>'J%'</a:t>
            </a:r>
            <a:r>
              <a:rPr lang="en-IE" b="0" dirty="0">
                <a:solidFill>
                  <a:srgbClr val="D4D4D4"/>
                </a:solidFill>
                <a:effectLst/>
                <a:latin typeface="Menlo" panose="020B0609030804020204" pitchFamily="49" charset="0"/>
              </a:rPr>
              <a:t>;</a:t>
            </a:r>
          </a:p>
          <a:p>
            <a:pPr>
              <a:buNone/>
            </a:pPr>
            <a:r>
              <a:rPr lang="en-IE" b="0" dirty="0">
                <a:solidFill>
                  <a:srgbClr val="6A9955"/>
                </a:solidFill>
                <a:effectLst/>
                <a:latin typeface="Menlo" panose="020B0609030804020204" pitchFamily="49" charset="0"/>
              </a:rPr>
              <a:t>--Movie that starts with The</a:t>
            </a:r>
            <a:endParaRPr lang="en-IE" b="0" dirty="0">
              <a:solidFill>
                <a:srgbClr val="D4D4D4"/>
              </a:solidFill>
              <a:effectLst/>
              <a:latin typeface="Menlo" panose="020B0609030804020204" pitchFamily="49" charset="0"/>
            </a:endParaRPr>
          </a:p>
          <a:p>
            <a:pPr>
              <a:buNone/>
            </a:pPr>
            <a:r>
              <a:rPr lang="en-IE" b="0" dirty="0">
                <a:solidFill>
                  <a:srgbClr val="569CD6"/>
                </a:solidFill>
                <a:effectLst/>
                <a:latin typeface="Menlo" panose="020B0609030804020204" pitchFamily="49" charset="0"/>
              </a:rPr>
              <a:t>SELECT</a:t>
            </a:r>
            <a:r>
              <a:rPr lang="en-IE" b="0" dirty="0">
                <a:solidFill>
                  <a:srgbClr val="D4D4D4"/>
                </a:solidFill>
                <a:effectLst/>
                <a:latin typeface="Menlo" panose="020B0609030804020204" pitchFamily="49" charset="0"/>
              </a:rPr>
              <a:t> </a:t>
            </a:r>
            <a:r>
              <a:rPr lang="en-IE" b="0" dirty="0" err="1">
                <a:solidFill>
                  <a:srgbClr val="D4D4D4"/>
                </a:solidFill>
                <a:effectLst/>
                <a:latin typeface="Menlo" panose="020B0609030804020204" pitchFamily="49" charset="0"/>
              </a:rPr>
              <a:t>movieTitle</a:t>
            </a:r>
            <a:r>
              <a:rPr lang="en-IE" b="0" dirty="0">
                <a:solidFill>
                  <a:srgbClr val="D4D4D4"/>
                </a:solidFill>
                <a:effectLst/>
                <a:latin typeface="Menlo" panose="020B0609030804020204" pitchFamily="49" charset="0"/>
              </a:rPr>
              <a:t>, </a:t>
            </a:r>
            <a:r>
              <a:rPr lang="en-IE" b="0" dirty="0" err="1">
                <a:solidFill>
                  <a:srgbClr val="D4D4D4"/>
                </a:solidFill>
                <a:effectLst/>
                <a:latin typeface="Menlo" panose="020B0609030804020204" pitchFamily="49" charset="0"/>
              </a:rPr>
              <a:t>releaseYear</a:t>
            </a:r>
            <a:r>
              <a:rPr lang="en-IE" b="0" dirty="0">
                <a:solidFill>
                  <a:srgbClr val="D4D4D4"/>
                </a:solidFill>
                <a:effectLst/>
                <a:latin typeface="Menlo" panose="020B0609030804020204" pitchFamily="49" charset="0"/>
              </a:rPr>
              <a:t>, director </a:t>
            </a:r>
            <a:r>
              <a:rPr lang="en-IE" b="0" dirty="0">
                <a:solidFill>
                  <a:srgbClr val="569CD6"/>
                </a:solidFill>
                <a:effectLst/>
                <a:latin typeface="Menlo" panose="020B0609030804020204" pitchFamily="49" charset="0"/>
              </a:rPr>
              <a:t>FROM</a:t>
            </a:r>
            <a:r>
              <a:rPr lang="en-IE" b="0" dirty="0">
                <a:solidFill>
                  <a:srgbClr val="D4D4D4"/>
                </a:solidFill>
                <a:effectLst/>
                <a:latin typeface="Menlo" panose="020B0609030804020204" pitchFamily="49" charset="0"/>
              </a:rPr>
              <a:t> movies </a:t>
            </a:r>
            <a:r>
              <a:rPr lang="en-IE" b="0" dirty="0">
                <a:solidFill>
                  <a:srgbClr val="569CD6"/>
                </a:solidFill>
                <a:effectLst/>
                <a:latin typeface="Menlo" panose="020B0609030804020204" pitchFamily="49" charset="0"/>
              </a:rPr>
              <a:t>WHERE</a:t>
            </a:r>
            <a:r>
              <a:rPr lang="en-IE" b="0" dirty="0">
                <a:solidFill>
                  <a:srgbClr val="D4D4D4"/>
                </a:solidFill>
                <a:effectLst/>
                <a:latin typeface="Menlo" panose="020B0609030804020204" pitchFamily="49" charset="0"/>
              </a:rPr>
              <a:t> </a:t>
            </a:r>
            <a:r>
              <a:rPr lang="en-IE" b="0" dirty="0" err="1">
                <a:solidFill>
                  <a:srgbClr val="D4D4D4"/>
                </a:solidFill>
                <a:effectLst/>
                <a:latin typeface="Menlo" panose="020B0609030804020204" pitchFamily="49" charset="0"/>
              </a:rPr>
              <a:t>movieTitle</a:t>
            </a:r>
            <a:r>
              <a:rPr lang="en-IE" b="0" dirty="0">
                <a:solidFill>
                  <a:srgbClr val="D4D4D4"/>
                </a:solidFill>
                <a:effectLst/>
                <a:latin typeface="Menlo" panose="020B0609030804020204" pitchFamily="49" charset="0"/>
              </a:rPr>
              <a:t> </a:t>
            </a:r>
            <a:r>
              <a:rPr lang="en-IE" b="0" dirty="0">
                <a:solidFill>
                  <a:srgbClr val="569CD6"/>
                </a:solidFill>
                <a:effectLst/>
                <a:latin typeface="Menlo" panose="020B0609030804020204" pitchFamily="49" charset="0"/>
              </a:rPr>
              <a:t>LIKE</a:t>
            </a:r>
            <a:r>
              <a:rPr lang="en-IE" b="0" dirty="0">
                <a:solidFill>
                  <a:srgbClr val="D4D4D4"/>
                </a:solidFill>
                <a:effectLst/>
                <a:latin typeface="Menlo" panose="020B0609030804020204" pitchFamily="49" charset="0"/>
              </a:rPr>
              <a:t> </a:t>
            </a:r>
            <a:r>
              <a:rPr lang="en-IE" b="0" dirty="0">
                <a:solidFill>
                  <a:srgbClr val="CE9178"/>
                </a:solidFill>
                <a:effectLst/>
                <a:latin typeface="Menlo" panose="020B0609030804020204" pitchFamily="49" charset="0"/>
              </a:rPr>
              <a:t>'The%'</a:t>
            </a:r>
            <a:r>
              <a:rPr lang="en-IE" b="0" dirty="0">
                <a:solidFill>
                  <a:srgbClr val="D4D4D4"/>
                </a:solidFill>
                <a:effectLst/>
                <a:latin typeface="Menlo" panose="020B0609030804020204" pitchFamily="49" charset="0"/>
              </a:rPr>
              <a:t>;</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DEE74E7B-C399-66AD-EE85-84102695F503}"/>
              </a:ext>
            </a:extLst>
          </p:cNvPr>
          <p:cNvSpPr txBox="1"/>
          <p:nvPr/>
        </p:nvSpPr>
        <p:spPr>
          <a:xfrm>
            <a:off x="241300" y="1339850"/>
            <a:ext cx="9753600" cy="1815882"/>
          </a:xfrm>
          <a:prstGeom prst="rect">
            <a:avLst/>
          </a:prstGeom>
          <a:noFill/>
        </p:spPr>
        <p:txBody>
          <a:bodyPr wrap="square">
            <a:spAutoFit/>
          </a:bodyPr>
          <a:lstStyle/>
          <a:p>
            <a:pPr algn="ctr"/>
            <a:r>
              <a:rPr lang="en-IE" sz="2800" dirty="0">
                <a:latin typeface="Times" pitchFamily="2" charset="0"/>
              </a:rPr>
              <a:t>Once we run the SELECT statement, the output will use the attribute names decided during the DDL implementation. You can change it so the user can better view the selected data.</a:t>
            </a:r>
          </a:p>
          <a:p>
            <a:pPr algn="ctr"/>
            <a:endParaRPr lang="en-IE" sz="2800" dirty="0">
              <a:latin typeface="Times" pitchFamily="2" charset="0"/>
            </a:endParaRPr>
          </a:p>
        </p:txBody>
      </p:sp>
      <p:sp>
        <p:nvSpPr>
          <p:cNvPr id="2" name="TextBox 1">
            <a:extLst>
              <a:ext uri="{FF2B5EF4-FFF2-40B4-BE49-F238E27FC236}">
                <a16:creationId xmlns:a16="http://schemas.microsoft.com/office/drawing/2014/main" id="{ECCE30FB-F8C5-785A-8C69-5D775D3B7CA7}"/>
              </a:ext>
            </a:extLst>
          </p:cNvPr>
          <p:cNvSpPr txBox="1"/>
          <p:nvPr/>
        </p:nvSpPr>
        <p:spPr>
          <a:xfrm>
            <a:off x="698500" y="3155732"/>
            <a:ext cx="6781800" cy="861774"/>
          </a:xfrm>
          <a:prstGeom prst="rect">
            <a:avLst/>
          </a:prstGeom>
          <a:solidFill>
            <a:schemeClr val="tx1"/>
          </a:solidFill>
        </p:spPr>
        <p:txBody>
          <a:bodyPr wrap="square">
            <a:spAutoFit/>
          </a:bodyPr>
          <a:lstStyle/>
          <a:p>
            <a:pPr>
              <a:spcAft>
                <a:spcPts val="0"/>
              </a:spcAft>
            </a:pPr>
            <a:r>
              <a:rPr lang="en-US" sz="1800" dirty="0">
                <a:solidFill>
                  <a:srgbClr val="569CD6"/>
                </a:solidFill>
                <a:effectLst/>
                <a:latin typeface="Menlo" panose="020B0609030804020204" pitchFamily="49" charset="0"/>
                <a:ea typeface="Times New Roman" panose="02020603050405020304" pitchFamily="18" charset="0"/>
              </a:rPr>
              <a:t>SELECT</a:t>
            </a:r>
            <a:r>
              <a:rPr lang="en-US" sz="1800" dirty="0">
                <a:solidFill>
                  <a:srgbClr val="D4D4D4"/>
                </a:solidFill>
                <a:effectLst/>
                <a:latin typeface="Menlo" panose="020B0609030804020204" pitchFamily="49" charset="0"/>
                <a:ea typeface="Times New Roman" panose="02020603050405020304" pitchFamily="18" charset="0"/>
              </a:rPr>
              <a:t> </a:t>
            </a:r>
            <a:r>
              <a:rPr lang="en-US" dirty="0" err="1">
                <a:solidFill>
                  <a:srgbClr val="D4D4D4"/>
                </a:solidFill>
                <a:latin typeface="Menlo" panose="020B0609030804020204" pitchFamily="49" charset="0"/>
                <a:ea typeface="Times New Roman" panose="02020603050405020304" pitchFamily="18" charset="0"/>
              </a:rPr>
              <a:t>m</a:t>
            </a:r>
            <a:r>
              <a:rPr lang="en-US" sz="1800" dirty="0" err="1">
                <a:solidFill>
                  <a:srgbClr val="D4D4D4"/>
                </a:solidFill>
                <a:effectLst/>
                <a:latin typeface="Menlo" panose="020B0609030804020204" pitchFamily="49" charset="0"/>
                <a:ea typeface="Times New Roman" panose="02020603050405020304" pitchFamily="18" charset="0"/>
              </a:rPr>
              <a:t>ovieTitle</a:t>
            </a:r>
            <a:r>
              <a:rPr lang="en-US" sz="1800" dirty="0">
                <a:solidFill>
                  <a:srgbClr val="D4D4D4"/>
                </a:solidFill>
                <a:effectLst/>
                <a:latin typeface="Menlo" panose="020B0609030804020204" pitchFamily="49" charset="0"/>
                <a:ea typeface="Times New Roman" panose="02020603050405020304" pitchFamily="18" charset="0"/>
              </a:rPr>
              <a:t> </a:t>
            </a:r>
            <a:r>
              <a:rPr lang="en-US" sz="1800" dirty="0">
                <a:solidFill>
                  <a:srgbClr val="CE9178"/>
                </a:solidFill>
                <a:effectLst/>
                <a:latin typeface="Menlo" panose="020B0609030804020204" pitchFamily="49" charset="0"/>
                <a:ea typeface="Times New Roman" panose="02020603050405020304" pitchFamily="18" charset="0"/>
              </a:rPr>
              <a:t>"Title"</a:t>
            </a:r>
            <a:r>
              <a:rPr lang="en-US" sz="1800" dirty="0">
                <a:solidFill>
                  <a:srgbClr val="D4D4D4"/>
                </a:solidFill>
                <a:effectLst/>
                <a:latin typeface="Menlo" panose="020B0609030804020204" pitchFamily="49" charset="0"/>
                <a:ea typeface="Times New Roman" panose="02020603050405020304" pitchFamily="18" charset="0"/>
              </a:rPr>
              <a:t>, director </a:t>
            </a:r>
            <a:r>
              <a:rPr lang="en-US" sz="1800" dirty="0">
                <a:solidFill>
                  <a:srgbClr val="CE9178"/>
                </a:solidFill>
                <a:effectLst/>
                <a:latin typeface="Menlo" panose="020B0609030804020204" pitchFamily="49" charset="0"/>
                <a:ea typeface="Times New Roman" panose="02020603050405020304" pitchFamily="18" charset="0"/>
              </a:rPr>
              <a:t>"Director"</a:t>
            </a:r>
            <a:r>
              <a:rPr lang="en-US" sz="1800" dirty="0">
                <a:solidFill>
                  <a:srgbClr val="D4D4D4"/>
                </a:solidFill>
                <a:effectLst/>
                <a:latin typeface="Menlo" panose="020B0609030804020204" pitchFamily="49" charset="0"/>
                <a:ea typeface="Times New Roman" panose="02020603050405020304" pitchFamily="18" charset="0"/>
              </a:rPr>
              <a:t> </a:t>
            </a:r>
            <a:r>
              <a:rPr lang="en-US" sz="1800" dirty="0">
                <a:solidFill>
                  <a:srgbClr val="569CD6"/>
                </a:solidFill>
                <a:effectLst/>
                <a:latin typeface="Menlo" panose="020B0609030804020204" pitchFamily="49" charset="0"/>
                <a:ea typeface="Times New Roman" panose="02020603050405020304" pitchFamily="18" charset="0"/>
              </a:rPr>
              <a:t>FROM</a:t>
            </a:r>
            <a:r>
              <a:rPr lang="en-US" sz="1800" dirty="0">
                <a:solidFill>
                  <a:srgbClr val="D4D4D4"/>
                </a:solidFill>
                <a:effectLst/>
                <a:latin typeface="Menlo" panose="020B0609030804020204" pitchFamily="49" charset="0"/>
                <a:ea typeface="Times New Roman" panose="02020603050405020304" pitchFamily="18" charset="0"/>
              </a:rPr>
              <a:t> movies</a:t>
            </a:r>
            <a:r>
              <a:rPr lang="en-US" sz="3200" dirty="0">
                <a:solidFill>
                  <a:srgbClr val="D4D4D4"/>
                </a:solidFill>
                <a:effectLst/>
                <a:latin typeface="Times New Roman" panose="02020603050405020304" pitchFamily="18" charset="0"/>
                <a:ea typeface="Times New Roman" panose="02020603050405020304" pitchFamily="18" charset="0"/>
              </a:rPr>
              <a:t> </a:t>
            </a:r>
            <a:r>
              <a:rPr lang="en-US" sz="1800" dirty="0">
                <a:solidFill>
                  <a:srgbClr val="569CD6"/>
                </a:solidFill>
                <a:effectLst/>
                <a:latin typeface="Menlo" panose="020B0609030804020204" pitchFamily="49" charset="0"/>
                <a:ea typeface="Times New Roman" panose="02020603050405020304" pitchFamily="18" charset="0"/>
              </a:rPr>
              <a:t>WHERE</a:t>
            </a:r>
            <a:r>
              <a:rPr lang="en-US" sz="1800" dirty="0">
                <a:solidFill>
                  <a:srgbClr val="D4D4D4"/>
                </a:solidFill>
                <a:effectLst/>
                <a:latin typeface="Menlo" panose="020B0609030804020204" pitchFamily="49" charset="0"/>
                <a:ea typeface="Times New Roman" panose="02020603050405020304" pitchFamily="18" charset="0"/>
              </a:rPr>
              <a:t> </a:t>
            </a:r>
            <a:r>
              <a:rPr lang="en-US" dirty="0" err="1">
                <a:solidFill>
                  <a:srgbClr val="D4D4D4"/>
                </a:solidFill>
                <a:latin typeface="Menlo" panose="020B0609030804020204" pitchFamily="49" charset="0"/>
                <a:ea typeface="Times New Roman" panose="02020603050405020304" pitchFamily="18" charset="0"/>
              </a:rPr>
              <a:t>movie</a:t>
            </a:r>
            <a:r>
              <a:rPr lang="en-US" sz="1800" dirty="0" err="1">
                <a:solidFill>
                  <a:srgbClr val="D4D4D4"/>
                </a:solidFill>
                <a:effectLst/>
                <a:latin typeface="Menlo" panose="020B0609030804020204" pitchFamily="49" charset="0"/>
                <a:ea typeface="Times New Roman" panose="02020603050405020304" pitchFamily="18" charset="0"/>
              </a:rPr>
              <a:t>Id</a:t>
            </a:r>
            <a:r>
              <a:rPr lang="en-US" sz="1800" dirty="0">
                <a:solidFill>
                  <a:srgbClr val="D4D4D4"/>
                </a:solidFill>
                <a:effectLst/>
                <a:latin typeface="Menlo" panose="020B0609030804020204" pitchFamily="49" charset="0"/>
                <a:ea typeface="Times New Roman" panose="02020603050405020304" pitchFamily="18" charset="0"/>
              </a:rPr>
              <a:t> </a:t>
            </a:r>
            <a:r>
              <a:rPr lang="en-US" sz="1800" dirty="0">
                <a:solidFill>
                  <a:srgbClr val="569CD6"/>
                </a:solidFill>
                <a:effectLst/>
                <a:latin typeface="Menlo" panose="020B0609030804020204" pitchFamily="49" charset="0"/>
                <a:ea typeface="Times New Roman" panose="02020603050405020304" pitchFamily="18" charset="0"/>
              </a:rPr>
              <a:t>BETWEEN</a:t>
            </a:r>
            <a:r>
              <a:rPr lang="en-US" sz="1800" dirty="0">
                <a:solidFill>
                  <a:srgbClr val="D4D4D4"/>
                </a:solidFill>
                <a:effectLst/>
                <a:latin typeface="Menlo" panose="020B0609030804020204" pitchFamily="49" charset="0"/>
                <a:ea typeface="Times New Roman" panose="02020603050405020304" pitchFamily="18" charset="0"/>
              </a:rPr>
              <a:t> </a:t>
            </a:r>
            <a:r>
              <a:rPr lang="en-US" sz="1800" dirty="0">
                <a:solidFill>
                  <a:srgbClr val="B5CEA8"/>
                </a:solidFill>
                <a:effectLst/>
                <a:latin typeface="Menlo" panose="020B0609030804020204" pitchFamily="49" charset="0"/>
                <a:ea typeface="Times New Roman" panose="02020603050405020304" pitchFamily="18" charset="0"/>
              </a:rPr>
              <a:t>1</a:t>
            </a:r>
            <a:r>
              <a:rPr lang="en-US" sz="1800" dirty="0">
                <a:solidFill>
                  <a:srgbClr val="D4D4D4"/>
                </a:solidFill>
                <a:effectLst/>
                <a:latin typeface="Menlo" panose="020B0609030804020204" pitchFamily="49" charset="0"/>
                <a:ea typeface="Times New Roman" panose="02020603050405020304" pitchFamily="18" charset="0"/>
              </a:rPr>
              <a:t> </a:t>
            </a:r>
            <a:r>
              <a:rPr lang="en-US" sz="1800" dirty="0">
                <a:solidFill>
                  <a:srgbClr val="569CD6"/>
                </a:solidFill>
                <a:effectLst/>
                <a:latin typeface="Menlo" panose="020B0609030804020204" pitchFamily="49" charset="0"/>
                <a:ea typeface="Times New Roman" panose="02020603050405020304" pitchFamily="18" charset="0"/>
              </a:rPr>
              <a:t>AND</a:t>
            </a:r>
            <a:r>
              <a:rPr lang="en-US" sz="1800" dirty="0">
                <a:solidFill>
                  <a:srgbClr val="D4D4D4"/>
                </a:solidFill>
                <a:effectLst/>
                <a:latin typeface="Menlo" panose="020B0609030804020204" pitchFamily="49" charset="0"/>
                <a:ea typeface="Times New Roman" panose="02020603050405020304" pitchFamily="18" charset="0"/>
              </a:rPr>
              <a:t> </a:t>
            </a:r>
            <a:r>
              <a:rPr lang="en-US" sz="1800" dirty="0">
                <a:solidFill>
                  <a:srgbClr val="B5CEA8"/>
                </a:solidFill>
                <a:effectLst/>
                <a:latin typeface="Menlo" panose="020B0609030804020204" pitchFamily="49" charset="0"/>
                <a:ea typeface="Times New Roman" panose="02020603050405020304" pitchFamily="18" charset="0"/>
              </a:rPr>
              <a:t>3</a:t>
            </a:r>
            <a:r>
              <a:rPr lang="en-US" sz="1800" dirty="0">
                <a:solidFill>
                  <a:srgbClr val="D4D4D4"/>
                </a:solidFill>
                <a:effectLst/>
                <a:latin typeface="Menlo" panose="020B0609030804020204" pitchFamily="49" charset="0"/>
                <a:ea typeface="Times New Roman" panose="02020603050405020304" pitchFamily="18" charset="0"/>
              </a:rPr>
              <a:t>;</a:t>
            </a:r>
            <a:endParaRPr lang="en-US" sz="3200" dirty="0">
              <a:effectLst/>
              <a:latin typeface="Times New Roman" panose="02020603050405020304" pitchFamily="18" charset="0"/>
              <a:ea typeface="Times New Roman" panose="02020603050405020304" pitchFamily="18" charset="0"/>
            </a:endParaRPr>
          </a:p>
        </p:txBody>
      </p:sp>
      <p:sp>
        <p:nvSpPr>
          <p:cNvPr id="4" name="Title 1">
            <a:extLst>
              <a:ext uri="{FF2B5EF4-FFF2-40B4-BE49-F238E27FC236}">
                <a16:creationId xmlns:a16="http://schemas.microsoft.com/office/drawing/2014/main" id="{20C6E404-CBA4-7D7B-F4DA-38F5A799402E}"/>
              </a:ext>
            </a:extLst>
          </p:cNvPr>
          <p:cNvSpPr>
            <a:spLocks noGrp="1"/>
          </p:cNvSpPr>
          <p:nvPr>
            <p:ph type="title"/>
          </p:nvPr>
        </p:nvSpPr>
        <p:spPr>
          <a:xfrm>
            <a:off x="735171" y="402314"/>
            <a:ext cx="9223058" cy="534057"/>
          </a:xfrm>
        </p:spPr>
        <p:txBody>
          <a:bodyPr/>
          <a:lstStyle/>
          <a:p>
            <a:pPr algn="l" defTabSz="801378" rtl="0">
              <a:lnSpc>
                <a:spcPct val="90000"/>
              </a:lnSpc>
              <a:spcBef>
                <a:spcPct val="0"/>
              </a:spcBef>
            </a:pPr>
            <a:r>
              <a:rPr lang="en-IE" sz="3856" b="1" kern="1200" dirty="0">
                <a:solidFill>
                  <a:srgbClr val="004C6C"/>
                </a:solidFill>
                <a:latin typeface="+mj-lt"/>
                <a:cs typeface="+mj-cs"/>
              </a:rPr>
              <a:t>Changing output</a:t>
            </a:r>
          </a:p>
        </p:txBody>
      </p:sp>
    </p:spTree>
    <p:extLst>
      <p:ext uri="{BB962C8B-B14F-4D97-AF65-F5344CB8AC3E}">
        <p14:creationId xmlns:p14="http://schemas.microsoft.com/office/powerpoint/2010/main" val="333900785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E8EF46F3-2354-1FD6-DE81-DC6C9A6EB89B}"/>
              </a:ext>
            </a:extLst>
          </p:cNvPr>
          <p:cNvSpPr txBox="1"/>
          <p:nvPr/>
        </p:nvSpPr>
        <p:spPr>
          <a:xfrm>
            <a:off x="463550" y="2787650"/>
            <a:ext cx="9766300" cy="3046988"/>
          </a:xfrm>
          <a:prstGeom prst="rect">
            <a:avLst/>
          </a:prstGeom>
          <a:noFill/>
        </p:spPr>
        <p:txBody>
          <a:bodyPr wrap="square">
            <a:spAutoFit/>
          </a:bodyPr>
          <a:lstStyle/>
          <a:p>
            <a:r>
              <a:rPr lang="en-IE" sz="3200" dirty="0">
                <a:latin typeface="Times" pitchFamily="2" charset="0"/>
              </a:rPr>
              <a:t>Projection – filtering out unwanted columns.</a:t>
            </a:r>
          </a:p>
          <a:p>
            <a:endParaRPr lang="en-IE" sz="3200" dirty="0">
              <a:latin typeface="Times" pitchFamily="2" charset="0"/>
            </a:endParaRPr>
          </a:p>
          <a:p>
            <a:r>
              <a:rPr lang="en-IE" sz="3200" dirty="0">
                <a:latin typeface="Times" pitchFamily="2" charset="0"/>
              </a:rPr>
              <a:t>Restriction – filtering out unwanted rows using conditions</a:t>
            </a:r>
          </a:p>
          <a:p>
            <a:endParaRPr lang="en-IE" sz="3200" dirty="0">
              <a:latin typeface="Times" pitchFamily="2" charset="0"/>
            </a:endParaRPr>
          </a:p>
          <a:p>
            <a:r>
              <a:rPr lang="en-IE" sz="3200" dirty="0">
                <a:latin typeface="Times" pitchFamily="2" charset="0"/>
              </a:rPr>
              <a:t>Renaming – using alternate titles</a:t>
            </a:r>
          </a:p>
          <a:p>
            <a:endParaRPr lang="en-IE" sz="3200" dirty="0">
              <a:latin typeface="Times" pitchFamily="2" charset="0"/>
            </a:endParaRPr>
          </a:p>
        </p:txBody>
      </p:sp>
      <p:sp>
        <p:nvSpPr>
          <p:cNvPr id="2" name="Title 1">
            <a:extLst>
              <a:ext uri="{FF2B5EF4-FFF2-40B4-BE49-F238E27FC236}">
                <a16:creationId xmlns:a16="http://schemas.microsoft.com/office/drawing/2014/main" id="{C319F1C4-6766-F8D3-2981-907197E53870}"/>
              </a:ext>
            </a:extLst>
          </p:cNvPr>
          <p:cNvSpPr>
            <a:spLocks noGrp="1"/>
          </p:cNvSpPr>
          <p:nvPr>
            <p:ph type="title"/>
          </p:nvPr>
        </p:nvSpPr>
        <p:spPr>
          <a:xfrm>
            <a:off x="735171" y="402314"/>
            <a:ext cx="9223058" cy="534057"/>
          </a:xfrm>
        </p:spPr>
        <p:txBody>
          <a:bodyPr/>
          <a:lstStyle/>
          <a:p>
            <a:pPr algn="l" defTabSz="801378" rtl="0">
              <a:lnSpc>
                <a:spcPct val="90000"/>
              </a:lnSpc>
              <a:spcBef>
                <a:spcPct val="0"/>
              </a:spcBef>
            </a:pPr>
            <a:r>
              <a:rPr lang="en-IE" sz="3856" b="1" kern="1200" dirty="0">
                <a:solidFill>
                  <a:srgbClr val="004C6C"/>
                </a:solidFill>
                <a:latin typeface="+mj-lt"/>
                <a:cs typeface="+mj-cs"/>
              </a:rPr>
              <a:t>Naming the techniques we have used</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1_Office Theme">
  <a:themeElements>
    <a:clrScheme name="TU D SoC">
      <a:dk1>
        <a:sysClr val="windowText" lastClr="000000"/>
      </a:dk1>
      <a:lt1>
        <a:srgbClr val="FAFBFD"/>
      </a:lt1>
      <a:dk2>
        <a:srgbClr val="004C6C"/>
      </a:dk2>
      <a:lt2>
        <a:srgbClr val="FAFBFD"/>
      </a:lt2>
      <a:accent1>
        <a:srgbClr val="00A9B7"/>
      </a:accent1>
      <a:accent2>
        <a:srgbClr val="EB5793"/>
      </a:accent2>
      <a:accent3>
        <a:srgbClr val="B60057"/>
      </a:accent3>
      <a:accent4>
        <a:srgbClr val="CFC600"/>
      </a:accent4>
      <a:accent5>
        <a:srgbClr val="F49D6C"/>
      </a:accent5>
      <a:accent6>
        <a:srgbClr val="E94A41"/>
      </a:accent6>
      <a:hlink>
        <a:srgbClr val="6359A6"/>
      </a:hlink>
      <a:folHlink>
        <a:srgbClr val="837EBA"/>
      </a:folHlink>
    </a:clrScheme>
    <a:fontScheme name="Custom 3">
      <a:majorFont>
        <a:latin typeface="Helvetica"/>
        <a:ea typeface=""/>
        <a:cs typeface=""/>
      </a:majorFont>
      <a:minorFont>
        <a:latin typeface="Helvetica"/>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accessibleTemplate.pptx" id="{1030AF13-11A2-4D30-B9C0-58BDD3310C62}" vid="{869673E2-E34F-41F3-930E-D246E221063D}"/>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4828</TotalTime>
  <Words>2244</Words>
  <Application>Microsoft Macintosh PowerPoint</Application>
  <PresentationFormat>Custom</PresentationFormat>
  <Paragraphs>408</Paragraphs>
  <Slides>36</Slides>
  <Notes>0</Notes>
  <HiddenSlides>0</HiddenSlides>
  <MMClips>0</MMClips>
  <ScaleCrop>false</ScaleCrop>
  <HeadingPairs>
    <vt:vector size="6" baseType="variant">
      <vt:variant>
        <vt:lpstr>Fonts Used</vt:lpstr>
      </vt:variant>
      <vt:variant>
        <vt:i4>10</vt:i4>
      </vt:variant>
      <vt:variant>
        <vt:lpstr>Theme</vt:lpstr>
      </vt:variant>
      <vt:variant>
        <vt:i4>2</vt:i4>
      </vt:variant>
      <vt:variant>
        <vt:lpstr>Slide Titles</vt:lpstr>
      </vt:variant>
      <vt:variant>
        <vt:i4>36</vt:i4>
      </vt:variant>
    </vt:vector>
  </HeadingPairs>
  <TitlesOfParts>
    <vt:vector size="48" baseType="lpstr">
      <vt:lpstr>Times</vt:lpstr>
      <vt:lpstr>Arial</vt:lpstr>
      <vt:lpstr>Calibri</vt:lpstr>
      <vt:lpstr>Courier</vt:lpstr>
      <vt:lpstr>Courier New</vt:lpstr>
      <vt:lpstr>Helvetica</vt:lpstr>
      <vt:lpstr>HelveticaNeue-Medium</vt:lpstr>
      <vt:lpstr>HelveticaNeue-Thin</vt:lpstr>
      <vt:lpstr>Menlo</vt:lpstr>
      <vt:lpstr>Times New Roman</vt:lpstr>
      <vt:lpstr>Office Theme</vt:lpstr>
      <vt:lpstr>1_Office Theme</vt:lpstr>
      <vt:lpstr>PowerPoint Presentation</vt:lpstr>
      <vt:lpstr>Learning Objectives</vt:lpstr>
      <vt:lpstr>Inserting data</vt:lpstr>
      <vt:lpstr>Inserting data - what to consider?</vt:lpstr>
      <vt:lpstr>Adding a new row</vt:lpstr>
      <vt:lpstr>Adding a new row without column specification</vt:lpstr>
      <vt:lpstr>Possible errors – constraint violation</vt:lpstr>
      <vt:lpstr>Possible errors – constraint violation</vt:lpstr>
      <vt:lpstr>Possible errors – connected tables</vt:lpstr>
      <vt:lpstr>The order of insertion follows the order of creation </vt:lpstr>
      <vt:lpstr>Insert the correct number of values</vt:lpstr>
      <vt:lpstr>Insert the correct number of values</vt:lpstr>
      <vt:lpstr>Altering the table</vt:lpstr>
      <vt:lpstr>Alter table</vt:lpstr>
      <vt:lpstr>Alter table - syntax</vt:lpstr>
      <vt:lpstr>Alter table – Adding columns</vt:lpstr>
      <vt:lpstr>Alter table – Modifying a column</vt:lpstr>
      <vt:lpstr>Alter table - Dropping columns</vt:lpstr>
      <vt:lpstr>Updating existing records</vt:lpstr>
      <vt:lpstr>Updating existing records</vt:lpstr>
      <vt:lpstr>Accessing data</vt:lpstr>
      <vt:lpstr>Select statement</vt:lpstr>
      <vt:lpstr>Select everything</vt:lpstr>
      <vt:lpstr>Select specific data - Projection</vt:lpstr>
      <vt:lpstr>The WHERE clause</vt:lpstr>
      <vt:lpstr>Basic operations to build expressions</vt:lpstr>
      <vt:lpstr>Examples</vt:lpstr>
      <vt:lpstr>Between</vt:lpstr>
      <vt:lpstr>In</vt:lpstr>
      <vt:lpstr>PowerPoint Presentation</vt:lpstr>
      <vt:lpstr>PowerPoint Presentation</vt:lpstr>
      <vt:lpstr>Like</vt:lpstr>
      <vt:lpstr>Like</vt:lpstr>
      <vt:lpstr>Like</vt:lpstr>
      <vt:lpstr>Changing output</vt:lpstr>
      <vt:lpstr>Naming the techniques we have used</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L2_creating and exploring data structuresv3</dc:title>
  <dc:creator>Emma Murphy</dc:creator>
  <cp:lastModifiedBy>Mariana Rocha</cp:lastModifiedBy>
  <cp:revision>97</cp:revision>
  <dcterms:created xsi:type="dcterms:W3CDTF">2021-09-30T15:19:26Z</dcterms:created>
  <dcterms:modified xsi:type="dcterms:W3CDTF">2025-09-24T15:50:23Z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2020-09-28T00:00:00Z</vt:filetime>
  </property>
  <property fmtid="{D5CDD505-2E9C-101B-9397-08002B2CF9AE}" pid="3" name="Creator">
    <vt:lpwstr>PowerPoint</vt:lpwstr>
  </property>
  <property fmtid="{D5CDD505-2E9C-101B-9397-08002B2CF9AE}" pid="4" name="LastSaved">
    <vt:filetime>2021-09-30T00:00:00Z</vt:filetime>
  </property>
</Properties>
</file>