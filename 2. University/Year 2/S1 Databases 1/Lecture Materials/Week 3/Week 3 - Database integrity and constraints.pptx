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2"/>
  </p:notesMasterIdLst>
  <p:sldIdLst>
    <p:sldId id="294" r:id="rId2"/>
    <p:sldId id="295" r:id="rId3"/>
    <p:sldId id="260" r:id="rId4"/>
    <p:sldId id="257" r:id="rId5"/>
    <p:sldId id="296" r:id="rId6"/>
    <p:sldId id="303" r:id="rId7"/>
    <p:sldId id="307" r:id="rId8"/>
    <p:sldId id="289" r:id="rId9"/>
    <p:sldId id="270" r:id="rId10"/>
    <p:sldId id="290" r:id="rId11"/>
    <p:sldId id="297" r:id="rId12"/>
    <p:sldId id="298" r:id="rId13"/>
    <p:sldId id="299" r:id="rId14"/>
    <p:sldId id="301" r:id="rId15"/>
    <p:sldId id="300" r:id="rId16"/>
    <p:sldId id="302" r:id="rId17"/>
    <p:sldId id="304" r:id="rId18"/>
    <p:sldId id="272" r:id="rId19"/>
    <p:sldId id="273" r:id="rId20"/>
    <p:sldId id="275" r:id="rId21"/>
    <p:sldId id="291" r:id="rId22"/>
    <p:sldId id="276" r:id="rId23"/>
    <p:sldId id="278" r:id="rId24"/>
    <p:sldId id="305" r:id="rId25"/>
    <p:sldId id="281" r:id="rId26"/>
    <p:sldId id="282" r:id="rId27"/>
    <p:sldId id="283" r:id="rId28"/>
    <p:sldId id="306" r:id="rId29"/>
    <p:sldId id="308" r:id="rId30"/>
    <p:sldId id="293" r:id="rId31"/>
  </p:sldIdLst>
  <p:sldSz cx="10075863" cy="7556500"/>
  <p:notesSz cx="10693400" cy="75565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0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2A086-EC0E-8549-ABF9-A0DEED1D65C6}" v="50" dt="2025-10-01T12:44:10.16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2"/>
    <p:restoredTop sz="94610"/>
  </p:normalViewPr>
  <p:slideViewPr>
    <p:cSldViewPr>
      <p:cViewPr varScale="1">
        <p:scale>
          <a:sx n="101" d="100"/>
          <a:sy n="101" d="100"/>
        </p:scale>
        <p:origin x="896" y="192"/>
      </p:cViewPr>
      <p:guideLst>
        <p:guide orient="horz" pos="2880"/>
        <p:guide pos="20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modMainMaster">
      <pc:chgData name="Mariana Rocha" userId="0a3173bd-d0ed-4c32-8e4c-b90c820606c5" providerId="ADAL" clId="{DCC3A51D-31E8-5BC6-970B-354B54D5302A}" dt="2025-10-01T12:44:56.839" v="3638" actId="20577"/>
      <pc:docMkLst>
        <pc:docMk/>
      </pc:docMkLst>
      <pc:sldChg chg="addSp delSp modSp del mod">
        <pc:chgData name="Mariana Rocha" userId="0a3173bd-d0ed-4c32-8e4c-b90c820606c5" providerId="ADAL" clId="{DCC3A51D-31E8-5BC6-970B-354B54D5302A}" dt="2025-09-12T16:39:08.500" v="9" actId="2696"/>
        <pc:sldMkLst>
          <pc:docMk/>
          <pc:sldMk cId="0" sldId="256"/>
        </pc:sldMkLst>
      </pc:sldChg>
      <pc:sldChg chg="addSp delSp modSp mod">
        <pc:chgData name="Mariana Rocha" userId="0a3173bd-d0ed-4c32-8e4c-b90c820606c5" providerId="ADAL" clId="{DCC3A51D-31E8-5BC6-970B-354B54D5302A}" dt="2025-10-01T11:15:46.545" v="606" actId="1076"/>
        <pc:sldMkLst>
          <pc:docMk/>
          <pc:sldMk cId="0" sldId="257"/>
        </pc:sldMkLst>
        <pc:spChg chg="mod">
          <ac:chgData name="Mariana Rocha" userId="0a3173bd-d0ed-4c32-8e4c-b90c820606c5" providerId="ADAL" clId="{DCC3A51D-31E8-5BC6-970B-354B54D5302A}" dt="2025-10-01T11:06:58.623" v="216" actId="790"/>
          <ac:spMkLst>
            <pc:docMk/>
            <pc:sldMk cId="0" sldId="257"/>
            <ac:spMk id="3" creationId="{00000000-0000-0000-0000-000000000000}"/>
          </ac:spMkLst>
        </pc:spChg>
        <pc:spChg chg="del mod">
          <ac:chgData name="Mariana Rocha" userId="0a3173bd-d0ed-4c32-8e4c-b90c820606c5" providerId="ADAL" clId="{DCC3A51D-31E8-5BC6-970B-354B54D5302A}" dt="2025-10-01T11:15:30.151" v="602" actId="478"/>
          <ac:spMkLst>
            <pc:docMk/>
            <pc:sldMk cId="0" sldId="257"/>
            <ac:spMk id="4" creationId="{00000000-0000-0000-0000-000000000000}"/>
          </ac:spMkLst>
        </pc:spChg>
        <pc:picChg chg="add mod">
          <ac:chgData name="Mariana Rocha" userId="0a3173bd-d0ed-4c32-8e4c-b90c820606c5" providerId="ADAL" clId="{DCC3A51D-31E8-5BC6-970B-354B54D5302A}" dt="2025-10-01T11:15:46.545" v="606" actId="1076"/>
          <ac:picMkLst>
            <pc:docMk/>
            <pc:sldMk cId="0" sldId="257"/>
            <ac:picMk id="1026" creationId="{6C325CC0-AF86-73E8-2AB9-7279C3CB43C7}"/>
          </ac:picMkLst>
        </pc:picChg>
      </pc:sldChg>
      <pc:sldChg chg="modSp del">
        <pc:chgData name="Mariana Rocha" userId="0a3173bd-d0ed-4c32-8e4c-b90c820606c5" providerId="ADAL" clId="{DCC3A51D-31E8-5BC6-970B-354B54D5302A}" dt="2025-10-01T11:07:40.567" v="221" actId="2696"/>
        <pc:sldMkLst>
          <pc:docMk/>
          <pc:sldMk cId="0" sldId="258"/>
        </pc:sldMkLst>
      </pc:sldChg>
      <pc:sldChg chg="modSp del">
        <pc:chgData name="Mariana Rocha" userId="0a3173bd-d0ed-4c32-8e4c-b90c820606c5" providerId="ADAL" clId="{DCC3A51D-31E8-5BC6-970B-354B54D5302A}" dt="2025-10-01T11:07:40.587" v="222" actId="2696"/>
        <pc:sldMkLst>
          <pc:docMk/>
          <pc:sldMk cId="0" sldId="259"/>
        </pc:sldMkLst>
      </pc:sldChg>
      <pc:sldChg chg="delSp modSp add del mod">
        <pc:chgData name="Mariana Rocha" userId="0a3173bd-d0ed-4c32-8e4c-b90c820606c5" providerId="ADAL" clId="{DCC3A51D-31E8-5BC6-970B-354B54D5302A}" dt="2025-10-01T12:37:20.458" v="3186" actId="2696"/>
        <pc:sldMkLst>
          <pc:docMk/>
          <pc:sldMk cId="0" sldId="260"/>
        </pc:sldMkLst>
        <pc:spChg chg="mod">
          <ac:chgData name="Mariana Rocha" userId="0a3173bd-d0ed-4c32-8e4c-b90c820606c5" providerId="ADAL" clId="{DCC3A51D-31E8-5BC6-970B-354B54D5302A}" dt="2025-10-01T12:35:55.138" v="3141" actId="1076"/>
          <ac:spMkLst>
            <pc:docMk/>
            <pc:sldMk cId="0" sldId="260"/>
            <ac:spMk id="2" creationId="{00000000-0000-0000-0000-000000000000}"/>
          </ac:spMkLst>
        </pc:spChg>
        <pc:spChg chg="del mod">
          <ac:chgData name="Mariana Rocha" userId="0a3173bd-d0ed-4c32-8e4c-b90c820606c5" providerId="ADAL" clId="{DCC3A51D-31E8-5BC6-970B-354B54D5302A}" dt="2025-10-01T11:19:26.675" v="727" actId="478"/>
          <ac:spMkLst>
            <pc:docMk/>
            <pc:sldMk cId="0" sldId="260"/>
            <ac:spMk id="3" creationId="{00000000-0000-0000-0000-000000000000}"/>
          </ac:spMkLst>
        </pc:spChg>
        <pc:spChg chg="mod">
          <ac:chgData name="Mariana Rocha" userId="0a3173bd-d0ed-4c32-8e4c-b90c820606c5" providerId="ADAL" clId="{DCC3A51D-31E8-5BC6-970B-354B54D5302A}" dt="2025-10-01T11:20:04.894" v="735" actId="403"/>
          <ac:spMkLst>
            <pc:docMk/>
            <pc:sldMk cId="0" sldId="260"/>
            <ac:spMk id="4" creationId="{00000000-0000-0000-0000-000000000000}"/>
          </ac:spMkLst>
        </pc:spChg>
      </pc:sldChg>
      <pc:sldChg chg="add">
        <pc:chgData name="Mariana Rocha" userId="0a3173bd-d0ed-4c32-8e4c-b90c820606c5" providerId="ADAL" clId="{DCC3A51D-31E8-5BC6-970B-354B54D5302A}" dt="2025-10-01T12:37:22.627" v="3187"/>
        <pc:sldMkLst>
          <pc:docMk/>
          <pc:sldMk cId="1225828022" sldId="260"/>
        </pc:sldMkLst>
      </pc:sldChg>
      <pc:sldChg chg="delSp modSp del mod">
        <pc:chgData name="Mariana Rocha" userId="0a3173bd-d0ed-4c32-8e4c-b90c820606c5" providerId="ADAL" clId="{DCC3A51D-31E8-5BC6-970B-354B54D5302A}" dt="2025-10-01T12:37:11.502" v="3183" actId="2696"/>
        <pc:sldMkLst>
          <pc:docMk/>
          <pc:sldMk cId="0" sldId="261"/>
        </pc:sldMkLst>
        <pc:spChg chg="mod">
          <ac:chgData name="Mariana Rocha" userId="0a3173bd-d0ed-4c32-8e4c-b90c820606c5" providerId="ADAL" clId="{DCC3A51D-31E8-5BC6-970B-354B54D5302A}" dt="2025-10-01T11:23:25.254" v="806" actId="108"/>
          <ac:spMkLst>
            <pc:docMk/>
            <pc:sldMk cId="0" sldId="261"/>
            <ac:spMk id="2" creationId="{00000000-0000-0000-0000-000000000000}"/>
          </ac:spMkLst>
        </pc:spChg>
        <pc:spChg chg="del mod">
          <ac:chgData name="Mariana Rocha" userId="0a3173bd-d0ed-4c32-8e4c-b90c820606c5" providerId="ADAL" clId="{DCC3A51D-31E8-5BC6-970B-354B54D5302A}" dt="2025-10-01T11:22:18.285" v="797" actId="478"/>
          <ac:spMkLst>
            <pc:docMk/>
            <pc:sldMk cId="0" sldId="261"/>
            <ac:spMk id="3" creationId="{00000000-0000-0000-0000-000000000000}"/>
          </ac:spMkLst>
        </pc:spChg>
        <pc:spChg chg="mod">
          <ac:chgData name="Mariana Rocha" userId="0a3173bd-d0ed-4c32-8e4c-b90c820606c5" providerId="ADAL" clId="{DCC3A51D-31E8-5BC6-970B-354B54D5302A}" dt="2025-10-01T11:23:16.103" v="804" actId="108"/>
          <ac:spMkLst>
            <pc:docMk/>
            <pc:sldMk cId="0" sldId="261"/>
            <ac:spMk id="4" creationId="{00000000-0000-0000-0000-000000000000}"/>
          </ac:spMkLst>
        </pc:spChg>
      </pc:sldChg>
      <pc:sldChg chg="modSp del">
        <pc:chgData name="Mariana Rocha" userId="0a3173bd-d0ed-4c32-8e4c-b90c820606c5" providerId="ADAL" clId="{DCC3A51D-31E8-5BC6-970B-354B54D5302A}" dt="2025-10-01T11:22:23.057" v="798" actId="2696"/>
        <pc:sldMkLst>
          <pc:docMk/>
          <pc:sldMk cId="0" sldId="262"/>
        </pc:sldMkLst>
      </pc:sldChg>
      <pc:sldChg chg="addSp delSp modSp del mod">
        <pc:chgData name="Mariana Rocha" userId="0a3173bd-d0ed-4c32-8e4c-b90c820606c5" providerId="ADAL" clId="{DCC3A51D-31E8-5BC6-970B-354B54D5302A}" dt="2025-10-01T11:23:29.176" v="807" actId="2696"/>
        <pc:sldMkLst>
          <pc:docMk/>
          <pc:sldMk cId="0" sldId="263"/>
        </pc:sldMkLst>
        <pc:spChg chg="del mod">
          <ac:chgData name="Mariana Rocha" userId="0a3173bd-d0ed-4c32-8e4c-b90c820606c5" providerId="ADAL" clId="{DCC3A51D-31E8-5BC6-970B-354B54D5302A}" dt="2025-10-01T11:22:52.115" v="799" actId="478"/>
          <ac:spMkLst>
            <pc:docMk/>
            <pc:sldMk cId="0" sldId="263"/>
            <ac:spMk id="3" creationId="{00000000-0000-0000-0000-000000000000}"/>
          </ac:spMkLst>
        </pc:spChg>
        <pc:spChg chg="del mod">
          <ac:chgData name="Mariana Rocha" userId="0a3173bd-d0ed-4c32-8e4c-b90c820606c5" providerId="ADAL" clId="{DCC3A51D-31E8-5BC6-970B-354B54D5302A}" dt="2025-10-01T11:22:53.314" v="800" actId="478"/>
          <ac:spMkLst>
            <pc:docMk/>
            <pc:sldMk cId="0" sldId="263"/>
            <ac:spMk id="4" creationId="{00000000-0000-0000-0000-000000000000}"/>
          </ac:spMkLst>
        </pc:spChg>
        <pc:spChg chg="add del mod">
          <ac:chgData name="Mariana Rocha" userId="0a3173bd-d0ed-4c32-8e4c-b90c820606c5" providerId="ADAL" clId="{DCC3A51D-31E8-5BC6-970B-354B54D5302A}" dt="2025-10-01T11:22:55.259" v="801" actId="478"/>
          <ac:spMkLst>
            <pc:docMk/>
            <pc:sldMk cId="0" sldId="263"/>
            <ac:spMk id="6" creationId="{1919569B-3035-A42E-9F6F-1A8E234249C1}"/>
          </ac:spMkLst>
        </pc:spChg>
      </pc:sldChg>
      <pc:sldChg chg="modSp del">
        <pc:chgData name="Mariana Rocha" userId="0a3173bd-d0ed-4c32-8e4c-b90c820606c5" providerId="ADAL" clId="{DCC3A51D-31E8-5BC6-970B-354B54D5302A}" dt="2025-10-01T11:23:30.534" v="808" actId="2696"/>
        <pc:sldMkLst>
          <pc:docMk/>
          <pc:sldMk cId="0" sldId="264"/>
        </pc:sldMkLst>
      </pc:sldChg>
      <pc:sldChg chg="modSp del">
        <pc:chgData name="Mariana Rocha" userId="0a3173bd-d0ed-4c32-8e4c-b90c820606c5" providerId="ADAL" clId="{DCC3A51D-31E8-5BC6-970B-354B54D5302A}" dt="2025-10-01T11:23:31.454" v="809" actId="2696"/>
        <pc:sldMkLst>
          <pc:docMk/>
          <pc:sldMk cId="0" sldId="265"/>
        </pc:sldMkLst>
      </pc:sldChg>
      <pc:sldChg chg="modSp del">
        <pc:chgData name="Mariana Rocha" userId="0a3173bd-d0ed-4c32-8e4c-b90c820606c5" providerId="ADAL" clId="{DCC3A51D-31E8-5BC6-970B-354B54D5302A}" dt="2025-10-01T11:23:32.672" v="810" actId="2696"/>
        <pc:sldMkLst>
          <pc:docMk/>
          <pc:sldMk cId="0" sldId="266"/>
        </pc:sldMkLst>
      </pc:sldChg>
      <pc:sldChg chg="modSp del mod">
        <pc:chgData name="Mariana Rocha" userId="0a3173bd-d0ed-4c32-8e4c-b90c820606c5" providerId="ADAL" clId="{DCC3A51D-31E8-5BC6-970B-354B54D5302A}" dt="2025-10-01T11:34:30.728" v="1014" actId="2696"/>
        <pc:sldMkLst>
          <pc:docMk/>
          <pc:sldMk cId="0" sldId="267"/>
        </pc:sldMkLst>
        <pc:spChg chg="mod">
          <ac:chgData name="Mariana Rocha" userId="0a3173bd-d0ed-4c32-8e4c-b90c820606c5" providerId="ADAL" clId="{DCC3A51D-31E8-5BC6-970B-354B54D5302A}" dt="2025-10-01T11:23:53.207" v="811" actId="20577"/>
          <ac:spMkLst>
            <pc:docMk/>
            <pc:sldMk cId="0" sldId="267"/>
            <ac:spMk id="2" creationId="{00000000-0000-0000-0000-000000000000}"/>
          </ac:spMkLst>
        </pc:spChg>
      </pc:sldChg>
      <pc:sldChg chg="delSp modSp mod">
        <pc:chgData name="Mariana Rocha" userId="0a3173bd-d0ed-4c32-8e4c-b90c820606c5" providerId="ADAL" clId="{DCC3A51D-31E8-5BC6-970B-354B54D5302A}" dt="2025-10-01T11:36:39.315" v="1087" actId="2711"/>
        <pc:sldMkLst>
          <pc:docMk/>
          <pc:sldMk cId="0" sldId="270"/>
        </pc:sldMkLst>
        <pc:spChg chg="mod">
          <ac:chgData name="Mariana Rocha" userId="0a3173bd-d0ed-4c32-8e4c-b90c820606c5" providerId="ADAL" clId="{DCC3A51D-31E8-5BC6-970B-354B54D5302A}" dt="2025-10-01T11:36:39.315" v="1087" actId="2711"/>
          <ac:spMkLst>
            <pc:docMk/>
            <pc:sldMk cId="0" sldId="270"/>
            <ac:spMk id="2" creationId="{00000000-0000-0000-0000-000000000000}"/>
          </ac:spMkLst>
        </pc:spChg>
        <pc:spChg chg="del mod">
          <ac:chgData name="Mariana Rocha" userId="0a3173bd-d0ed-4c32-8e4c-b90c820606c5" providerId="ADAL" clId="{DCC3A51D-31E8-5BC6-970B-354B54D5302A}" dt="2025-10-01T11:36:04.964" v="1078" actId="478"/>
          <ac:spMkLst>
            <pc:docMk/>
            <pc:sldMk cId="0" sldId="270"/>
            <ac:spMk id="3" creationId="{00000000-0000-0000-0000-000000000000}"/>
          </ac:spMkLst>
        </pc:spChg>
        <pc:spChg chg="mod">
          <ac:chgData name="Mariana Rocha" userId="0a3173bd-d0ed-4c32-8e4c-b90c820606c5" providerId="ADAL" clId="{DCC3A51D-31E8-5BC6-970B-354B54D5302A}" dt="2025-10-01T11:36:33.134" v="1085" actId="1076"/>
          <ac:spMkLst>
            <pc:docMk/>
            <pc:sldMk cId="0" sldId="270"/>
            <ac:spMk id="4" creationId="{00000000-0000-0000-0000-000000000000}"/>
          </ac:spMkLst>
        </pc:spChg>
      </pc:sldChg>
      <pc:sldChg chg="modSp del">
        <pc:chgData name="Mariana Rocha" userId="0a3173bd-d0ed-4c32-8e4c-b90c820606c5" providerId="ADAL" clId="{DCC3A51D-31E8-5BC6-970B-354B54D5302A}" dt="2025-10-01T11:37:25.902" v="1092" actId="2696"/>
        <pc:sldMkLst>
          <pc:docMk/>
          <pc:sldMk cId="0" sldId="271"/>
        </pc:sldMkLst>
      </pc:sldChg>
      <pc:sldChg chg="delSp modSp mod">
        <pc:chgData name="Mariana Rocha" userId="0a3173bd-d0ed-4c32-8e4c-b90c820606c5" providerId="ADAL" clId="{DCC3A51D-31E8-5BC6-970B-354B54D5302A}" dt="2025-10-01T12:05:27.098" v="2529" actId="20577"/>
        <pc:sldMkLst>
          <pc:docMk/>
          <pc:sldMk cId="0" sldId="272"/>
        </pc:sldMkLst>
        <pc:spChg chg="mod">
          <ac:chgData name="Mariana Rocha" userId="0a3173bd-d0ed-4c32-8e4c-b90c820606c5" providerId="ADAL" clId="{DCC3A51D-31E8-5BC6-970B-354B54D5302A}" dt="2025-10-01T12:05:27.098" v="2529" actId="20577"/>
          <ac:spMkLst>
            <pc:docMk/>
            <pc:sldMk cId="0" sldId="272"/>
            <ac:spMk id="2" creationId="{00000000-0000-0000-0000-000000000000}"/>
          </ac:spMkLst>
        </pc:spChg>
        <pc:spChg chg="del mod">
          <ac:chgData name="Mariana Rocha" userId="0a3173bd-d0ed-4c32-8e4c-b90c820606c5" providerId="ADAL" clId="{DCC3A51D-31E8-5BC6-970B-354B54D5302A}" dt="2025-10-01T11:53:40.469" v="1946" actId="478"/>
          <ac:spMkLst>
            <pc:docMk/>
            <pc:sldMk cId="0" sldId="272"/>
            <ac:spMk id="3" creationId="{00000000-0000-0000-0000-000000000000}"/>
          </ac:spMkLst>
        </pc:spChg>
        <pc:spChg chg="mod">
          <ac:chgData name="Mariana Rocha" userId="0a3173bd-d0ed-4c32-8e4c-b90c820606c5" providerId="ADAL" clId="{DCC3A51D-31E8-5BC6-970B-354B54D5302A}" dt="2025-10-01T12:02:52.943" v="2308" actId="179"/>
          <ac:spMkLst>
            <pc:docMk/>
            <pc:sldMk cId="0" sldId="272"/>
            <ac:spMk id="4" creationId="{00000000-0000-0000-0000-000000000000}"/>
          </ac:spMkLst>
        </pc:spChg>
      </pc:sldChg>
      <pc:sldChg chg="delSp modSp mod">
        <pc:chgData name="Mariana Rocha" userId="0a3173bd-d0ed-4c32-8e4c-b90c820606c5" providerId="ADAL" clId="{DCC3A51D-31E8-5BC6-970B-354B54D5302A}" dt="2025-10-01T12:05:06.297" v="2507" actId="20577"/>
        <pc:sldMkLst>
          <pc:docMk/>
          <pc:sldMk cId="0" sldId="273"/>
        </pc:sldMkLst>
        <pc:spChg chg="mod">
          <ac:chgData name="Mariana Rocha" userId="0a3173bd-d0ed-4c32-8e4c-b90c820606c5" providerId="ADAL" clId="{DCC3A51D-31E8-5BC6-970B-354B54D5302A}" dt="2025-10-01T12:05:02.178" v="2506" actId="14100"/>
          <ac:spMkLst>
            <pc:docMk/>
            <pc:sldMk cId="0" sldId="273"/>
            <ac:spMk id="2" creationId="{00000000-0000-0000-0000-000000000000}"/>
          </ac:spMkLst>
        </pc:spChg>
        <pc:spChg chg="del mod">
          <ac:chgData name="Mariana Rocha" userId="0a3173bd-d0ed-4c32-8e4c-b90c820606c5" providerId="ADAL" clId="{DCC3A51D-31E8-5BC6-970B-354B54D5302A}" dt="2025-10-01T12:04:13.647" v="2477" actId="478"/>
          <ac:spMkLst>
            <pc:docMk/>
            <pc:sldMk cId="0" sldId="273"/>
            <ac:spMk id="3" creationId="{00000000-0000-0000-0000-000000000000}"/>
          </ac:spMkLst>
        </pc:spChg>
        <pc:spChg chg="mod">
          <ac:chgData name="Mariana Rocha" userId="0a3173bd-d0ed-4c32-8e4c-b90c820606c5" providerId="ADAL" clId="{DCC3A51D-31E8-5BC6-970B-354B54D5302A}" dt="2025-10-01T12:05:06.297" v="2507" actId="20577"/>
          <ac:spMkLst>
            <pc:docMk/>
            <pc:sldMk cId="0" sldId="273"/>
            <ac:spMk id="4" creationId="{00000000-0000-0000-0000-000000000000}"/>
          </ac:spMkLst>
        </pc:spChg>
      </pc:sldChg>
      <pc:sldChg chg="addSp delSp modSp mod">
        <pc:chgData name="Mariana Rocha" userId="0a3173bd-d0ed-4c32-8e4c-b90c820606c5" providerId="ADAL" clId="{DCC3A51D-31E8-5BC6-970B-354B54D5302A}" dt="2025-10-01T12:16:05.402" v="2785" actId="14100"/>
        <pc:sldMkLst>
          <pc:docMk/>
          <pc:sldMk cId="0" sldId="275"/>
        </pc:sldMkLst>
        <pc:spChg chg="del mod">
          <ac:chgData name="Mariana Rocha" userId="0a3173bd-d0ed-4c32-8e4c-b90c820606c5" providerId="ADAL" clId="{DCC3A51D-31E8-5BC6-970B-354B54D5302A}" dt="2025-10-01T12:15:45.551" v="2777" actId="478"/>
          <ac:spMkLst>
            <pc:docMk/>
            <pc:sldMk cId="0" sldId="275"/>
            <ac:spMk id="2" creationId="{00000000-0000-0000-0000-000000000000}"/>
          </ac:spMkLst>
        </pc:spChg>
        <pc:spChg chg="del mod">
          <ac:chgData name="Mariana Rocha" userId="0a3173bd-d0ed-4c32-8e4c-b90c820606c5" providerId="ADAL" clId="{DCC3A51D-31E8-5BC6-970B-354B54D5302A}" dt="2025-10-01T12:05:11.332" v="2508" actId="478"/>
          <ac:spMkLst>
            <pc:docMk/>
            <pc:sldMk cId="0" sldId="275"/>
            <ac:spMk id="3" creationId="{00000000-0000-0000-0000-000000000000}"/>
          </ac:spMkLst>
        </pc:spChg>
        <pc:spChg chg="mod">
          <ac:chgData name="Mariana Rocha" userId="0a3173bd-d0ed-4c32-8e4c-b90c820606c5" providerId="ADAL" clId="{DCC3A51D-31E8-5BC6-970B-354B54D5302A}" dt="2025-10-01T12:15:29.167" v="2774" actId="1076"/>
          <ac:spMkLst>
            <pc:docMk/>
            <pc:sldMk cId="0" sldId="275"/>
            <ac:spMk id="4" creationId="{00000000-0000-0000-0000-000000000000}"/>
          </ac:spMkLst>
        </pc:spChg>
        <pc:spChg chg="del mod">
          <ac:chgData name="Mariana Rocha" userId="0a3173bd-d0ed-4c32-8e4c-b90c820606c5" providerId="ADAL" clId="{DCC3A51D-31E8-5BC6-970B-354B54D5302A}" dt="2025-10-01T12:15:41.672" v="2775" actId="478"/>
          <ac:spMkLst>
            <pc:docMk/>
            <pc:sldMk cId="0" sldId="275"/>
            <ac:spMk id="5" creationId="{00000000-0000-0000-0000-000000000000}"/>
          </ac:spMkLst>
        </pc:spChg>
        <pc:spChg chg="del mod">
          <ac:chgData name="Mariana Rocha" userId="0a3173bd-d0ed-4c32-8e4c-b90c820606c5" providerId="ADAL" clId="{DCC3A51D-31E8-5BC6-970B-354B54D5302A}" dt="2025-10-01T12:15:43.523" v="2776" actId="478"/>
          <ac:spMkLst>
            <pc:docMk/>
            <pc:sldMk cId="0" sldId="275"/>
            <ac:spMk id="6" creationId="{00000000-0000-0000-0000-000000000000}"/>
          </ac:spMkLst>
        </pc:spChg>
        <pc:spChg chg="add mod">
          <ac:chgData name="Mariana Rocha" userId="0a3173bd-d0ed-4c32-8e4c-b90c820606c5" providerId="ADAL" clId="{DCC3A51D-31E8-5BC6-970B-354B54D5302A}" dt="2025-10-01T12:16:05.402" v="2785" actId="14100"/>
          <ac:spMkLst>
            <pc:docMk/>
            <pc:sldMk cId="0" sldId="275"/>
            <ac:spMk id="8" creationId="{A845736B-6FC7-6998-F7E5-B7035263D0B5}"/>
          </ac:spMkLst>
        </pc:spChg>
      </pc:sldChg>
      <pc:sldChg chg="addSp delSp modSp mod">
        <pc:chgData name="Mariana Rocha" userId="0a3173bd-d0ed-4c32-8e4c-b90c820606c5" providerId="ADAL" clId="{DCC3A51D-31E8-5BC6-970B-354B54D5302A}" dt="2025-10-01T12:25:04.677" v="2991" actId="20577"/>
        <pc:sldMkLst>
          <pc:docMk/>
          <pc:sldMk cId="0" sldId="276"/>
        </pc:sldMkLst>
        <pc:spChg chg="mod">
          <ac:chgData name="Mariana Rocha" userId="0a3173bd-d0ed-4c32-8e4c-b90c820606c5" providerId="ADAL" clId="{DCC3A51D-31E8-5BC6-970B-354B54D5302A}" dt="2025-10-01T12:21:53.681" v="2906" actId="255"/>
          <ac:spMkLst>
            <pc:docMk/>
            <pc:sldMk cId="0" sldId="276"/>
            <ac:spMk id="2" creationId="{00000000-0000-0000-0000-000000000000}"/>
          </ac:spMkLst>
        </pc:spChg>
        <pc:spChg chg="del mod">
          <ac:chgData name="Mariana Rocha" userId="0a3173bd-d0ed-4c32-8e4c-b90c820606c5" providerId="ADAL" clId="{DCC3A51D-31E8-5BC6-970B-354B54D5302A}" dt="2025-10-01T12:07:51.119" v="2531" actId="478"/>
          <ac:spMkLst>
            <pc:docMk/>
            <pc:sldMk cId="0" sldId="276"/>
            <ac:spMk id="3" creationId="{00000000-0000-0000-0000-000000000000}"/>
          </ac:spMkLst>
        </pc:spChg>
        <pc:spChg chg="del mod">
          <ac:chgData name="Mariana Rocha" userId="0a3173bd-d0ed-4c32-8e4c-b90c820606c5" providerId="ADAL" clId="{DCC3A51D-31E8-5BC6-970B-354B54D5302A}" dt="2025-10-01T12:19:50.056" v="2881" actId="478"/>
          <ac:spMkLst>
            <pc:docMk/>
            <pc:sldMk cId="0" sldId="276"/>
            <ac:spMk id="4" creationId="{00000000-0000-0000-0000-000000000000}"/>
          </ac:spMkLst>
        </pc:spChg>
        <pc:spChg chg="add del mod">
          <ac:chgData name="Mariana Rocha" userId="0a3173bd-d0ed-4c32-8e4c-b90c820606c5" providerId="ADAL" clId="{DCC3A51D-31E8-5BC6-970B-354B54D5302A}" dt="2025-10-01T12:19:52.972" v="2882" actId="478"/>
          <ac:spMkLst>
            <pc:docMk/>
            <pc:sldMk cId="0" sldId="276"/>
            <ac:spMk id="6" creationId="{57142102-E1E3-DA4C-E440-AAC5771E11FE}"/>
          </ac:spMkLst>
        </pc:spChg>
        <pc:spChg chg="add mod">
          <ac:chgData name="Mariana Rocha" userId="0a3173bd-d0ed-4c32-8e4c-b90c820606c5" providerId="ADAL" clId="{DCC3A51D-31E8-5BC6-970B-354B54D5302A}" dt="2025-10-01T12:22:34.414" v="2958" actId="20577"/>
          <ac:spMkLst>
            <pc:docMk/>
            <pc:sldMk cId="0" sldId="276"/>
            <ac:spMk id="7" creationId="{891BECCA-AF4E-C552-4CA2-7BFD9ED1FCBB}"/>
          </ac:spMkLst>
        </pc:spChg>
        <pc:spChg chg="add del mod">
          <ac:chgData name="Mariana Rocha" userId="0a3173bd-d0ed-4c32-8e4c-b90c820606c5" providerId="ADAL" clId="{DCC3A51D-31E8-5BC6-970B-354B54D5302A}" dt="2025-10-01T12:24:13.716" v="2977" actId="478"/>
          <ac:spMkLst>
            <pc:docMk/>
            <pc:sldMk cId="0" sldId="276"/>
            <ac:spMk id="9" creationId="{05D36A8E-7A3D-78D7-5B66-AE23F186B516}"/>
          </ac:spMkLst>
        </pc:spChg>
        <pc:spChg chg="add mod">
          <ac:chgData name="Mariana Rocha" userId="0a3173bd-d0ed-4c32-8e4c-b90c820606c5" providerId="ADAL" clId="{DCC3A51D-31E8-5BC6-970B-354B54D5302A}" dt="2025-10-01T12:25:04.677" v="2991" actId="20577"/>
          <ac:spMkLst>
            <pc:docMk/>
            <pc:sldMk cId="0" sldId="276"/>
            <ac:spMk id="11" creationId="{A4C94DC5-B055-B709-902E-E2753C68205E}"/>
          </ac:spMkLst>
        </pc:spChg>
      </pc:sldChg>
      <pc:sldChg chg="delSp modSp del mod">
        <pc:chgData name="Mariana Rocha" userId="0a3173bd-d0ed-4c32-8e4c-b90c820606c5" providerId="ADAL" clId="{DCC3A51D-31E8-5BC6-970B-354B54D5302A}" dt="2025-10-01T12:21:37.789" v="2901" actId="2696"/>
        <pc:sldMkLst>
          <pc:docMk/>
          <pc:sldMk cId="0" sldId="277"/>
        </pc:sldMkLst>
        <pc:spChg chg="del mod">
          <ac:chgData name="Mariana Rocha" userId="0a3173bd-d0ed-4c32-8e4c-b90c820606c5" providerId="ADAL" clId="{DCC3A51D-31E8-5BC6-970B-354B54D5302A}" dt="2025-10-01T12:07:54.602" v="2532" actId="478"/>
          <ac:spMkLst>
            <pc:docMk/>
            <pc:sldMk cId="0" sldId="277"/>
            <ac:spMk id="11" creationId="{00000000-0000-0000-0000-000000000000}"/>
          </ac:spMkLst>
        </pc:spChg>
      </pc:sldChg>
      <pc:sldChg chg="addSp delSp modSp mod">
        <pc:chgData name="Mariana Rocha" userId="0a3173bd-d0ed-4c32-8e4c-b90c820606c5" providerId="ADAL" clId="{DCC3A51D-31E8-5BC6-970B-354B54D5302A}" dt="2025-10-01T12:26:50.715" v="3014" actId="1076"/>
        <pc:sldMkLst>
          <pc:docMk/>
          <pc:sldMk cId="0" sldId="278"/>
        </pc:sldMkLst>
        <pc:spChg chg="mod">
          <ac:chgData name="Mariana Rocha" userId="0a3173bd-d0ed-4c32-8e4c-b90c820606c5" providerId="ADAL" clId="{DCC3A51D-31E8-5BC6-970B-354B54D5302A}" dt="2025-10-01T12:26:50.715" v="3014" actId="1076"/>
          <ac:spMkLst>
            <pc:docMk/>
            <pc:sldMk cId="0" sldId="278"/>
            <ac:spMk id="2" creationId="{00000000-0000-0000-0000-000000000000}"/>
          </ac:spMkLst>
        </pc:spChg>
        <pc:spChg chg="del mod">
          <ac:chgData name="Mariana Rocha" userId="0a3173bd-d0ed-4c32-8e4c-b90c820606c5" providerId="ADAL" clId="{DCC3A51D-31E8-5BC6-970B-354B54D5302A}" dt="2025-10-01T12:07:57.541" v="2533" actId="478"/>
          <ac:spMkLst>
            <pc:docMk/>
            <pc:sldMk cId="0" sldId="278"/>
            <ac:spMk id="3" creationId="{00000000-0000-0000-0000-000000000000}"/>
          </ac:spMkLst>
        </pc:spChg>
        <pc:spChg chg="del mod">
          <ac:chgData name="Mariana Rocha" userId="0a3173bd-d0ed-4c32-8e4c-b90c820606c5" providerId="ADAL" clId="{DCC3A51D-31E8-5BC6-970B-354B54D5302A}" dt="2025-10-01T12:25:30.439" v="2992" actId="478"/>
          <ac:spMkLst>
            <pc:docMk/>
            <pc:sldMk cId="0" sldId="278"/>
            <ac:spMk id="4" creationId="{00000000-0000-0000-0000-000000000000}"/>
          </ac:spMkLst>
        </pc:spChg>
        <pc:spChg chg="add del mod">
          <ac:chgData name="Mariana Rocha" userId="0a3173bd-d0ed-4c32-8e4c-b90c820606c5" providerId="ADAL" clId="{DCC3A51D-31E8-5BC6-970B-354B54D5302A}" dt="2025-10-01T12:25:32.347" v="2993" actId="478"/>
          <ac:spMkLst>
            <pc:docMk/>
            <pc:sldMk cId="0" sldId="278"/>
            <ac:spMk id="6" creationId="{05FA8575-BE87-9190-7A02-E45A49D41203}"/>
          </ac:spMkLst>
        </pc:spChg>
        <pc:spChg chg="add mod">
          <ac:chgData name="Mariana Rocha" userId="0a3173bd-d0ed-4c32-8e4c-b90c820606c5" providerId="ADAL" clId="{DCC3A51D-31E8-5BC6-970B-354B54D5302A}" dt="2025-10-01T12:25:36.561" v="3005" actId="20577"/>
          <ac:spMkLst>
            <pc:docMk/>
            <pc:sldMk cId="0" sldId="278"/>
            <ac:spMk id="7" creationId="{6E801AAF-4508-D633-A298-1E96CB5E4C99}"/>
          </ac:spMkLst>
        </pc:spChg>
      </pc:sldChg>
      <pc:sldChg chg="delSp modSp del mod">
        <pc:chgData name="Mariana Rocha" userId="0a3173bd-d0ed-4c32-8e4c-b90c820606c5" providerId="ADAL" clId="{DCC3A51D-31E8-5BC6-970B-354B54D5302A}" dt="2025-10-01T12:29:56.559" v="3032" actId="2696"/>
        <pc:sldMkLst>
          <pc:docMk/>
          <pc:sldMk cId="0" sldId="279"/>
        </pc:sldMkLst>
        <pc:spChg chg="del mod">
          <ac:chgData name="Mariana Rocha" userId="0a3173bd-d0ed-4c32-8e4c-b90c820606c5" providerId="ADAL" clId="{DCC3A51D-31E8-5BC6-970B-354B54D5302A}" dt="2025-10-01T12:08:00.133" v="2534" actId="478"/>
          <ac:spMkLst>
            <pc:docMk/>
            <pc:sldMk cId="0" sldId="279"/>
            <ac:spMk id="3" creationId="{00000000-0000-0000-0000-000000000000}"/>
          </ac:spMkLst>
        </pc:spChg>
      </pc:sldChg>
      <pc:sldChg chg="modSp del">
        <pc:chgData name="Mariana Rocha" userId="0a3173bd-d0ed-4c32-8e4c-b90c820606c5" providerId="ADAL" clId="{DCC3A51D-31E8-5BC6-970B-354B54D5302A}" dt="2025-10-01T12:29:50.725" v="3030" actId="2696"/>
        <pc:sldMkLst>
          <pc:docMk/>
          <pc:sldMk cId="0" sldId="280"/>
        </pc:sldMkLst>
      </pc:sldChg>
      <pc:sldChg chg="addSp delSp modSp mod">
        <pc:chgData name="Mariana Rocha" userId="0a3173bd-d0ed-4c32-8e4c-b90c820606c5" providerId="ADAL" clId="{DCC3A51D-31E8-5BC6-970B-354B54D5302A}" dt="2025-10-01T12:31:00.143" v="3050" actId="20577"/>
        <pc:sldMkLst>
          <pc:docMk/>
          <pc:sldMk cId="0" sldId="281"/>
        </pc:sldMkLst>
        <pc:spChg chg="del mod">
          <ac:chgData name="Mariana Rocha" userId="0a3173bd-d0ed-4c32-8e4c-b90c820606c5" providerId="ADAL" clId="{DCC3A51D-31E8-5BC6-970B-354B54D5302A}" dt="2025-10-01T12:29:59.179" v="3033" actId="478"/>
          <ac:spMkLst>
            <pc:docMk/>
            <pc:sldMk cId="0" sldId="281"/>
            <ac:spMk id="3" creationId="{00000000-0000-0000-0000-000000000000}"/>
          </ac:spMkLst>
        </pc:spChg>
        <pc:spChg chg="mod">
          <ac:chgData name="Mariana Rocha" userId="0a3173bd-d0ed-4c32-8e4c-b90c820606c5" providerId="ADAL" clId="{DCC3A51D-31E8-5BC6-970B-354B54D5302A}" dt="2025-10-01T12:30:36.100" v="3043" actId="1076"/>
          <ac:spMkLst>
            <pc:docMk/>
            <pc:sldMk cId="0" sldId="281"/>
            <ac:spMk id="4" creationId="{00000000-0000-0000-0000-000000000000}"/>
          </ac:spMkLst>
        </pc:spChg>
        <pc:spChg chg="mod">
          <ac:chgData name="Mariana Rocha" userId="0a3173bd-d0ed-4c32-8e4c-b90c820606c5" providerId="ADAL" clId="{DCC3A51D-31E8-5BC6-970B-354B54D5302A}" dt="2025-10-01T12:30:42.116" v="3046" actId="403"/>
          <ac:spMkLst>
            <pc:docMk/>
            <pc:sldMk cId="0" sldId="281"/>
            <ac:spMk id="5" creationId="{00000000-0000-0000-0000-000000000000}"/>
          </ac:spMkLst>
        </pc:spChg>
        <pc:spChg chg="add mod">
          <ac:chgData name="Mariana Rocha" userId="0a3173bd-d0ed-4c32-8e4c-b90c820606c5" providerId="ADAL" clId="{DCC3A51D-31E8-5BC6-970B-354B54D5302A}" dt="2025-10-01T12:30:34.044" v="3042" actId="1076"/>
          <ac:spMkLst>
            <pc:docMk/>
            <pc:sldMk cId="0" sldId="281"/>
            <ac:spMk id="6" creationId="{F00E3255-B6AD-EBAE-F66C-77DEE23032DD}"/>
          </ac:spMkLst>
        </pc:spChg>
        <pc:spChg chg="del mod">
          <ac:chgData name="Mariana Rocha" userId="0a3173bd-d0ed-4c32-8e4c-b90c820606c5" providerId="ADAL" clId="{DCC3A51D-31E8-5BC6-970B-354B54D5302A}" dt="2025-10-01T12:30:16.625" v="3034" actId="478"/>
          <ac:spMkLst>
            <pc:docMk/>
            <pc:sldMk cId="0" sldId="281"/>
            <ac:spMk id="7" creationId="{2F43A7CB-C4DA-6063-914F-27B1A65B9762}"/>
          </ac:spMkLst>
        </pc:spChg>
        <pc:spChg chg="mod">
          <ac:chgData name="Mariana Rocha" userId="0a3173bd-d0ed-4c32-8e4c-b90c820606c5" providerId="ADAL" clId="{DCC3A51D-31E8-5BC6-970B-354B54D5302A}" dt="2025-10-01T12:31:00.143" v="3050" actId="20577"/>
          <ac:spMkLst>
            <pc:docMk/>
            <pc:sldMk cId="0" sldId="281"/>
            <ac:spMk id="9" creationId="{166F9712-C1BE-5AF2-8F67-740695584EFD}"/>
          </ac:spMkLst>
        </pc:spChg>
      </pc:sldChg>
      <pc:sldChg chg="addSp delSp modSp mod">
        <pc:chgData name="Mariana Rocha" userId="0a3173bd-d0ed-4c32-8e4c-b90c820606c5" providerId="ADAL" clId="{DCC3A51D-31E8-5BC6-970B-354B54D5302A}" dt="2025-10-01T12:33:07.559" v="3080" actId="207"/>
        <pc:sldMkLst>
          <pc:docMk/>
          <pc:sldMk cId="0" sldId="282"/>
        </pc:sldMkLst>
        <pc:spChg chg="add mod">
          <ac:chgData name="Mariana Rocha" userId="0a3173bd-d0ed-4c32-8e4c-b90c820606c5" providerId="ADAL" clId="{DCC3A51D-31E8-5BC6-970B-354B54D5302A}" dt="2025-10-01T12:33:07.559" v="3080" actId="207"/>
          <ac:spMkLst>
            <pc:docMk/>
            <pc:sldMk cId="0" sldId="282"/>
            <ac:spMk id="3" creationId="{C79BCF25-5D82-4F1F-F9E4-340E61CE09FF}"/>
          </ac:spMkLst>
        </pc:spChg>
        <pc:spChg chg="mod">
          <ac:chgData name="Mariana Rocha" userId="0a3173bd-d0ed-4c32-8e4c-b90c820606c5" providerId="ADAL" clId="{DCC3A51D-31E8-5BC6-970B-354B54D5302A}" dt="2025-10-01T12:32:10.775" v="3056" actId="2711"/>
          <ac:spMkLst>
            <pc:docMk/>
            <pc:sldMk cId="0" sldId="282"/>
            <ac:spMk id="9" creationId="{00000000-0000-0000-0000-000000000000}"/>
          </ac:spMkLst>
        </pc:spChg>
        <pc:spChg chg="del mod">
          <ac:chgData name="Mariana Rocha" userId="0a3173bd-d0ed-4c32-8e4c-b90c820606c5" providerId="ADAL" clId="{DCC3A51D-31E8-5BC6-970B-354B54D5302A}" dt="2025-10-01T12:31:06.090" v="3051" actId="478"/>
          <ac:spMkLst>
            <pc:docMk/>
            <pc:sldMk cId="0" sldId="282"/>
            <ac:spMk id="10" creationId="{00000000-0000-0000-0000-000000000000}"/>
          </ac:spMkLst>
        </pc:spChg>
        <pc:spChg chg="mod">
          <ac:chgData name="Mariana Rocha" userId="0a3173bd-d0ed-4c32-8e4c-b90c820606c5" providerId="ADAL" clId="{DCC3A51D-31E8-5BC6-970B-354B54D5302A}" dt="2025-10-01T12:31:13.889" v="3053" actId="1076"/>
          <ac:spMkLst>
            <pc:docMk/>
            <pc:sldMk cId="0" sldId="282"/>
            <ac:spMk id="11" creationId="{00000000-0000-0000-0000-000000000000}"/>
          </ac:spMkLst>
        </pc:spChg>
        <pc:spChg chg="del mod">
          <ac:chgData name="Mariana Rocha" userId="0a3173bd-d0ed-4c32-8e4c-b90c820606c5" providerId="ADAL" clId="{DCC3A51D-31E8-5BC6-970B-354B54D5302A}" dt="2025-10-01T12:32:03.435" v="3054" actId="478"/>
          <ac:spMkLst>
            <pc:docMk/>
            <pc:sldMk cId="0" sldId="282"/>
            <ac:spMk id="15" creationId="{4FAF948A-0BCB-A724-1398-FEC825DC9707}"/>
          </ac:spMkLst>
        </pc:spChg>
      </pc:sldChg>
      <pc:sldChg chg="addSp delSp modSp mod">
        <pc:chgData name="Mariana Rocha" userId="0a3173bd-d0ed-4c32-8e4c-b90c820606c5" providerId="ADAL" clId="{DCC3A51D-31E8-5BC6-970B-354B54D5302A}" dt="2025-10-01T12:34:42.275" v="3107" actId="20577"/>
        <pc:sldMkLst>
          <pc:docMk/>
          <pc:sldMk cId="0" sldId="283"/>
        </pc:sldMkLst>
        <pc:spChg chg="add mod">
          <ac:chgData name="Mariana Rocha" userId="0a3173bd-d0ed-4c32-8e4c-b90c820606c5" providerId="ADAL" clId="{DCC3A51D-31E8-5BC6-970B-354B54D5302A}" dt="2025-10-01T12:34:42.275" v="3107" actId="20577"/>
          <ac:spMkLst>
            <pc:docMk/>
            <pc:sldMk cId="0" sldId="283"/>
            <ac:spMk id="3" creationId="{65428690-D3EB-80D7-D8AB-675674364838}"/>
          </ac:spMkLst>
        </pc:spChg>
        <pc:spChg chg="del mod">
          <ac:chgData name="Mariana Rocha" userId="0a3173bd-d0ed-4c32-8e4c-b90c820606c5" providerId="ADAL" clId="{DCC3A51D-31E8-5BC6-970B-354B54D5302A}" dt="2025-10-01T12:33:11.771" v="3082" actId="478"/>
          <ac:spMkLst>
            <pc:docMk/>
            <pc:sldMk cId="0" sldId="283"/>
            <ac:spMk id="10" creationId="{00000000-0000-0000-0000-000000000000}"/>
          </ac:spMkLst>
        </pc:spChg>
        <pc:spChg chg="mod">
          <ac:chgData name="Mariana Rocha" userId="0a3173bd-d0ed-4c32-8e4c-b90c820606c5" providerId="ADAL" clId="{DCC3A51D-31E8-5BC6-970B-354B54D5302A}" dt="2025-10-01T12:33:20.738" v="3084" actId="1076"/>
          <ac:spMkLst>
            <pc:docMk/>
            <pc:sldMk cId="0" sldId="283"/>
            <ac:spMk id="11" creationId="{00000000-0000-0000-0000-000000000000}"/>
          </ac:spMkLst>
        </pc:spChg>
        <pc:spChg chg="mod">
          <ac:chgData name="Mariana Rocha" userId="0a3173bd-d0ed-4c32-8e4c-b90c820606c5" providerId="ADAL" clId="{DCC3A51D-31E8-5BC6-970B-354B54D5302A}" dt="2025-10-01T12:33:28.694" v="3087" actId="12"/>
          <ac:spMkLst>
            <pc:docMk/>
            <pc:sldMk cId="0" sldId="283"/>
            <ac:spMk id="12" creationId="{00000000-0000-0000-0000-000000000000}"/>
          </ac:spMkLst>
        </pc:spChg>
      </pc:sldChg>
      <pc:sldChg chg="modSp del">
        <pc:chgData name="Mariana Rocha" userId="0a3173bd-d0ed-4c32-8e4c-b90c820606c5" providerId="ADAL" clId="{DCC3A51D-31E8-5BC6-970B-354B54D5302A}" dt="2025-10-01T12:33:44.261" v="3088" actId="2696"/>
        <pc:sldMkLst>
          <pc:docMk/>
          <pc:sldMk cId="0" sldId="284"/>
        </pc:sldMkLst>
      </pc:sldChg>
      <pc:sldChg chg="delSp modSp del mod">
        <pc:chgData name="Mariana Rocha" userId="0a3173bd-d0ed-4c32-8e4c-b90c820606c5" providerId="ADAL" clId="{DCC3A51D-31E8-5BC6-970B-354B54D5302A}" dt="2025-10-01T12:34:13.229" v="3093" actId="2696"/>
        <pc:sldMkLst>
          <pc:docMk/>
          <pc:sldMk cId="0" sldId="285"/>
        </pc:sldMkLst>
        <pc:spChg chg="del mod">
          <ac:chgData name="Mariana Rocha" userId="0a3173bd-d0ed-4c32-8e4c-b90c820606c5" providerId="ADAL" clId="{DCC3A51D-31E8-5BC6-970B-354B54D5302A}" dt="2025-10-01T12:33:51.160" v="3091" actId="478"/>
          <ac:spMkLst>
            <pc:docMk/>
            <pc:sldMk cId="0" sldId="285"/>
            <ac:spMk id="3" creationId="{00000000-0000-0000-0000-000000000000}"/>
          </ac:spMkLst>
        </pc:spChg>
        <pc:graphicFrameChg chg="mod">
          <ac:chgData name="Mariana Rocha" userId="0a3173bd-d0ed-4c32-8e4c-b90c820606c5" providerId="ADAL" clId="{DCC3A51D-31E8-5BC6-970B-354B54D5302A}" dt="2025-10-01T12:33:44.261" v="3089"/>
          <ac:graphicFrameMkLst>
            <pc:docMk/>
            <pc:sldMk cId="0" sldId="285"/>
            <ac:graphicFrameMk id="2" creationId="{00000000-0000-0000-0000-000000000000}"/>
          </ac:graphicFrameMkLst>
        </pc:graphicFrameChg>
      </pc:sldChg>
      <pc:sldChg chg="delSp modSp del mod">
        <pc:chgData name="Mariana Rocha" userId="0a3173bd-d0ed-4c32-8e4c-b90c820606c5" providerId="ADAL" clId="{DCC3A51D-31E8-5BC6-970B-354B54D5302A}" dt="2025-10-01T12:34:13.688" v="3094" actId="2696"/>
        <pc:sldMkLst>
          <pc:docMk/>
          <pc:sldMk cId="0" sldId="286"/>
        </pc:sldMkLst>
        <pc:spChg chg="del mod">
          <ac:chgData name="Mariana Rocha" userId="0a3173bd-d0ed-4c32-8e4c-b90c820606c5" providerId="ADAL" clId="{DCC3A51D-31E8-5BC6-970B-354B54D5302A}" dt="2025-10-01T12:33:53.168" v="3092" actId="478"/>
          <ac:spMkLst>
            <pc:docMk/>
            <pc:sldMk cId="0" sldId="286"/>
            <ac:spMk id="4" creationId="{00000000-0000-0000-0000-000000000000}"/>
          </ac:spMkLst>
        </pc:spChg>
      </pc:sldChg>
      <pc:sldChg chg="modSp del">
        <pc:chgData name="Mariana Rocha" userId="0a3173bd-d0ed-4c32-8e4c-b90c820606c5" providerId="ADAL" clId="{DCC3A51D-31E8-5BC6-970B-354B54D5302A}" dt="2025-10-01T11:29:31.968" v="812" actId="2696"/>
        <pc:sldMkLst>
          <pc:docMk/>
          <pc:sldMk cId="2950549974" sldId="288"/>
        </pc:sldMkLst>
      </pc:sldChg>
      <pc:sldChg chg="delSp modSp mod">
        <pc:chgData name="Mariana Rocha" userId="0a3173bd-d0ed-4c32-8e4c-b90c820606c5" providerId="ADAL" clId="{DCC3A51D-31E8-5BC6-970B-354B54D5302A}" dt="2025-10-01T11:35:52.004" v="1076" actId="404"/>
        <pc:sldMkLst>
          <pc:docMk/>
          <pc:sldMk cId="3063751224" sldId="289"/>
        </pc:sldMkLst>
        <pc:spChg chg="del mod">
          <ac:chgData name="Mariana Rocha" userId="0a3173bd-d0ed-4c32-8e4c-b90c820606c5" providerId="ADAL" clId="{DCC3A51D-31E8-5BC6-970B-354B54D5302A}" dt="2025-10-01T11:35:03.439" v="1058" actId="478"/>
          <ac:spMkLst>
            <pc:docMk/>
            <pc:sldMk cId="3063751224" sldId="289"/>
            <ac:spMk id="2" creationId="{CAF57706-8E46-C4FF-BE02-53781A5F39A6}"/>
          </ac:spMkLst>
        </pc:spChg>
        <pc:spChg chg="del mod">
          <ac:chgData name="Mariana Rocha" userId="0a3173bd-d0ed-4c32-8e4c-b90c820606c5" providerId="ADAL" clId="{DCC3A51D-31E8-5BC6-970B-354B54D5302A}" dt="2025-10-01T11:34:38.206" v="1015" actId="478"/>
          <ac:spMkLst>
            <pc:docMk/>
            <pc:sldMk cId="3063751224" sldId="289"/>
            <ac:spMk id="3" creationId="{E41DF4C4-C047-DE27-37FC-6172CD143DFC}"/>
          </ac:spMkLst>
        </pc:spChg>
        <pc:spChg chg="mod">
          <ac:chgData name="Mariana Rocha" userId="0a3173bd-d0ed-4c32-8e4c-b90c820606c5" providerId="ADAL" clId="{DCC3A51D-31E8-5BC6-970B-354B54D5302A}" dt="2025-10-01T11:35:52.004" v="1076" actId="404"/>
          <ac:spMkLst>
            <pc:docMk/>
            <pc:sldMk cId="3063751224" sldId="289"/>
            <ac:spMk id="4" creationId="{40FEA6AD-28F1-85DD-E8BC-A796F0F0105F}"/>
          </ac:spMkLst>
        </pc:spChg>
        <pc:spChg chg="mod">
          <ac:chgData name="Mariana Rocha" userId="0a3173bd-d0ed-4c32-8e4c-b90c820606c5" providerId="ADAL" clId="{DCC3A51D-31E8-5BC6-970B-354B54D5302A}" dt="2025-10-01T11:35:42.128" v="1073" actId="20577"/>
          <ac:spMkLst>
            <pc:docMk/>
            <pc:sldMk cId="3063751224" sldId="289"/>
            <ac:spMk id="11" creationId="{3BBCC393-7BA5-21B4-463B-CB081031C000}"/>
          </ac:spMkLst>
        </pc:spChg>
        <pc:picChg chg="mod">
          <ac:chgData name="Mariana Rocha" userId="0a3173bd-d0ed-4c32-8e4c-b90c820606c5" providerId="ADAL" clId="{DCC3A51D-31E8-5BC6-970B-354B54D5302A}" dt="2025-10-01T11:35:47.757" v="1075" actId="1076"/>
          <ac:picMkLst>
            <pc:docMk/>
            <pc:sldMk cId="3063751224" sldId="289"/>
            <ac:picMk id="9" creationId="{1E24076F-C6D2-92F5-62E9-F88250B59A97}"/>
          </ac:picMkLst>
        </pc:picChg>
      </pc:sldChg>
      <pc:sldChg chg="addSp delSp modSp mod">
        <pc:chgData name="Mariana Rocha" userId="0a3173bd-d0ed-4c32-8e4c-b90c820606c5" providerId="ADAL" clId="{DCC3A51D-31E8-5BC6-970B-354B54D5302A}" dt="2025-10-01T11:37:23.112" v="1091" actId="1076"/>
        <pc:sldMkLst>
          <pc:docMk/>
          <pc:sldMk cId="3134628360" sldId="290"/>
        </pc:sldMkLst>
        <pc:spChg chg="del mod">
          <ac:chgData name="Mariana Rocha" userId="0a3173bd-d0ed-4c32-8e4c-b90c820606c5" providerId="ADAL" clId="{DCC3A51D-31E8-5BC6-970B-354B54D5302A}" dt="2025-10-01T11:36:58.901" v="1088" actId="478"/>
          <ac:spMkLst>
            <pc:docMk/>
            <pc:sldMk cId="3134628360" sldId="290"/>
            <ac:spMk id="3" creationId="{8F8FCE00-FC84-0AEA-98C6-06C24C2D764A}"/>
          </ac:spMkLst>
        </pc:spChg>
        <pc:spChg chg="del mod">
          <ac:chgData name="Mariana Rocha" userId="0a3173bd-d0ed-4c32-8e4c-b90c820606c5" providerId="ADAL" clId="{DCC3A51D-31E8-5BC6-970B-354B54D5302A}" dt="2025-10-01T11:37:01.222" v="1089" actId="478"/>
          <ac:spMkLst>
            <pc:docMk/>
            <pc:sldMk cId="3134628360" sldId="290"/>
            <ac:spMk id="4" creationId="{ADF26595-EC66-73C2-DA42-866B7E0B76AF}"/>
          </ac:spMkLst>
        </pc:spChg>
        <pc:spChg chg="add del mod">
          <ac:chgData name="Mariana Rocha" userId="0a3173bd-d0ed-4c32-8e4c-b90c820606c5" providerId="ADAL" clId="{DCC3A51D-31E8-5BC6-970B-354B54D5302A}" dt="2025-10-01T11:37:02.890" v="1090" actId="478"/>
          <ac:spMkLst>
            <pc:docMk/>
            <pc:sldMk cId="3134628360" sldId="290"/>
            <ac:spMk id="5" creationId="{97F963B0-9440-86E2-A3ED-790D588D2812}"/>
          </ac:spMkLst>
        </pc:spChg>
        <pc:spChg chg="mod">
          <ac:chgData name="Mariana Rocha" userId="0a3173bd-d0ed-4c32-8e4c-b90c820606c5" providerId="ADAL" clId="{DCC3A51D-31E8-5BC6-970B-354B54D5302A}" dt="2025-10-01T11:37:23.112" v="1091" actId="1076"/>
          <ac:spMkLst>
            <pc:docMk/>
            <pc:sldMk cId="3134628360" sldId="290"/>
            <ac:spMk id="6" creationId="{E4159048-E390-F183-3C57-23287169CD6D}"/>
          </ac:spMkLst>
        </pc:spChg>
      </pc:sldChg>
      <pc:sldChg chg="addSp delSp modSp mod">
        <pc:chgData name="Mariana Rocha" userId="0a3173bd-d0ed-4c32-8e4c-b90c820606c5" providerId="ADAL" clId="{DCC3A51D-31E8-5BC6-970B-354B54D5302A}" dt="2025-10-01T12:19:33.072" v="2880" actId="20577"/>
        <pc:sldMkLst>
          <pc:docMk/>
          <pc:sldMk cId="2311110789" sldId="291"/>
        </pc:sldMkLst>
        <pc:spChg chg="mod">
          <ac:chgData name="Mariana Rocha" userId="0a3173bd-d0ed-4c32-8e4c-b90c820606c5" providerId="ADAL" clId="{DCC3A51D-31E8-5BC6-970B-354B54D5302A}" dt="2025-10-01T12:19:33.072" v="2880" actId="20577"/>
          <ac:spMkLst>
            <pc:docMk/>
            <pc:sldMk cId="2311110789" sldId="291"/>
            <ac:spMk id="2" creationId="{C32CB699-FDB8-9B13-D112-B07A0C49D25A}"/>
          </ac:spMkLst>
        </pc:spChg>
        <pc:spChg chg="del mod">
          <ac:chgData name="Mariana Rocha" userId="0a3173bd-d0ed-4c32-8e4c-b90c820606c5" providerId="ADAL" clId="{DCC3A51D-31E8-5BC6-970B-354B54D5302A}" dt="2025-10-01T12:07:45.737" v="2530" actId="478"/>
          <ac:spMkLst>
            <pc:docMk/>
            <pc:sldMk cId="2311110789" sldId="291"/>
            <ac:spMk id="3" creationId="{66506A53-BB47-7915-65C4-15E573567C3B}"/>
          </ac:spMkLst>
        </pc:spChg>
        <pc:spChg chg="mod">
          <ac:chgData name="Mariana Rocha" userId="0a3173bd-d0ed-4c32-8e4c-b90c820606c5" providerId="ADAL" clId="{DCC3A51D-31E8-5BC6-970B-354B54D5302A}" dt="2025-10-01T12:17:15.554" v="2787" actId="1076"/>
          <ac:spMkLst>
            <pc:docMk/>
            <pc:sldMk cId="2311110789" sldId="291"/>
            <ac:spMk id="4" creationId="{BF178B24-1570-1912-7D98-6BFB3C251134}"/>
          </ac:spMkLst>
        </pc:spChg>
        <pc:spChg chg="add mod">
          <ac:chgData name="Mariana Rocha" userId="0a3173bd-d0ed-4c32-8e4c-b90c820606c5" providerId="ADAL" clId="{DCC3A51D-31E8-5BC6-970B-354B54D5302A}" dt="2025-10-01T12:18:40.429" v="2806" actId="1076"/>
          <ac:spMkLst>
            <pc:docMk/>
            <pc:sldMk cId="2311110789" sldId="291"/>
            <ac:spMk id="6" creationId="{BD5E446C-7511-8104-1937-C87700394487}"/>
          </ac:spMkLst>
        </pc:spChg>
        <pc:spChg chg="del mod">
          <ac:chgData name="Mariana Rocha" userId="0a3173bd-d0ed-4c32-8e4c-b90c820606c5" providerId="ADAL" clId="{DCC3A51D-31E8-5BC6-970B-354B54D5302A}" dt="2025-10-01T12:17:42.683" v="2789" actId="478"/>
          <ac:spMkLst>
            <pc:docMk/>
            <pc:sldMk cId="2311110789" sldId="291"/>
            <ac:spMk id="8" creationId="{06FAC9EB-7E15-87EA-DC46-650E8702A3BE}"/>
          </ac:spMkLst>
        </pc:spChg>
      </pc:sldChg>
      <pc:sldChg chg="modSp del">
        <pc:chgData name="Mariana Rocha" userId="0a3173bd-d0ed-4c32-8e4c-b90c820606c5" providerId="ADAL" clId="{DCC3A51D-31E8-5BC6-970B-354B54D5302A}" dt="2025-10-01T12:29:54.233" v="3031" actId="2696"/>
        <pc:sldMkLst>
          <pc:docMk/>
          <pc:sldMk cId="730433002" sldId="292"/>
        </pc:sldMkLst>
      </pc:sldChg>
      <pc:sldChg chg="modSp add del">
        <pc:chgData name="Mariana Rocha" userId="0a3173bd-d0ed-4c32-8e4c-b90c820606c5" providerId="ADAL" clId="{DCC3A51D-31E8-5BC6-970B-354B54D5302A}" dt="2025-10-01T12:34:15.667" v="3096" actId="2696"/>
        <pc:sldMkLst>
          <pc:docMk/>
          <pc:sldMk cId="3739923305" sldId="293"/>
        </pc:sldMkLst>
        <pc:picChg chg="mod">
          <ac:chgData name="Mariana Rocha" userId="0a3173bd-d0ed-4c32-8e4c-b90c820606c5" providerId="ADAL" clId="{DCC3A51D-31E8-5BC6-970B-354B54D5302A}" dt="2025-09-12T16:38:50.248" v="6"/>
          <ac:picMkLst>
            <pc:docMk/>
            <pc:sldMk cId="3739923305" sldId="293"/>
            <ac:picMk id="1032" creationId="{5B998B51-1335-6F99-D6B9-A7F80E4054E3}"/>
          </ac:picMkLst>
        </pc:picChg>
      </pc:sldChg>
      <pc:sldChg chg="modSp add mod setBg">
        <pc:chgData name="Mariana Rocha" userId="0a3173bd-d0ed-4c32-8e4c-b90c820606c5" providerId="ADAL" clId="{DCC3A51D-31E8-5BC6-970B-354B54D5302A}" dt="2025-10-01T11:08:13.831" v="248" actId="20577"/>
        <pc:sldMkLst>
          <pc:docMk/>
          <pc:sldMk cId="0" sldId="294"/>
        </pc:sldMkLst>
        <pc:spChg chg="mod">
          <ac:chgData name="Mariana Rocha" userId="0a3173bd-d0ed-4c32-8e4c-b90c820606c5" providerId="ADAL" clId="{DCC3A51D-31E8-5BC6-970B-354B54D5302A}" dt="2025-10-01T11:08:13.831" v="248" actId="20577"/>
          <ac:spMkLst>
            <pc:docMk/>
            <pc:sldMk cId="0" sldId="294"/>
            <ac:spMk id="26" creationId="{2ABE34C9-C9F3-88B9-7DC7-48B60D3134CC}"/>
          </ac:spMkLst>
        </pc:spChg>
        <pc:spChg chg="mod">
          <ac:chgData name="Mariana Rocha" userId="0a3173bd-d0ed-4c32-8e4c-b90c820606c5" providerId="ADAL" clId="{DCC3A51D-31E8-5BC6-970B-354B54D5302A}" dt="2025-09-12T16:40:18.271" v="53" actId="403"/>
          <ac:spMkLst>
            <pc:docMk/>
            <pc:sldMk cId="0" sldId="294"/>
            <ac:spMk id="28" creationId="{F8E066B0-7223-D5C8-AC47-4AE5F2157F6E}"/>
          </ac:spMkLst>
        </pc:spChg>
      </pc:sldChg>
      <pc:sldChg chg="modSp add mod ord">
        <pc:chgData name="Mariana Rocha" userId="0a3173bd-d0ed-4c32-8e4c-b90c820606c5" providerId="ADAL" clId="{DCC3A51D-31E8-5BC6-970B-354B54D5302A}" dt="2025-10-01T11:09:54.066" v="600" actId="20578"/>
        <pc:sldMkLst>
          <pc:docMk/>
          <pc:sldMk cId="3996800004" sldId="295"/>
        </pc:sldMkLst>
        <pc:spChg chg="mod">
          <ac:chgData name="Mariana Rocha" userId="0a3173bd-d0ed-4c32-8e4c-b90c820606c5" providerId="ADAL" clId="{DCC3A51D-31E8-5BC6-970B-354B54D5302A}" dt="2025-10-01T11:09:51.169" v="599" actId="14100"/>
          <ac:spMkLst>
            <pc:docMk/>
            <pc:sldMk cId="3996800004" sldId="295"/>
            <ac:spMk id="4" creationId="{7D769AC1-E633-EBBC-9BC2-22F0CB7C9110}"/>
          </ac:spMkLst>
        </pc:spChg>
      </pc:sldChg>
      <pc:sldChg chg="delSp modSp add del mod">
        <pc:chgData name="Mariana Rocha" userId="0a3173bd-d0ed-4c32-8e4c-b90c820606c5" providerId="ADAL" clId="{DCC3A51D-31E8-5BC6-970B-354B54D5302A}" dt="2025-10-01T12:37:26.372" v="3189" actId="2696"/>
        <pc:sldMkLst>
          <pc:docMk/>
          <pc:sldMk cId="2471683377" sldId="296"/>
        </pc:sldMkLst>
        <pc:spChg chg="mod">
          <ac:chgData name="Mariana Rocha" userId="0a3173bd-d0ed-4c32-8e4c-b90c820606c5" providerId="ADAL" clId="{DCC3A51D-31E8-5BC6-970B-354B54D5302A}" dt="2025-10-01T12:02:16.175" v="2283" actId="1076"/>
          <ac:spMkLst>
            <pc:docMk/>
            <pc:sldMk cId="2471683377" sldId="296"/>
            <ac:spMk id="3" creationId="{755D3191-04F1-6B85-694E-2FDD1FF2DAFD}"/>
          </ac:spMkLst>
        </pc:spChg>
        <pc:spChg chg="del mod">
          <ac:chgData name="Mariana Rocha" userId="0a3173bd-d0ed-4c32-8e4c-b90c820606c5" providerId="ADAL" clId="{DCC3A51D-31E8-5BC6-970B-354B54D5302A}" dt="2025-10-01T12:01:52.547" v="2275" actId="478"/>
          <ac:spMkLst>
            <pc:docMk/>
            <pc:sldMk cId="2471683377" sldId="296"/>
            <ac:spMk id="4" creationId="{7F41AAA7-CFA7-6799-4463-279500817711}"/>
          </ac:spMkLst>
        </pc:spChg>
      </pc:sldChg>
      <pc:sldChg chg="addSp delSp modSp add mod">
        <pc:chgData name="Mariana Rocha" userId="0a3173bd-d0ed-4c32-8e4c-b90c820606c5" providerId="ADAL" clId="{DCC3A51D-31E8-5BC6-970B-354B54D5302A}" dt="2025-10-01T11:39:24.816" v="1141" actId="1076"/>
        <pc:sldMkLst>
          <pc:docMk/>
          <pc:sldMk cId="1881129855" sldId="297"/>
        </pc:sldMkLst>
        <pc:spChg chg="add">
          <ac:chgData name="Mariana Rocha" userId="0a3173bd-d0ed-4c32-8e4c-b90c820606c5" providerId="ADAL" clId="{DCC3A51D-31E8-5BC6-970B-354B54D5302A}" dt="2025-10-01T11:38:08.862" v="1121"/>
          <ac:spMkLst>
            <pc:docMk/>
            <pc:sldMk cId="1881129855" sldId="297"/>
            <ac:spMk id="2" creationId="{2DD05E27-5E4C-7515-109C-F6ABA4EEC68F}"/>
          </ac:spMkLst>
        </pc:spChg>
        <pc:spChg chg="mod">
          <ac:chgData name="Mariana Rocha" userId="0a3173bd-d0ed-4c32-8e4c-b90c820606c5" providerId="ADAL" clId="{DCC3A51D-31E8-5BC6-970B-354B54D5302A}" dt="2025-10-01T11:38:00.559" v="1120" actId="20577"/>
          <ac:spMkLst>
            <pc:docMk/>
            <pc:sldMk cId="1881129855" sldId="297"/>
            <ac:spMk id="3" creationId="{719FD579-9635-2DF9-965D-41A1BF10A8E3}"/>
          </ac:spMkLst>
        </pc:spChg>
        <pc:spChg chg="add mod">
          <ac:chgData name="Mariana Rocha" userId="0a3173bd-d0ed-4c32-8e4c-b90c820606c5" providerId="ADAL" clId="{DCC3A51D-31E8-5BC6-970B-354B54D5302A}" dt="2025-10-01T11:38:23.471" v="1124" actId="1076"/>
          <ac:spMkLst>
            <pc:docMk/>
            <pc:sldMk cId="1881129855" sldId="297"/>
            <ac:spMk id="4" creationId="{5BAB47A9-A1C6-7B52-D9AC-3367A5448583}"/>
          </ac:spMkLst>
        </pc:spChg>
        <pc:spChg chg="add del mod">
          <ac:chgData name="Mariana Rocha" userId="0a3173bd-d0ed-4c32-8e4c-b90c820606c5" providerId="ADAL" clId="{DCC3A51D-31E8-5BC6-970B-354B54D5302A}" dt="2025-10-01T11:39:00.373" v="1134" actId="478"/>
          <ac:spMkLst>
            <pc:docMk/>
            <pc:sldMk cId="1881129855" sldId="297"/>
            <ac:spMk id="6" creationId="{09707AE3-9D1C-C67E-F4B0-265DBEA6E64C}"/>
          </ac:spMkLst>
        </pc:spChg>
        <pc:picChg chg="add mod">
          <ac:chgData name="Mariana Rocha" userId="0a3173bd-d0ed-4c32-8e4c-b90c820606c5" providerId="ADAL" clId="{DCC3A51D-31E8-5BC6-970B-354B54D5302A}" dt="2025-10-01T11:39:24.816" v="1141" actId="1076"/>
          <ac:picMkLst>
            <pc:docMk/>
            <pc:sldMk cId="1881129855" sldId="297"/>
            <ac:picMk id="8" creationId="{1E5D1A08-DCBA-FAD2-B7FB-FC0D5A13610C}"/>
          </ac:picMkLst>
        </pc:picChg>
      </pc:sldChg>
      <pc:sldChg chg="add del">
        <pc:chgData name="Mariana Rocha" userId="0a3173bd-d0ed-4c32-8e4c-b90c820606c5" providerId="ADAL" clId="{DCC3A51D-31E8-5BC6-970B-354B54D5302A}" dt="2025-10-01T11:37:40.419" v="1093" actId="2696"/>
        <pc:sldMkLst>
          <pc:docMk/>
          <pc:sldMk cId="2254872950" sldId="297"/>
        </pc:sldMkLst>
      </pc:sldChg>
      <pc:sldChg chg="delSp modSp add del mod">
        <pc:chgData name="Mariana Rocha" userId="0a3173bd-d0ed-4c32-8e4c-b90c820606c5" providerId="ADAL" clId="{DCC3A51D-31E8-5BC6-970B-354B54D5302A}" dt="2025-10-01T11:21:42.122" v="792" actId="2696"/>
        <pc:sldMkLst>
          <pc:docMk/>
          <pc:sldMk cId="2782971812" sldId="297"/>
        </pc:sldMkLst>
        <pc:spChg chg="mod">
          <ac:chgData name="Mariana Rocha" userId="0a3173bd-d0ed-4c32-8e4c-b90c820606c5" providerId="ADAL" clId="{DCC3A51D-31E8-5BC6-970B-354B54D5302A}" dt="2025-10-01T11:19:15.645" v="725" actId="20577"/>
          <ac:spMkLst>
            <pc:docMk/>
            <pc:sldMk cId="2782971812" sldId="297"/>
            <ac:spMk id="3" creationId="{719FD579-9635-2DF9-965D-41A1BF10A8E3}"/>
          </ac:spMkLst>
        </pc:spChg>
        <pc:spChg chg="del">
          <ac:chgData name="Mariana Rocha" userId="0a3173bd-d0ed-4c32-8e4c-b90c820606c5" providerId="ADAL" clId="{DCC3A51D-31E8-5BC6-970B-354B54D5302A}" dt="2025-10-01T11:19:17.983" v="726" actId="478"/>
          <ac:spMkLst>
            <pc:docMk/>
            <pc:sldMk cId="2782971812" sldId="297"/>
            <ac:spMk id="4" creationId="{2B04D177-F953-2C7C-4C03-2047741E63BC}"/>
          </ac:spMkLst>
        </pc:spChg>
      </pc:sldChg>
      <pc:sldChg chg="addSp delSp modSp add del mod">
        <pc:chgData name="Mariana Rocha" userId="0a3173bd-d0ed-4c32-8e4c-b90c820606c5" providerId="ADAL" clId="{DCC3A51D-31E8-5BC6-970B-354B54D5302A}" dt="2025-10-01T11:34:25.759" v="1013" actId="2696"/>
        <pc:sldMkLst>
          <pc:docMk/>
          <pc:sldMk cId="1540667331" sldId="298"/>
        </pc:sldMkLst>
        <pc:spChg chg="mod">
          <ac:chgData name="Mariana Rocha" userId="0a3173bd-d0ed-4c32-8e4c-b90c820606c5" providerId="ADAL" clId="{DCC3A51D-31E8-5BC6-970B-354B54D5302A}" dt="2025-10-01T11:34:23.407" v="1012" actId="20577"/>
          <ac:spMkLst>
            <pc:docMk/>
            <pc:sldMk cId="1540667331" sldId="298"/>
            <ac:spMk id="2" creationId="{FF023677-6B3B-F350-4F0E-0A75798E2030}"/>
          </ac:spMkLst>
        </pc:spChg>
        <pc:spChg chg="del">
          <ac:chgData name="Mariana Rocha" userId="0a3173bd-d0ed-4c32-8e4c-b90c820606c5" providerId="ADAL" clId="{DCC3A51D-31E8-5BC6-970B-354B54D5302A}" dt="2025-10-01T11:31:06.451" v="908" actId="478"/>
          <ac:spMkLst>
            <pc:docMk/>
            <pc:sldMk cId="1540667331" sldId="298"/>
            <ac:spMk id="4" creationId="{D72738F5-11F7-965C-3747-EB4D14993933}"/>
          </ac:spMkLst>
        </pc:spChg>
        <pc:spChg chg="add del mod">
          <ac:chgData name="Mariana Rocha" userId="0a3173bd-d0ed-4c32-8e4c-b90c820606c5" providerId="ADAL" clId="{DCC3A51D-31E8-5BC6-970B-354B54D5302A}" dt="2025-10-01T11:31:08.627" v="909" actId="478"/>
          <ac:spMkLst>
            <pc:docMk/>
            <pc:sldMk cId="1540667331" sldId="298"/>
            <ac:spMk id="5" creationId="{50FCB635-0B30-693C-649C-1D7FFDF703DC}"/>
          </ac:spMkLst>
        </pc:spChg>
        <pc:picChg chg="add mod">
          <ac:chgData name="Mariana Rocha" userId="0a3173bd-d0ed-4c32-8e4c-b90c820606c5" providerId="ADAL" clId="{DCC3A51D-31E8-5BC6-970B-354B54D5302A}" dt="2025-10-01T11:32:23.728" v="914" actId="1076"/>
          <ac:picMkLst>
            <pc:docMk/>
            <pc:sldMk cId="1540667331" sldId="298"/>
            <ac:picMk id="7" creationId="{2D0E7824-4C10-9F54-3D15-D5C09EC74B61}"/>
          </ac:picMkLst>
        </pc:picChg>
      </pc:sldChg>
      <pc:sldChg chg="modSp add mod">
        <pc:chgData name="Mariana Rocha" userId="0a3173bd-d0ed-4c32-8e4c-b90c820606c5" providerId="ADAL" clId="{DCC3A51D-31E8-5BC6-970B-354B54D5302A}" dt="2025-10-01T11:50:47.938" v="1677" actId="20577"/>
        <pc:sldMkLst>
          <pc:docMk/>
          <pc:sldMk cId="2715557940" sldId="298"/>
        </pc:sldMkLst>
        <pc:spChg chg="mod">
          <ac:chgData name="Mariana Rocha" userId="0a3173bd-d0ed-4c32-8e4c-b90c820606c5" providerId="ADAL" clId="{DCC3A51D-31E8-5BC6-970B-354B54D5302A}" dt="2025-10-01T11:50:47.938" v="1677" actId="20577"/>
          <ac:spMkLst>
            <pc:docMk/>
            <pc:sldMk cId="2715557940" sldId="298"/>
            <ac:spMk id="3" creationId="{11FDC79A-A6B4-9F37-10CC-34843935D783}"/>
          </ac:spMkLst>
        </pc:spChg>
        <pc:spChg chg="mod">
          <ac:chgData name="Mariana Rocha" userId="0a3173bd-d0ed-4c32-8e4c-b90c820606c5" providerId="ADAL" clId="{DCC3A51D-31E8-5BC6-970B-354B54D5302A}" dt="2025-10-01T11:50:15.689" v="1653" actId="20577"/>
          <ac:spMkLst>
            <pc:docMk/>
            <pc:sldMk cId="2715557940" sldId="298"/>
            <ac:spMk id="6" creationId="{2CD50787-49E3-A1D9-36CA-7C1A8ABCB5A9}"/>
          </ac:spMkLst>
        </pc:spChg>
      </pc:sldChg>
      <pc:sldChg chg="addSp delSp modSp add mod">
        <pc:chgData name="Mariana Rocha" userId="0a3173bd-d0ed-4c32-8e4c-b90c820606c5" providerId="ADAL" clId="{DCC3A51D-31E8-5BC6-970B-354B54D5302A}" dt="2025-10-01T11:53:33.591" v="1945" actId="1076"/>
        <pc:sldMkLst>
          <pc:docMk/>
          <pc:sldMk cId="3793166246" sldId="299"/>
        </pc:sldMkLst>
        <pc:spChg chg="mod">
          <ac:chgData name="Mariana Rocha" userId="0a3173bd-d0ed-4c32-8e4c-b90c820606c5" providerId="ADAL" clId="{DCC3A51D-31E8-5BC6-970B-354B54D5302A}" dt="2025-10-01T11:50:55.496" v="1704" actId="20577"/>
          <ac:spMkLst>
            <pc:docMk/>
            <pc:sldMk cId="3793166246" sldId="299"/>
            <ac:spMk id="3" creationId="{37D74566-59CC-B16F-CA35-E00350001BB6}"/>
          </ac:spMkLst>
        </pc:spChg>
        <pc:spChg chg="add mod">
          <ac:chgData name="Mariana Rocha" userId="0a3173bd-d0ed-4c32-8e4c-b90c820606c5" providerId="ADAL" clId="{DCC3A51D-31E8-5BC6-970B-354B54D5302A}" dt="2025-10-01T11:51:48.233" v="1718" actId="1076"/>
          <ac:spMkLst>
            <pc:docMk/>
            <pc:sldMk cId="3793166246" sldId="299"/>
            <ac:spMk id="4" creationId="{782EA973-FFC4-E3E0-0B09-0FF57EDC80DC}"/>
          </ac:spMkLst>
        </pc:spChg>
        <pc:spChg chg="del">
          <ac:chgData name="Mariana Rocha" userId="0a3173bd-d0ed-4c32-8e4c-b90c820606c5" providerId="ADAL" clId="{DCC3A51D-31E8-5BC6-970B-354B54D5302A}" dt="2025-10-01T11:51:07.828" v="1705" actId="478"/>
          <ac:spMkLst>
            <pc:docMk/>
            <pc:sldMk cId="3793166246" sldId="299"/>
            <ac:spMk id="6" creationId="{33535474-59A9-9CB1-3829-01883C5FD7AF}"/>
          </ac:spMkLst>
        </pc:spChg>
        <pc:spChg chg="add mod">
          <ac:chgData name="Mariana Rocha" userId="0a3173bd-d0ed-4c32-8e4c-b90c820606c5" providerId="ADAL" clId="{DCC3A51D-31E8-5BC6-970B-354B54D5302A}" dt="2025-10-01T11:53:33.591" v="1945" actId="1076"/>
          <ac:spMkLst>
            <pc:docMk/>
            <pc:sldMk cId="3793166246" sldId="299"/>
            <ac:spMk id="7" creationId="{387E5DD9-65B0-91CC-F2E7-85CA85EE4290}"/>
          </ac:spMkLst>
        </pc:spChg>
        <pc:spChg chg="add mod">
          <ac:chgData name="Mariana Rocha" userId="0a3173bd-d0ed-4c32-8e4c-b90c820606c5" providerId="ADAL" clId="{DCC3A51D-31E8-5BC6-970B-354B54D5302A}" dt="2025-10-01T11:53:31.628" v="1944" actId="167"/>
          <ac:spMkLst>
            <pc:docMk/>
            <pc:sldMk cId="3793166246" sldId="299"/>
            <ac:spMk id="9" creationId="{1B715FB9-C4DE-CBE7-7755-78C49350E26C}"/>
          </ac:spMkLst>
        </pc:spChg>
      </pc:sldChg>
      <pc:sldChg chg="modSp add mod ord">
        <pc:chgData name="Mariana Rocha" userId="0a3173bd-d0ed-4c32-8e4c-b90c820606c5" providerId="ADAL" clId="{DCC3A51D-31E8-5BC6-970B-354B54D5302A}" dt="2025-10-01T11:59:13.703" v="2197" actId="14100"/>
        <pc:sldMkLst>
          <pc:docMk/>
          <pc:sldMk cId="3249549766" sldId="300"/>
        </pc:sldMkLst>
        <pc:spChg chg="mod">
          <ac:chgData name="Mariana Rocha" userId="0a3173bd-d0ed-4c32-8e4c-b90c820606c5" providerId="ADAL" clId="{DCC3A51D-31E8-5BC6-970B-354B54D5302A}" dt="2025-10-01T11:59:05.652" v="2194" actId="20577"/>
          <ac:spMkLst>
            <pc:docMk/>
            <pc:sldMk cId="3249549766" sldId="300"/>
            <ac:spMk id="3" creationId="{62528A29-B574-4B32-BD5F-AE14D1331D88}"/>
          </ac:spMkLst>
        </pc:spChg>
        <pc:spChg chg="mod">
          <ac:chgData name="Mariana Rocha" userId="0a3173bd-d0ed-4c32-8e4c-b90c820606c5" providerId="ADAL" clId="{DCC3A51D-31E8-5BC6-970B-354B54D5302A}" dt="2025-10-01T11:59:13.703" v="2197" actId="14100"/>
          <ac:spMkLst>
            <pc:docMk/>
            <pc:sldMk cId="3249549766" sldId="300"/>
            <ac:spMk id="6" creationId="{767F3AA4-E556-B764-3444-CF82894E2ED7}"/>
          </ac:spMkLst>
        </pc:spChg>
      </pc:sldChg>
      <pc:sldChg chg="addSp delSp modSp add mod">
        <pc:chgData name="Mariana Rocha" userId="0a3173bd-d0ed-4c32-8e4c-b90c820606c5" providerId="ADAL" clId="{DCC3A51D-31E8-5BC6-970B-354B54D5302A}" dt="2025-10-01T12:14:48.997" v="2772" actId="1076"/>
        <pc:sldMkLst>
          <pc:docMk/>
          <pc:sldMk cId="1705623697" sldId="301"/>
        </pc:sldMkLst>
        <pc:spChg chg="mod">
          <ac:chgData name="Mariana Rocha" userId="0a3173bd-d0ed-4c32-8e4c-b90c820606c5" providerId="ADAL" clId="{DCC3A51D-31E8-5BC6-970B-354B54D5302A}" dt="2025-10-01T11:55:57.953" v="2073" actId="20577"/>
          <ac:spMkLst>
            <pc:docMk/>
            <pc:sldMk cId="1705623697" sldId="301"/>
            <ac:spMk id="3" creationId="{28603C8D-4C9D-D97C-D861-24CD9226FA2B}"/>
          </ac:spMkLst>
        </pc:spChg>
        <pc:spChg chg="del">
          <ac:chgData name="Mariana Rocha" userId="0a3173bd-d0ed-4c32-8e4c-b90c820606c5" providerId="ADAL" clId="{DCC3A51D-31E8-5BC6-970B-354B54D5302A}" dt="2025-10-01T12:10:06.553" v="2535" actId="478"/>
          <ac:spMkLst>
            <pc:docMk/>
            <pc:sldMk cId="1705623697" sldId="301"/>
            <ac:spMk id="4" creationId="{23D71438-A0DA-6060-C453-4BF1B2BCDA00}"/>
          </ac:spMkLst>
        </pc:spChg>
        <pc:spChg chg="add mod">
          <ac:chgData name="Mariana Rocha" userId="0a3173bd-d0ed-4c32-8e4c-b90c820606c5" providerId="ADAL" clId="{DCC3A51D-31E8-5BC6-970B-354B54D5302A}" dt="2025-10-01T12:14:22.039" v="2764" actId="1076"/>
          <ac:spMkLst>
            <pc:docMk/>
            <pc:sldMk cId="1705623697" sldId="301"/>
            <ac:spMk id="5" creationId="{4ED15E5A-305A-4AC9-CD57-27D66086B941}"/>
          </ac:spMkLst>
        </pc:spChg>
        <pc:spChg chg="del">
          <ac:chgData name="Mariana Rocha" userId="0a3173bd-d0ed-4c32-8e4c-b90c820606c5" providerId="ADAL" clId="{DCC3A51D-31E8-5BC6-970B-354B54D5302A}" dt="2025-10-01T12:12:02.005" v="2567" actId="478"/>
          <ac:spMkLst>
            <pc:docMk/>
            <pc:sldMk cId="1705623697" sldId="301"/>
            <ac:spMk id="7" creationId="{B0ECFD6D-6FE6-FFBC-0631-CF56A347E117}"/>
          </ac:spMkLst>
        </pc:spChg>
        <pc:spChg chg="add mod">
          <ac:chgData name="Mariana Rocha" userId="0a3173bd-d0ed-4c32-8e4c-b90c820606c5" providerId="ADAL" clId="{DCC3A51D-31E8-5BC6-970B-354B54D5302A}" dt="2025-10-01T12:14:48.997" v="2772" actId="1076"/>
          <ac:spMkLst>
            <pc:docMk/>
            <pc:sldMk cId="1705623697" sldId="301"/>
            <ac:spMk id="8" creationId="{50911CCF-D8C4-8B23-25F5-AA4B55D549EE}"/>
          </ac:spMkLst>
        </pc:spChg>
        <pc:spChg chg="mod">
          <ac:chgData name="Mariana Rocha" userId="0a3173bd-d0ed-4c32-8e4c-b90c820606c5" providerId="ADAL" clId="{DCC3A51D-31E8-5BC6-970B-354B54D5302A}" dt="2025-10-01T12:14:31.045" v="2768" actId="20577"/>
          <ac:spMkLst>
            <pc:docMk/>
            <pc:sldMk cId="1705623697" sldId="301"/>
            <ac:spMk id="9" creationId="{8AA99370-CA04-32B8-E491-609BF97F8E61}"/>
          </ac:spMkLst>
        </pc:spChg>
        <pc:spChg chg="add">
          <ac:chgData name="Mariana Rocha" userId="0a3173bd-d0ed-4c32-8e4c-b90c820606c5" providerId="ADAL" clId="{DCC3A51D-31E8-5BC6-970B-354B54D5302A}" dt="2025-10-01T12:13:35.355" v="2715"/>
          <ac:spMkLst>
            <pc:docMk/>
            <pc:sldMk cId="1705623697" sldId="301"/>
            <ac:spMk id="10" creationId="{F50C610D-A2AA-13B0-B4E0-75DCE508B1A2}"/>
          </ac:spMkLst>
        </pc:spChg>
      </pc:sldChg>
      <pc:sldChg chg="addSp delSp modSp add mod">
        <pc:chgData name="Mariana Rocha" userId="0a3173bd-d0ed-4c32-8e4c-b90c820606c5" providerId="ADAL" clId="{DCC3A51D-31E8-5BC6-970B-354B54D5302A}" dt="2025-10-01T12:00:26.905" v="2273" actId="14100"/>
        <pc:sldMkLst>
          <pc:docMk/>
          <pc:sldMk cId="1002372876" sldId="302"/>
        </pc:sldMkLst>
        <pc:spChg chg="mod">
          <ac:chgData name="Mariana Rocha" userId="0a3173bd-d0ed-4c32-8e4c-b90c820606c5" providerId="ADAL" clId="{DCC3A51D-31E8-5BC6-970B-354B54D5302A}" dt="2025-10-01T11:59:20.327" v="2202" actId="20577"/>
          <ac:spMkLst>
            <pc:docMk/>
            <pc:sldMk cId="1002372876" sldId="302"/>
            <ac:spMk id="3" creationId="{062FCF83-C383-8D04-152E-A275196A8AB5}"/>
          </ac:spMkLst>
        </pc:spChg>
        <pc:spChg chg="add mod">
          <ac:chgData name="Mariana Rocha" userId="0a3173bd-d0ed-4c32-8e4c-b90c820606c5" providerId="ADAL" clId="{DCC3A51D-31E8-5BC6-970B-354B54D5302A}" dt="2025-10-01T12:00:26.905" v="2273" actId="14100"/>
          <ac:spMkLst>
            <pc:docMk/>
            <pc:sldMk cId="1002372876" sldId="302"/>
            <ac:spMk id="4" creationId="{FAD342AF-CFA8-7BF2-D00C-11D34F2DC9BF}"/>
          </ac:spMkLst>
        </pc:spChg>
        <pc:spChg chg="del">
          <ac:chgData name="Mariana Rocha" userId="0a3173bd-d0ed-4c32-8e4c-b90c820606c5" providerId="ADAL" clId="{DCC3A51D-31E8-5BC6-970B-354B54D5302A}" dt="2025-10-01T11:59:23.208" v="2203" actId="478"/>
          <ac:spMkLst>
            <pc:docMk/>
            <pc:sldMk cId="1002372876" sldId="302"/>
            <ac:spMk id="6" creationId="{8F942BD7-8AF5-7961-4977-97A5C66DC207}"/>
          </ac:spMkLst>
        </pc:spChg>
      </pc:sldChg>
      <pc:sldChg chg="addSp modSp add mod">
        <pc:chgData name="Mariana Rocha" userId="0a3173bd-d0ed-4c32-8e4c-b90c820606c5" providerId="ADAL" clId="{DCC3A51D-31E8-5BC6-970B-354B54D5302A}" dt="2025-10-01T12:36:59.471" v="3182" actId="20577"/>
        <pc:sldMkLst>
          <pc:docMk/>
          <pc:sldMk cId="1053082730" sldId="303"/>
        </pc:sldMkLst>
        <pc:spChg chg="mod">
          <ac:chgData name="Mariana Rocha" userId="0a3173bd-d0ed-4c32-8e4c-b90c820606c5" providerId="ADAL" clId="{DCC3A51D-31E8-5BC6-970B-354B54D5302A}" dt="2025-10-01T12:36:14.928" v="3142" actId="20577"/>
          <ac:spMkLst>
            <pc:docMk/>
            <pc:sldMk cId="1053082730" sldId="303"/>
            <ac:spMk id="4" creationId="{0480F372-AB2D-17D7-4848-51075B43FDA5}"/>
          </ac:spMkLst>
        </pc:spChg>
        <pc:spChg chg="add mod">
          <ac:chgData name="Mariana Rocha" userId="0a3173bd-d0ed-4c32-8e4c-b90c820606c5" providerId="ADAL" clId="{DCC3A51D-31E8-5BC6-970B-354B54D5302A}" dt="2025-10-01T12:36:59.471" v="3182" actId="20577"/>
          <ac:spMkLst>
            <pc:docMk/>
            <pc:sldMk cId="1053082730" sldId="303"/>
            <ac:spMk id="5" creationId="{D2564D9C-7EEC-7C67-E61F-8FF15CD1F3CF}"/>
          </ac:spMkLst>
        </pc:spChg>
      </pc:sldChg>
      <pc:sldChg chg="modSp add mod">
        <pc:chgData name="Mariana Rocha" userId="0a3173bd-d0ed-4c32-8e4c-b90c820606c5" providerId="ADAL" clId="{DCC3A51D-31E8-5BC6-970B-354B54D5302A}" dt="2025-10-01T12:02:32.332" v="2291" actId="14100"/>
        <pc:sldMkLst>
          <pc:docMk/>
          <pc:sldMk cId="1436017257" sldId="304"/>
        </pc:sldMkLst>
        <pc:spChg chg="mod">
          <ac:chgData name="Mariana Rocha" userId="0a3173bd-d0ed-4c32-8e4c-b90c820606c5" providerId="ADAL" clId="{DCC3A51D-31E8-5BC6-970B-354B54D5302A}" dt="2025-10-01T12:02:32.332" v="2291" actId="14100"/>
          <ac:spMkLst>
            <pc:docMk/>
            <pc:sldMk cId="1436017257" sldId="304"/>
            <ac:spMk id="3" creationId="{9A6E8C47-213F-DF32-B584-4D7C3998BA4E}"/>
          </ac:spMkLst>
        </pc:spChg>
      </pc:sldChg>
      <pc:sldChg chg="addSp delSp modSp add mod">
        <pc:chgData name="Mariana Rocha" userId="0a3173bd-d0ed-4c32-8e4c-b90c820606c5" providerId="ADAL" clId="{DCC3A51D-31E8-5BC6-970B-354B54D5302A}" dt="2025-10-01T12:29:30.510" v="3029" actId="403"/>
        <pc:sldMkLst>
          <pc:docMk/>
          <pc:sldMk cId="1173543845" sldId="305"/>
        </pc:sldMkLst>
        <pc:spChg chg="del">
          <ac:chgData name="Mariana Rocha" userId="0a3173bd-d0ed-4c32-8e4c-b90c820606c5" providerId="ADAL" clId="{DCC3A51D-31E8-5BC6-970B-354B54D5302A}" dt="2025-10-01T12:27:12.057" v="3016" actId="478"/>
          <ac:spMkLst>
            <pc:docMk/>
            <pc:sldMk cId="1173543845" sldId="305"/>
            <ac:spMk id="2" creationId="{E05A744B-D07B-D20D-22C8-F0DC456BB360}"/>
          </ac:spMkLst>
        </pc:spChg>
        <pc:spChg chg="add mod">
          <ac:chgData name="Mariana Rocha" userId="0a3173bd-d0ed-4c32-8e4c-b90c820606c5" providerId="ADAL" clId="{DCC3A51D-31E8-5BC6-970B-354B54D5302A}" dt="2025-10-01T12:29:30.510" v="3029" actId="403"/>
          <ac:spMkLst>
            <pc:docMk/>
            <pc:sldMk cId="1173543845" sldId="305"/>
            <ac:spMk id="4" creationId="{5CD2DAFC-BCA4-3900-200B-2B41DDA04260}"/>
          </ac:spMkLst>
        </pc:spChg>
      </pc:sldChg>
      <pc:sldChg chg="modSp add mod ord">
        <pc:chgData name="Mariana Rocha" userId="0a3173bd-d0ed-4c32-8e4c-b90c820606c5" providerId="ADAL" clId="{DCC3A51D-31E8-5BC6-970B-354B54D5302A}" dt="2025-10-01T12:38:28.821" v="3206" actId="20578"/>
        <pc:sldMkLst>
          <pc:docMk/>
          <pc:sldMk cId="2937755218" sldId="306"/>
        </pc:sldMkLst>
        <pc:spChg chg="mod">
          <ac:chgData name="Mariana Rocha" userId="0a3173bd-d0ed-4c32-8e4c-b90c820606c5" providerId="ADAL" clId="{DCC3A51D-31E8-5BC6-970B-354B54D5302A}" dt="2025-10-01T12:35:39.877" v="3140" actId="122"/>
          <ac:spMkLst>
            <pc:docMk/>
            <pc:sldMk cId="2937755218" sldId="306"/>
            <ac:spMk id="3" creationId="{CAD3A426-57F8-64E1-A485-88EE1DDB1489}"/>
          </ac:spMkLst>
        </pc:spChg>
      </pc:sldChg>
      <pc:sldChg chg="modSp add mod ord">
        <pc:chgData name="Mariana Rocha" userId="0a3173bd-d0ed-4c32-8e4c-b90c820606c5" providerId="ADAL" clId="{DCC3A51D-31E8-5BC6-970B-354B54D5302A}" dt="2025-10-01T12:37:42.744" v="3204" actId="1076"/>
        <pc:sldMkLst>
          <pc:docMk/>
          <pc:sldMk cId="761571103" sldId="307"/>
        </pc:sldMkLst>
        <pc:spChg chg="mod">
          <ac:chgData name="Mariana Rocha" userId="0a3173bd-d0ed-4c32-8e4c-b90c820606c5" providerId="ADAL" clId="{DCC3A51D-31E8-5BC6-970B-354B54D5302A}" dt="2025-10-01T12:37:42.744" v="3204" actId="1076"/>
          <ac:spMkLst>
            <pc:docMk/>
            <pc:sldMk cId="761571103" sldId="307"/>
            <ac:spMk id="3" creationId="{A1EAC270-27CC-7BEA-6E73-E2002C3B933D}"/>
          </ac:spMkLst>
        </pc:spChg>
      </pc:sldChg>
      <pc:sldChg chg="addSp delSp modSp add mod">
        <pc:chgData name="Mariana Rocha" userId="0a3173bd-d0ed-4c32-8e4c-b90c820606c5" providerId="ADAL" clId="{DCC3A51D-31E8-5BC6-970B-354B54D5302A}" dt="2025-10-01T12:44:56.839" v="3638" actId="20577"/>
        <pc:sldMkLst>
          <pc:docMk/>
          <pc:sldMk cId="4219337555" sldId="308"/>
        </pc:sldMkLst>
        <pc:spChg chg="del">
          <ac:chgData name="Mariana Rocha" userId="0a3173bd-d0ed-4c32-8e4c-b90c820606c5" providerId="ADAL" clId="{DCC3A51D-31E8-5BC6-970B-354B54D5302A}" dt="2025-10-01T12:39:05.441" v="3350" actId="478"/>
          <ac:spMkLst>
            <pc:docMk/>
            <pc:sldMk cId="4219337555" sldId="308"/>
            <ac:spMk id="3" creationId="{6389AAC5-8EB3-0AA9-0311-733CD6EFDF21}"/>
          </ac:spMkLst>
        </pc:spChg>
        <pc:spChg chg="add mod">
          <ac:chgData name="Mariana Rocha" userId="0a3173bd-d0ed-4c32-8e4c-b90c820606c5" providerId="ADAL" clId="{DCC3A51D-31E8-5BC6-970B-354B54D5302A}" dt="2025-10-01T12:44:56.839" v="3638" actId="20577"/>
          <ac:spMkLst>
            <pc:docMk/>
            <pc:sldMk cId="4219337555" sldId="308"/>
            <ac:spMk id="4" creationId="{C6A39C05-A2E1-28EC-0ED6-FE97F35475F2}"/>
          </ac:spMkLst>
        </pc:spChg>
        <pc:spChg chg="mod">
          <ac:chgData name="Mariana Rocha" userId="0a3173bd-d0ed-4c32-8e4c-b90c820606c5" providerId="ADAL" clId="{DCC3A51D-31E8-5BC6-970B-354B54D5302A}" dt="2025-10-01T12:38:34.051" v="3218" actId="20577"/>
          <ac:spMkLst>
            <pc:docMk/>
            <pc:sldMk cId="4219337555" sldId="308"/>
            <ac:spMk id="11" creationId="{BB9120E2-4062-0A20-D6E7-52121F94FC1A}"/>
          </ac:spMkLst>
        </pc:spChg>
        <pc:spChg chg="mod">
          <ac:chgData name="Mariana Rocha" userId="0a3173bd-d0ed-4c32-8e4c-b90c820606c5" providerId="ADAL" clId="{DCC3A51D-31E8-5BC6-970B-354B54D5302A}" dt="2025-10-01T12:44:35.459" v="3637" actId="1076"/>
          <ac:spMkLst>
            <pc:docMk/>
            <pc:sldMk cId="4219337555" sldId="308"/>
            <ac:spMk id="12" creationId="{81D99DCA-2A97-86AE-03F5-EA1D048965A5}"/>
          </ac:spMkLst>
        </pc:spChg>
      </pc:sldChg>
      <pc:sldChg chg="add del">
        <pc:chgData name="Mariana Rocha" userId="0a3173bd-d0ed-4c32-8e4c-b90c820606c5" providerId="ADAL" clId="{DCC3A51D-31E8-5BC6-970B-354B54D5302A}" dt="2025-10-01T12:39:08.230" v="3352"/>
        <pc:sldMkLst>
          <pc:docMk/>
          <pc:sldMk cId="647437081" sldId="309"/>
        </pc:sldMkLst>
      </pc:sldChg>
      <pc:sldMasterChg chg="modSp modSldLayout">
        <pc:chgData name="Mariana Rocha" userId="0a3173bd-d0ed-4c32-8e4c-b90c820606c5" providerId="ADAL" clId="{DCC3A51D-31E8-5BC6-970B-354B54D5302A}" dt="2025-09-12T16:38:50.248" v="6"/>
        <pc:sldMasterMkLst>
          <pc:docMk/>
          <pc:sldMasterMk cId="3347263494" sldId="2147483666"/>
        </pc:sldMasterMkLst>
        <pc:spChg chg="mod">
          <ac:chgData name="Mariana Rocha" userId="0a3173bd-d0ed-4c32-8e4c-b90c820606c5" providerId="ADAL" clId="{DCC3A51D-31E8-5BC6-970B-354B54D5302A}" dt="2025-09-12T16:38:50.248" v="6"/>
          <ac:spMkLst>
            <pc:docMk/>
            <pc:sldMasterMk cId="3347263494" sldId="2147483666"/>
            <ac:spMk id="2" creationId="{27E0A642-ABE6-FE0E-2BD1-AB0BC48CE28E}"/>
          </ac:spMkLst>
        </pc:spChg>
        <pc:spChg chg="mod">
          <ac:chgData name="Mariana Rocha" userId="0a3173bd-d0ed-4c32-8e4c-b90c820606c5" providerId="ADAL" clId="{DCC3A51D-31E8-5BC6-970B-354B54D5302A}" dt="2025-09-12T16:38:50.248" v="6"/>
          <ac:spMkLst>
            <pc:docMk/>
            <pc:sldMasterMk cId="3347263494" sldId="2147483666"/>
            <ac:spMk id="3" creationId="{E9047573-978D-7FA9-0D26-40779E9769A3}"/>
          </ac:spMkLst>
        </pc:spChg>
        <pc:spChg chg="mod">
          <ac:chgData name="Mariana Rocha" userId="0a3173bd-d0ed-4c32-8e4c-b90c820606c5" providerId="ADAL" clId="{DCC3A51D-31E8-5BC6-970B-354B54D5302A}" dt="2025-09-12T16:38:50.248" v="6"/>
          <ac:spMkLst>
            <pc:docMk/>
            <pc:sldMasterMk cId="3347263494" sldId="2147483666"/>
            <ac:spMk id="4" creationId="{56631032-3BBA-DDD8-39F1-68FB671B8D3D}"/>
          </ac:spMkLst>
        </pc:spChg>
        <pc:spChg chg="mod">
          <ac:chgData name="Mariana Rocha" userId="0a3173bd-d0ed-4c32-8e4c-b90c820606c5" providerId="ADAL" clId="{DCC3A51D-31E8-5BC6-970B-354B54D5302A}" dt="2025-09-12T16:38:50.248" v="6"/>
          <ac:spMkLst>
            <pc:docMk/>
            <pc:sldMasterMk cId="3347263494" sldId="2147483666"/>
            <ac:spMk id="5" creationId="{B8C0B08B-CD62-82DF-7BC9-CCDE7E5B639E}"/>
          </ac:spMkLst>
        </pc:spChg>
        <pc:spChg chg="mod">
          <ac:chgData name="Mariana Rocha" userId="0a3173bd-d0ed-4c32-8e4c-b90c820606c5" providerId="ADAL" clId="{DCC3A51D-31E8-5BC6-970B-354B54D5302A}" dt="2025-09-12T16:38:50.248" v="6"/>
          <ac:spMkLst>
            <pc:docMk/>
            <pc:sldMasterMk cId="3347263494" sldId="2147483666"/>
            <ac:spMk id="6" creationId="{02D453A8-267C-532B-1CCE-A59D105FDAE1}"/>
          </ac:spMkLst>
        </pc:spChg>
        <pc:sldLayoutChg chg="modSp">
          <pc:chgData name="Mariana Rocha" userId="0a3173bd-d0ed-4c32-8e4c-b90c820606c5" providerId="ADAL" clId="{DCC3A51D-31E8-5BC6-970B-354B54D5302A}" dt="2025-09-12T16:38:50.248" v="6"/>
          <pc:sldLayoutMkLst>
            <pc:docMk/>
            <pc:sldMasterMk cId="3347263494" sldId="2147483666"/>
            <pc:sldLayoutMk cId="556673092" sldId="2147483667"/>
          </pc:sldLayoutMkLst>
          <pc:spChg chg="mod">
            <ac:chgData name="Mariana Rocha" userId="0a3173bd-d0ed-4c32-8e4c-b90c820606c5" providerId="ADAL" clId="{DCC3A51D-31E8-5BC6-970B-354B54D5302A}" dt="2025-09-12T16:38:50.248" v="6"/>
            <ac:spMkLst>
              <pc:docMk/>
              <pc:sldMasterMk cId="3347263494" sldId="2147483666"/>
              <pc:sldLayoutMk cId="556673092" sldId="2147483667"/>
              <ac:spMk id="2" creationId="{5141317E-4B72-DDFC-3395-0AFCCE2FD98E}"/>
            </ac:spMkLst>
          </pc:spChg>
          <pc:spChg chg="mod">
            <ac:chgData name="Mariana Rocha" userId="0a3173bd-d0ed-4c32-8e4c-b90c820606c5" providerId="ADAL" clId="{DCC3A51D-31E8-5BC6-970B-354B54D5302A}" dt="2025-09-12T16:38:50.248" v="6"/>
            <ac:spMkLst>
              <pc:docMk/>
              <pc:sldMasterMk cId="3347263494" sldId="2147483666"/>
              <pc:sldLayoutMk cId="556673092" sldId="2147483667"/>
              <ac:spMk id="3" creationId="{7DC926A8-BE5E-DB34-24F4-F8937FEFA617}"/>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211974678" sldId="2147483668"/>
          </pc:sldLayoutMkLst>
          <pc:spChg chg="mod">
            <ac:chgData name="Mariana Rocha" userId="0a3173bd-d0ed-4c32-8e4c-b90c820606c5" providerId="ADAL" clId="{DCC3A51D-31E8-5BC6-970B-354B54D5302A}" dt="2025-09-12T16:38:50.248" v="6"/>
            <ac:spMkLst>
              <pc:docMk/>
              <pc:sldMasterMk cId="3347263494" sldId="2147483666"/>
              <pc:sldLayoutMk cId="1211974678" sldId="2147483668"/>
              <ac:spMk id="7" creationId="{96B007DB-BAC0-B5F7-CD3D-D722F4B0FC67}"/>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120598334" sldId="2147483669"/>
          </pc:sldLayoutMkLst>
          <pc:spChg chg="mod">
            <ac:chgData name="Mariana Rocha" userId="0a3173bd-d0ed-4c32-8e4c-b90c820606c5" providerId="ADAL" clId="{DCC3A51D-31E8-5BC6-970B-354B54D5302A}" dt="2025-09-12T16:38:50.248" v="6"/>
            <ac:spMkLst>
              <pc:docMk/>
              <pc:sldMasterMk cId="3347263494" sldId="2147483666"/>
              <pc:sldLayoutMk cId="4120598334" sldId="2147483669"/>
              <ac:spMk id="10" creationId="{71D05262-A873-B471-8864-15D00174DECC}"/>
            </ac:spMkLst>
          </pc:spChg>
          <pc:picChg chg="mod">
            <ac:chgData name="Mariana Rocha" userId="0a3173bd-d0ed-4c32-8e4c-b90c820606c5" providerId="ADAL" clId="{DCC3A51D-31E8-5BC6-970B-354B54D5302A}" dt="2025-09-12T16:38:50.248" v="6"/>
            <ac:picMkLst>
              <pc:docMk/>
              <pc:sldMasterMk cId="3347263494" sldId="2147483666"/>
              <pc:sldLayoutMk cId="4120598334" sldId="2147483669"/>
              <ac:picMk id="8" creationId="{BBC1D34B-9075-8D03-3A5C-E7D33712D62A}"/>
            </ac:picMkLst>
          </pc:picChg>
        </pc:sldLayoutChg>
        <pc:sldLayoutChg chg="modSp">
          <pc:chgData name="Mariana Rocha" userId="0a3173bd-d0ed-4c32-8e4c-b90c820606c5" providerId="ADAL" clId="{DCC3A51D-31E8-5BC6-970B-354B54D5302A}" dt="2025-09-12T16:38:50.248" v="6"/>
          <pc:sldLayoutMkLst>
            <pc:docMk/>
            <pc:sldMasterMk cId="3347263494" sldId="2147483666"/>
            <pc:sldLayoutMk cId="3695917611" sldId="2147483670"/>
          </pc:sldLayoutMkLst>
          <pc:spChg chg="mod">
            <ac:chgData name="Mariana Rocha" userId="0a3173bd-d0ed-4c32-8e4c-b90c820606c5" providerId="ADAL" clId="{DCC3A51D-31E8-5BC6-970B-354B54D5302A}" dt="2025-09-12T16:38:50.248" v="6"/>
            <ac:spMkLst>
              <pc:docMk/>
              <pc:sldMasterMk cId="3347263494" sldId="2147483666"/>
              <pc:sldLayoutMk cId="3695917611" sldId="2147483670"/>
              <ac:spMk id="2" creationId="{C5824196-08E0-BC7A-8733-4E756A5FA64A}"/>
            </ac:spMkLst>
          </pc:spChg>
          <pc:spChg chg="mod">
            <ac:chgData name="Mariana Rocha" userId="0a3173bd-d0ed-4c32-8e4c-b90c820606c5" providerId="ADAL" clId="{DCC3A51D-31E8-5BC6-970B-354B54D5302A}" dt="2025-09-12T16:38:50.248" v="6"/>
            <ac:spMkLst>
              <pc:docMk/>
              <pc:sldMasterMk cId="3347263494" sldId="2147483666"/>
              <pc:sldLayoutMk cId="3695917611" sldId="2147483670"/>
              <ac:spMk id="3" creationId="{43DD4156-1D08-F755-3CB7-F04B4CB23105}"/>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969500109" sldId="2147483671"/>
          </pc:sldLayoutMkLst>
          <pc:spChg chg="mod">
            <ac:chgData name="Mariana Rocha" userId="0a3173bd-d0ed-4c32-8e4c-b90c820606c5" providerId="ADAL" clId="{DCC3A51D-31E8-5BC6-970B-354B54D5302A}" dt="2025-09-12T16:38:50.248" v="6"/>
            <ac:spMkLst>
              <pc:docMk/>
              <pc:sldMasterMk cId="3347263494" sldId="2147483666"/>
              <pc:sldLayoutMk cId="3969500109" sldId="2147483671"/>
              <ac:spMk id="2" creationId="{C5824196-08E0-BC7A-8733-4E756A5FA64A}"/>
            </ac:spMkLst>
          </pc:spChg>
          <pc:spChg chg="mod">
            <ac:chgData name="Mariana Rocha" userId="0a3173bd-d0ed-4c32-8e4c-b90c820606c5" providerId="ADAL" clId="{DCC3A51D-31E8-5BC6-970B-354B54D5302A}" dt="2025-09-12T16:38:50.248" v="6"/>
            <ac:spMkLst>
              <pc:docMk/>
              <pc:sldMasterMk cId="3347263494" sldId="2147483666"/>
              <pc:sldLayoutMk cId="3969500109" sldId="2147483671"/>
              <ac:spMk id="8" creationId="{459A2BA5-1AB5-DB59-3C54-16713B4E4270}"/>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2221917086" sldId="2147483672"/>
          </pc:sldLayoutMkLst>
          <pc:spChg chg="mod">
            <ac:chgData name="Mariana Rocha" userId="0a3173bd-d0ed-4c32-8e4c-b90c820606c5" providerId="ADAL" clId="{DCC3A51D-31E8-5BC6-970B-354B54D5302A}" dt="2025-09-12T16:38:50.248" v="6"/>
            <ac:spMkLst>
              <pc:docMk/>
              <pc:sldMasterMk cId="3347263494" sldId="2147483666"/>
              <pc:sldLayoutMk cId="2221917086" sldId="2147483672"/>
              <ac:spMk id="3" creationId="{15761E7E-A789-0692-DCFA-73EB3A13A57D}"/>
            </ac:spMkLst>
          </pc:spChg>
          <pc:spChg chg="mod">
            <ac:chgData name="Mariana Rocha" userId="0a3173bd-d0ed-4c32-8e4c-b90c820606c5" providerId="ADAL" clId="{DCC3A51D-31E8-5BC6-970B-354B54D5302A}" dt="2025-09-12T16:38:50.248" v="6"/>
            <ac:spMkLst>
              <pc:docMk/>
              <pc:sldMasterMk cId="3347263494" sldId="2147483666"/>
              <pc:sldLayoutMk cId="2221917086" sldId="2147483672"/>
              <ac:spMk id="4" creationId="{8C5CDC2F-840C-693F-493D-EB4B70B8294B}"/>
            </ac:spMkLst>
          </pc:spChg>
          <pc:spChg chg="mod">
            <ac:chgData name="Mariana Rocha" userId="0a3173bd-d0ed-4c32-8e4c-b90c820606c5" providerId="ADAL" clId="{DCC3A51D-31E8-5BC6-970B-354B54D5302A}" dt="2025-09-12T16:38:50.248" v="6"/>
            <ac:spMkLst>
              <pc:docMk/>
              <pc:sldMasterMk cId="3347263494" sldId="2147483666"/>
              <pc:sldLayoutMk cId="2221917086" sldId="2147483672"/>
              <ac:spMk id="8" creationId="{9B0BE543-0448-3A4C-5F33-EAD956CEEC4F}"/>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619214137" sldId="2147483673"/>
          </pc:sldLayoutMkLst>
          <pc:spChg chg="mod">
            <ac:chgData name="Mariana Rocha" userId="0a3173bd-d0ed-4c32-8e4c-b90c820606c5" providerId="ADAL" clId="{DCC3A51D-31E8-5BC6-970B-354B54D5302A}" dt="2025-09-12T16:38:50.248" v="6"/>
            <ac:spMkLst>
              <pc:docMk/>
              <pc:sldMasterMk cId="3347263494" sldId="2147483666"/>
              <pc:sldLayoutMk cId="619214137" sldId="2147483673"/>
              <ac:spMk id="2" creationId="{8C23E5D6-F819-DF80-8C6A-FE0FD23685EF}"/>
            </ac:spMkLst>
          </pc:spChg>
          <pc:spChg chg="mod">
            <ac:chgData name="Mariana Rocha" userId="0a3173bd-d0ed-4c32-8e4c-b90c820606c5" providerId="ADAL" clId="{DCC3A51D-31E8-5BC6-970B-354B54D5302A}" dt="2025-09-12T16:38:50.248" v="6"/>
            <ac:spMkLst>
              <pc:docMk/>
              <pc:sldMasterMk cId="3347263494" sldId="2147483666"/>
              <pc:sldLayoutMk cId="619214137" sldId="2147483673"/>
              <ac:spMk id="3" creationId="{40634751-4015-7A9E-A494-E4825F6D8AC9}"/>
            </ac:spMkLst>
          </pc:spChg>
          <pc:spChg chg="mod">
            <ac:chgData name="Mariana Rocha" userId="0a3173bd-d0ed-4c32-8e4c-b90c820606c5" providerId="ADAL" clId="{DCC3A51D-31E8-5BC6-970B-354B54D5302A}" dt="2025-09-12T16:38:50.248" v="6"/>
            <ac:spMkLst>
              <pc:docMk/>
              <pc:sldMasterMk cId="3347263494" sldId="2147483666"/>
              <pc:sldLayoutMk cId="619214137" sldId="2147483673"/>
              <ac:spMk id="4" creationId="{7DD0E5A5-4B18-9989-88ED-D6B31265D2DA}"/>
            </ac:spMkLst>
          </pc:spChg>
          <pc:spChg chg="mod">
            <ac:chgData name="Mariana Rocha" userId="0a3173bd-d0ed-4c32-8e4c-b90c820606c5" providerId="ADAL" clId="{DCC3A51D-31E8-5BC6-970B-354B54D5302A}" dt="2025-09-12T16:38:50.248" v="6"/>
            <ac:spMkLst>
              <pc:docMk/>
              <pc:sldMasterMk cId="3347263494" sldId="2147483666"/>
              <pc:sldLayoutMk cId="619214137" sldId="2147483673"/>
              <ac:spMk id="5" creationId="{27685D65-C667-2456-E06F-F0E68B2E5CEA}"/>
            </ac:spMkLst>
          </pc:spChg>
          <pc:spChg chg="mod">
            <ac:chgData name="Mariana Rocha" userId="0a3173bd-d0ed-4c32-8e4c-b90c820606c5" providerId="ADAL" clId="{DCC3A51D-31E8-5BC6-970B-354B54D5302A}" dt="2025-09-12T16:38:50.248" v="6"/>
            <ac:spMkLst>
              <pc:docMk/>
              <pc:sldMasterMk cId="3347263494" sldId="2147483666"/>
              <pc:sldLayoutMk cId="619214137" sldId="2147483673"/>
              <ac:spMk id="6" creationId="{C944F890-33E6-BD4B-978A-E4B20968B85C}"/>
            </ac:spMkLst>
          </pc:spChg>
          <pc:spChg chg="mod">
            <ac:chgData name="Mariana Rocha" userId="0a3173bd-d0ed-4c32-8e4c-b90c820606c5" providerId="ADAL" clId="{DCC3A51D-31E8-5BC6-970B-354B54D5302A}" dt="2025-09-12T16:38:50.248" v="6"/>
            <ac:spMkLst>
              <pc:docMk/>
              <pc:sldMasterMk cId="3347263494" sldId="2147483666"/>
              <pc:sldLayoutMk cId="619214137" sldId="2147483673"/>
              <ac:spMk id="10" creationId="{3A557A7C-8356-9C4D-0FD4-A2809BBA22A6}"/>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206136132" sldId="2147483674"/>
          </pc:sldLayoutMkLst>
          <pc:spChg chg="mod">
            <ac:chgData name="Mariana Rocha" userId="0a3173bd-d0ed-4c32-8e4c-b90c820606c5" providerId="ADAL" clId="{DCC3A51D-31E8-5BC6-970B-354B54D5302A}" dt="2025-09-12T16:38:50.248" v="6"/>
            <ac:spMkLst>
              <pc:docMk/>
              <pc:sldMasterMk cId="3347263494" sldId="2147483666"/>
              <pc:sldLayoutMk cId="4206136132" sldId="2147483674"/>
              <ac:spMk id="6" creationId="{28C00E1A-F73B-4343-8C36-A161A0EDF3C9}"/>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046120863" sldId="2147483676"/>
          </pc:sldLayoutMkLst>
          <pc:spChg chg="mod">
            <ac:chgData name="Mariana Rocha" userId="0a3173bd-d0ed-4c32-8e4c-b90c820606c5" providerId="ADAL" clId="{DCC3A51D-31E8-5BC6-970B-354B54D5302A}" dt="2025-09-12T16:38:50.248" v="6"/>
            <ac:spMkLst>
              <pc:docMk/>
              <pc:sldMasterMk cId="3347263494" sldId="2147483666"/>
              <pc:sldLayoutMk cId="3046120863" sldId="2147483676"/>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2366817885" sldId="2147483677"/>
          </pc:sldLayoutMkLst>
          <pc:spChg chg="mod">
            <ac:chgData name="Mariana Rocha" userId="0a3173bd-d0ed-4c32-8e4c-b90c820606c5" providerId="ADAL" clId="{DCC3A51D-31E8-5BC6-970B-354B54D5302A}" dt="2025-09-12T16:38:50.248" v="6"/>
            <ac:spMkLst>
              <pc:docMk/>
              <pc:sldMasterMk cId="3347263494" sldId="2147483666"/>
              <pc:sldLayoutMk cId="2366817885" sldId="2147483677"/>
              <ac:spMk id="5" creationId="{EAE7D552-8819-237B-3DDB-43E0C64CD7BE}"/>
            </ac:spMkLst>
          </pc:spChg>
          <pc:spChg chg="mod">
            <ac:chgData name="Mariana Rocha" userId="0a3173bd-d0ed-4c32-8e4c-b90c820606c5" providerId="ADAL" clId="{DCC3A51D-31E8-5BC6-970B-354B54D5302A}" dt="2025-09-12T16:38:50.248" v="6"/>
            <ac:spMkLst>
              <pc:docMk/>
              <pc:sldMasterMk cId="3347263494" sldId="2147483666"/>
              <pc:sldLayoutMk cId="2366817885" sldId="2147483677"/>
              <ac:spMk id="6" creationId="{E3987EB5-615F-0E93-F4DF-C88794473E91}"/>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269137184" sldId="2147483678"/>
          </pc:sldLayoutMkLst>
          <pc:spChg chg="mod">
            <ac:chgData name="Mariana Rocha" userId="0a3173bd-d0ed-4c32-8e4c-b90c820606c5" providerId="ADAL" clId="{DCC3A51D-31E8-5BC6-970B-354B54D5302A}" dt="2025-09-12T16:38:50.248" v="6"/>
            <ac:spMkLst>
              <pc:docMk/>
              <pc:sldMasterMk cId="3347263494" sldId="2147483666"/>
              <pc:sldLayoutMk cId="4269137184" sldId="2147483678"/>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009143595" sldId="2147483679"/>
          </pc:sldLayoutMkLst>
          <pc:spChg chg="mod">
            <ac:chgData name="Mariana Rocha" userId="0a3173bd-d0ed-4c32-8e4c-b90c820606c5" providerId="ADAL" clId="{DCC3A51D-31E8-5BC6-970B-354B54D5302A}" dt="2025-09-12T16:38:50.248" v="6"/>
            <ac:spMkLst>
              <pc:docMk/>
              <pc:sldMasterMk cId="3347263494" sldId="2147483666"/>
              <pc:sldLayoutMk cId="4009143595" sldId="2147483679"/>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619606649" sldId="2147483680"/>
          </pc:sldLayoutMkLst>
          <pc:spChg chg="mod">
            <ac:chgData name="Mariana Rocha" userId="0a3173bd-d0ed-4c32-8e4c-b90c820606c5" providerId="ADAL" clId="{DCC3A51D-31E8-5BC6-970B-354B54D5302A}" dt="2025-09-12T16:38:50.248" v="6"/>
            <ac:spMkLst>
              <pc:docMk/>
              <pc:sldMasterMk cId="3347263494" sldId="2147483666"/>
              <pc:sldLayoutMk cId="1619606649" sldId="2147483680"/>
              <ac:spMk id="5" creationId="{EAE7D552-8819-237B-3DDB-43E0C64CD7BE}"/>
            </ac:spMkLst>
          </pc:spChg>
          <pc:spChg chg="mod">
            <ac:chgData name="Mariana Rocha" userId="0a3173bd-d0ed-4c32-8e4c-b90c820606c5" providerId="ADAL" clId="{DCC3A51D-31E8-5BC6-970B-354B54D5302A}" dt="2025-09-12T16:38:50.248" v="6"/>
            <ac:spMkLst>
              <pc:docMk/>
              <pc:sldMasterMk cId="3347263494" sldId="2147483666"/>
              <pc:sldLayoutMk cId="1619606649" sldId="2147483680"/>
              <ac:spMk id="6" creationId="{E3987EB5-615F-0E93-F4DF-C88794473E91}"/>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154349030" sldId="2147483681"/>
          </pc:sldLayoutMkLst>
          <pc:spChg chg="mod">
            <ac:chgData name="Mariana Rocha" userId="0a3173bd-d0ed-4c32-8e4c-b90c820606c5" providerId="ADAL" clId="{DCC3A51D-31E8-5BC6-970B-354B54D5302A}" dt="2025-09-12T16:38:50.248" v="6"/>
            <ac:spMkLst>
              <pc:docMk/>
              <pc:sldMasterMk cId="3347263494" sldId="2147483666"/>
              <pc:sldLayoutMk cId="3154349030" sldId="2147483681"/>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013247424" sldId="2147483682"/>
          </pc:sldLayoutMkLst>
          <pc:spChg chg="mod">
            <ac:chgData name="Mariana Rocha" userId="0a3173bd-d0ed-4c32-8e4c-b90c820606c5" providerId="ADAL" clId="{DCC3A51D-31E8-5BC6-970B-354B54D5302A}" dt="2025-09-12T16:38:50.248" v="6"/>
            <ac:spMkLst>
              <pc:docMk/>
              <pc:sldMasterMk cId="3347263494" sldId="2147483666"/>
              <pc:sldLayoutMk cId="4013247424" sldId="2147483682"/>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734777398" sldId="2147483683"/>
          </pc:sldLayoutMkLst>
          <pc:spChg chg="mod">
            <ac:chgData name="Mariana Rocha" userId="0a3173bd-d0ed-4c32-8e4c-b90c820606c5" providerId="ADAL" clId="{DCC3A51D-31E8-5BC6-970B-354B54D5302A}" dt="2025-09-12T16:38:50.248" v="6"/>
            <ac:spMkLst>
              <pc:docMk/>
              <pc:sldMasterMk cId="3347263494" sldId="2147483666"/>
              <pc:sldLayoutMk cId="1734777398" sldId="2147483683"/>
              <ac:spMk id="5" creationId="{EAE7D552-8819-237B-3DDB-43E0C64CD7BE}"/>
            </ac:spMkLst>
          </pc:spChg>
          <pc:spChg chg="mod">
            <ac:chgData name="Mariana Rocha" userId="0a3173bd-d0ed-4c32-8e4c-b90c820606c5" providerId="ADAL" clId="{DCC3A51D-31E8-5BC6-970B-354B54D5302A}" dt="2025-09-12T16:38:50.248" v="6"/>
            <ac:spMkLst>
              <pc:docMk/>
              <pc:sldMasterMk cId="3347263494" sldId="2147483666"/>
              <pc:sldLayoutMk cId="1734777398" sldId="2147483683"/>
              <ac:spMk id="6" creationId="{E3987EB5-615F-0E93-F4DF-C88794473E91}"/>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028118465" sldId="2147483684"/>
          </pc:sldLayoutMkLst>
          <pc:spChg chg="mod">
            <ac:chgData name="Mariana Rocha" userId="0a3173bd-d0ed-4c32-8e4c-b90c820606c5" providerId="ADAL" clId="{DCC3A51D-31E8-5BC6-970B-354B54D5302A}" dt="2025-09-12T16:38:50.248" v="6"/>
            <ac:spMkLst>
              <pc:docMk/>
              <pc:sldMasterMk cId="3347263494" sldId="2147483666"/>
              <pc:sldLayoutMk cId="3028118465" sldId="2147483684"/>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947269517" sldId="2147483685"/>
          </pc:sldLayoutMkLst>
          <pc:spChg chg="mod">
            <ac:chgData name="Mariana Rocha" userId="0a3173bd-d0ed-4c32-8e4c-b90c820606c5" providerId="ADAL" clId="{DCC3A51D-31E8-5BC6-970B-354B54D5302A}" dt="2025-09-12T16:38:50.248" v="6"/>
            <ac:spMkLst>
              <pc:docMk/>
              <pc:sldMasterMk cId="3347263494" sldId="2147483666"/>
              <pc:sldLayoutMk cId="1947269517" sldId="2147483685"/>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460621418" sldId="2147483686"/>
          </pc:sldLayoutMkLst>
          <pc:spChg chg="mod">
            <ac:chgData name="Mariana Rocha" userId="0a3173bd-d0ed-4c32-8e4c-b90c820606c5" providerId="ADAL" clId="{DCC3A51D-31E8-5BC6-970B-354B54D5302A}" dt="2025-09-12T16:38:50.248" v="6"/>
            <ac:spMkLst>
              <pc:docMk/>
              <pc:sldMasterMk cId="3347263494" sldId="2147483666"/>
              <pc:sldLayoutMk cId="460621418" sldId="2147483686"/>
              <ac:spMk id="5" creationId="{EAE7D552-8819-237B-3DDB-43E0C64CD7BE}"/>
            </ac:spMkLst>
          </pc:spChg>
          <pc:spChg chg="mod">
            <ac:chgData name="Mariana Rocha" userId="0a3173bd-d0ed-4c32-8e4c-b90c820606c5" providerId="ADAL" clId="{DCC3A51D-31E8-5BC6-970B-354B54D5302A}" dt="2025-09-12T16:38:50.248" v="6"/>
            <ac:spMkLst>
              <pc:docMk/>
              <pc:sldMasterMk cId="3347263494" sldId="2147483666"/>
              <pc:sldLayoutMk cId="460621418" sldId="2147483686"/>
              <ac:spMk id="6" creationId="{E3987EB5-615F-0E93-F4DF-C88794473E91}"/>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218082200" sldId="2147483687"/>
          </pc:sldLayoutMkLst>
          <pc:spChg chg="mod">
            <ac:chgData name="Mariana Rocha" userId="0a3173bd-d0ed-4c32-8e4c-b90c820606c5" providerId="ADAL" clId="{DCC3A51D-31E8-5BC6-970B-354B54D5302A}" dt="2025-09-12T16:38:50.248" v="6"/>
            <ac:spMkLst>
              <pc:docMk/>
              <pc:sldMasterMk cId="3347263494" sldId="2147483666"/>
              <pc:sldLayoutMk cId="3218082200" sldId="2147483687"/>
              <ac:spMk id="5" creationId="{EAE7D552-8819-237B-3DDB-43E0C64CD7BE}"/>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3097003528" sldId="2147483689"/>
          </pc:sldLayoutMkLst>
          <pc:spChg chg="mod">
            <ac:chgData name="Mariana Rocha" userId="0a3173bd-d0ed-4c32-8e4c-b90c820606c5" providerId="ADAL" clId="{DCC3A51D-31E8-5BC6-970B-354B54D5302A}" dt="2025-09-12T16:38:50.248" v="6"/>
            <ac:spMkLst>
              <pc:docMk/>
              <pc:sldMasterMk cId="3347263494" sldId="2147483666"/>
              <pc:sldLayoutMk cId="3097003528" sldId="2147483689"/>
              <ac:spMk id="2" creationId="{DFE483EC-461E-3DF8-7723-85858B62097E}"/>
            </ac:spMkLst>
          </pc:spChg>
          <pc:spChg chg="mod">
            <ac:chgData name="Mariana Rocha" userId="0a3173bd-d0ed-4c32-8e4c-b90c820606c5" providerId="ADAL" clId="{DCC3A51D-31E8-5BC6-970B-354B54D5302A}" dt="2025-09-12T16:38:50.248" v="6"/>
            <ac:spMkLst>
              <pc:docMk/>
              <pc:sldMasterMk cId="3347263494" sldId="2147483666"/>
              <pc:sldLayoutMk cId="3097003528" sldId="2147483689"/>
              <ac:spMk id="3" creationId="{5ED0BA06-04AB-09B5-645C-2091343E99D4}"/>
            </ac:spMkLst>
          </pc:spChg>
          <pc:spChg chg="mod">
            <ac:chgData name="Mariana Rocha" userId="0a3173bd-d0ed-4c32-8e4c-b90c820606c5" providerId="ADAL" clId="{DCC3A51D-31E8-5BC6-970B-354B54D5302A}" dt="2025-09-12T16:38:50.248" v="6"/>
            <ac:spMkLst>
              <pc:docMk/>
              <pc:sldMasterMk cId="3347263494" sldId="2147483666"/>
              <pc:sldLayoutMk cId="3097003528" sldId="2147483689"/>
              <ac:spMk id="4" creationId="{5FD91B3F-7C7C-73B9-77CB-A11B1FCF8579}"/>
            </ac:spMkLst>
          </pc:spChg>
          <pc:spChg chg="mod">
            <ac:chgData name="Mariana Rocha" userId="0a3173bd-d0ed-4c32-8e4c-b90c820606c5" providerId="ADAL" clId="{DCC3A51D-31E8-5BC6-970B-354B54D5302A}" dt="2025-09-12T16:38:50.248" v="6"/>
            <ac:spMkLst>
              <pc:docMk/>
              <pc:sldMasterMk cId="3347263494" sldId="2147483666"/>
              <pc:sldLayoutMk cId="3097003528" sldId="2147483689"/>
              <ac:spMk id="8" creationId="{AB3F2E4F-D69A-C303-0281-6BB8BC65FA1A}"/>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500907493" sldId="2147483690"/>
          </pc:sldLayoutMkLst>
          <pc:spChg chg="mod">
            <ac:chgData name="Mariana Rocha" userId="0a3173bd-d0ed-4c32-8e4c-b90c820606c5" providerId="ADAL" clId="{DCC3A51D-31E8-5BC6-970B-354B54D5302A}" dt="2025-09-12T16:38:50.248" v="6"/>
            <ac:spMkLst>
              <pc:docMk/>
              <pc:sldMasterMk cId="3347263494" sldId="2147483666"/>
              <pc:sldLayoutMk cId="1500907493" sldId="2147483690"/>
              <ac:spMk id="2" creationId="{232FAE3E-C2EA-DDE4-4229-9EB50F2F1449}"/>
            </ac:spMkLst>
          </pc:spChg>
          <pc:spChg chg="mod">
            <ac:chgData name="Mariana Rocha" userId="0a3173bd-d0ed-4c32-8e4c-b90c820606c5" providerId="ADAL" clId="{DCC3A51D-31E8-5BC6-970B-354B54D5302A}" dt="2025-09-12T16:38:50.248" v="6"/>
            <ac:spMkLst>
              <pc:docMk/>
              <pc:sldMasterMk cId="3347263494" sldId="2147483666"/>
              <pc:sldLayoutMk cId="1500907493" sldId="2147483690"/>
              <ac:spMk id="3" creationId="{D6131BBD-51CD-4DC2-4A60-8A48EA6C6A50}"/>
            </ac:spMkLst>
          </pc:spChg>
          <pc:spChg chg="mod">
            <ac:chgData name="Mariana Rocha" userId="0a3173bd-d0ed-4c32-8e4c-b90c820606c5" providerId="ADAL" clId="{DCC3A51D-31E8-5BC6-970B-354B54D5302A}" dt="2025-09-12T16:38:50.248" v="6"/>
            <ac:spMkLst>
              <pc:docMk/>
              <pc:sldMasterMk cId="3347263494" sldId="2147483666"/>
              <pc:sldLayoutMk cId="1500907493" sldId="2147483690"/>
              <ac:spMk id="4" creationId="{683B0D01-09EF-1E92-D338-9CD0EBA943D7}"/>
            </ac:spMkLst>
          </pc:spChg>
          <pc:spChg chg="mod">
            <ac:chgData name="Mariana Rocha" userId="0a3173bd-d0ed-4c32-8e4c-b90c820606c5" providerId="ADAL" clId="{DCC3A51D-31E8-5BC6-970B-354B54D5302A}" dt="2025-09-12T16:38:50.248" v="6"/>
            <ac:spMkLst>
              <pc:docMk/>
              <pc:sldMasterMk cId="3347263494" sldId="2147483666"/>
              <pc:sldLayoutMk cId="1500907493" sldId="2147483690"/>
              <ac:spMk id="8" creationId="{854395A0-EB10-01E3-39B4-075A8ACEABC7}"/>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915024074" sldId="2147483691"/>
          </pc:sldLayoutMkLst>
          <pc:spChg chg="mod">
            <ac:chgData name="Mariana Rocha" userId="0a3173bd-d0ed-4c32-8e4c-b90c820606c5" providerId="ADAL" clId="{DCC3A51D-31E8-5BC6-970B-354B54D5302A}" dt="2025-09-12T16:38:50.248" v="6"/>
            <ac:spMkLst>
              <pc:docMk/>
              <pc:sldMasterMk cId="3347263494" sldId="2147483666"/>
              <pc:sldLayoutMk cId="1915024074" sldId="2147483691"/>
              <ac:spMk id="7" creationId="{85A1A4EC-146B-3381-63D1-52F3C15CB004}"/>
            </ac:spMkLst>
          </pc:spChg>
        </pc:sldLayoutChg>
        <pc:sldLayoutChg chg="modSp">
          <pc:chgData name="Mariana Rocha" userId="0a3173bd-d0ed-4c32-8e4c-b90c820606c5" providerId="ADAL" clId="{DCC3A51D-31E8-5BC6-970B-354B54D5302A}" dt="2025-09-12T16:38:50.248" v="6"/>
          <pc:sldLayoutMkLst>
            <pc:docMk/>
            <pc:sldMasterMk cId="3347263494" sldId="2147483666"/>
            <pc:sldLayoutMk cId="1870086840" sldId="2147483692"/>
          </pc:sldLayoutMkLst>
          <pc:spChg chg="mod">
            <ac:chgData name="Mariana Rocha" userId="0a3173bd-d0ed-4c32-8e4c-b90c820606c5" providerId="ADAL" clId="{DCC3A51D-31E8-5BC6-970B-354B54D5302A}" dt="2025-09-12T16:38:50.248" v="6"/>
            <ac:spMkLst>
              <pc:docMk/>
              <pc:sldMasterMk cId="3347263494" sldId="2147483666"/>
              <pc:sldLayoutMk cId="1870086840" sldId="2147483692"/>
              <ac:spMk id="2" creationId="{E2FFD24A-02C7-3C15-C6A2-2FE1816ED4EA}"/>
            </ac:spMkLst>
          </pc:spChg>
          <pc:spChg chg="mod">
            <ac:chgData name="Mariana Rocha" userId="0a3173bd-d0ed-4c32-8e4c-b90c820606c5" providerId="ADAL" clId="{DCC3A51D-31E8-5BC6-970B-354B54D5302A}" dt="2025-09-12T16:38:50.248" v="6"/>
            <ac:spMkLst>
              <pc:docMk/>
              <pc:sldMasterMk cId="3347263494" sldId="2147483666"/>
              <pc:sldLayoutMk cId="1870086840" sldId="2147483692"/>
              <ac:spMk id="3" creationId="{607E5EB9-6E42-B9D7-5671-A15D13E20108}"/>
            </ac:spMkLst>
          </pc:spChg>
          <pc:spChg chg="mod">
            <ac:chgData name="Mariana Rocha" userId="0a3173bd-d0ed-4c32-8e4c-b90c820606c5" providerId="ADAL" clId="{DCC3A51D-31E8-5BC6-970B-354B54D5302A}" dt="2025-09-12T16:38:50.248" v="6"/>
            <ac:spMkLst>
              <pc:docMk/>
              <pc:sldMasterMk cId="3347263494" sldId="2147483666"/>
              <pc:sldLayoutMk cId="1870086840" sldId="2147483692"/>
              <ac:spMk id="7" creationId="{C9213BEA-D64A-CDAB-CB01-CACA6AEFB654}"/>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0380C5C6-5167-944B-970A-8C2A51AB7CB2}" type="datetimeFigureOut">
              <a:rPr lang="en-IE" smtClean="0"/>
              <a:t>01/10/2025</a:t>
            </a:fld>
            <a:endParaRPr lang="en-IE"/>
          </a:p>
        </p:txBody>
      </p:sp>
      <p:sp>
        <p:nvSpPr>
          <p:cNvPr id="4" name="Slide Image Placeholder 3"/>
          <p:cNvSpPr>
            <a:spLocks noGrp="1" noRot="1" noChangeAspect="1"/>
          </p:cNvSpPr>
          <p:nvPr>
            <p:ph type="sldImg" idx="2"/>
          </p:nvPr>
        </p:nvSpPr>
        <p:spPr>
          <a:xfrm>
            <a:off x="3646488" y="944563"/>
            <a:ext cx="3400425" cy="2551112"/>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4B3BBBAF-1719-8748-9182-B4E34803EEFB}" type="slidenum">
              <a:rPr lang="en-IE" smtClean="0"/>
              <a:t>‹#›</a:t>
            </a:fld>
            <a:endParaRPr lang="en-IE"/>
          </a:p>
        </p:txBody>
      </p:sp>
    </p:spTree>
    <p:extLst>
      <p:ext uri="{BB962C8B-B14F-4D97-AF65-F5344CB8AC3E}">
        <p14:creationId xmlns:p14="http://schemas.microsoft.com/office/powerpoint/2010/main" val="173509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B3BBBAF-1719-8748-9182-B4E34803EEFB}" type="slidenum">
              <a:rPr lang="en-IE" smtClean="0"/>
              <a:t>22</a:t>
            </a:fld>
            <a:endParaRPr lang="en-IE"/>
          </a:p>
        </p:txBody>
      </p:sp>
    </p:spTree>
    <p:extLst>
      <p:ext uri="{BB962C8B-B14F-4D97-AF65-F5344CB8AC3E}">
        <p14:creationId xmlns:p14="http://schemas.microsoft.com/office/powerpoint/2010/main" val="825647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B3BBBAF-1719-8748-9182-B4E34803EEFB}" type="slidenum">
              <a:rPr lang="en-IE" smtClean="0"/>
              <a:t>24</a:t>
            </a:fld>
            <a:endParaRPr lang="en-IE"/>
          </a:p>
        </p:txBody>
      </p:sp>
    </p:spTree>
    <p:extLst>
      <p:ext uri="{BB962C8B-B14F-4D97-AF65-F5344CB8AC3E}">
        <p14:creationId xmlns:p14="http://schemas.microsoft.com/office/powerpoint/2010/main" val="167055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259483" y="1236679"/>
            <a:ext cx="7556897" cy="2630781"/>
          </a:xfrm>
        </p:spPr>
        <p:txBody>
          <a:bodyPr anchor="b"/>
          <a:lstStyle>
            <a:lvl1pPr algn="ctr">
              <a:defRPr sz="4956"/>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259483" y="3968913"/>
            <a:ext cx="7556897" cy="1824405"/>
          </a:xfrm>
        </p:spPr>
        <p:txBody>
          <a:bodyPr/>
          <a:lstStyle>
            <a:lvl1pPr marL="0" indent="0" algn="ctr">
              <a:buNone/>
              <a:defRPr sz="1982"/>
            </a:lvl1pPr>
            <a:lvl2pPr marL="377569" indent="0" algn="ctr">
              <a:buNone/>
              <a:defRPr sz="1652"/>
            </a:lvl2pPr>
            <a:lvl3pPr marL="755138" indent="0" algn="ctr">
              <a:buNone/>
              <a:defRPr sz="1487"/>
            </a:lvl3pPr>
            <a:lvl4pPr marL="1132709" indent="0" algn="ctr">
              <a:buNone/>
              <a:defRPr sz="1321"/>
            </a:lvl4pPr>
            <a:lvl5pPr marL="1510278" indent="0" algn="ctr">
              <a:buNone/>
              <a:defRPr sz="1321"/>
            </a:lvl5pPr>
            <a:lvl6pPr marL="1887848" indent="0" algn="ctr">
              <a:buNone/>
              <a:defRPr sz="1321"/>
            </a:lvl6pPr>
            <a:lvl7pPr marL="2265417" indent="0" algn="ctr">
              <a:buNone/>
              <a:defRPr sz="1321"/>
            </a:lvl7pPr>
            <a:lvl8pPr marL="2642987" indent="0" algn="ctr">
              <a:buNone/>
              <a:defRPr sz="1321"/>
            </a:lvl8pPr>
            <a:lvl9pPr marL="3020557" indent="0" algn="ctr">
              <a:buNone/>
              <a:defRPr sz="1321"/>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556673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1211974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3396" y="2011570"/>
            <a:ext cx="1722585"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267069" y="2366655"/>
            <a:ext cx="7116078"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412059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87468" y="1883879"/>
            <a:ext cx="8690432" cy="3143294"/>
          </a:xfrm>
        </p:spPr>
        <p:txBody>
          <a:bodyPr anchor="b"/>
          <a:lstStyle>
            <a:lvl1pPr>
              <a:defRPr sz="4956">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687468" y="5056909"/>
            <a:ext cx="8690432" cy="1652984"/>
          </a:xfrm>
        </p:spPr>
        <p:txBody>
          <a:bodyPr/>
          <a:lstStyle>
            <a:lvl1pPr marL="0" indent="0">
              <a:buNone/>
              <a:defRPr sz="1982">
                <a:solidFill>
                  <a:schemeClr val="tx1">
                    <a:tint val="75000"/>
                  </a:schemeClr>
                </a:solidFill>
              </a:defRPr>
            </a:lvl1pPr>
            <a:lvl2pPr marL="377569" indent="0">
              <a:buNone/>
              <a:defRPr sz="1652">
                <a:solidFill>
                  <a:schemeClr val="tx1">
                    <a:tint val="75000"/>
                  </a:schemeClr>
                </a:solidFill>
              </a:defRPr>
            </a:lvl2pPr>
            <a:lvl3pPr marL="755138" indent="0">
              <a:buNone/>
              <a:defRPr sz="1487">
                <a:solidFill>
                  <a:schemeClr val="tx1">
                    <a:tint val="75000"/>
                  </a:schemeClr>
                </a:solidFill>
              </a:defRPr>
            </a:lvl3pPr>
            <a:lvl4pPr marL="1132709" indent="0">
              <a:buNone/>
              <a:defRPr sz="1321">
                <a:solidFill>
                  <a:schemeClr val="tx1">
                    <a:tint val="75000"/>
                  </a:schemeClr>
                </a:solidFill>
              </a:defRPr>
            </a:lvl4pPr>
            <a:lvl5pPr marL="1510278" indent="0">
              <a:buNone/>
              <a:defRPr sz="1321">
                <a:solidFill>
                  <a:schemeClr val="tx1">
                    <a:tint val="75000"/>
                  </a:schemeClr>
                </a:solidFill>
              </a:defRPr>
            </a:lvl5pPr>
            <a:lvl6pPr marL="1887848" indent="0">
              <a:buNone/>
              <a:defRPr sz="1321">
                <a:solidFill>
                  <a:schemeClr val="tx1">
                    <a:tint val="75000"/>
                  </a:schemeClr>
                </a:solidFill>
              </a:defRPr>
            </a:lvl6pPr>
            <a:lvl7pPr marL="2265417" indent="0">
              <a:buNone/>
              <a:defRPr sz="1321">
                <a:solidFill>
                  <a:schemeClr val="tx1">
                    <a:tint val="75000"/>
                  </a:schemeClr>
                </a:solidFill>
              </a:defRPr>
            </a:lvl7pPr>
            <a:lvl8pPr marL="2642987" indent="0">
              <a:buNone/>
              <a:defRPr sz="1321">
                <a:solidFill>
                  <a:schemeClr val="tx1">
                    <a:tint val="75000"/>
                  </a:schemeClr>
                </a:solidFill>
              </a:defRPr>
            </a:lvl8pPr>
            <a:lvl9pPr marL="3020557" indent="0">
              <a:buNone/>
              <a:defRPr sz="1321">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695917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87468" y="5307123"/>
            <a:ext cx="8690432" cy="1348503"/>
          </a:xfrm>
        </p:spPr>
        <p:txBody>
          <a:bodyPr anchor="b">
            <a:normAutofit/>
          </a:bodyPr>
          <a:lstStyle>
            <a:lvl1pPr algn="ctr">
              <a:defRPr sz="4459">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276254" y="785389"/>
            <a:ext cx="5615195" cy="45217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3969500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692716" y="2011569"/>
            <a:ext cx="4282242"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100907" y="2011569"/>
            <a:ext cx="4282242"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221917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694028" y="402314"/>
            <a:ext cx="8690432"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694030" y="1852393"/>
            <a:ext cx="4262562" cy="907829"/>
          </a:xfrm>
        </p:spPr>
        <p:txBody>
          <a:bodyPr anchor="b"/>
          <a:lstStyle>
            <a:lvl1pPr marL="0" indent="0">
              <a:buNone/>
              <a:defRPr sz="1982" b="1"/>
            </a:lvl1pPr>
            <a:lvl2pPr marL="377569" indent="0">
              <a:buNone/>
              <a:defRPr sz="1652" b="1"/>
            </a:lvl2pPr>
            <a:lvl3pPr marL="755138" indent="0">
              <a:buNone/>
              <a:defRPr sz="1487" b="1"/>
            </a:lvl3pPr>
            <a:lvl4pPr marL="1132709" indent="0">
              <a:buNone/>
              <a:defRPr sz="1321" b="1"/>
            </a:lvl4pPr>
            <a:lvl5pPr marL="1510278" indent="0">
              <a:buNone/>
              <a:defRPr sz="1321" b="1"/>
            </a:lvl5pPr>
            <a:lvl6pPr marL="1887848" indent="0">
              <a:buNone/>
              <a:defRPr sz="1321" b="1"/>
            </a:lvl6pPr>
            <a:lvl7pPr marL="2265417" indent="0">
              <a:buNone/>
              <a:defRPr sz="1321" b="1"/>
            </a:lvl7pPr>
            <a:lvl8pPr marL="2642987" indent="0">
              <a:buNone/>
              <a:defRPr sz="1321" b="1"/>
            </a:lvl8pPr>
            <a:lvl9pPr marL="3020557" indent="0">
              <a:buNone/>
              <a:defRPr sz="1321"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694030" y="2760222"/>
            <a:ext cx="4262562"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100906" y="1852393"/>
            <a:ext cx="4283554" cy="907829"/>
          </a:xfrm>
        </p:spPr>
        <p:txBody>
          <a:bodyPr anchor="b"/>
          <a:lstStyle>
            <a:lvl1pPr marL="0" indent="0">
              <a:buNone/>
              <a:defRPr sz="1982" b="1"/>
            </a:lvl1pPr>
            <a:lvl2pPr marL="377569" indent="0">
              <a:buNone/>
              <a:defRPr sz="1652" b="1"/>
            </a:lvl2pPr>
            <a:lvl3pPr marL="755138" indent="0">
              <a:buNone/>
              <a:defRPr sz="1487" b="1"/>
            </a:lvl3pPr>
            <a:lvl4pPr marL="1132709" indent="0">
              <a:buNone/>
              <a:defRPr sz="1321" b="1"/>
            </a:lvl4pPr>
            <a:lvl5pPr marL="1510278" indent="0">
              <a:buNone/>
              <a:defRPr sz="1321" b="1"/>
            </a:lvl5pPr>
            <a:lvl6pPr marL="1887848" indent="0">
              <a:buNone/>
              <a:defRPr sz="1321" b="1"/>
            </a:lvl6pPr>
            <a:lvl7pPr marL="2265417" indent="0">
              <a:buNone/>
              <a:defRPr sz="1321" b="1"/>
            </a:lvl7pPr>
            <a:lvl8pPr marL="2642987" indent="0">
              <a:buNone/>
              <a:defRPr sz="1321" b="1"/>
            </a:lvl8pPr>
            <a:lvl9pPr marL="3020557" indent="0">
              <a:buNone/>
              <a:defRPr sz="1321"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100906" y="2760222"/>
            <a:ext cx="4283554"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1921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206136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16398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046120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366817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3" y="0"/>
            <a:ext cx="3162694"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269137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009143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619606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3" y="0"/>
            <a:ext cx="3162694"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154349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0132474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734777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3" y="0"/>
            <a:ext cx="3162694"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028118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947269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257283"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606214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3" y="0"/>
            <a:ext cx="3162694"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180822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354737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694028" y="503768"/>
            <a:ext cx="3249728" cy="1763183"/>
          </a:xfrm>
        </p:spPr>
        <p:txBody>
          <a:bodyPr anchor="b"/>
          <a:lstStyle>
            <a:lvl1pPr>
              <a:defRPr sz="2643"/>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283554" y="1087997"/>
            <a:ext cx="5100906" cy="5370012"/>
          </a:xfrm>
        </p:spPr>
        <p:txBody>
          <a:bodyPr/>
          <a:lstStyle>
            <a:lvl1pPr>
              <a:defRPr sz="2643"/>
            </a:lvl1pPr>
            <a:lvl2pPr>
              <a:defRPr sz="2312"/>
            </a:lvl2pPr>
            <a:lvl3pPr>
              <a:defRPr sz="1982"/>
            </a:lvl3pPr>
            <a:lvl4pPr>
              <a:defRPr sz="1652"/>
            </a:lvl4pPr>
            <a:lvl5pPr>
              <a:defRPr sz="1652"/>
            </a:lvl5pPr>
            <a:lvl6pPr>
              <a:defRPr sz="1652"/>
            </a:lvl6pPr>
            <a:lvl7pPr>
              <a:defRPr sz="1652"/>
            </a:lvl7pPr>
            <a:lvl8pPr>
              <a:defRPr sz="1652"/>
            </a:lvl8pPr>
            <a:lvl9pPr>
              <a:defRPr sz="165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694028" y="2266950"/>
            <a:ext cx="3249728" cy="4199806"/>
          </a:xfrm>
        </p:spPr>
        <p:txBody>
          <a:bodyPr/>
          <a:lstStyle>
            <a:lvl1pPr marL="0" indent="0">
              <a:buNone/>
              <a:defRPr sz="1321"/>
            </a:lvl1pPr>
            <a:lvl2pPr marL="377569" indent="0">
              <a:buNone/>
              <a:defRPr sz="1156"/>
            </a:lvl2pPr>
            <a:lvl3pPr marL="755138" indent="0">
              <a:buNone/>
              <a:defRPr sz="991"/>
            </a:lvl3pPr>
            <a:lvl4pPr marL="1132709" indent="0">
              <a:buNone/>
              <a:defRPr sz="825"/>
            </a:lvl4pPr>
            <a:lvl5pPr marL="1510278" indent="0">
              <a:buNone/>
              <a:defRPr sz="825"/>
            </a:lvl5pPr>
            <a:lvl6pPr marL="1887848" indent="0">
              <a:buNone/>
              <a:defRPr sz="825"/>
            </a:lvl6pPr>
            <a:lvl7pPr marL="2265417" indent="0">
              <a:buNone/>
              <a:defRPr sz="825"/>
            </a:lvl7pPr>
            <a:lvl8pPr marL="2642987" indent="0">
              <a:buNone/>
              <a:defRPr sz="825"/>
            </a:lvl8pPr>
            <a:lvl9pPr marL="3020557" indent="0">
              <a:buNone/>
              <a:defRPr sz="825"/>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0970035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694028" y="503768"/>
            <a:ext cx="3249728" cy="1763183"/>
          </a:xfrm>
        </p:spPr>
        <p:txBody>
          <a:bodyPr anchor="b"/>
          <a:lstStyle>
            <a:lvl1pPr>
              <a:defRPr sz="2643"/>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283554" y="1087997"/>
            <a:ext cx="5100906" cy="5370012"/>
          </a:xfrm>
        </p:spPr>
        <p:txBody>
          <a:bodyPr/>
          <a:lstStyle>
            <a:lvl1pPr marL="0" indent="0">
              <a:buNone/>
              <a:defRPr sz="2643"/>
            </a:lvl1pPr>
            <a:lvl2pPr marL="377569" indent="0">
              <a:buNone/>
              <a:defRPr sz="2312"/>
            </a:lvl2pPr>
            <a:lvl3pPr marL="755138" indent="0">
              <a:buNone/>
              <a:defRPr sz="1982"/>
            </a:lvl3pPr>
            <a:lvl4pPr marL="1132709" indent="0">
              <a:buNone/>
              <a:defRPr sz="1652"/>
            </a:lvl4pPr>
            <a:lvl5pPr marL="1510278" indent="0">
              <a:buNone/>
              <a:defRPr sz="1652"/>
            </a:lvl5pPr>
            <a:lvl6pPr marL="1887848" indent="0">
              <a:buNone/>
              <a:defRPr sz="1652"/>
            </a:lvl6pPr>
            <a:lvl7pPr marL="2265417" indent="0">
              <a:buNone/>
              <a:defRPr sz="1652"/>
            </a:lvl7pPr>
            <a:lvl8pPr marL="2642987" indent="0">
              <a:buNone/>
              <a:defRPr sz="1652"/>
            </a:lvl8pPr>
            <a:lvl9pPr marL="3020557" indent="0">
              <a:buNone/>
              <a:defRPr sz="1652"/>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694028" y="2266950"/>
            <a:ext cx="3249728" cy="4199806"/>
          </a:xfrm>
        </p:spPr>
        <p:txBody>
          <a:bodyPr/>
          <a:lstStyle>
            <a:lvl1pPr marL="0" indent="0">
              <a:buNone/>
              <a:defRPr sz="1321"/>
            </a:lvl1pPr>
            <a:lvl2pPr marL="377569" indent="0">
              <a:buNone/>
              <a:defRPr sz="1156"/>
            </a:lvl2pPr>
            <a:lvl3pPr marL="755138" indent="0">
              <a:buNone/>
              <a:defRPr sz="991"/>
            </a:lvl3pPr>
            <a:lvl4pPr marL="1132709" indent="0">
              <a:buNone/>
              <a:defRPr sz="825"/>
            </a:lvl4pPr>
            <a:lvl5pPr marL="1510278" indent="0">
              <a:buNone/>
              <a:defRPr sz="825"/>
            </a:lvl5pPr>
            <a:lvl6pPr marL="1887848" indent="0">
              <a:buNone/>
              <a:defRPr sz="825"/>
            </a:lvl6pPr>
            <a:lvl7pPr marL="2265417" indent="0">
              <a:buNone/>
              <a:defRPr sz="825"/>
            </a:lvl7pPr>
            <a:lvl8pPr marL="2642987" indent="0">
              <a:buNone/>
              <a:defRPr sz="825"/>
            </a:lvl8pPr>
            <a:lvl9pPr marL="3020557" indent="0">
              <a:buNone/>
              <a:defRPr sz="825"/>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5009074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9150240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80"/>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210540" y="402315"/>
            <a:ext cx="2172608" cy="6403785"/>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692715" y="402315"/>
            <a:ext cx="6391876" cy="640378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870086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51409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692716" y="402314"/>
            <a:ext cx="8690432"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692716" y="2011569"/>
            <a:ext cx="8690432"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692717" y="7038904"/>
            <a:ext cx="2267069" cy="402314"/>
          </a:xfrm>
          <a:prstGeom prst="rect">
            <a:avLst/>
          </a:prstGeom>
        </p:spPr>
        <p:txBody>
          <a:bodyPr vert="horz" lIns="91440" tIns="45720" rIns="91440" bIns="45720" rtlCol="0" anchor="ctr"/>
          <a:lstStyle>
            <a:lvl1pPr algn="l">
              <a:defRPr sz="991">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337631" y="7038904"/>
            <a:ext cx="3400604" cy="402314"/>
          </a:xfrm>
          <a:prstGeom prst="rect">
            <a:avLst/>
          </a:prstGeom>
        </p:spPr>
        <p:txBody>
          <a:bodyPr vert="horz" lIns="91440" tIns="45720" rIns="91440" bIns="45720" rtlCol="0" anchor="ctr"/>
          <a:lstStyle>
            <a:lvl1pPr algn="ctr">
              <a:defRPr sz="991">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116080" y="7038904"/>
            <a:ext cx="2267069" cy="402314"/>
          </a:xfrm>
          <a:prstGeom prst="rect">
            <a:avLst/>
          </a:prstGeom>
        </p:spPr>
        <p:txBody>
          <a:bodyPr vert="horz" lIns="91440" tIns="45720" rIns="91440" bIns="45720" rtlCol="0" anchor="ctr"/>
          <a:lstStyle>
            <a:lvl1pPr algn="r">
              <a:defRPr sz="1321"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34726349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Lst>
  <p:hf hdr="0" ftr="0" dt="0"/>
  <p:txStyles>
    <p:titleStyle>
      <a:lvl1pPr algn="l" defTabSz="755138" rtl="0" eaLnBrk="1" latinLnBrk="0" hangingPunct="1">
        <a:lnSpc>
          <a:spcPct val="90000"/>
        </a:lnSpc>
        <a:spcBef>
          <a:spcPct val="0"/>
        </a:spcBef>
        <a:buNone/>
        <a:defRPr sz="3634" b="1" kern="1200">
          <a:solidFill>
            <a:srgbClr val="004C6C"/>
          </a:solidFill>
          <a:latin typeface="+mj-lt"/>
          <a:ea typeface="+mj-ea"/>
          <a:cs typeface="+mj-cs"/>
        </a:defRPr>
      </a:lvl1pPr>
    </p:titleStyle>
    <p:bodyStyle>
      <a:lvl1pPr marL="188785" indent="-188785" algn="l" defTabSz="755138" rtl="0" eaLnBrk="1" latinLnBrk="0" hangingPunct="1">
        <a:lnSpc>
          <a:spcPct val="150000"/>
        </a:lnSpc>
        <a:spcBef>
          <a:spcPts val="825"/>
        </a:spcBef>
        <a:buFont typeface="Arial" panose="020B0604020202020204" pitchFamily="34" charset="0"/>
        <a:buChar char="•"/>
        <a:defRPr sz="2312" kern="1200">
          <a:solidFill>
            <a:schemeClr val="tx1"/>
          </a:solidFill>
          <a:latin typeface="+mn-lt"/>
          <a:ea typeface="+mn-ea"/>
          <a:cs typeface="+mn-cs"/>
        </a:defRPr>
      </a:lvl1pPr>
      <a:lvl2pPr marL="566354" indent="-188785" algn="l" defTabSz="755138" rtl="0" eaLnBrk="1" latinLnBrk="0" hangingPunct="1">
        <a:lnSpc>
          <a:spcPct val="150000"/>
        </a:lnSpc>
        <a:spcBef>
          <a:spcPts val="414"/>
        </a:spcBef>
        <a:buFont typeface="Arial" panose="020B0604020202020204" pitchFamily="34" charset="0"/>
        <a:buChar char="•"/>
        <a:defRPr sz="2312" kern="1200">
          <a:solidFill>
            <a:schemeClr val="tx1"/>
          </a:solidFill>
          <a:latin typeface="+mn-lt"/>
          <a:ea typeface="+mn-ea"/>
          <a:cs typeface="+mn-cs"/>
        </a:defRPr>
      </a:lvl2pPr>
      <a:lvl3pPr marL="943924" indent="-188785" algn="l" defTabSz="755138" rtl="0" eaLnBrk="1" latinLnBrk="0" hangingPunct="1">
        <a:lnSpc>
          <a:spcPct val="150000"/>
        </a:lnSpc>
        <a:spcBef>
          <a:spcPts val="414"/>
        </a:spcBef>
        <a:buFont typeface="Arial" panose="020B0604020202020204" pitchFamily="34" charset="0"/>
        <a:buChar char="•"/>
        <a:defRPr sz="1982" kern="1200">
          <a:solidFill>
            <a:schemeClr val="tx1"/>
          </a:solidFill>
          <a:latin typeface="+mn-lt"/>
          <a:ea typeface="+mn-ea"/>
          <a:cs typeface="+mn-cs"/>
        </a:defRPr>
      </a:lvl3pPr>
      <a:lvl4pPr marL="1321493" indent="-188785" algn="l" defTabSz="755138" rtl="0" eaLnBrk="1" latinLnBrk="0" hangingPunct="1">
        <a:lnSpc>
          <a:spcPct val="150000"/>
        </a:lnSpc>
        <a:spcBef>
          <a:spcPts val="414"/>
        </a:spcBef>
        <a:buFont typeface="Arial" panose="020B0604020202020204" pitchFamily="34" charset="0"/>
        <a:buChar char="•"/>
        <a:defRPr sz="1652" kern="1200">
          <a:solidFill>
            <a:schemeClr val="tx1"/>
          </a:solidFill>
          <a:latin typeface="+mn-lt"/>
          <a:ea typeface="+mn-ea"/>
          <a:cs typeface="+mn-cs"/>
        </a:defRPr>
      </a:lvl4pPr>
      <a:lvl5pPr marL="1699063" indent="-188785" algn="l" defTabSz="755138" rtl="0" eaLnBrk="1" latinLnBrk="0" hangingPunct="1">
        <a:lnSpc>
          <a:spcPct val="150000"/>
        </a:lnSpc>
        <a:spcBef>
          <a:spcPts val="414"/>
        </a:spcBef>
        <a:buFont typeface="Arial" panose="020B0604020202020204" pitchFamily="34" charset="0"/>
        <a:buChar char="•"/>
        <a:defRPr sz="1652" kern="1200">
          <a:solidFill>
            <a:schemeClr val="tx1"/>
          </a:solidFill>
          <a:latin typeface="+mn-lt"/>
          <a:ea typeface="+mn-ea"/>
          <a:cs typeface="+mn-cs"/>
        </a:defRPr>
      </a:lvl5pPr>
      <a:lvl6pPr marL="2076633" indent="-188785" algn="l" defTabSz="755138" rtl="0" eaLnBrk="1" latinLnBrk="0" hangingPunct="1">
        <a:lnSpc>
          <a:spcPct val="90000"/>
        </a:lnSpc>
        <a:spcBef>
          <a:spcPts val="414"/>
        </a:spcBef>
        <a:buFont typeface="Arial" panose="020B0604020202020204" pitchFamily="34" charset="0"/>
        <a:buChar char="•"/>
        <a:defRPr sz="1487" kern="1200">
          <a:solidFill>
            <a:schemeClr val="tx1"/>
          </a:solidFill>
          <a:latin typeface="+mn-lt"/>
          <a:ea typeface="+mn-ea"/>
          <a:cs typeface="+mn-cs"/>
        </a:defRPr>
      </a:lvl6pPr>
      <a:lvl7pPr marL="2454202" indent="-188785" algn="l" defTabSz="755138" rtl="0" eaLnBrk="1" latinLnBrk="0" hangingPunct="1">
        <a:lnSpc>
          <a:spcPct val="90000"/>
        </a:lnSpc>
        <a:spcBef>
          <a:spcPts val="414"/>
        </a:spcBef>
        <a:buFont typeface="Arial" panose="020B0604020202020204" pitchFamily="34" charset="0"/>
        <a:buChar char="•"/>
        <a:defRPr sz="1487" kern="1200">
          <a:solidFill>
            <a:schemeClr val="tx1"/>
          </a:solidFill>
          <a:latin typeface="+mn-lt"/>
          <a:ea typeface="+mn-ea"/>
          <a:cs typeface="+mn-cs"/>
        </a:defRPr>
      </a:lvl7pPr>
      <a:lvl8pPr marL="2831772" indent="-188785" algn="l" defTabSz="755138" rtl="0" eaLnBrk="1" latinLnBrk="0" hangingPunct="1">
        <a:lnSpc>
          <a:spcPct val="90000"/>
        </a:lnSpc>
        <a:spcBef>
          <a:spcPts val="414"/>
        </a:spcBef>
        <a:buFont typeface="Arial" panose="020B0604020202020204" pitchFamily="34" charset="0"/>
        <a:buChar char="•"/>
        <a:defRPr sz="1487" kern="1200">
          <a:solidFill>
            <a:schemeClr val="tx1"/>
          </a:solidFill>
          <a:latin typeface="+mn-lt"/>
          <a:ea typeface="+mn-ea"/>
          <a:cs typeface="+mn-cs"/>
        </a:defRPr>
      </a:lvl8pPr>
      <a:lvl9pPr marL="3209341" indent="-188785" algn="l" defTabSz="755138" rtl="0" eaLnBrk="1" latinLnBrk="0" hangingPunct="1">
        <a:lnSpc>
          <a:spcPct val="90000"/>
        </a:lnSpc>
        <a:spcBef>
          <a:spcPts val="414"/>
        </a:spcBef>
        <a:buFont typeface="Arial" panose="020B0604020202020204" pitchFamily="34" charset="0"/>
        <a:buChar char="•"/>
        <a:defRPr sz="1487" kern="1200">
          <a:solidFill>
            <a:schemeClr val="tx1"/>
          </a:solidFill>
          <a:latin typeface="+mn-lt"/>
          <a:ea typeface="+mn-ea"/>
          <a:cs typeface="+mn-cs"/>
        </a:defRPr>
      </a:lvl9pPr>
    </p:bodyStyle>
    <p:otherStyle>
      <a:defPPr>
        <a:defRPr lang="en-US"/>
      </a:defPPr>
      <a:lvl1pPr marL="0" algn="l" defTabSz="755138" rtl="0" eaLnBrk="1" latinLnBrk="0" hangingPunct="1">
        <a:defRPr sz="1487" kern="1200">
          <a:solidFill>
            <a:schemeClr val="tx1"/>
          </a:solidFill>
          <a:latin typeface="+mn-lt"/>
          <a:ea typeface="+mn-ea"/>
          <a:cs typeface="+mn-cs"/>
        </a:defRPr>
      </a:lvl1pPr>
      <a:lvl2pPr marL="377569" algn="l" defTabSz="755138" rtl="0" eaLnBrk="1" latinLnBrk="0" hangingPunct="1">
        <a:defRPr sz="1487" kern="1200">
          <a:solidFill>
            <a:schemeClr val="tx1"/>
          </a:solidFill>
          <a:latin typeface="+mn-lt"/>
          <a:ea typeface="+mn-ea"/>
          <a:cs typeface="+mn-cs"/>
        </a:defRPr>
      </a:lvl2pPr>
      <a:lvl3pPr marL="755138" algn="l" defTabSz="755138" rtl="0" eaLnBrk="1" latinLnBrk="0" hangingPunct="1">
        <a:defRPr sz="1487" kern="1200">
          <a:solidFill>
            <a:schemeClr val="tx1"/>
          </a:solidFill>
          <a:latin typeface="+mn-lt"/>
          <a:ea typeface="+mn-ea"/>
          <a:cs typeface="+mn-cs"/>
        </a:defRPr>
      </a:lvl3pPr>
      <a:lvl4pPr marL="1132709" algn="l" defTabSz="755138" rtl="0" eaLnBrk="1" latinLnBrk="0" hangingPunct="1">
        <a:defRPr sz="1487" kern="1200">
          <a:solidFill>
            <a:schemeClr val="tx1"/>
          </a:solidFill>
          <a:latin typeface="+mn-lt"/>
          <a:ea typeface="+mn-ea"/>
          <a:cs typeface="+mn-cs"/>
        </a:defRPr>
      </a:lvl4pPr>
      <a:lvl5pPr marL="1510278" algn="l" defTabSz="755138" rtl="0" eaLnBrk="1" latinLnBrk="0" hangingPunct="1">
        <a:defRPr sz="1487" kern="1200">
          <a:solidFill>
            <a:schemeClr val="tx1"/>
          </a:solidFill>
          <a:latin typeface="+mn-lt"/>
          <a:ea typeface="+mn-ea"/>
          <a:cs typeface="+mn-cs"/>
        </a:defRPr>
      </a:lvl5pPr>
      <a:lvl6pPr marL="1887848" algn="l" defTabSz="755138" rtl="0" eaLnBrk="1" latinLnBrk="0" hangingPunct="1">
        <a:defRPr sz="1487" kern="1200">
          <a:solidFill>
            <a:schemeClr val="tx1"/>
          </a:solidFill>
          <a:latin typeface="+mn-lt"/>
          <a:ea typeface="+mn-ea"/>
          <a:cs typeface="+mn-cs"/>
        </a:defRPr>
      </a:lvl6pPr>
      <a:lvl7pPr marL="2265417" algn="l" defTabSz="755138" rtl="0" eaLnBrk="1" latinLnBrk="0" hangingPunct="1">
        <a:defRPr sz="1487" kern="1200">
          <a:solidFill>
            <a:schemeClr val="tx1"/>
          </a:solidFill>
          <a:latin typeface="+mn-lt"/>
          <a:ea typeface="+mn-ea"/>
          <a:cs typeface="+mn-cs"/>
        </a:defRPr>
      </a:lvl7pPr>
      <a:lvl8pPr marL="2642987" algn="l" defTabSz="755138" rtl="0" eaLnBrk="1" latinLnBrk="0" hangingPunct="1">
        <a:defRPr sz="1487" kern="1200">
          <a:solidFill>
            <a:schemeClr val="tx1"/>
          </a:solidFill>
          <a:latin typeface="+mn-lt"/>
          <a:ea typeface="+mn-ea"/>
          <a:cs typeface="+mn-cs"/>
        </a:defRPr>
      </a:lvl8pPr>
      <a:lvl9pPr marL="3020557" algn="l" defTabSz="755138" rtl="0" eaLnBrk="1" latinLnBrk="0" hangingPunct="1">
        <a:defRPr sz="14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680748" y="2844857"/>
            <a:ext cx="8690432" cy="1376833"/>
          </a:xfrm>
        </p:spPr>
        <p:txBody>
          <a:bodyPr vert="horz" lIns="86159" tIns="43080" rIns="86159" bIns="43080" rtlCol="0" anchor="ctr">
            <a:normAutofit fontScale="90000"/>
          </a:bodyPr>
          <a:lstStyle/>
          <a:p>
            <a:pPr marL="49213">
              <a:lnSpc>
                <a:spcPct val="100000"/>
              </a:lnSpc>
              <a:spcBef>
                <a:spcPts val="94"/>
              </a:spcBef>
            </a:pPr>
            <a:r>
              <a:rPr lang="en-IE" sz="4400" spc="-9" dirty="0"/>
              <a:t>Database integrity and constraints</a:t>
            </a:r>
            <a:br>
              <a:rPr lang="en-IE" sz="4400" spc="-9" dirty="0"/>
            </a:br>
            <a:br>
              <a:rPr lang="en-IE" sz="3100" spc="-9" dirty="0"/>
            </a:br>
            <a:r>
              <a:rPr lang="en-IE" sz="3100" spc="-9" dirty="0"/>
              <a:t>Dr Mariana Rocha</a:t>
            </a:r>
            <a:br>
              <a:rPr lang="en-IE" sz="3100" spc="-9" dirty="0"/>
            </a:br>
            <a:r>
              <a:rPr lang="en-IE" sz="3100" spc="-9" dirty="0"/>
              <a:t>School of Computer Science</a:t>
            </a:r>
            <a:endParaRPr lang="en-IE" spc="-9" dirty="0"/>
          </a:p>
        </p:txBody>
      </p:sp>
      <p:sp>
        <p:nvSpPr>
          <p:cNvPr id="28" name="TextBox 27">
            <a:extLst>
              <a:ext uri="{FF2B5EF4-FFF2-40B4-BE49-F238E27FC236}">
                <a16:creationId xmlns:a16="http://schemas.microsoft.com/office/drawing/2014/main" id="{F8E066B0-7223-D5C8-AC47-4AE5F2157F6E}"/>
              </a:ext>
            </a:extLst>
          </p:cNvPr>
          <p:cNvSpPr txBox="1"/>
          <p:nvPr/>
        </p:nvSpPr>
        <p:spPr>
          <a:xfrm>
            <a:off x="692715" y="5788636"/>
            <a:ext cx="5237823" cy="456333"/>
          </a:xfrm>
          <a:prstGeom prst="rect">
            <a:avLst/>
          </a:prstGeom>
          <a:noFill/>
        </p:spPr>
        <p:txBody>
          <a:bodyPr wrap="none" lIns="86159" tIns="43080" rIns="86159" bIns="43080" rtlCol="0" anchor="t">
            <a:spAutoFit/>
          </a:bodyPr>
          <a:lstStyle/>
          <a:p>
            <a:r>
              <a:rPr lang="en-US" sz="2400" b="1" kern="1200" spc="-9" dirty="0">
                <a:solidFill>
                  <a:srgbClr val="004C6C"/>
                </a:solidFill>
                <a:latin typeface="+mj-lt"/>
                <a:ea typeface="+mj-ea"/>
                <a:cs typeface="+mj-cs"/>
              </a:rPr>
              <a:t>CMPU 2007 Databases 1, Lecture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521C86-A35F-2442-224A-1B1514ECA04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6516BF3-CA59-4497-2280-453C5E2098F5}"/>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Databases integrity</a:t>
            </a:r>
          </a:p>
        </p:txBody>
      </p:sp>
      <p:sp>
        <p:nvSpPr>
          <p:cNvPr id="4" name="object 4">
            <a:extLst>
              <a:ext uri="{FF2B5EF4-FFF2-40B4-BE49-F238E27FC236}">
                <a16:creationId xmlns:a16="http://schemas.microsoft.com/office/drawing/2014/main" id="{7D769AC1-E633-EBBC-9BC2-22F0CB7C9110}"/>
              </a:ext>
            </a:extLst>
          </p:cNvPr>
          <p:cNvSpPr txBox="1"/>
          <p:nvPr/>
        </p:nvSpPr>
        <p:spPr>
          <a:xfrm>
            <a:off x="516956" y="1702527"/>
            <a:ext cx="8635775" cy="3053942"/>
          </a:xfrm>
          <a:prstGeom prst="rect">
            <a:avLst/>
          </a:prstGeom>
        </p:spPr>
        <p:txBody>
          <a:bodyPr vert="horz" wrap="square" lIns="0" tIns="11967" rIns="0" bIns="0" rtlCol="0">
            <a:spAutoFit/>
          </a:bodyPr>
          <a:lstStyle/>
          <a:p>
            <a:pPr marL="280631" indent="-268664">
              <a:spcBef>
                <a:spcPts val="94"/>
              </a:spcBef>
              <a:buFont typeface="Arial"/>
              <a:buChar char="•"/>
              <a:tabLst>
                <a:tab pos="280631" algn="l"/>
              </a:tabLst>
            </a:pPr>
            <a:r>
              <a:rPr lang="en-IE" sz="2800" dirty="0">
                <a:latin typeface="Helvetica" pitchFamily="2" charset="0"/>
                <a:cs typeface="Times New Roman"/>
              </a:rPr>
              <a:t>So far, we have learned how to build and populate tables considering two main types of constraints: key constraints and data type constraints.</a:t>
            </a:r>
          </a:p>
          <a:p>
            <a:pPr marL="280631" indent="-268664">
              <a:spcBef>
                <a:spcPts val="94"/>
              </a:spcBef>
              <a:buFont typeface="Arial"/>
              <a:buChar char="•"/>
              <a:tabLst>
                <a:tab pos="280631" algn="l"/>
              </a:tabLst>
            </a:pPr>
            <a:endParaRPr lang="en-IE" sz="2800" dirty="0">
              <a:latin typeface="Helvetica" pitchFamily="2" charset="0"/>
              <a:cs typeface="Times New Roman"/>
            </a:endParaRPr>
          </a:p>
          <a:p>
            <a:pPr marL="280631" indent="-268664">
              <a:spcBef>
                <a:spcPts val="94"/>
              </a:spcBef>
              <a:buFont typeface="Arial"/>
              <a:buChar char="•"/>
              <a:tabLst>
                <a:tab pos="280631" algn="l"/>
              </a:tabLst>
            </a:pPr>
            <a:r>
              <a:rPr lang="en-IE" sz="2800" dirty="0">
                <a:latin typeface="Helvetica" pitchFamily="2" charset="0"/>
                <a:cs typeface="Times New Roman"/>
              </a:rPr>
              <a:t>Today, we will expand on and examine other aspects of relational databases that can help keep our data safe and easy to access.</a:t>
            </a:r>
          </a:p>
        </p:txBody>
      </p:sp>
    </p:spTree>
    <p:extLst>
      <p:ext uri="{BB962C8B-B14F-4D97-AF65-F5344CB8AC3E}">
        <p14:creationId xmlns:p14="http://schemas.microsoft.com/office/powerpoint/2010/main" val="3996800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4364" y="2559050"/>
            <a:ext cx="8547132" cy="1932474"/>
          </a:xfrm>
          <a:prstGeom prst="rect">
            <a:avLst/>
          </a:prstGeom>
        </p:spPr>
        <p:txBody>
          <a:bodyPr vert="horz" wrap="square" lIns="0" tIns="8975" rIns="0" bIns="0" rtlCol="0">
            <a:spAutoFit/>
          </a:bodyPr>
          <a:lstStyle/>
          <a:p>
            <a:pPr marL="281229" marR="181902" indent="-269262">
              <a:lnSpc>
                <a:spcPct val="100699"/>
              </a:lnSpc>
              <a:spcBef>
                <a:spcPts val="71"/>
              </a:spcBef>
              <a:buFont typeface="Arial"/>
              <a:buChar char="•"/>
              <a:tabLst>
                <a:tab pos="281229" algn="l"/>
              </a:tabLst>
            </a:pPr>
            <a:r>
              <a:rPr sz="2800" dirty="0">
                <a:latin typeface="Helvetica" pitchFamily="2" charset="0"/>
                <a:cs typeface="Times New Roman"/>
              </a:rPr>
              <a:t>Constraints</a:t>
            </a:r>
            <a:r>
              <a:rPr sz="2800" spc="-24" dirty="0">
                <a:latin typeface="Helvetica" pitchFamily="2" charset="0"/>
                <a:cs typeface="Times New Roman"/>
              </a:rPr>
              <a:t> </a:t>
            </a:r>
            <a:r>
              <a:rPr sz="2800" dirty="0">
                <a:latin typeface="Helvetica" pitchFamily="2" charset="0"/>
                <a:cs typeface="Times New Roman"/>
              </a:rPr>
              <a:t>are</a:t>
            </a:r>
            <a:r>
              <a:rPr sz="2800" spc="-28" dirty="0">
                <a:latin typeface="Helvetica" pitchFamily="2" charset="0"/>
                <a:cs typeface="Times New Roman"/>
              </a:rPr>
              <a:t> </a:t>
            </a:r>
            <a:r>
              <a:rPr sz="2800" dirty="0">
                <a:latin typeface="Helvetica" pitchFamily="2" charset="0"/>
                <a:cs typeface="Times New Roman"/>
              </a:rPr>
              <a:t>rules</a:t>
            </a:r>
            <a:r>
              <a:rPr sz="2800" spc="-24" dirty="0">
                <a:latin typeface="Helvetica" pitchFamily="2" charset="0"/>
                <a:cs typeface="Times New Roman"/>
              </a:rPr>
              <a:t> </a:t>
            </a:r>
            <a:r>
              <a:rPr sz="2800" dirty="0">
                <a:latin typeface="Helvetica" pitchFamily="2" charset="0"/>
                <a:cs typeface="Times New Roman"/>
              </a:rPr>
              <a:t>that</a:t>
            </a:r>
            <a:r>
              <a:rPr sz="2800" spc="-24" dirty="0">
                <a:latin typeface="Helvetica" pitchFamily="2" charset="0"/>
                <a:cs typeface="Times New Roman"/>
              </a:rPr>
              <a:t> </a:t>
            </a:r>
            <a:r>
              <a:rPr sz="2800" dirty="0">
                <a:latin typeface="Helvetica" pitchFamily="2" charset="0"/>
                <a:cs typeface="Times New Roman"/>
              </a:rPr>
              <a:t>the</a:t>
            </a:r>
            <a:r>
              <a:rPr sz="2800" spc="-28" dirty="0">
                <a:latin typeface="Helvetica" pitchFamily="2" charset="0"/>
                <a:cs typeface="Times New Roman"/>
              </a:rPr>
              <a:t> </a:t>
            </a:r>
            <a:r>
              <a:rPr sz="2800" dirty="0">
                <a:latin typeface="Helvetica" pitchFamily="2" charset="0"/>
                <a:cs typeface="Times New Roman"/>
              </a:rPr>
              <a:t>data</a:t>
            </a:r>
            <a:r>
              <a:rPr sz="2800" spc="-28" dirty="0">
                <a:latin typeface="Helvetica" pitchFamily="2" charset="0"/>
                <a:cs typeface="Times New Roman"/>
              </a:rPr>
              <a:t> </a:t>
            </a:r>
            <a:r>
              <a:rPr sz="2800" dirty="0">
                <a:latin typeface="Helvetica" pitchFamily="2" charset="0"/>
                <a:cs typeface="Times New Roman"/>
              </a:rPr>
              <a:t>must</a:t>
            </a:r>
            <a:r>
              <a:rPr sz="2800" spc="-19" dirty="0">
                <a:latin typeface="Helvetica" pitchFamily="2" charset="0"/>
                <a:cs typeface="Times New Roman"/>
              </a:rPr>
              <a:t> </a:t>
            </a:r>
            <a:r>
              <a:rPr sz="2800" dirty="0">
                <a:latin typeface="Helvetica" pitchFamily="2" charset="0"/>
                <a:cs typeface="Times New Roman"/>
              </a:rPr>
              <a:t>follow</a:t>
            </a:r>
            <a:r>
              <a:rPr sz="2800" spc="-19" dirty="0">
                <a:latin typeface="Helvetica" pitchFamily="2" charset="0"/>
                <a:cs typeface="Times New Roman"/>
              </a:rPr>
              <a:t> </a:t>
            </a:r>
            <a:r>
              <a:rPr sz="2800" dirty="0">
                <a:latin typeface="Helvetica" pitchFamily="2" charset="0"/>
                <a:cs typeface="Times New Roman"/>
              </a:rPr>
              <a:t>to</a:t>
            </a:r>
            <a:r>
              <a:rPr sz="2800" spc="-19" dirty="0">
                <a:latin typeface="Helvetica" pitchFamily="2" charset="0"/>
                <a:cs typeface="Times New Roman"/>
              </a:rPr>
              <a:t> </a:t>
            </a:r>
            <a:r>
              <a:rPr sz="2800" dirty="0">
                <a:latin typeface="Helvetica" pitchFamily="2" charset="0"/>
                <a:cs typeface="Times New Roman"/>
              </a:rPr>
              <a:t>be</a:t>
            </a:r>
            <a:r>
              <a:rPr lang="en-IE" sz="2800" dirty="0">
                <a:latin typeface="Helvetica" pitchFamily="2" charset="0"/>
                <a:cs typeface="Times New Roman"/>
              </a:rPr>
              <a:t> included in or </a:t>
            </a:r>
            <a:r>
              <a:rPr lang="en-IE" sz="2800" dirty="0" err="1">
                <a:latin typeface="Helvetica" pitchFamily="2" charset="0"/>
                <a:cs typeface="Times New Roman"/>
              </a:rPr>
              <a:t>exclud</a:t>
            </a:r>
            <a:r>
              <a:rPr sz="2800" spc="-9" dirty="0">
                <a:latin typeface="Helvetica" pitchFamily="2" charset="0"/>
                <a:cs typeface="Times New Roman"/>
              </a:rPr>
              <a:t>ed </a:t>
            </a:r>
            <a:r>
              <a:rPr sz="2800" dirty="0">
                <a:latin typeface="Helvetica" pitchFamily="2" charset="0"/>
                <a:cs typeface="Times New Roman"/>
              </a:rPr>
              <a:t>from</a:t>
            </a:r>
            <a:r>
              <a:rPr sz="2800" spc="-14" dirty="0">
                <a:latin typeface="Helvetica" pitchFamily="2" charset="0"/>
                <a:cs typeface="Times New Roman"/>
              </a:rPr>
              <a:t> </a:t>
            </a:r>
            <a:r>
              <a:rPr sz="2800" dirty="0">
                <a:latin typeface="Helvetica" pitchFamily="2" charset="0"/>
                <a:cs typeface="Times New Roman"/>
              </a:rPr>
              <a:t>a</a:t>
            </a:r>
            <a:r>
              <a:rPr sz="2800" spc="-19" dirty="0">
                <a:latin typeface="Helvetica" pitchFamily="2" charset="0"/>
                <a:cs typeface="Times New Roman"/>
              </a:rPr>
              <a:t> </a:t>
            </a:r>
            <a:r>
              <a:rPr sz="2800" dirty="0">
                <a:latin typeface="Helvetica" pitchFamily="2" charset="0"/>
                <a:cs typeface="Times New Roman"/>
              </a:rPr>
              <a:t>given</a:t>
            </a:r>
            <a:r>
              <a:rPr sz="2800" spc="-5" dirty="0">
                <a:latin typeface="Helvetica" pitchFamily="2" charset="0"/>
                <a:cs typeface="Times New Roman"/>
              </a:rPr>
              <a:t> </a:t>
            </a:r>
            <a:r>
              <a:rPr sz="2800" spc="-9" dirty="0">
                <a:latin typeface="Helvetica" pitchFamily="2" charset="0"/>
                <a:cs typeface="Times New Roman"/>
              </a:rPr>
              <a:t>entity.</a:t>
            </a:r>
            <a:endParaRPr sz="2800" dirty="0">
              <a:latin typeface="Helvetica" pitchFamily="2" charset="0"/>
              <a:cs typeface="Times New Roman"/>
            </a:endParaRPr>
          </a:p>
          <a:p>
            <a:pPr marL="281229" marR="4787" indent="-269262">
              <a:lnSpc>
                <a:spcPct val="101400"/>
              </a:lnSpc>
              <a:spcBef>
                <a:spcPts val="1494"/>
              </a:spcBef>
              <a:buFont typeface="Arial"/>
              <a:buChar char="•"/>
              <a:tabLst>
                <a:tab pos="281229" algn="l"/>
              </a:tabLst>
            </a:pPr>
            <a:r>
              <a:rPr sz="2800" dirty="0">
                <a:latin typeface="Helvetica" pitchFamily="2" charset="0"/>
                <a:cs typeface="Times New Roman"/>
              </a:rPr>
              <a:t>Ensures</a:t>
            </a:r>
            <a:r>
              <a:rPr sz="2800" spc="-33" dirty="0">
                <a:latin typeface="Helvetica" pitchFamily="2" charset="0"/>
                <a:cs typeface="Times New Roman"/>
              </a:rPr>
              <a:t> </a:t>
            </a:r>
            <a:r>
              <a:rPr sz="2800" dirty="0">
                <a:latin typeface="Helvetica" pitchFamily="2" charset="0"/>
                <a:cs typeface="Times New Roman"/>
              </a:rPr>
              <a:t>that</a:t>
            </a:r>
            <a:r>
              <a:rPr sz="2800" spc="-33" dirty="0">
                <a:latin typeface="Helvetica" pitchFamily="2" charset="0"/>
                <a:cs typeface="Times New Roman"/>
              </a:rPr>
              <a:t> </a:t>
            </a:r>
            <a:r>
              <a:rPr sz="2800" dirty="0">
                <a:latin typeface="Helvetica" pitchFamily="2" charset="0"/>
                <a:cs typeface="Times New Roman"/>
              </a:rPr>
              <a:t>whoever</a:t>
            </a:r>
            <a:r>
              <a:rPr sz="2800" spc="-24" dirty="0">
                <a:latin typeface="Helvetica" pitchFamily="2" charset="0"/>
                <a:cs typeface="Times New Roman"/>
              </a:rPr>
              <a:t> </a:t>
            </a:r>
            <a:r>
              <a:rPr sz="2800" dirty="0">
                <a:latin typeface="Helvetica" pitchFamily="2" charset="0"/>
                <a:cs typeface="Times New Roman"/>
              </a:rPr>
              <a:t>uses</a:t>
            </a:r>
            <a:r>
              <a:rPr sz="2800" spc="-33" dirty="0">
                <a:latin typeface="Helvetica" pitchFamily="2" charset="0"/>
                <a:cs typeface="Times New Roman"/>
              </a:rPr>
              <a:t> </a:t>
            </a:r>
            <a:r>
              <a:rPr sz="2800" dirty="0">
                <a:latin typeface="Helvetica" pitchFamily="2" charset="0"/>
                <a:cs typeface="Times New Roman"/>
              </a:rPr>
              <a:t>your</a:t>
            </a:r>
            <a:r>
              <a:rPr sz="2800" spc="-24" dirty="0">
                <a:latin typeface="Helvetica" pitchFamily="2" charset="0"/>
                <a:cs typeface="Times New Roman"/>
              </a:rPr>
              <a:t> </a:t>
            </a:r>
            <a:r>
              <a:rPr sz="2800" dirty="0">
                <a:latin typeface="Helvetica" pitchFamily="2" charset="0"/>
                <a:cs typeface="Times New Roman"/>
              </a:rPr>
              <a:t>data</a:t>
            </a:r>
            <a:r>
              <a:rPr sz="2800" spc="-38" dirty="0">
                <a:latin typeface="Helvetica" pitchFamily="2" charset="0"/>
                <a:cs typeface="Times New Roman"/>
              </a:rPr>
              <a:t> </a:t>
            </a:r>
            <a:r>
              <a:rPr sz="2800" dirty="0">
                <a:latin typeface="Helvetica" pitchFamily="2" charset="0"/>
                <a:cs typeface="Times New Roman"/>
              </a:rPr>
              <a:t>can</a:t>
            </a:r>
            <a:r>
              <a:rPr sz="2800" spc="-28" dirty="0">
                <a:latin typeface="Helvetica" pitchFamily="2" charset="0"/>
                <a:cs typeface="Times New Roman"/>
              </a:rPr>
              <a:t> </a:t>
            </a:r>
            <a:r>
              <a:rPr sz="2800" dirty="0">
                <a:latin typeface="Helvetica" pitchFamily="2" charset="0"/>
                <a:cs typeface="Times New Roman"/>
              </a:rPr>
              <a:t>be</a:t>
            </a:r>
            <a:r>
              <a:rPr sz="2800" spc="-38" dirty="0">
                <a:latin typeface="Helvetica" pitchFamily="2" charset="0"/>
                <a:cs typeface="Times New Roman"/>
              </a:rPr>
              <a:t> </a:t>
            </a:r>
            <a:r>
              <a:rPr sz="2800" dirty="0">
                <a:latin typeface="Helvetica" pitchFamily="2" charset="0"/>
                <a:cs typeface="Times New Roman"/>
              </a:rPr>
              <a:t>confident</a:t>
            </a:r>
            <a:r>
              <a:rPr sz="2800" spc="-33" dirty="0">
                <a:latin typeface="Helvetica" pitchFamily="2" charset="0"/>
                <a:cs typeface="Times New Roman"/>
              </a:rPr>
              <a:t> </a:t>
            </a:r>
            <a:r>
              <a:rPr sz="2800" dirty="0">
                <a:latin typeface="Helvetica" pitchFamily="2" charset="0"/>
                <a:cs typeface="Times New Roman"/>
              </a:rPr>
              <a:t>that</a:t>
            </a:r>
            <a:r>
              <a:rPr sz="2800" spc="-33" dirty="0">
                <a:latin typeface="Helvetica" pitchFamily="2" charset="0"/>
                <a:cs typeface="Times New Roman"/>
              </a:rPr>
              <a:t> </a:t>
            </a:r>
            <a:r>
              <a:rPr sz="2800" spc="-24" dirty="0">
                <a:latin typeface="Helvetica" pitchFamily="2" charset="0"/>
                <a:cs typeface="Times New Roman"/>
              </a:rPr>
              <a:t>the </a:t>
            </a:r>
            <a:r>
              <a:rPr sz="2800" dirty="0">
                <a:latin typeface="Helvetica" pitchFamily="2" charset="0"/>
                <a:cs typeface="Times New Roman"/>
              </a:rPr>
              <a:t>data</a:t>
            </a:r>
            <a:r>
              <a:rPr sz="2800" spc="-24" dirty="0">
                <a:latin typeface="Helvetica" pitchFamily="2" charset="0"/>
                <a:cs typeface="Times New Roman"/>
              </a:rPr>
              <a:t> </a:t>
            </a:r>
            <a:r>
              <a:rPr sz="2800" dirty="0">
                <a:latin typeface="Helvetica" pitchFamily="2" charset="0"/>
                <a:cs typeface="Times New Roman"/>
              </a:rPr>
              <a:t>will</a:t>
            </a:r>
            <a:r>
              <a:rPr sz="2800" spc="-24" dirty="0">
                <a:latin typeface="Helvetica" pitchFamily="2" charset="0"/>
                <a:cs typeface="Times New Roman"/>
              </a:rPr>
              <a:t> </a:t>
            </a:r>
            <a:r>
              <a:rPr sz="2800" dirty="0">
                <a:latin typeface="Helvetica" pitchFamily="2" charset="0"/>
                <a:cs typeface="Times New Roman"/>
              </a:rPr>
              <a:t>be</a:t>
            </a:r>
            <a:r>
              <a:rPr sz="2800" spc="-24" dirty="0">
                <a:latin typeface="Helvetica" pitchFamily="2" charset="0"/>
                <a:cs typeface="Times New Roman"/>
              </a:rPr>
              <a:t> </a:t>
            </a:r>
            <a:r>
              <a:rPr sz="2800" spc="-9" dirty="0">
                <a:latin typeface="Helvetica" pitchFamily="2" charset="0"/>
                <a:cs typeface="Times New Roman"/>
              </a:rPr>
              <a:t>consistent.</a:t>
            </a:r>
            <a:endParaRPr sz="2800" dirty="0">
              <a:latin typeface="Helvetica" pitchFamily="2" charset="0"/>
              <a:cs typeface="Times New Roman"/>
            </a:endParaRPr>
          </a:p>
        </p:txBody>
      </p:sp>
      <p:sp>
        <p:nvSpPr>
          <p:cNvPr id="4" name="object 4"/>
          <p:cNvSpPr txBox="1">
            <a:spLocks noGrp="1"/>
          </p:cNvSpPr>
          <p:nvPr>
            <p:ph type="title"/>
          </p:nvPr>
        </p:nvSpPr>
        <p:spPr>
          <a:xfrm>
            <a:off x="943648" y="473502"/>
            <a:ext cx="8188565" cy="627637"/>
          </a:xfrm>
          <a:prstGeom prst="rect">
            <a:avLst/>
          </a:prstGeom>
        </p:spPr>
        <p:txBody>
          <a:bodyPr vert="horz" wrap="square" lIns="0" tIns="11967" rIns="0" bIns="0" rtlCol="0" anchor="ctr">
            <a:spAutoFit/>
          </a:bodyPr>
          <a:lstStyle/>
          <a:p>
            <a:pPr marL="138113">
              <a:lnSpc>
                <a:spcPct val="100000"/>
              </a:lnSpc>
              <a:spcBef>
                <a:spcPts val="94"/>
              </a:spcBef>
            </a:pPr>
            <a:r>
              <a:rPr sz="4000" spc="-9" dirty="0"/>
              <a:t>Constraints</a:t>
            </a:r>
          </a:p>
        </p:txBody>
      </p:sp>
    </p:spTree>
    <p:extLst>
      <p:ext uri="{BB962C8B-B14F-4D97-AF65-F5344CB8AC3E}">
        <p14:creationId xmlns:p14="http://schemas.microsoft.com/office/powerpoint/2010/main" val="1225828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a:t>Databases integrity</a:t>
            </a:r>
            <a:endParaRPr lang="en-IE" spc="-9" dirty="0"/>
          </a:p>
        </p:txBody>
      </p:sp>
      <p:pic>
        <p:nvPicPr>
          <p:cNvPr id="1026" name="Picture 2">
            <a:extLst>
              <a:ext uri="{FF2B5EF4-FFF2-40B4-BE49-F238E27FC236}">
                <a16:creationId xmlns:a16="http://schemas.microsoft.com/office/drawing/2014/main" id="{6C325CC0-AF86-73E8-2AB9-7279C3CB43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30"/>
          <a:stretch>
            <a:fillRect/>
          </a:stretch>
        </p:blipFill>
        <p:spPr bwMode="auto">
          <a:xfrm>
            <a:off x="825965" y="996790"/>
            <a:ext cx="7900987" cy="6269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AF94A0-34BF-B1A7-D18F-86F7E616108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55D3191-04F1-6B85-694E-2FDD1FF2DAFD}"/>
              </a:ext>
            </a:extLst>
          </p:cNvPr>
          <p:cNvSpPr txBox="1">
            <a:spLocks noGrp="1"/>
          </p:cNvSpPr>
          <p:nvPr>
            <p:ph type="title"/>
          </p:nvPr>
        </p:nvSpPr>
        <p:spPr>
          <a:xfrm>
            <a:off x="2999581" y="3433654"/>
            <a:ext cx="4076700" cy="689192"/>
          </a:xfrm>
          <a:prstGeom prst="rect">
            <a:avLst/>
          </a:prstGeom>
        </p:spPr>
        <p:txBody>
          <a:bodyPr vert="horz" wrap="square" lIns="0" tIns="11967" rIns="0" bIns="0" rtlCol="0" anchor="ctr">
            <a:spAutoFit/>
          </a:bodyPr>
          <a:lstStyle/>
          <a:p>
            <a:pPr marL="49213">
              <a:lnSpc>
                <a:spcPct val="100000"/>
              </a:lnSpc>
              <a:spcBef>
                <a:spcPts val="94"/>
              </a:spcBef>
            </a:pPr>
            <a:r>
              <a:rPr lang="en-IE" sz="4400" spc="-9" dirty="0"/>
              <a:t>Entity integrity</a:t>
            </a:r>
          </a:p>
        </p:txBody>
      </p:sp>
    </p:spTree>
    <p:extLst>
      <p:ext uri="{BB962C8B-B14F-4D97-AF65-F5344CB8AC3E}">
        <p14:creationId xmlns:p14="http://schemas.microsoft.com/office/powerpoint/2010/main" val="2471683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BB9E043-C638-77BB-F6B7-591DB1594E6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F437EBD-C8FE-150A-4770-89B56D7C201D}"/>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Entity integrity</a:t>
            </a:r>
          </a:p>
        </p:txBody>
      </p:sp>
      <p:sp>
        <p:nvSpPr>
          <p:cNvPr id="4" name="object 4">
            <a:extLst>
              <a:ext uri="{FF2B5EF4-FFF2-40B4-BE49-F238E27FC236}">
                <a16:creationId xmlns:a16="http://schemas.microsoft.com/office/drawing/2014/main" id="{0480F372-AB2D-17D7-4848-51075B43FDA5}"/>
              </a:ext>
            </a:extLst>
          </p:cNvPr>
          <p:cNvSpPr txBox="1"/>
          <p:nvPr/>
        </p:nvSpPr>
        <p:spPr>
          <a:xfrm>
            <a:off x="516956" y="1702527"/>
            <a:ext cx="9169175" cy="1050830"/>
          </a:xfrm>
          <a:prstGeom prst="rect">
            <a:avLst/>
          </a:prstGeom>
        </p:spPr>
        <p:txBody>
          <a:bodyPr vert="horz" wrap="square" lIns="0" tIns="11967" rIns="0" bIns="0" rtlCol="0">
            <a:spAutoFit/>
          </a:bodyPr>
          <a:lstStyle/>
          <a:p>
            <a:pPr marL="280631" indent="-268664">
              <a:lnSpc>
                <a:spcPts val="2681"/>
              </a:lnSpc>
              <a:spcBef>
                <a:spcPts val="94"/>
              </a:spcBef>
              <a:buFont typeface="Arial"/>
              <a:buChar char="•"/>
              <a:tabLst>
                <a:tab pos="280631" algn="l"/>
              </a:tabLst>
            </a:pPr>
            <a:r>
              <a:rPr lang="en-IE" sz="2262" b="1" dirty="0">
                <a:latin typeface="Helvetica" pitchFamily="2" charset="0"/>
                <a:cs typeface="Times New Roman"/>
              </a:rPr>
              <a:t>Entity integrity: </a:t>
            </a:r>
            <a:r>
              <a:rPr lang="en-IE" sz="2262" dirty="0">
                <a:latin typeface="Helvetica" pitchFamily="2" charset="0"/>
                <a:cs typeface="Times New Roman"/>
              </a:rPr>
              <a:t>Every table must have a primary key, and its values must be unique, not null and cannot change. This ensures each row is identifiable.</a:t>
            </a:r>
          </a:p>
        </p:txBody>
      </p:sp>
      <p:sp>
        <p:nvSpPr>
          <p:cNvPr id="5" name="TextBox 4">
            <a:extLst>
              <a:ext uri="{FF2B5EF4-FFF2-40B4-BE49-F238E27FC236}">
                <a16:creationId xmlns:a16="http://schemas.microsoft.com/office/drawing/2014/main" id="{D2564D9C-7EEC-7C67-E61F-8FF15CD1F3CF}"/>
              </a:ext>
            </a:extLst>
          </p:cNvPr>
          <p:cNvSpPr txBox="1"/>
          <p:nvPr/>
        </p:nvSpPr>
        <p:spPr>
          <a:xfrm>
            <a:off x="999331" y="3833658"/>
            <a:ext cx="7620000" cy="1477328"/>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clubs (</a:t>
            </a:r>
          </a:p>
          <a:p>
            <a:pPr marL="363538" lvl="1"/>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r>
              <a:rPr lang="en-IE" b="0" dirty="0">
                <a:solidFill>
                  <a:srgbClr val="6A9955"/>
                </a:solidFill>
                <a:effectLst/>
                <a:latin typeface="Menlo" panose="020B0609030804020204" pitchFamily="49" charset="0"/>
              </a:rPr>
              <a:t> -- club id must be unique, not null and cannot change</a:t>
            </a:r>
            <a:endParaRPr lang="en-IE" b="0" dirty="0">
              <a:solidFill>
                <a:srgbClr val="D4D4D4"/>
              </a:solidFill>
              <a:effectLst/>
              <a:latin typeface="Menlo" panose="020B0609030804020204" pitchFamily="49" charset="0"/>
            </a:endParaRPr>
          </a:p>
          <a:p>
            <a:pPr marL="363538" lvl="1"/>
            <a:endParaRPr lang="en-IE" b="0" dirty="0">
              <a:solidFill>
                <a:srgbClr val="D4D4D4"/>
              </a:solidFill>
              <a:effectLst/>
              <a:latin typeface="Menlo" panose="020B0609030804020204" pitchFamily="49" charset="0"/>
            </a:endParaRPr>
          </a:p>
          <a:p>
            <a:pPr marL="363538" lvl="1"/>
            <a:r>
              <a:rPr lang="en-IE" b="0" dirty="0" err="1">
                <a:solidFill>
                  <a:srgbClr val="D4D4D4"/>
                </a:solidFill>
                <a:effectLst/>
                <a:latin typeface="Menlo" panose="020B0609030804020204" pitchFamily="49" charset="0"/>
              </a:rPr>
              <a:t>club_name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VARCHAR</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120</a:t>
            </a:r>
            <a:r>
              <a:rPr lang="en-IE" b="0" dirty="0">
                <a:solidFill>
                  <a:srgbClr val="D4D4D4"/>
                </a:solidFill>
                <a:effectLst/>
                <a:latin typeface="Menlo" panose="020B0609030804020204" pitchFamily="49" charset="0"/>
              </a:rPr>
              <a:t>) UNIQUE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053082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C4751-738F-E688-1F82-8A3BCA695C0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EAC270-27CC-7BEA-6E73-E2002C3B933D}"/>
              </a:ext>
            </a:extLst>
          </p:cNvPr>
          <p:cNvSpPr txBox="1">
            <a:spLocks noGrp="1"/>
          </p:cNvSpPr>
          <p:nvPr>
            <p:ph type="title"/>
          </p:nvPr>
        </p:nvSpPr>
        <p:spPr>
          <a:xfrm>
            <a:off x="2447131" y="3625850"/>
            <a:ext cx="5467350" cy="689192"/>
          </a:xfrm>
          <a:prstGeom prst="rect">
            <a:avLst/>
          </a:prstGeom>
        </p:spPr>
        <p:txBody>
          <a:bodyPr vert="horz" wrap="square" lIns="0" tIns="11967" rIns="0" bIns="0" rtlCol="0" anchor="ctr">
            <a:spAutoFit/>
          </a:bodyPr>
          <a:lstStyle/>
          <a:p>
            <a:pPr marL="49213">
              <a:lnSpc>
                <a:spcPct val="100000"/>
              </a:lnSpc>
              <a:spcBef>
                <a:spcPts val="94"/>
              </a:spcBef>
            </a:pPr>
            <a:r>
              <a:rPr lang="en-IE" sz="4400" spc="-9" dirty="0"/>
              <a:t>Referential integrity</a:t>
            </a:r>
          </a:p>
        </p:txBody>
      </p:sp>
    </p:spTree>
    <p:extLst>
      <p:ext uri="{BB962C8B-B14F-4D97-AF65-F5344CB8AC3E}">
        <p14:creationId xmlns:p14="http://schemas.microsoft.com/office/powerpoint/2010/main" val="761571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A5D91B8-9AF3-1A02-B8E3-AFC0C37D36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FEA6AD-28F1-85DD-E8BC-A796F0F0105F}"/>
              </a:ext>
            </a:extLst>
          </p:cNvPr>
          <p:cNvSpPr txBox="1">
            <a:spLocks noGrp="1"/>
          </p:cNvSpPr>
          <p:nvPr>
            <p:ph type="title"/>
          </p:nvPr>
        </p:nvSpPr>
        <p:spPr>
          <a:xfrm>
            <a:off x="442763" y="373607"/>
            <a:ext cx="9090968" cy="566082"/>
          </a:xfrm>
          <a:prstGeom prst="rect">
            <a:avLst/>
          </a:prstGeom>
        </p:spPr>
        <p:txBody>
          <a:bodyPr vert="horz" wrap="square" lIns="0" tIns="11967" rIns="0" bIns="0" rtlCol="0" anchor="ctr">
            <a:spAutoFit/>
          </a:bodyPr>
          <a:lstStyle/>
          <a:p>
            <a:pPr marL="138113">
              <a:lnSpc>
                <a:spcPct val="100000"/>
              </a:lnSpc>
              <a:spcBef>
                <a:spcPts val="94"/>
              </a:spcBef>
            </a:pPr>
            <a:r>
              <a:rPr lang="pt-BR" sz="3600" spc="-9" dirty="0" err="1"/>
              <a:t>Foreign</a:t>
            </a:r>
            <a:r>
              <a:rPr lang="pt-BR" sz="3600" spc="-9" dirty="0"/>
              <a:t> Keys </a:t>
            </a:r>
            <a:r>
              <a:rPr lang="pt-BR" sz="3600" spc="-9" dirty="0" err="1"/>
              <a:t>can</a:t>
            </a:r>
            <a:r>
              <a:rPr lang="pt-BR" sz="3600" spc="-9" dirty="0"/>
              <a:t> </a:t>
            </a:r>
            <a:r>
              <a:rPr lang="pt-BR" sz="3600" spc="-9" dirty="0" err="1"/>
              <a:t>be</a:t>
            </a:r>
            <a:r>
              <a:rPr lang="pt-BR" sz="3600" spc="-9" dirty="0"/>
              <a:t> NULL </a:t>
            </a:r>
            <a:r>
              <a:rPr lang="pt-BR" sz="3600" spc="-9" dirty="0" err="1"/>
              <a:t>sometimes</a:t>
            </a:r>
            <a:endParaRPr sz="3600" spc="-9" dirty="0"/>
          </a:p>
        </p:txBody>
      </p:sp>
      <p:pic>
        <p:nvPicPr>
          <p:cNvPr id="9" name="Picture 8" descr="A screenshot of a computer program&#10;&#10;Description automatically generated">
            <a:extLst>
              <a:ext uri="{FF2B5EF4-FFF2-40B4-BE49-F238E27FC236}">
                <a16:creationId xmlns:a16="http://schemas.microsoft.com/office/drawing/2014/main" id="{1E24076F-C6D2-92F5-62E9-F88250B59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931" y="2482850"/>
            <a:ext cx="6227657" cy="2087106"/>
          </a:xfrm>
          <a:prstGeom prst="rect">
            <a:avLst/>
          </a:prstGeom>
        </p:spPr>
      </p:pic>
      <p:sp>
        <p:nvSpPr>
          <p:cNvPr id="11" name="TextBox 10">
            <a:extLst>
              <a:ext uri="{FF2B5EF4-FFF2-40B4-BE49-F238E27FC236}">
                <a16:creationId xmlns:a16="http://schemas.microsoft.com/office/drawing/2014/main" id="{3BBCC393-7BA5-21B4-463B-CB081031C000}"/>
              </a:ext>
            </a:extLst>
          </p:cNvPr>
          <p:cNvSpPr txBox="1"/>
          <p:nvPr/>
        </p:nvSpPr>
        <p:spPr>
          <a:xfrm>
            <a:off x="618331" y="4794401"/>
            <a:ext cx="8839200" cy="1569660"/>
          </a:xfrm>
          <a:prstGeom prst="rect">
            <a:avLst/>
          </a:prstGeom>
          <a:noFill/>
        </p:spPr>
        <p:txBody>
          <a:bodyPr wrap="square">
            <a:spAutoFit/>
          </a:bodyPr>
          <a:lstStyle/>
          <a:p>
            <a:pPr marL="342900" indent="-342900" algn="l" rtl="0">
              <a:buFont typeface="Arial" panose="020B0604020202020204" pitchFamily="34" charset="0"/>
              <a:buChar char="•"/>
            </a:pPr>
            <a:r>
              <a:rPr lang="en-IE" sz="2400" dirty="0">
                <a:solidFill>
                  <a:srgbClr val="212121"/>
                </a:solidFill>
                <a:latin typeface="Helvetica" pitchFamily="2" charset="0"/>
                <a:cs typeface="Times New Roman"/>
              </a:rPr>
              <a:t>In this example, </a:t>
            </a:r>
            <a:r>
              <a:rPr lang="en-IE" sz="2400" dirty="0" err="1">
                <a:solidFill>
                  <a:srgbClr val="212121"/>
                </a:solidFill>
                <a:latin typeface="Helvetica" pitchFamily="2" charset="0"/>
                <a:cs typeface="Times New Roman"/>
              </a:rPr>
              <a:t>manager_id</a:t>
            </a:r>
            <a:r>
              <a:rPr lang="en-IE" sz="2400" dirty="0">
                <a:solidFill>
                  <a:srgbClr val="212121"/>
                </a:solidFill>
                <a:latin typeface="Helvetica" pitchFamily="2" charset="0"/>
                <a:cs typeface="Times New Roman"/>
              </a:rPr>
              <a:t> is a FK coming from the table employees. </a:t>
            </a:r>
          </a:p>
          <a:p>
            <a:pPr marL="342900" indent="-342900" algn="l" rtl="0">
              <a:buFont typeface="Arial" panose="020B0604020202020204" pitchFamily="34" charset="0"/>
              <a:buChar char="•"/>
            </a:pPr>
            <a:r>
              <a:rPr lang="en-IE" sz="2400" dirty="0">
                <a:solidFill>
                  <a:srgbClr val="212121"/>
                </a:solidFill>
                <a:latin typeface="Helvetica" pitchFamily="2" charset="0"/>
                <a:cs typeface="Times New Roman"/>
              </a:rPr>
              <a:t>A project can exist without a manager assigned to it, so the record of the </a:t>
            </a:r>
            <a:r>
              <a:rPr lang="en-IE" sz="2400" dirty="0" err="1">
                <a:solidFill>
                  <a:srgbClr val="212121"/>
                </a:solidFill>
                <a:latin typeface="Helvetica" pitchFamily="2" charset="0"/>
                <a:cs typeface="Times New Roman"/>
              </a:rPr>
              <a:t>manager_id</a:t>
            </a:r>
            <a:r>
              <a:rPr lang="en-IE" sz="2400" dirty="0">
                <a:solidFill>
                  <a:srgbClr val="212121"/>
                </a:solidFill>
                <a:latin typeface="Helvetica" pitchFamily="2" charset="0"/>
                <a:cs typeface="Times New Roman"/>
              </a:rPr>
              <a:t> (foreign key) would be null.</a:t>
            </a:r>
            <a:endParaRPr lang="en-SI" sz="2400" dirty="0">
              <a:latin typeface="Helvetica" pitchFamily="2" charset="0"/>
            </a:endParaRPr>
          </a:p>
        </p:txBody>
      </p:sp>
    </p:spTree>
    <p:extLst>
      <p:ext uri="{BB962C8B-B14F-4D97-AF65-F5344CB8AC3E}">
        <p14:creationId xmlns:p14="http://schemas.microsoft.com/office/powerpoint/2010/main" val="306375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9364" y="2018443"/>
            <a:ext cx="8975535" cy="3541576"/>
          </a:xfrm>
          <a:prstGeom prst="rect">
            <a:avLst/>
          </a:prstGeom>
        </p:spPr>
        <p:txBody>
          <a:bodyPr vert="horz" wrap="square" lIns="0" tIns="11967" rIns="0" bIns="0" rtlCol="0">
            <a:spAutoFit/>
          </a:bodyPr>
          <a:lstStyle/>
          <a:p>
            <a:pPr marL="442787" marR="4787" indent="-430820">
              <a:lnSpc>
                <a:spcPct val="110800"/>
              </a:lnSpc>
              <a:spcBef>
                <a:spcPts val="94"/>
              </a:spcBef>
              <a:buFont typeface="Arial"/>
              <a:buChar char="•"/>
              <a:tabLst>
                <a:tab pos="442787" algn="l"/>
                <a:tab pos="6826695" algn="l"/>
              </a:tabLst>
            </a:pPr>
            <a:r>
              <a:rPr sz="2300" dirty="0">
                <a:solidFill>
                  <a:srgbClr val="212121"/>
                </a:solidFill>
                <a:latin typeface="Helvetica" pitchFamily="2" charset="0"/>
                <a:cs typeface="Times New Roman"/>
              </a:rPr>
              <a:t>FOREIGN</a:t>
            </a:r>
            <a:r>
              <a:rPr sz="2300" spc="-52" dirty="0">
                <a:solidFill>
                  <a:srgbClr val="212121"/>
                </a:solidFill>
                <a:latin typeface="Helvetica" pitchFamily="2" charset="0"/>
                <a:cs typeface="Times New Roman"/>
              </a:rPr>
              <a:t> </a:t>
            </a:r>
            <a:r>
              <a:rPr sz="2300" spc="-47" dirty="0">
                <a:solidFill>
                  <a:srgbClr val="212121"/>
                </a:solidFill>
                <a:latin typeface="Helvetica" pitchFamily="2" charset="0"/>
                <a:cs typeface="Times New Roman"/>
              </a:rPr>
              <a:t>KEY:</a:t>
            </a:r>
            <a:r>
              <a:rPr sz="2300" spc="-5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Defines</a:t>
            </a:r>
            <a:r>
              <a:rPr sz="2300" spc="-5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5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column</a:t>
            </a:r>
            <a:r>
              <a:rPr sz="2300" spc="-5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in</a:t>
            </a:r>
            <a:r>
              <a:rPr sz="2300" spc="-5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5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child</a:t>
            </a:r>
            <a:r>
              <a:rPr sz="2300" spc="-52"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table</a:t>
            </a:r>
            <a:r>
              <a:rPr lang="pt-BR" sz="2300" spc="-9"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at</a:t>
            </a:r>
            <a:r>
              <a:rPr sz="2300" spc="-38"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24"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table- </a:t>
            </a:r>
            <a:r>
              <a:rPr sz="2300" dirty="0">
                <a:solidFill>
                  <a:srgbClr val="212121"/>
                </a:solidFill>
                <a:latin typeface="Helvetica" pitchFamily="2" charset="0"/>
                <a:cs typeface="Times New Roman"/>
              </a:rPr>
              <a:t>constraint</a:t>
            </a:r>
            <a:r>
              <a:rPr sz="2300" spc="-122"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level</a:t>
            </a:r>
            <a:endParaRPr sz="2300" dirty="0">
              <a:latin typeface="Helvetica" pitchFamily="2" charset="0"/>
              <a:cs typeface="Times New Roman"/>
            </a:endParaRPr>
          </a:p>
          <a:p>
            <a:pPr marL="442188" indent="-430221">
              <a:spcBef>
                <a:spcPts val="1333"/>
              </a:spcBef>
              <a:buFont typeface="Arial"/>
              <a:buChar char="•"/>
              <a:tabLst>
                <a:tab pos="442188" algn="l"/>
                <a:tab pos="6774638" algn="l"/>
              </a:tabLst>
            </a:pPr>
            <a:r>
              <a:rPr sz="2300" dirty="0">
                <a:solidFill>
                  <a:srgbClr val="212121"/>
                </a:solidFill>
                <a:latin typeface="Helvetica" pitchFamily="2" charset="0"/>
                <a:cs typeface="Times New Roman"/>
              </a:rPr>
              <a:t>REFERENCES:</a:t>
            </a:r>
            <a:r>
              <a:rPr sz="2300" spc="-75"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Identifies</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table</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and</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column</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in</a:t>
            </a:r>
            <a:r>
              <a:rPr sz="2300" spc="-71" dirty="0">
                <a:solidFill>
                  <a:srgbClr val="212121"/>
                </a:solidFill>
                <a:latin typeface="Helvetica" pitchFamily="2" charset="0"/>
                <a:cs typeface="Times New Roman"/>
              </a:rPr>
              <a:t> </a:t>
            </a:r>
            <a:r>
              <a:rPr sz="2300" spc="-24" dirty="0">
                <a:solidFill>
                  <a:srgbClr val="212121"/>
                </a:solidFill>
                <a:latin typeface="Helvetica" pitchFamily="2" charset="0"/>
                <a:cs typeface="Times New Roman"/>
              </a:rPr>
              <a:t>the</a:t>
            </a:r>
            <a:r>
              <a:rPr sz="2300" dirty="0">
                <a:solidFill>
                  <a:srgbClr val="212121"/>
                </a:solidFill>
                <a:latin typeface="Helvetica" pitchFamily="2" charset="0"/>
                <a:cs typeface="Times New Roman"/>
              </a:rPr>
              <a:t>	parent</a:t>
            </a:r>
            <a:r>
              <a:rPr sz="2300" spc="-71"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table</a:t>
            </a:r>
            <a:endParaRPr sz="2300" dirty="0">
              <a:latin typeface="Helvetica" pitchFamily="2" charset="0"/>
              <a:cs typeface="Times New Roman"/>
            </a:endParaRPr>
          </a:p>
          <a:p>
            <a:pPr marL="442188" indent="-430221">
              <a:spcBef>
                <a:spcPts val="1536"/>
              </a:spcBef>
              <a:buFont typeface="Arial"/>
              <a:buChar char="•"/>
              <a:tabLst>
                <a:tab pos="442188" algn="l"/>
              </a:tabLst>
            </a:pPr>
            <a:r>
              <a:rPr sz="2300" dirty="0">
                <a:solidFill>
                  <a:srgbClr val="212121"/>
                </a:solidFill>
                <a:latin typeface="Helvetica" pitchFamily="2" charset="0"/>
                <a:cs typeface="Times New Roman"/>
              </a:rPr>
              <a:t>Additional</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things</a:t>
            </a:r>
            <a:r>
              <a:rPr sz="2300" spc="-38"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you</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can</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add</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to</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42"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constraint:</a:t>
            </a:r>
            <a:endParaRPr sz="2300" dirty="0">
              <a:latin typeface="Helvetica" pitchFamily="2" charset="0"/>
              <a:cs typeface="Times New Roman"/>
            </a:endParaRPr>
          </a:p>
          <a:p>
            <a:pPr marL="790434" marR="398507" lvl="1" indent="-323115">
              <a:lnSpc>
                <a:spcPct val="110800"/>
              </a:lnSpc>
              <a:spcBef>
                <a:spcPts val="476"/>
              </a:spcBef>
              <a:buFont typeface="Arial"/>
              <a:buChar char="•"/>
              <a:tabLst>
                <a:tab pos="790434" algn="l"/>
              </a:tabLst>
            </a:pPr>
            <a:r>
              <a:rPr sz="2300" dirty="0">
                <a:solidFill>
                  <a:srgbClr val="212121"/>
                </a:solidFill>
                <a:latin typeface="Helvetica" pitchFamily="2" charset="0"/>
                <a:cs typeface="Times New Roman"/>
              </a:rPr>
              <a:t>ON</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DELETE</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CASCADE:</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Deletes</a:t>
            </a:r>
            <a:r>
              <a:rPr sz="2300" spc="-6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dependent</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rows</a:t>
            </a:r>
            <a:r>
              <a:rPr sz="2300" spc="-6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in</a:t>
            </a:r>
            <a:r>
              <a:rPr sz="2300" spc="-66" dirty="0">
                <a:solidFill>
                  <a:srgbClr val="212121"/>
                </a:solidFill>
                <a:latin typeface="Helvetica" pitchFamily="2" charset="0"/>
                <a:cs typeface="Times New Roman"/>
              </a:rPr>
              <a:t> </a:t>
            </a:r>
            <a:r>
              <a:rPr sz="2300" spc="-24" dirty="0">
                <a:solidFill>
                  <a:srgbClr val="212121"/>
                </a:solidFill>
                <a:latin typeface="Helvetica" pitchFamily="2" charset="0"/>
                <a:cs typeface="Times New Roman"/>
              </a:rPr>
              <a:t>the </a:t>
            </a:r>
            <a:r>
              <a:rPr sz="2300" dirty="0">
                <a:solidFill>
                  <a:srgbClr val="212121"/>
                </a:solidFill>
                <a:latin typeface="Helvetica" pitchFamily="2" charset="0"/>
                <a:cs typeface="Times New Roman"/>
              </a:rPr>
              <a:t>child</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table</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when</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a</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row</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in</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the</a:t>
            </a:r>
            <a:r>
              <a:rPr sz="2300" spc="-4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parent</a:t>
            </a:r>
            <a:r>
              <a:rPr sz="2300" spc="-52"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table</a:t>
            </a:r>
            <a:r>
              <a:rPr sz="2300" spc="-47"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is</a:t>
            </a:r>
            <a:r>
              <a:rPr sz="2300" spc="-42" dirty="0">
                <a:solidFill>
                  <a:srgbClr val="212121"/>
                </a:solidFill>
                <a:latin typeface="Helvetica" pitchFamily="2" charset="0"/>
                <a:cs typeface="Times New Roman"/>
              </a:rPr>
              <a:t> </a:t>
            </a:r>
            <a:r>
              <a:rPr sz="2300" spc="-9" dirty="0">
                <a:solidFill>
                  <a:srgbClr val="212121"/>
                </a:solidFill>
                <a:latin typeface="Helvetica" pitchFamily="2" charset="0"/>
                <a:cs typeface="Times New Roman"/>
              </a:rPr>
              <a:t>deleted</a:t>
            </a:r>
            <a:endParaRPr sz="2300" dirty="0">
              <a:latin typeface="Helvetica" pitchFamily="2" charset="0"/>
              <a:cs typeface="Times New Roman"/>
            </a:endParaRPr>
          </a:p>
          <a:p>
            <a:pPr marL="790434" marR="603746" lvl="1" indent="-323115">
              <a:lnSpc>
                <a:spcPct val="111700"/>
              </a:lnSpc>
              <a:spcBef>
                <a:spcPts val="452"/>
              </a:spcBef>
              <a:buFont typeface="Arial"/>
              <a:buChar char="•"/>
              <a:tabLst>
                <a:tab pos="790434" algn="l"/>
              </a:tabLst>
            </a:pPr>
            <a:r>
              <a:rPr sz="2300" dirty="0">
                <a:solidFill>
                  <a:srgbClr val="212121"/>
                </a:solidFill>
                <a:latin typeface="Helvetica" pitchFamily="2" charset="0"/>
                <a:cs typeface="Times New Roman"/>
              </a:rPr>
              <a:t>ON</a:t>
            </a:r>
            <a:r>
              <a:rPr sz="2300" spc="-66"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DELETE</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SET</a:t>
            </a:r>
            <a:r>
              <a:rPr sz="2300" spc="-104"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NULL:</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Converts</a:t>
            </a:r>
            <a:r>
              <a:rPr sz="2300" spc="-6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dependent</a:t>
            </a:r>
            <a:r>
              <a:rPr sz="2300" spc="-71"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foreign</a:t>
            </a:r>
            <a:r>
              <a:rPr sz="2300" spc="-66" dirty="0">
                <a:solidFill>
                  <a:srgbClr val="212121"/>
                </a:solidFill>
                <a:latin typeface="Helvetica" pitchFamily="2" charset="0"/>
                <a:cs typeface="Times New Roman"/>
              </a:rPr>
              <a:t> </a:t>
            </a:r>
            <a:r>
              <a:rPr sz="2300" spc="-24" dirty="0">
                <a:solidFill>
                  <a:srgbClr val="212121"/>
                </a:solidFill>
                <a:latin typeface="Helvetica" pitchFamily="2" charset="0"/>
                <a:cs typeface="Times New Roman"/>
              </a:rPr>
              <a:t>key </a:t>
            </a:r>
            <a:r>
              <a:rPr sz="2300" dirty="0">
                <a:solidFill>
                  <a:srgbClr val="212121"/>
                </a:solidFill>
                <a:latin typeface="Helvetica" pitchFamily="2" charset="0"/>
                <a:cs typeface="Times New Roman"/>
              </a:rPr>
              <a:t>values</a:t>
            </a:r>
            <a:r>
              <a:rPr sz="2300" spc="-38" dirty="0">
                <a:solidFill>
                  <a:srgbClr val="212121"/>
                </a:solidFill>
                <a:latin typeface="Helvetica" pitchFamily="2" charset="0"/>
                <a:cs typeface="Times New Roman"/>
              </a:rPr>
              <a:t> </a:t>
            </a:r>
            <a:r>
              <a:rPr sz="2300" dirty="0">
                <a:solidFill>
                  <a:srgbClr val="212121"/>
                </a:solidFill>
                <a:latin typeface="Helvetica" pitchFamily="2" charset="0"/>
                <a:cs typeface="Times New Roman"/>
              </a:rPr>
              <a:t>to</a:t>
            </a:r>
            <a:r>
              <a:rPr sz="2300" spc="-42" dirty="0">
                <a:solidFill>
                  <a:srgbClr val="212121"/>
                </a:solidFill>
                <a:latin typeface="Helvetica" pitchFamily="2" charset="0"/>
                <a:cs typeface="Times New Roman"/>
              </a:rPr>
              <a:t> </a:t>
            </a:r>
            <a:r>
              <a:rPr sz="2300" spc="-19" dirty="0">
                <a:solidFill>
                  <a:srgbClr val="212121"/>
                </a:solidFill>
                <a:latin typeface="Helvetica" pitchFamily="2" charset="0"/>
                <a:cs typeface="Times New Roman"/>
              </a:rPr>
              <a:t>null</a:t>
            </a:r>
            <a:endParaRPr sz="2300" dirty="0">
              <a:latin typeface="Helvetica" pitchFamily="2" charset="0"/>
              <a:cs typeface="Times New Roman"/>
            </a:endParaRPr>
          </a:p>
        </p:txBody>
      </p:sp>
      <p:sp>
        <p:nvSpPr>
          <p:cNvPr id="4" name="object 4"/>
          <p:cNvSpPr txBox="1">
            <a:spLocks noGrp="1"/>
          </p:cNvSpPr>
          <p:nvPr>
            <p:ph type="title"/>
          </p:nvPr>
        </p:nvSpPr>
        <p:spPr>
          <a:xfrm>
            <a:off x="729364" y="654050"/>
            <a:ext cx="6705816" cy="566082"/>
          </a:xfrm>
          <a:prstGeom prst="rect">
            <a:avLst/>
          </a:prstGeom>
        </p:spPr>
        <p:txBody>
          <a:bodyPr vert="horz" wrap="square" lIns="0" tIns="11967" rIns="0" bIns="0" rtlCol="0" anchor="ctr">
            <a:spAutoFit/>
          </a:bodyPr>
          <a:lstStyle/>
          <a:p>
            <a:pPr marL="138113">
              <a:lnSpc>
                <a:spcPct val="100000"/>
              </a:lnSpc>
              <a:spcBef>
                <a:spcPts val="94"/>
              </a:spcBef>
            </a:pPr>
            <a:r>
              <a:rPr sz="3600" spc="-9" dirty="0"/>
              <a:t>Foreign</a:t>
            </a:r>
            <a:r>
              <a:rPr lang="pt-BR" sz="3600" spc="-9" dirty="0"/>
              <a:t> </a:t>
            </a:r>
            <a:r>
              <a:rPr sz="3600" spc="-9" dirty="0"/>
              <a:t>Key</a:t>
            </a:r>
            <a:r>
              <a:rPr lang="pt-BR" sz="3600" spc="-9" dirty="0"/>
              <a:t> </a:t>
            </a:r>
            <a:r>
              <a:rPr sz="3600" spc="-9" dirty="0"/>
              <a:t>- Syntax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E03AB6-CB9B-0EDB-57E8-70DABAA21D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4159048-E390-F183-3C57-23287169CD6D}"/>
              </a:ext>
            </a:extLst>
          </p:cNvPr>
          <p:cNvSpPr txBox="1"/>
          <p:nvPr/>
        </p:nvSpPr>
        <p:spPr>
          <a:xfrm>
            <a:off x="155565" y="861426"/>
            <a:ext cx="9764731" cy="5833648"/>
          </a:xfrm>
          <a:prstGeom prst="rect">
            <a:avLst/>
          </a:prstGeom>
          <a:solidFill>
            <a:schemeClr val="tx1"/>
          </a:solidFill>
        </p:spPr>
        <p:txBody>
          <a:bodyPr wrap="square">
            <a:spAutoFit/>
          </a:bodyPr>
          <a:lstStyle/>
          <a:p>
            <a:r>
              <a:rPr lang="en-GB" sz="1696" dirty="0">
                <a:solidFill>
                  <a:srgbClr val="669768"/>
                </a:solidFill>
                <a:latin typeface="Menlo" panose="020B0609030804020204" pitchFamily="49" charset="0"/>
              </a:rPr>
              <a:t>-- Create the Employees table (parent table)</a:t>
            </a:r>
            <a:endParaRPr lang="en-GB" sz="1696" dirty="0">
              <a:solidFill>
                <a:srgbClr val="CCCCCC"/>
              </a:solidFill>
              <a:latin typeface="Menlo" panose="020B0609030804020204" pitchFamily="49" charset="0"/>
            </a:endParaRPr>
          </a:p>
          <a:p>
            <a:r>
              <a:rPr lang="en-GB" sz="1696" b="1" dirty="0">
                <a:solidFill>
                  <a:srgbClr val="739ECA"/>
                </a:solidFill>
                <a:latin typeface="Menlo" panose="020B0609030804020204" pitchFamily="49" charset="0"/>
              </a:rPr>
              <a:t>CREATE</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TABLE</a:t>
            </a:r>
            <a:r>
              <a:rPr lang="en-GB" sz="1696" dirty="0">
                <a:solidFill>
                  <a:srgbClr val="CCCCCC"/>
                </a:solidFill>
                <a:latin typeface="Menlo" panose="020B0609030804020204" pitchFamily="49" charset="0"/>
              </a:rPr>
              <a:t> </a:t>
            </a:r>
            <a:r>
              <a:rPr lang="en-GB" sz="1696" dirty="0">
                <a:solidFill>
                  <a:srgbClr val="B788D3"/>
                </a:solidFill>
                <a:latin typeface="Menlo" panose="020B0609030804020204" pitchFamily="49" charset="0"/>
              </a:rPr>
              <a:t>Employees</a:t>
            </a:r>
            <a:r>
              <a:rPr lang="en-GB" sz="1696" dirty="0">
                <a:solidFill>
                  <a:srgbClr val="CCCCCC"/>
                </a:solidFill>
                <a:latin typeface="Menlo" panose="020B0609030804020204" pitchFamily="49" charset="0"/>
              </a:rPr>
              <a:t> (</a:t>
            </a:r>
          </a:p>
          <a:p>
            <a:r>
              <a:rPr lang="en-GB" sz="1696" dirty="0" err="1">
                <a:solidFill>
                  <a:srgbClr val="00B8B8"/>
                </a:solidFill>
                <a:latin typeface="Menlo" panose="020B0609030804020204" pitchFamily="49" charset="0"/>
              </a:rPr>
              <a:t>employee_id</a:t>
            </a:r>
            <a:r>
              <a:rPr lang="en-GB" sz="1696" dirty="0">
                <a:solidFill>
                  <a:srgbClr val="CCCCCC"/>
                </a:solidFill>
                <a:latin typeface="Menlo" panose="020B0609030804020204" pitchFamily="49" charset="0"/>
              </a:rPr>
              <a:t> </a:t>
            </a:r>
            <a:r>
              <a:rPr lang="en-GB" sz="1696" b="1" dirty="0">
                <a:solidFill>
                  <a:srgbClr val="C1AA6C"/>
                </a:solidFill>
                <a:latin typeface="Menlo" panose="020B0609030804020204" pitchFamily="49" charset="0"/>
              </a:rPr>
              <a:t>INT</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PRIMARY</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KEY</a:t>
            </a:r>
            <a:r>
              <a:rPr lang="en-GB" sz="1696" dirty="0">
                <a:solidFill>
                  <a:srgbClr val="CCCCCC"/>
                </a:solidFill>
                <a:latin typeface="Menlo" panose="020B0609030804020204" pitchFamily="49" charset="0"/>
              </a:rPr>
              <a:t>,</a:t>
            </a:r>
          </a:p>
          <a:p>
            <a:r>
              <a:rPr lang="en-GB" sz="1696" dirty="0" err="1">
                <a:solidFill>
                  <a:srgbClr val="00B8B8"/>
                </a:solidFill>
                <a:latin typeface="Menlo" panose="020B0609030804020204" pitchFamily="49" charset="0"/>
              </a:rPr>
              <a:t>employee_name</a:t>
            </a:r>
            <a:r>
              <a:rPr lang="en-GB" sz="1696" dirty="0">
                <a:solidFill>
                  <a:srgbClr val="CCCCCC"/>
                </a:solidFill>
                <a:latin typeface="Menlo" panose="020B0609030804020204" pitchFamily="49" charset="0"/>
              </a:rPr>
              <a:t> </a:t>
            </a:r>
            <a:r>
              <a:rPr lang="en-GB" sz="1696" b="1" dirty="0">
                <a:solidFill>
                  <a:srgbClr val="C1AA6C"/>
                </a:solidFill>
                <a:latin typeface="Menlo" panose="020B0609030804020204" pitchFamily="49" charset="0"/>
              </a:rPr>
              <a:t>VARCHAR</a:t>
            </a:r>
            <a:r>
              <a:rPr lang="en-GB" sz="1696" dirty="0">
                <a:solidFill>
                  <a:srgbClr val="CCCCCC"/>
                </a:solidFill>
                <a:latin typeface="Menlo" panose="020B0609030804020204" pitchFamily="49" charset="0"/>
              </a:rPr>
              <a:t>(</a:t>
            </a:r>
            <a:r>
              <a:rPr lang="en-GB" sz="1696" dirty="0">
                <a:solidFill>
                  <a:srgbClr val="C0C0C0"/>
                </a:solidFill>
                <a:latin typeface="Menlo" panose="020B0609030804020204" pitchFamily="49" charset="0"/>
              </a:rPr>
              <a:t>100</a:t>
            </a:r>
            <a:r>
              <a:rPr lang="en-GB" sz="1696" dirty="0">
                <a:solidFill>
                  <a:srgbClr val="CCCCCC"/>
                </a:solidFill>
                <a:latin typeface="Menlo" panose="020B0609030804020204" pitchFamily="49" charset="0"/>
              </a:rPr>
              <a:t>)</a:t>
            </a:r>
          </a:p>
          <a:p>
            <a:r>
              <a:rPr lang="en-GB" sz="1696" dirty="0">
                <a:solidFill>
                  <a:srgbClr val="CCCCCC"/>
                </a:solidFill>
                <a:latin typeface="Menlo" panose="020B0609030804020204" pitchFamily="49" charset="0"/>
              </a:rPr>
              <a:t>)</a:t>
            </a:r>
            <a:r>
              <a:rPr lang="en-GB" sz="1696" dirty="0">
                <a:solidFill>
                  <a:srgbClr val="EECC64"/>
                </a:solidFill>
                <a:latin typeface="Menlo" panose="020B0609030804020204" pitchFamily="49" charset="0"/>
              </a:rPr>
              <a:t>;</a:t>
            </a:r>
            <a:endParaRPr lang="en-GB" sz="1696" dirty="0">
              <a:solidFill>
                <a:srgbClr val="CCCCCC"/>
              </a:solidFill>
              <a:latin typeface="Menlo" panose="020B0609030804020204" pitchFamily="49" charset="0"/>
            </a:endParaRPr>
          </a:p>
          <a:p>
            <a:br>
              <a:rPr lang="en-GB" sz="1696" dirty="0">
                <a:solidFill>
                  <a:srgbClr val="CCCCCC"/>
                </a:solidFill>
                <a:latin typeface="Menlo" panose="020B0609030804020204" pitchFamily="49" charset="0"/>
              </a:rPr>
            </a:br>
            <a:endParaRPr lang="en-GB" sz="1696" dirty="0">
              <a:solidFill>
                <a:srgbClr val="CCCCCC"/>
              </a:solidFill>
              <a:latin typeface="Menlo" panose="020B0609030804020204" pitchFamily="49" charset="0"/>
            </a:endParaRPr>
          </a:p>
          <a:p>
            <a:r>
              <a:rPr lang="en-GB" sz="1696" dirty="0">
                <a:solidFill>
                  <a:srgbClr val="669768"/>
                </a:solidFill>
                <a:latin typeface="Menlo" panose="020B0609030804020204" pitchFamily="49" charset="0"/>
              </a:rPr>
              <a:t>-- Create the Projects table (child table)</a:t>
            </a:r>
            <a:endParaRPr lang="en-GB" sz="1696" dirty="0">
              <a:solidFill>
                <a:srgbClr val="CCCCCC"/>
              </a:solidFill>
              <a:latin typeface="Menlo" panose="020B0609030804020204" pitchFamily="49" charset="0"/>
            </a:endParaRPr>
          </a:p>
          <a:p>
            <a:r>
              <a:rPr lang="en-GB" sz="1696" dirty="0">
                <a:solidFill>
                  <a:srgbClr val="669768"/>
                </a:solidFill>
                <a:latin typeface="Menlo" panose="020B0609030804020204" pitchFamily="49" charset="0"/>
              </a:rPr>
              <a:t>-- We have two options of foreign key constraints:</a:t>
            </a:r>
            <a:endParaRPr lang="en-GB" sz="1696" dirty="0">
              <a:solidFill>
                <a:srgbClr val="CCCCCC"/>
              </a:solidFill>
              <a:latin typeface="Menlo" panose="020B0609030804020204" pitchFamily="49" charset="0"/>
            </a:endParaRPr>
          </a:p>
          <a:p>
            <a:r>
              <a:rPr lang="en-GB" sz="1696" dirty="0">
                <a:solidFill>
                  <a:srgbClr val="669768"/>
                </a:solidFill>
                <a:latin typeface="Menlo" panose="020B0609030804020204" pitchFamily="49" charset="0"/>
              </a:rPr>
              <a:t>-- 1. ON DELETE CASCADE: If an employee is deleted, the associated project will also be deleted.</a:t>
            </a:r>
            <a:endParaRPr lang="en-GB" sz="1696" dirty="0">
              <a:solidFill>
                <a:srgbClr val="CCCCCC"/>
              </a:solidFill>
              <a:latin typeface="Menlo" panose="020B0609030804020204" pitchFamily="49" charset="0"/>
            </a:endParaRPr>
          </a:p>
          <a:p>
            <a:r>
              <a:rPr lang="en-GB" sz="1696" dirty="0">
                <a:solidFill>
                  <a:srgbClr val="669768"/>
                </a:solidFill>
                <a:latin typeface="Menlo" panose="020B0609030804020204" pitchFamily="49" charset="0"/>
              </a:rPr>
              <a:t>-- 2. ON DELETE SET NULL: If an employee is deleted, the </a:t>
            </a:r>
            <a:r>
              <a:rPr lang="en-GB" sz="1696" dirty="0" err="1">
                <a:solidFill>
                  <a:srgbClr val="669768"/>
                </a:solidFill>
                <a:latin typeface="Menlo" panose="020B0609030804020204" pitchFamily="49" charset="0"/>
              </a:rPr>
              <a:t>manager_id</a:t>
            </a:r>
            <a:r>
              <a:rPr lang="en-GB" sz="1696" dirty="0">
                <a:solidFill>
                  <a:srgbClr val="669768"/>
                </a:solidFill>
                <a:latin typeface="Menlo" panose="020B0609030804020204" pitchFamily="49" charset="0"/>
              </a:rPr>
              <a:t> of the associated project will be set to NULL.</a:t>
            </a:r>
            <a:endParaRPr lang="en-GB" sz="1696" dirty="0">
              <a:solidFill>
                <a:srgbClr val="CCCCCC"/>
              </a:solidFill>
              <a:latin typeface="Menlo" panose="020B0609030804020204" pitchFamily="49" charset="0"/>
            </a:endParaRPr>
          </a:p>
          <a:p>
            <a:br>
              <a:rPr lang="en-GB" sz="1696" dirty="0">
                <a:solidFill>
                  <a:srgbClr val="CCCCCC"/>
                </a:solidFill>
                <a:latin typeface="Menlo" panose="020B0609030804020204" pitchFamily="49" charset="0"/>
              </a:rPr>
            </a:br>
            <a:endParaRPr lang="en-GB" sz="1696" dirty="0">
              <a:solidFill>
                <a:srgbClr val="CCCCCC"/>
              </a:solidFill>
              <a:latin typeface="Menlo" panose="020B0609030804020204" pitchFamily="49" charset="0"/>
            </a:endParaRPr>
          </a:p>
          <a:p>
            <a:r>
              <a:rPr lang="en-GB" sz="1696" b="1" dirty="0">
                <a:solidFill>
                  <a:srgbClr val="739ECA"/>
                </a:solidFill>
                <a:latin typeface="Menlo" panose="020B0609030804020204" pitchFamily="49" charset="0"/>
              </a:rPr>
              <a:t>CREATE</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table</a:t>
            </a:r>
            <a:r>
              <a:rPr lang="en-GB" sz="1696" dirty="0">
                <a:solidFill>
                  <a:srgbClr val="CCCCCC"/>
                </a:solidFill>
                <a:latin typeface="Menlo" panose="020B0609030804020204" pitchFamily="49" charset="0"/>
              </a:rPr>
              <a:t> </a:t>
            </a:r>
            <a:r>
              <a:rPr lang="en-GB" sz="1696" dirty="0">
                <a:solidFill>
                  <a:srgbClr val="9E9E9E"/>
                </a:solidFill>
                <a:latin typeface="Menlo" panose="020B0609030804020204" pitchFamily="49" charset="0"/>
              </a:rPr>
              <a:t>Projects</a:t>
            </a:r>
            <a:r>
              <a:rPr lang="en-GB" sz="1696" dirty="0">
                <a:solidFill>
                  <a:srgbClr val="CCCCCC"/>
                </a:solidFill>
                <a:latin typeface="Menlo" panose="020B0609030804020204" pitchFamily="49" charset="0"/>
              </a:rPr>
              <a:t> (</a:t>
            </a:r>
          </a:p>
          <a:p>
            <a:r>
              <a:rPr lang="en-GB" sz="1696" dirty="0" err="1">
                <a:solidFill>
                  <a:srgbClr val="9E9E9E"/>
                </a:solidFill>
                <a:latin typeface="Menlo" panose="020B0609030804020204" pitchFamily="49" charset="0"/>
              </a:rPr>
              <a:t>project_id</a:t>
            </a:r>
            <a:r>
              <a:rPr lang="en-GB" sz="1696" dirty="0">
                <a:solidFill>
                  <a:srgbClr val="CCCCCC"/>
                </a:solidFill>
                <a:latin typeface="Menlo" panose="020B0609030804020204" pitchFamily="49" charset="0"/>
              </a:rPr>
              <a:t> </a:t>
            </a:r>
            <a:r>
              <a:rPr lang="en-GB" sz="1696" b="1" dirty="0">
                <a:solidFill>
                  <a:srgbClr val="C1AA6C"/>
                </a:solidFill>
                <a:latin typeface="Menlo" panose="020B0609030804020204" pitchFamily="49" charset="0"/>
              </a:rPr>
              <a:t>INT</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PRIMARY</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KEY</a:t>
            </a:r>
            <a:r>
              <a:rPr lang="en-GB" sz="1696" dirty="0">
                <a:solidFill>
                  <a:srgbClr val="CCCCCC"/>
                </a:solidFill>
                <a:latin typeface="Menlo" panose="020B0609030804020204" pitchFamily="49" charset="0"/>
              </a:rPr>
              <a:t>,</a:t>
            </a:r>
          </a:p>
          <a:p>
            <a:r>
              <a:rPr lang="en-GB" sz="1696" dirty="0" err="1">
                <a:solidFill>
                  <a:srgbClr val="9E9E9E"/>
                </a:solidFill>
                <a:latin typeface="Menlo" panose="020B0609030804020204" pitchFamily="49" charset="0"/>
              </a:rPr>
              <a:t>project_name</a:t>
            </a:r>
            <a:r>
              <a:rPr lang="en-GB" sz="1696" dirty="0">
                <a:solidFill>
                  <a:srgbClr val="CCCCCC"/>
                </a:solidFill>
                <a:latin typeface="Menlo" panose="020B0609030804020204" pitchFamily="49" charset="0"/>
              </a:rPr>
              <a:t> </a:t>
            </a:r>
            <a:r>
              <a:rPr lang="en-GB" sz="1696" b="1" dirty="0">
                <a:solidFill>
                  <a:srgbClr val="C1AA6C"/>
                </a:solidFill>
                <a:latin typeface="Menlo" panose="020B0609030804020204" pitchFamily="49" charset="0"/>
              </a:rPr>
              <a:t>VARCHAR</a:t>
            </a:r>
            <a:r>
              <a:rPr lang="en-GB" sz="1696" dirty="0">
                <a:solidFill>
                  <a:srgbClr val="CCCCCC"/>
                </a:solidFill>
                <a:latin typeface="Menlo" panose="020B0609030804020204" pitchFamily="49" charset="0"/>
              </a:rPr>
              <a:t>(</a:t>
            </a:r>
            <a:r>
              <a:rPr lang="en-GB" sz="1696" dirty="0">
                <a:solidFill>
                  <a:srgbClr val="C0C0C0"/>
                </a:solidFill>
                <a:latin typeface="Menlo" panose="020B0609030804020204" pitchFamily="49" charset="0"/>
              </a:rPr>
              <a:t>100</a:t>
            </a:r>
            <a:r>
              <a:rPr lang="en-GB" sz="1696" dirty="0">
                <a:solidFill>
                  <a:srgbClr val="CCCCCC"/>
                </a:solidFill>
                <a:latin typeface="Menlo" panose="020B0609030804020204" pitchFamily="49" charset="0"/>
              </a:rPr>
              <a:t>),</a:t>
            </a:r>
          </a:p>
          <a:p>
            <a:r>
              <a:rPr lang="en-GB" sz="1696" dirty="0" err="1">
                <a:solidFill>
                  <a:srgbClr val="9E9E9E"/>
                </a:solidFill>
                <a:latin typeface="Menlo" panose="020B0609030804020204" pitchFamily="49" charset="0"/>
              </a:rPr>
              <a:t>manager_id</a:t>
            </a:r>
            <a:r>
              <a:rPr lang="en-GB" sz="1696" dirty="0">
                <a:solidFill>
                  <a:srgbClr val="CCCCCC"/>
                </a:solidFill>
                <a:latin typeface="Menlo" panose="020B0609030804020204" pitchFamily="49" charset="0"/>
              </a:rPr>
              <a:t> </a:t>
            </a:r>
            <a:r>
              <a:rPr lang="en-GB" sz="1696" b="1" dirty="0">
                <a:solidFill>
                  <a:srgbClr val="C1AA6C"/>
                </a:solidFill>
                <a:latin typeface="Menlo" panose="020B0609030804020204" pitchFamily="49" charset="0"/>
              </a:rPr>
              <a:t>INT</a:t>
            </a:r>
            <a:r>
              <a:rPr lang="en-GB" sz="1696" dirty="0">
                <a:solidFill>
                  <a:srgbClr val="CCCCCC"/>
                </a:solidFill>
                <a:latin typeface="Menlo" panose="020B0609030804020204" pitchFamily="49" charset="0"/>
              </a:rPr>
              <a:t>,</a:t>
            </a:r>
          </a:p>
          <a:p>
            <a:r>
              <a:rPr lang="en-GB" sz="1696" b="1" dirty="0">
                <a:solidFill>
                  <a:srgbClr val="739ECA"/>
                </a:solidFill>
                <a:latin typeface="Menlo" panose="020B0609030804020204" pitchFamily="49" charset="0"/>
              </a:rPr>
              <a:t>FOREIGN</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KEY</a:t>
            </a:r>
            <a:r>
              <a:rPr lang="en-GB" sz="1696" dirty="0">
                <a:solidFill>
                  <a:srgbClr val="CCCCCC"/>
                </a:solidFill>
                <a:latin typeface="Menlo" panose="020B0609030804020204" pitchFamily="49" charset="0"/>
              </a:rPr>
              <a:t> (</a:t>
            </a:r>
            <a:r>
              <a:rPr lang="en-GB" sz="1696" dirty="0" err="1">
                <a:solidFill>
                  <a:srgbClr val="9E9E9E"/>
                </a:solidFill>
                <a:latin typeface="Menlo" panose="020B0609030804020204" pitchFamily="49" charset="0"/>
              </a:rPr>
              <a:t>manager_id</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REFERENCES</a:t>
            </a:r>
            <a:r>
              <a:rPr lang="en-GB" sz="1696" dirty="0">
                <a:solidFill>
                  <a:srgbClr val="CCCCCC"/>
                </a:solidFill>
                <a:latin typeface="Menlo" panose="020B0609030804020204" pitchFamily="49" charset="0"/>
              </a:rPr>
              <a:t> </a:t>
            </a:r>
            <a:r>
              <a:rPr lang="en-GB" sz="1696" dirty="0">
                <a:solidFill>
                  <a:srgbClr val="9E9E9E"/>
                </a:solidFill>
                <a:latin typeface="Menlo" panose="020B0609030804020204" pitchFamily="49" charset="0"/>
              </a:rPr>
              <a:t>Employees</a:t>
            </a:r>
            <a:r>
              <a:rPr lang="en-GB" sz="1696" dirty="0">
                <a:solidFill>
                  <a:srgbClr val="CCCCCC"/>
                </a:solidFill>
                <a:latin typeface="Menlo" panose="020B0609030804020204" pitchFamily="49" charset="0"/>
              </a:rPr>
              <a:t>(</a:t>
            </a:r>
            <a:r>
              <a:rPr lang="en-GB" sz="1696" dirty="0" err="1">
                <a:solidFill>
                  <a:srgbClr val="9E9E9E"/>
                </a:solidFill>
                <a:latin typeface="Menlo" panose="020B0609030804020204" pitchFamily="49" charset="0"/>
              </a:rPr>
              <a:t>employee_id</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ON</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DELETE</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SET</a:t>
            </a:r>
            <a:r>
              <a:rPr lang="en-GB" sz="1696" dirty="0">
                <a:solidFill>
                  <a:srgbClr val="CCCCCC"/>
                </a:solidFill>
                <a:latin typeface="Menlo" panose="020B0609030804020204" pitchFamily="49" charset="0"/>
              </a:rPr>
              <a:t> </a:t>
            </a:r>
            <a:r>
              <a:rPr lang="en-GB" sz="1696" b="1" dirty="0">
                <a:solidFill>
                  <a:srgbClr val="739ECA"/>
                </a:solidFill>
                <a:latin typeface="Menlo" panose="020B0609030804020204" pitchFamily="49" charset="0"/>
              </a:rPr>
              <a:t>NULL</a:t>
            </a:r>
            <a:endParaRPr lang="en-GB" sz="1696" dirty="0">
              <a:solidFill>
                <a:srgbClr val="CCCCCC"/>
              </a:solidFill>
              <a:latin typeface="Menlo" panose="020B0609030804020204" pitchFamily="49" charset="0"/>
            </a:endParaRPr>
          </a:p>
          <a:p>
            <a:r>
              <a:rPr lang="en-GB" sz="1696" dirty="0">
                <a:solidFill>
                  <a:srgbClr val="CCCCCC"/>
                </a:solidFill>
                <a:latin typeface="Menlo" panose="020B0609030804020204" pitchFamily="49" charset="0"/>
              </a:rPr>
              <a:t>)</a:t>
            </a:r>
            <a:r>
              <a:rPr lang="en-GB" sz="1696" dirty="0">
                <a:solidFill>
                  <a:srgbClr val="EECC64"/>
                </a:solidFill>
                <a:latin typeface="Menlo" panose="020B0609030804020204" pitchFamily="49" charset="0"/>
              </a:rPr>
              <a:t>;</a:t>
            </a:r>
            <a:endParaRPr lang="en-GB" sz="1696" dirty="0">
              <a:solidFill>
                <a:srgbClr val="CCCCCC"/>
              </a:solidFill>
              <a:latin typeface="Menlo" panose="020B0609030804020204" pitchFamily="49" charset="0"/>
            </a:endParaRPr>
          </a:p>
        </p:txBody>
      </p:sp>
    </p:spTree>
    <p:extLst>
      <p:ext uri="{BB962C8B-B14F-4D97-AF65-F5344CB8AC3E}">
        <p14:creationId xmlns:p14="http://schemas.microsoft.com/office/powerpoint/2010/main" val="3134628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4623-B62B-47E1-E559-3907EAD0F4E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19FD579-9635-2DF9-965D-41A1BF10A8E3}"/>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Cascade and Referential Integrity</a:t>
            </a:r>
          </a:p>
        </p:txBody>
      </p:sp>
      <p:pic>
        <p:nvPicPr>
          <p:cNvPr id="8" name="Picture 7" descr="A computer screen shot of a computer&#10;&#10;AI-generated content may be incorrect.">
            <a:extLst>
              <a:ext uri="{FF2B5EF4-FFF2-40B4-BE49-F238E27FC236}">
                <a16:creationId xmlns:a16="http://schemas.microsoft.com/office/drawing/2014/main" id="{1E5D1A08-DCBA-FAD2-B7FB-FC0D5A136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724" y="1339850"/>
            <a:ext cx="8656414" cy="5597814"/>
          </a:xfrm>
          <a:prstGeom prst="rect">
            <a:avLst/>
          </a:prstGeom>
        </p:spPr>
      </p:pic>
    </p:spTree>
    <p:extLst>
      <p:ext uri="{BB962C8B-B14F-4D97-AF65-F5344CB8AC3E}">
        <p14:creationId xmlns:p14="http://schemas.microsoft.com/office/powerpoint/2010/main" val="1881129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E501-1FC3-6D48-846E-8F20D79B823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1FDC79A-A6B4-9F37-10CC-34843935D783}"/>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DROP TABLE CASCADE</a:t>
            </a:r>
          </a:p>
        </p:txBody>
      </p:sp>
      <p:sp>
        <p:nvSpPr>
          <p:cNvPr id="6" name="TextBox 5">
            <a:extLst>
              <a:ext uri="{FF2B5EF4-FFF2-40B4-BE49-F238E27FC236}">
                <a16:creationId xmlns:a16="http://schemas.microsoft.com/office/drawing/2014/main" id="{2CD50787-49E3-A1D9-36CA-7C1A8ABCB5A9}"/>
              </a:ext>
            </a:extLst>
          </p:cNvPr>
          <p:cNvSpPr txBox="1"/>
          <p:nvPr/>
        </p:nvSpPr>
        <p:spPr>
          <a:xfrm>
            <a:off x="500287" y="1187450"/>
            <a:ext cx="9296400" cy="5629298"/>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IE" sz="2200" dirty="0">
                <a:latin typeface="Helvetica" pitchFamily="2" charset="0"/>
              </a:rPr>
              <a:t>CASCADE is an option you can set on foreign keys or DROP TABLE statements. You are telling the system that, if the parent table changes or is deleted, the same applies to the child tables.</a:t>
            </a:r>
          </a:p>
          <a:p>
            <a:pPr marL="285750" indent="-285750" algn="l" rtl="0">
              <a:lnSpc>
                <a:spcPct val="150000"/>
              </a:lnSpc>
              <a:buFont typeface="Arial" panose="020B0604020202020204" pitchFamily="34" charset="0"/>
              <a:buChar char="•"/>
            </a:pPr>
            <a:r>
              <a:rPr lang="en-IE" sz="2200" dirty="0">
                <a:latin typeface="Helvetica" pitchFamily="2" charset="0"/>
              </a:rPr>
              <a:t>Considering our football database:</a:t>
            </a:r>
          </a:p>
          <a:p>
            <a:pPr marL="285750" indent="-285750" algn="l" rtl="0">
              <a:lnSpc>
                <a:spcPct val="150000"/>
              </a:lnSpc>
              <a:buFont typeface="Arial" panose="020B0604020202020204" pitchFamily="34" charset="0"/>
              <a:buChar char="•"/>
            </a:pPr>
            <a:endParaRPr lang="en-IE" sz="2200" dirty="0">
              <a:latin typeface="Helvetica" pitchFamily="2" charset="0"/>
            </a:endParaRPr>
          </a:p>
          <a:p>
            <a:pPr algn="l" rtl="0">
              <a:lnSpc>
                <a:spcPct val="150000"/>
              </a:lnSpc>
            </a:pPr>
            <a:r>
              <a:rPr lang="en-IE" sz="2200" b="1" dirty="0">
                <a:latin typeface="Helvetica" pitchFamily="2" charset="0"/>
              </a:rPr>
              <a:t>DROP TABLE players CASCADE;</a:t>
            </a:r>
          </a:p>
          <a:p>
            <a:pPr algn="l" rtl="0">
              <a:lnSpc>
                <a:spcPct val="150000"/>
              </a:lnSpc>
            </a:pPr>
            <a:endParaRPr lang="en-IE" sz="2200" b="1" dirty="0">
              <a:latin typeface="Helvetica" pitchFamily="2" charset="0"/>
            </a:endParaRPr>
          </a:p>
          <a:p>
            <a:pPr algn="l" rtl="0">
              <a:lnSpc>
                <a:spcPct val="150000"/>
              </a:lnSpc>
            </a:pPr>
            <a:r>
              <a:rPr lang="en-IE" sz="2200" dirty="0">
                <a:latin typeface="Helvetica" pitchFamily="2" charset="0"/>
              </a:rPr>
              <a:t>Will drop the foreign key constraint in the table </a:t>
            </a:r>
            <a:r>
              <a:rPr lang="en-IE" sz="2200" dirty="0" err="1">
                <a:latin typeface="Helvetica" pitchFamily="2" charset="0"/>
              </a:rPr>
              <a:t>player_contracts</a:t>
            </a:r>
            <a:r>
              <a:rPr lang="en-IE" sz="2200" dirty="0">
                <a:latin typeface="Helvetica" pitchFamily="2" charset="0"/>
              </a:rPr>
              <a:t>. The values for </a:t>
            </a:r>
            <a:r>
              <a:rPr lang="en-IE" sz="2200" dirty="0" err="1">
                <a:latin typeface="Helvetica" pitchFamily="2" charset="0"/>
              </a:rPr>
              <a:t>player_id</a:t>
            </a:r>
            <a:r>
              <a:rPr lang="en-IE" sz="2200" dirty="0">
                <a:latin typeface="Helvetica" pitchFamily="2" charset="0"/>
              </a:rPr>
              <a:t> and </a:t>
            </a:r>
            <a:r>
              <a:rPr lang="en-IE" sz="2200" dirty="0" err="1">
                <a:latin typeface="Helvetica" pitchFamily="2" charset="0"/>
              </a:rPr>
              <a:t>club_id</a:t>
            </a:r>
            <a:r>
              <a:rPr lang="en-IE" sz="2200" dirty="0">
                <a:latin typeface="Helvetica" pitchFamily="2" charset="0"/>
              </a:rPr>
              <a:t> in the table persist, but only </a:t>
            </a:r>
            <a:r>
              <a:rPr lang="en-IE" sz="2200" dirty="0" err="1">
                <a:latin typeface="Helvetica" pitchFamily="2" charset="0"/>
              </a:rPr>
              <a:t>club_id</a:t>
            </a:r>
            <a:r>
              <a:rPr lang="en-IE" sz="2200" dirty="0">
                <a:latin typeface="Helvetica" pitchFamily="2" charset="0"/>
              </a:rPr>
              <a:t> is still considered a foreign key.</a:t>
            </a:r>
          </a:p>
          <a:p>
            <a:pPr algn="l" rtl="0">
              <a:lnSpc>
                <a:spcPct val="150000"/>
              </a:lnSpc>
            </a:pPr>
            <a:endParaRPr lang="en-IE" sz="2200" dirty="0">
              <a:latin typeface="Helvetica" pitchFamily="2" charset="0"/>
            </a:endParaRPr>
          </a:p>
        </p:txBody>
      </p:sp>
    </p:spTree>
    <p:extLst>
      <p:ext uri="{BB962C8B-B14F-4D97-AF65-F5344CB8AC3E}">
        <p14:creationId xmlns:p14="http://schemas.microsoft.com/office/powerpoint/2010/main" val="271555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CAA8-E78C-5F24-9EDC-9F0D2582404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B715FB9-C4DE-CBE7-7755-78C49350E26C}"/>
              </a:ext>
            </a:extLst>
          </p:cNvPr>
          <p:cNvSpPr txBox="1"/>
          <p:nvPr/>
        </p:nvSpPr>
        <p:spPr>
          <a:xfrm>
            <a:off x="618330" y="3929937"/>
            <a:ext cx="8839201" cy="2817631"/>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IE" sz="2000" dirty="0">
                <a:latin typeface="Helvetica" pitchFamily="2" charset="0"/>
              </a:rPr>
              <a:t>If we run:</a:t>
            </a:r>
          </a:p>
          <a:p>
            <a:pPr marL="285750" indent="-285750" algn="l" rtl="0">
              <a:lnSpc>
                <a:spcPct val="150000"/>
              </a:lnSpc>
              <a:buFont typeface="Arial" panose="020B0604020202020204" pitchFamily="34" charset="0"/>
              <a:buChar char="•"/>
            </a:pPr>
            <a:endParaRPr lang="en-IE" sz="2000" dirty="0">
              <a:latin typeface="Helvetica" pitchFamily="2" charset="0"/>
            </a:endParaRPr>
          </a:p>
          <a:p>
            <a:pPr marL="285750" indent="-285750" algn="l" rtl="0">
              <a:lnSpc>
                <a:spcPct val="150000"/>
              </a:lnSpc>
              <a:buFont typeface="Arial" panose="020B0604020202020204" pitchFamily="34" charset="0"/>
              <a:buChar char="•"/>
            </a:pPr>
            <a:endParaRPr lang="en-IE" sz="2000" dirty="0">
              <a:latin typeface="Helvetica" pitchFamily="2" charset="0"/>
            </a:endParaRPr>
          </a:p>
          <a:p>
            <a:pPr marL="285750" indent="-285750" algn="l" rtl="0">
              <a:lnSpc>
                <a:spcPct val="150000"/>
              </a:lnSpc>
              <a:buFont typeface="Arial" panose="020B0604020202020204" pitchFamily="34" charset="0"/>
              <a:buChar char="•"/>
            </a:pPr>
            <a:r>
              <a:rPr lang="en-IE" sz="2000" dirty="0">
                <a:latin typeface="Helvetica" pitchFamily="2" charset="0"/>
              </a:rPr>
              <a:t>The entire row in </a:t>
            </a:r>
            <a:r>
              <a:rPr lang="en-IE" sz="2000" dirty="0" err="1">
                <a:latin typeface="Helvetica" pitchFamily="2" charset="0"/>
              </a:rPr>
              <a:t>player_contracts</a:t>
            </a:r>
            <a:r>
              <a:rPr lang="en-IE" sz="2000" dirty="0">
                <a:latin typeface="Helvetica" pitchFamily="2" charset="0"/>
              </a:rPr>
              <a:t> where </a:t>
            </a:r>
            <a:r>
              <a:rPr lang="en-IE" sz="2000" dirty="0" err="1">
                <a:latin typeface="Helvetica" pitchFamily="2" charset="0"/>
              </a:rPr>
              <a:t>player_id</a:t>
            </a:r>
            <a:r>
              <a:rPr lang="en-IE" sz="2000" dirty="0">
                <a:latin typeface="Helvetica" pitchFamily="2" charset="0"/>
              </a:rPr>
              <a:t> = 101 will be deleted.</a:t>
            </a:r>
          </a:p>
          <a:p>
            <a:pPr marL="285750" indent="-285750" algn="l" rtl="0">
              <a:lnSpc>
                <a:spcPct val="150000"/>
              </a:lnSpc>
              <a:buFont typeface="Arial" panose="020B0604020202020204" pitchFamily="34" charset="0"/>
              <a:buChar char="•"/>
            </a:pPr>
            <a:r>
              <a:rPr lang="en-IE" sz="2000" dirty="0">
                <a:latin typeface="Helvetica" pitchFamily="2" charset="0"/>
              </a:rPr>
              <a:t>The foreign key still exists, but the original player is gone, so all contracts for that player should also be gone. </a:t>
            </a:r>
          </a:p>
        </p:txBody>
      </p:sp>
      <p:sp>
        <p:nvSpPr>
          <p:cNvPr id="3" name="object 3">
            <a:extLst>
              <a:ext uri="{FF2B5EF4-FFF2-40B4-BE49-F238E27FC236}">
                <a16:creationId xmlns:a16="http://schemas.microsoft.com/office/drawing/2014/main" id="{37D74566-59CC-B16F-CA35-E00350001BB6}"/>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ON DELETE CASCADE</a:t>
            </a:r>
          </a:p>
        </p:txBody>
      </p:sp>
      <p:sp>
        <p:nvSpPr>
          <p:cNvPr id="4" name="TextBox 3">
            <a:extLst>
              <a:ext uri="{FF2B5EF4-FFF2-40B4-BE49-F238E27FC236}">
                <a16:creationId xmlns:a16="http://schemas.microsoft.com/office/drawing/2014/main" id="{782EA973-FFC4-E3E0-0B09-0FF57EDC80DC}"/>
              </a:ext>
            </a:extLst>
          </p:cNvPr>
          <p:cNvSpPr txBox="1"/>
          <p:nvPr/>
        </p:nvSpPr>
        <p:spPr>
          <a:xfrm>
            <a:off x="525687" y="1161177"/>
            <a:ext cx="9220200" cy="2585323"/>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player_contracts</a:t>
            </a:r>
            <a:r>
              <a:rPr lang="en-IE" b="0" dirty="0">
                <a:solidFill>
                  <a:srgbClr val="D4D4D4"/>
                </a:solidFill>
                <a:effectLst/>
                <a:latin typeface="Menlo" panose="020B0609030804020204" pitchFamily="49" charset="0"/>
              </a:rPr>
              <a:t> (</a:t>
            </a:r>
          </a:p>
          <a:p>
            <a:pPr marL="363538" lvl="2"/>
            <a:r>
              <a:rPr lang="en-IE" b="0" dirty="0" err="1">
                <a:solidFill>
                  <a:srgbClr val="D4D4D4"/>
                </a:solidFill>
                <a:effectLst/>
                <a:latin typeface="Menlo" panose="020B0609030804020204" pitchFamily="49" charset="0"/>
              </a:rPr>
              <a:t>player_contract_id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SERIAL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363538" lvl="2"/>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players(</a:t>
            </a: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ON DELETE CASCADE</a:t>
            </a:r>
            <a:r>
              <a:rPr lang="en-IE" b="0" dirty="0">
                <a:solidFill>
                  <a:srgbClr val="D4D4D4"/>
                </a:solidFill>
                <a:effectLst/>
                <a:latin typeface="Menlo" panose="020B0609030804020204" pitchFamily="49" charset="0"/>
              </a:rPr>
              <a:t>,</a:t>
            </a:r>
          </a:p>
          <a:p>
            <a:pPr marL="363538" lvl="2"/>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clubs(</a:t>
            </a: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a:t>
            </a:r>
          </a:p>
          <a:p>
            <a:pPr marL="363538" lvl="2"/>
            <a:r>
              <a:rPr lang="en-IE" b="0" dirty="0">
                <a:solidFill>
                  <a:srgbClr val="D4D4D4"/>
                </a:solidFill>
                <a:effectLst/>
                <a:latin typeface="Menlo" panose="020B0609030804020204" pitchFamily="49" charset="0"/>
              </a:rPr>
              <a:t>joined </a:t>
            </a:r>
            <a:r>
              <a:rPr lang="en-IE" b="0" dirty="0">
                <a:solidFill>
                  <a:srgbClr val="569CD6"/>
                </a:solidFill>
                <a:effectLst/>
                <a:latin typeface="Menlo" panose="020B0609030804020204" pitchFamily="49" charset="0"/>
              </a:rPr>
              <a:t>DATE</a:t>
            </a:r>
            <a:r>
              <a:rPr lang="en-IE" b="0" dirty="0">
                <a:solidFill>
                  <a:srgbClr val="D4D4D4"/>
                </a:solidFill>
                <a:effectLst/>
                <a:latin typeface="Menlo" panose="020B0609030804020204" pitchFamily="49" charset="0"/>
              </a:rPr>
              <a:t>,</a:t>
            </a:r>
          </a:p>
          <a:p>
            <a:pPr marL="363538" lvl="2"/>
            <a:r>
              <a:rPr lang="en-IE" b="0" dirty="0" err="1">
                <a:solidFill>
                  <a:srgbClr val="D4D4D4"/>
                </a:solidFill>
                <a:effectLst/>
                <a:latin typeface="Menlo" panose="020B0609030804020204" pitchFamily="49" charset="0"/>
              </a:rPr>
              <a:t>contract_valid_until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a:t>
            </a:r>
          </a:p>
          <a:p>
            <a:pPr marL="363538" lvl="2"/>
            <a:r>
              <a:rPr lang="en-IE" b="0" dirty="0" err="1">
                <a:solidFill>
                  <a:srgbClr val="D4D4D4"/>
                </a:solidFill>
                <a:effectLst/>
                <a:latin typeface="Menlo" panose="020B0609030804020204" pitchFamily="49" charset="0"/>
              </a:rPr>
              <a:t>jersey_number</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a:t>
            </a:r>
          </a:p>
          <a:p>
            <a:pPr marL="363538" lvl="2"/>
            <a:r>
              <a:rPr lang="en-IE" b="0" dirty="0">
                <a:solidFill>
                  <a:srgbClr val="D4D4D4"/>
                </a:solidFill>
                <a:effectLst/>
                <a:latin typeface="Menlo" panose="020B0609030804020204" pitchFamily="49" charset="0"/>
              </a:rPr>
              <a:t>wage </a:t>
            </a:r>
            <a:r>
              <a:rPr lang="en-IE" b="0" dirty="0">
                <a:solidFill>
                  <a:srgbClr val="569CD6"/>
                </a:solidFill>
                <a:effectLst/>
                <a:latin typeface="Menlo" panose="020B0609030804020204" pitchFamily="49" charset="0"/>
              </a:rPr>
              <a:t>NUMERIC</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12</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0</a:t>
            </a:r>
            <a:r>
              <a:rPr lang="en-IE" b="0" dirty="0">
                <a:solidFill>
                  <a:srgbClr val="D4D4D4"/>
                </a:solidFill>
                <a:effectLst/>
                <a:latin typeface="Menlo" panose="020B0609030804020204" pitchFamily="49" charset="0"/>
              </a:rPr>
              <a:t>)</a:t>
            </a:r>
          </a:p>
          <a:p>
            <a:pPr>
              <a:buNone/>
            </a:pPr>
            <a:r>
              <a:rPr lang="en-IE" b="0" dirty="0">
                <a:solidFill>
                  <a:srgbClr val="D4D4D4"/>
                </a:solidFill>
                <a:effectLst/>
                <a:latin typeface="Menlo" panose="020B0609030804020204" pitchFamily="49" charset="0"/>
              </a:rPr>
              <a:t>);</a:t>
            </a:r>
          </a:p>
        </p:txBody>
      </p:sp>
      <p:sp>
        <p:nvSpPr>
          <p:cNvPr id="7" name="TextBox 6">
            <a:extLst>
              <a:ext uri="{FF2B5EF4-FFF2-40B4-BE49-F238E27FC236}">
                <a16:creationId xmlns:a16="http://schemas.microsoft.com/office/drawing/2014/main" id="{387E5DD9-65B0-91CC-F2E7-85CA85EE4290}"/>
              </a:ext>
            </a:extLst>
          </p:cNvPr>
          <p:cNvSpPr txBox="1"/>
          <p:nvPr/>
        </p:nvSpPr>
        <p:spPr>
          <a:xfrm>
            <a:off x="1029838" y="4692650"/>
            <a:ext cx="7162800" cy="369332"/>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DELETE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players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 </a:t>
            </a:r>
            <a:r>
              <a:rPr lang="en-IE" b="0" dirty="0">
                <a:solidFill>
                  <a:srgbClr val="B5CEA8"/>
                </a:solidFill>
                <a:effectLst/>
                <a:latin typeface="Menlo" panose="020B0609030804020204" pitchFamily="49" charset="0"/>
              </a:rPr>
              <a:t>101</a:t>
            </a:r>
            <a:r>
              <a:rPr lang="en-IE"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793166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0EB3B-32A1-CA78-2EE3-D779B40DB73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AA99370-CA04-32B8-E491-609BF97F8E61}"/>
              </a:ext>
            </a:extLst>
          </p:cNvPr>
          <p:cNvSpPr txBox="1"/>
          <p:nvPr/>
        </p:nvSpPr>
        <p:spPr>
          <a:xfrm>
            <a:off x="500287" y="3409435"/>
            <a:ext cx="8839201" cy="3279296"/>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IE" sz="2000" dirty="0">
                <a:latin typeface="Helvetica" pitchFamily="2" charset="0"/>
              </a:rPr>
              <a:t>Suppose we added a club named “FC Barcelona” to the table clubs. If we run:</a:t>
            </a:r>
          </a:p>
          <a:p>
            <a:pPr algn="l" rtl="0">
              <a:lnSpc>
                <a:spcPct val="150000"/>
              </a:lnSpc>
            </a:pPr>
            <a:endParaRPr lang="en-IE" sz="2000" dirty="0">
              <a:latin typeface="Helvetica" pitchFamily="2" charset="0"/>
            </a:endParaRPr>
          </a:p>
          <a:p>
            <a:pPr marL="285750" indent="-285750" algn="l" rtl="0">
              <a:lnSpc>
                <a:spcPct val="150000"/>
              </a:lnSpc>
              <a:buFont typeface="Arial" panose="020B0604020202020204" pitchFamily="34" charset="0"/>
              <a:buChar char="•"/>
            </a:pPr>
            <a:r>
              <a:rPr lang="en-IE" sz="2000" dirty="0">
                <a:latin typeface="Helvetica" pitchFamily="2" charset="0"/>
              </a:rPr>
              <a:t>The clubs table now has 'BARCA' instead of ‘FC Barcelona'.</a:t>
            </a:r>
          </a:p>
          <a:p>
            <a:pPr marL="285750" indent="-285750" algn="l" rtl="0">
              <a:lnSpc>
                <a:spcPct val="150000"/>
              </a:lnSpc>
              <a:buFont typeface="Arial" panose="020B0604020202020204" pitchFamily="34" charset="0"/>
              <a:buChar char="•"/>
            </a:pPr>
            <a:r>
              <a:rPr lang="en-IE" sz="2000" dirty="0">
                <a:latin typeface="Helvetica" pitchFamily="2" charset="0"/>
              </a:rPr>
              <a:t>Because of ON UPDATE CASCADE, the </a:t>
            </a:r>
            <a:r>
              <a:rPr lang="en-IE" sz="2000" dirty="0" err="1">
                <a:latin typeface="Helvetica" pitchFamily="2" charset="0"/>
              </a:rPr>
              <a:t>matches.home_club_name</a:t>
            </a:r>
            <a:r>
              <a:rPr lang="en-IE" sz="2000" dirty="0">
                <a:latin typeface="Helvetica" pitchFamily="2" charset="0"/>
              </a:rPr>
              <a:t> is automatically updated to 'BARCA'.</a:t>
            </a:r>
          </a:p>
          <a:p>
            <a:pPr marL="285750" indent="-285750" algn="l" rtl="0">
              <a:lnSpc>
                <a:spcPct val="150000"/>
              </a:lnSpc>
              <a:buFont typeface="Arial" panose="020B0604020202020204" pitchFamily="34" charset="0"/>
              <a:buChar char="•"/>
            </a:pPr>
            <a:r>
              <a:rPr lang="en-IE" sz="2000" dirty="0">
                <a:latin typeface="Helvetica" pitchFamily="2" charset="0"/>
              </a:rPr>
              <a:t>No manual fix is needed.</a:t>
            </a:r>
          </a:p>
        </p:txBody>
      </p:sp>
      <p:sp>
        <p:nvSpPr>
          <p:cNvPr id="3" name="object 3">
            <a:extLst>
              <a:ext uri="{FF2B5EF4-FFF2-40B4-BE49-F238E27FC236}">
                <a16:creationId xmlns:a16="http://schemas.microsoft.com/office/drawing/2014/main" id="{28603C8D-4C9D-D97C-D861-24CD9226FA2B}"/>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ON UPDATE CASCADE</a:t>
            </a:r>
          </a:p>
        </p:txBody>
      </p:sp>
      <p:sp>
        <p:nvSpPr>
          <p:cNvPr id="5" name="TextBox 4">
            <a:extLst>
              <a:ext uri="{FF2B5EF4-FFF2-40B4-BE49-F238E27FC236}">
                <a16:creationId xmlns:a16="http://schemas.microsoft.com/office/drawing/2014/main" id="{4ED15E5A-305A-4AC9-CD57-27D66086B941}"/>
              </a:ext>
            </a:extLst>
          </p:cNvPr>
          <p:cNvSpPr txBox="1"/>
          <p:nvPr/>
        </p:nvSpPr>
        <p:spPr>
          <a:xfrm>
            <a:off x="516956" y="1187450"/>
            <a:ext cx="9296400" cy="2031325"/>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matches (</a:t>
            </a:r>
          </a:p>
          <a:p>
            <a:pPr marL="314325">
              <a:buNone/>
            </a:pPr>
            <a:r>
              <a:rPr lang="en-IE" b="0" dirty="0" err="1">
                <a:solidFill>
                  <a:srgbClr val="D4D4D4"/>
                </a:solidFill>
                <a:effectLst/>
                <a:latin typeface="Menlo" panose="020B0609030804020204" pitchFamily="49" charset="0"/>
              </a:rPr>
              <a:t>match_id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314325">
              <a:buNone/>
            </a:pPr>
            <a:r>
              <a:rPr lang="en-IE" b="0" dirty="0" err="1">
                <a:solidFill>
                  <a:srgbClr val="D4D4D4"/>
                </a:solidFill>
                <a:effectLst/>
                <a:latin typeface="Menlo" panose="020B0609030804020204" pitchFamily="49" charset="0"/>
              </a:rPr>
              <a:t>match_date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DATE</a:t>
            </a:r>
            <a:r>
              <a:rPr lang="en-IE" b="0" dirty="0">
                <a:solidFill>
                  <a:srgbClr val="D4D4D4"/>
                </a:solidFill>
                <a:effectLst/>
                <a:latin typeface="Menlo" panose="020B0609030804020204" pitchFamily="49" charset="0"/>
              </a:rPr>
              <a:t>,</a:t>
            </a:r>
          </a:p>
          <a:p>
            <a:pPr marL="314325">
              <a:buNone/>
            </a:pPr>
            <a:r>
              <a:rPr lang="en-IE" b="0" dirty="0">
                <a:solidFill>
                  <a:srgbClr val="569CD6"/>
                </a:solidFill>
                <a:effectLst/>
                <a:latin typeface="Menlo" panose="020B0609030804020204" pitchFamily="49" charset="0"/>
              </a:rPr>
              <a:t>location</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314325">
              <a:buNone/>
            </a:pPr>
            <a:r>
              <a:rPr lang="en-IE" b="0" dirty="0" err="1">
                <a:solidFill>
                  <a:srgbClr val="D4D4D4"/>
                </a:solidFill>
                <a:effectLst/>
                <a:latin typeface="Menlo" panose="020B0609030804020204" pitchFamily="49" charset="0"/>
              </a:rPr>
              <a:t>home_club_id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clubs(</a:t>
            </a: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a:t>
            </a:r>
            <a:r>
              <a:rPr lang="en-IE" b="0" dirty="0">
                <a:solidFill>
                  <a:srgbClr val="569CD6"/>
                </a:solidFill>
                <a:effectLst/>
                <a:latin typeface="Menlo" panose="020B0609030804020204" pitchFamily="49" charset="0"/>
              </a:rPr>
              <a:t> ON UPDATE </a:t>
            </a:r>
            <a:r>
              <a:rPr lang="en-IE" b="0" dirty="0">
                <a:solidFill>
                  <a:srgbClr val="D4D4D4"/>
                </a:solidFill>
                <a:effectLst/>
                <a:latin typeface="Menlo" panose="020B0609030804020204" pitchFamily="49" charset="0"/>
              </a:rPr>
              <a:t>CASCADE,</a:t>
            </a:r>
          </a:p>
          <a:p>
            <a:pPr marL="314325">
              <a:buNone/>
            </a:pPr>
            <a:r>
              <a:rPr lang="en-IE" b="0" dirty="0" err="1">
                <a:solidFill>
                  <a:srgbClr val="D4D4D4"/>
                </a:solidFill>
                <a:effectLst/>
                <a:latin typeface="Menlo" panose="020B0609030804020204" pitchFamily="49" charset="0"/>
              </a:rPr>
              <a:t>away_club_id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clubs(</a:t>
            </a: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a:t>
            </a:r>
            <a:r>
              <a:rPr lang="en-IE" b="0" dirty="0">
                <a:solidFill>
                  <a:srgbClr val="569CD6"/>
                </a:solidFill>
                <a:effectLst/>
                <a:latin typeface="Menlo" panose="020B0609030804020204" pitchFamily="49" charset="0"/>
              </a:rPr>
              <a:t> ON UPDATE </a:t>
            </a:r>
            <a:r>
              <a:rPr lang="en-IE" b="0" dirty="0">
                <a:solidFill>
                  <a:srgbClr val="D4D4D4"/>
                </a:solidFill>
                <a:effectLst/>
                <a:latin typeface="Menlo" panose="020B0609030804020204" pitchFamily="49" charset="0"/>
              </a:rPr>
              <a:t>CASCADE</a:t>
            </a:r>
          </a:p>
          <a:p>
            <a:pPr>
              <a:buNone/>
            </a:pPr>
            <a:r>
              <a:rPr lang="en-IE" b="0" dirty="0">
                <a:solidFill>
                  <a:srgbClr val="D4D4D4"/>
                </a:solidFill>
                <a:effectLst/>
                <a:latin typeface="Menlo" panose="020B0609030804020204" pitchFamily="49" charset="0"/>
              </a:rPr>
              <a:t>);</a:t>
            </a:r>
          </a:p>
        </p:txBody>
      </p:sp>
      <p:sp>
        <p:nvSpPr>
          <p:cNvPr id="8" name="TextBox 7">
            <a:extLst>
              <a:ext uri="{FF2B5EF4-FFF2-40B4-BE49-F238E27FC236}">
                <a16:creationId xmlns:a16="http://schemas.microsoft.com/office/drawing/2014/main" id="{50911CCF-D8C4-8B23-25F5-AA4B55D549EE}"/>
              </a:ext>
            </a:extLst>
          </p:cNvPr>
          <p:cNvSpPr txBox="1"/>
          <p:nvPr/>
        </p:nvSpPr>
        <p:spPr>
          <a:xfrm>
            <a:off x="1819604" y="4083050"/>
            <a:ext cx="7515915" cy="584775"/>
          </a:xfrm>
          <a:prstGeom prst="rect">
            <a:avLst/>
          </a:prstGeom>
          <a:solidFill>
            <a:schemeClr val="tx1"/>
          </a:solidFill>
        </p:spPr>
        <p:txBody>
          <a:bodyPr wrap="square">
            <a:spAutoFit/>
          </a:bodyPr>
          <a:lstStyle/>
          <a:p>
            <a:pPr>
              <a:buNone/>
            </a:pPr>
            <a:r>
              <a:rPr lang="en-IE" sz="1600" b="0" dirty="0">
                <a:solidFill>
                  <a:srgbClr val="569CD6"/>
                </a:solidFill>
                <a:effectLst/>
                <a:latin typeface="Menlo" panose="020B0609030804020204" pitchFamily="49" charset="0"/>
              </a:rPr>
              <a:t>UPDATE</a:t>
            </a:r>
            <a:r>
              <a:rPr lang="en-IE" sz="1600" b="0" dirty="0">
                <a:solidFill>
                  <a:srgbClr val="D4D4D4"/>
                </a:solidFill>
                <a:effectLst/>
                <a:latin typeface="Menlo" panose="020B0609030804020204" pitchFamily="49" charset="0"/>
              </a:rPr>
              <a:t> clubs </a:t>
            </a:r>
            <a:r>
              <a:rPr lang="en-IE" sz="1600" b="0" dirty="0">
                <a:solidFill>
                  <a:srgbClr val="569CD6"/>
                </a:solidFill>
                <a:effectLst/>
                <a:latin typeface="Menlo" panose="020B0609030804020204" pitchFamily="49" charset="0"/>
              </a:rPr>
              <a:t>SET</a:t>
            </a:r>
            <a:r>
              <a:rPr lang="en-IE" sz="1600" b="0" dirty="0">
                <a:solidFill>
                  <a:srgbClr val="D4D4D4"/>
                </a:solidFill>
                <a:effectLst/>
                <a:latin typeface="Menlo" panose="020B0609030804020204" pitchFamily="49" charset="0"/>
              </a:rPr>
              <a:t> </a:t>
            </a:r>
            <a:r>
              <a:rPr lang="en-IE" sz="1600" b="0" dirty="0" err="1">
                <a:solidFill>
                  <a:srgbClr val="D4D4D4"/>
                </a:solidFill>
                <a:effectLst/>
                <a:latin typeface="Menlo" panose="020B0609030804020204" pitchFamily="49" charset="0"/>
              </a:rPr>
              <a:t>club_</a:t>
            </a:r>
            <a:r>
              <a:rPr lang="en-IE" sz="1600" dirty="0" err="1">
                <a:solidFill>
                  <a:srgbClr val="D4D4D4"/>
                </a:solidFill>
                <a:latin typeface="Menlo" panose="020B0609030804020204" pitchFamily="49" charset="0"/>
              </a:rPr>
              <a:t>name</a:t>
            </a:r>
            <a:r>
              <a:rPr lang="en-IE" sz="1600" b="0" dirty="0">
                <a:solidFill>
                  <a:srgbClr val="D4D4D4"/>
                </a:solidFill>
                <a:effectLst/>
                <a:latin typeface="Menlo" panose="020B0609030804020204" pitchFamily="49" charset="0"/>
              </a:rPr>
              <a:t> = </a:t>
            </a:r>
            <a:r>
              <a:rPr lang="en-IE" sz="1600" b="0" dirty="0">
                <a:solidFill>
                  <a:srgbClr val="CE9178"/>
                </a:solidFill>
                <a:effectLst/>
                <a:latin typeface="Menlo" panose="020B0609030804020204" pitchFamily="49" charset="0"/>
              </a:rPr>
              <a:t>'BARCA’</a:t>
            </a:r>
            <a:r>
              <a:rPr lang="en-IE" sz="1600" dirty="0">
                <a:solidFill>
                  <a:srgbClr val="D4D4D4"/>
                </a:solidFill>
                <a:latin typeface="Menlo" panose="020B0609030804020204" pitchFamily="49" charset="0"/>
              </a:rPr>
              <a:t> </a:t>
            </a:r>
            <a:r>
              <a:rPr lang="en-IE" sz="1600" b="0" dirty="0">
                <a:solidFill>
                  <a:srgbClr val="569CD6"/>
                </a:solidFill>
                <a:effectLst/>
                <a:latin typeface="Menlo" panose="020B0609030804020204" pitchFamily="49" charset="0"/>
              </a:rPr>
              <a:t>WHERE</a:t>
            </a:r>
            <a:r>
              <a:rPr lang="en-IE" sz="1600" b="0" dirty="0">
                <a:solidFill>
                  <a:srgbClr val="D4D4D4"/>
                </a:solidFill>
                <a:effectLst/>
                <a:latin typeface="Menlo" panose="020B0609030804020204" pitchFamily="49" charset="0"/>
              </a:rPr>
              <a:t> </a:t>
            </a:r>
            <a:r>
              <a:rPr lang="en-IE" sz="1600" b="0" dirty="0" err="1">
                <a:solidFill>
                  <a:srgbClr val="D4D4D4"/>
                </a:solidFill>
                <a:effectLst/>
                <a:latin typeface="Menlo" panose="020B0609030804020204" pitchFamily="49" charset="0"/>
              </a:rPr>
              <a:t>club_</a:t>
            </a:r>
            <a:r>
              <a:rPr lang="en-IE" sz="1600" dirty="0" err="1">
                <a:solidFill>
                  <a:srgbClr val="D4D4D4"/>
                </a:solidFill>
                <a:latin typeface="Menlo" panose="020B0609030804020204" pitchFamily="49" charset="0"/>
              </a:rPr>
              <a:t>name</a:t>
            </a:r>
            <a:r>
              <a:rPr lang="en-IE" sz="1600" b="0" dirty="0">
                <a:solidFill>
                  <a:srgbClr val="D4D4D4"/>
                </a:solidFill>
                <a:effectLst/>
                <a:latin typeface="Menlo" panose="020B0609030804020204" pitchFamily="49" charset="0"/>
              </a:rPr>
              <a:t> = </a:t>
            </a:r>
            <a:r>
              <a:rPr lang="en-IE" sz="1600" b="0" dirty="0">
                <a:solidFill>
                  <a:srgbClr val="CE9178"/>
                </a:solidFill>
                <a:effectLst/>
                <a:latin typeface="Menlo" panose="020B0609030804020204" pitchFamily="49" charset="0"/>
              </a:rPr>
              <a:t>‘FC Barcelona'</a:t>
            </a:r>
            <a:r>
              <a:rPr lang="en-IE" sz="16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705623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DBB87-DAC6-6365-C651-91D19D4904F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2528A29-B574-4B32-BD5F-AE14D1331D88}"/>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When to use CASCADE</a:t>
            </a:r>
          </a:p>
        </p:txBody>
      </p:sp>
      <p:sp>
        <p:nvSpPr>
          <p:cNvPr id="6" name="TextBox 5">
            <a:extLst>
              <a:ext uri="{FF2B5EF4-FFF2-40B4-BE49-F238E27FC236}">
                <a16:creationId xmlns:a16="http://schemas.microsoft.com/office/drawing/2014/main" id="{767F3AA4-E556-B764-3444-CF82894E2ED7}"/>
              </a:ext>
            </a:extLst>
          </p:cNvPr>
          <p:cNvSpPr txBox="1"/>
          <p:nvPr/>
        </p:nvSpPr>
        <p:spPr>
          <a:xfrm>
            <a:off x="389731" y="1949450"/>
            <a:ext cx="9144000" cy="2582310"/>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IE" sz="2200" dirty="0">
                <a:latin typeface="Helvetica" pitchFamily="2" charset="0"/>
              </a:rPr>
              <a:t>ON DELETE CASCADE</a:t>
            </a:r>
          </a:p>
          <a:p>
            <a:pPr marL="401638" lvl="2" algn="l" rtl="0">
              <a:lnSpc>
                <a:spcPct val="150000"/>
              </a:lnSpc>
            </a:pPr>
            <a:r>
              <a:rPr lang="en-IE" sz="2200" dirty="0">
                <a:latin typeface="Helvetica" pitchFamily="2" charset="0"/>
              </a:rPr>
              <a:t>Use when the child record only makes sense when the parent exists.</a:t>
            </a:r>
          </a:p>
          <a:p>
            <a:pPr marL="401638" lvl="2" algn="l" rtl="0">
              <a:lnSpc>
                <a:spcPct val="150000"/>
              </a:lnSpc>
              <a:buFont typeface="Arial" panose="020B0604020202020204" pitchFamily="34" charset="0"/>
              <a:buChar char="•"/>
            </a:pPr>
            <a:r>
              <a:rPr lang="en-IE" sz="2200" dirty="0">
                <a:latin typeface="Helvetica" pitchFamily="2" charset="0"/>
              </a:rPr>
              <a:t> ON UPDATE CASCADE</a:t>
            </a:r>
          </a:p>
          <a:p>
            <a:pPr marL="401638" lvl="2" algn="l" rtl="0">
              <a:lnSpc>
                <a:spcPct val="150000"/>
              </a:lnSpc>
            </a:pPr>
            <a:r>
              <a:rPr lang="en-IE" sz="2200" dirty="0">
                <a:latin typeface="Helvetica" pitchFamily="2" charset="0"/>
              </a:rPr>
              <a:t>Use if the parent key values might change and children should follow.</a:t>
            </a:r>
          </a:p>
        </p:txBody>
      </p:sp>
    </p:spTree>
    <p:extLst>
      <p:ext uri="{BB962C8B-B14F-4D97-AF65-F5344CB8AC3E}">
        <p14:creationId xmlns:p14="http://schemas.microsoft.com/office/powerpoint/2010/main" val="3249549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9F05-FECE-9D0B-7619-084CAB7B78F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62FCF83-C383-8D04-152E-A275196A8AB5}"/>
              </a:ext>
            </a:extLst>
          </p:cNvPr>
          <p:cNvSpPr txBox="1">
            <a:spLocks noGrp="1"/>
          </p:cNvSpPr>
          <p:nvPr>
            <p:ph type="title"/>
          </p:nvPr>
        </p:nvSpPr>
        <p:spPr>
          <a:xfrm>
            <a:off x="516956"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en-IE" spc="-9" dirty="0"/>
              <a:t>When not to use CASCADE</a:t>
            </a:r>
          </a:p>
        </p:txBody>
      </p:sp>
      <p:sp>
        <p:nvSpPr>
          <p:cNvPr id="4" name="TextBox 3">
            <a:extLst>
              <a:ext uri="{FF2B5EF4-FFF2-40B4-BE49-F238E27FC236}">
                <a16:creationId xmlns:a16="http://schemas.microsoft.com/office/drawing/2014/main" id="{FAD342AF-CFA8-7BF2-D00C-11D34F2DC9BF}"/>
              </a:ext>
            </a:extLst>
          </p:cNvPr>
          <p:cNvSpPr txBox="1"/>
          <p:nvPr/>
        </p:nvSpPr>
        <p:spPr>
          <a:xfrm>
            <a:off x="389731" y="1111250"/>
            <a:ext cx="9525000" cy="5587620"/>
          </a:xfrm>
          <a:prstGeom prst="rect">
            <a:avLst/>
          </a:prstGeom>
          <a:noFill/>
        </p:spPr>
        <p:txBody>
          <a:bodyPr wrap="square">
            <a:spAutoFit/>
          </a:bodyPr>
          <a:lstStyle/>
          <a:p>
            <a:pPr marL="342900" indent="-342900" algn="l" rtl="0">
              <a:lnSpc>
                <a:spcPct val="150000"/>
              </a:lnSpc>
              <a:buFont typeface="Arial" panose="020B0604020202020204" pitchFamily="34" charset="0"/>
              <a:buChar char="•"/>
            </a:pPr>
            <a:r>
              <a:rPr lang="en-IE" sz="2000" dirty="0">
                <a:latin typeface="Helvetica" pitchFamily="2" charset="0"/>
              </a:rPr>
              <a:t>When NOT to use CASCADE:</a:t>
            </a:r>
          </a:p>
          <a:p>
            <a:pPr marL="831850" indent="-342900" algn="l" rtl="0">
              <a:lnSpc>
                <a:spcPct val="150000"/>
              </a:lnSpc>
              <a:buFont typeface="Arial" panose="020B0604020202020204" pitchFamily="34" charset="0"/>
              <a:buChar char="•"/>
            </a:pPr>
            <a:r>
              <a:rPr lang="en-IE" sz="2000" dirty="0">
                <a:latin typeface="Helvetica" pitchFamily="2" charset="0"/>
              </a:rPr>
              <a:t>Data should be preserved for history</a:t>
            </a:r>
          </a:p>
          <a:p>
            <a:pPr marL="488950" algn="l" rtl="0">
              <a:lnSpc>
                <a:spcPct val="150000"/>
              </a:lnSpc>
            </a:pPr>
            <a:r>
              <a:rPr lang="en-IE" sz="2000" dirty="0">
                <a:latin typeface="Helvetica" pitchFamily="2" charset="0"/>
              </a:rPr>
              <a:t>Considering </a:t>
            </a:r>
            <a:r>
              <a:rPr lang="en-IE" sz="2000" dirty="0" err="1">
                <a:latin typeface="Helvetica" pitchFamily="2" charset="0"/>
              </a:rPr>
              <a:t>player_contracts</a:t>
            </a:r>
            <a:r>
              <a:rPr lang="en-IE" sz="2000" dirty="0">
                <a:latin typeface="Helvetica" pitchFamily="2" charset="0"/>
              </a:rPr>
              <a:t>: if a club is deleted, should all contracts vanish? Maybe contracts might need to be preserved for history.</a:t>
            </a:r>
          </a:p>
          <a:p>
            <a:pPr marL="831850" indent="-342900" algn="l" rtl="0">
              <a:lnSpc>
                <a:spcPct val="150000"/>
              </a:lnSpc>
              <a:buFont typeface="Arial" panose="020B0604020202020204" pitchFamily="34" charset="0"/>
              <a:buChar char="•"/>
            </a:pPr>
            <a:r>
              <a:rPr lang="en-IE" sz="2000" dirty="0">
                <a:latin typeface="Helvetica" pitchFamily="2" charset="0"/>
              </a:rPr>
              <a:t>Auditing/legal reasons.</a:t>
            </a:r>
          </a:p>
          <a:p>
            <a:pPr marL="488950" algn="l" rtl="0">
              <a:lnSpc>
                <a:spcPct val="150000"/>
              </a:lnSpc>
            </a:pPr>
            <a:r>
              <a:rPr lang="en-IE" sz="2000" dirty="0">
                <a:latin typeface="Helvetica" pitchFamily="2" charset="0"/>
              </a:rPr>
              <a:t>You might want to prevent deleting a club if contracts exist → use ON DELETE RESTRICT instead.</a:t>
            </a:r>
          </a:p>
          <a:p>
            <a:pPr algn="l" rtl="0">
              <a:lnSpc>
                <a:spcPct val="150000"/>
              </a:lnSpc>
            </a:pPr>
            <a:endParaRPr lang="en-IE" sz="2000" dirty="0">
              <a:latin typeface="Helvetica" pitchFamily="2" charset="0"/>
            </a:endParaRPr>
          </a:p>
          <a:p>
            <a:pPr algn="l" rtl="0">
              <a:lnSpc>
                <a:spcPct val="150000"/>
              </a:lnSpc>
            </a:pPr>
            <a:r>
              <a:rPr lang="en-IE" sz="2000" dirty="0">
                <a:latin typeface="Helvetica" pitchFamily="2" charset="0"/>
              </a:rPr>
              <a:t>DROP TABLE CASCADE: Useful in development/testing when you want to remove everything quickly. It is, though, dangerous in production — it removes dependent objects automatically, which may not be what you want. Avoid using DROP TABLE CASCADE.</a:t>
            </a:r>
          </a:p>
        </p:txBody>
      </p:sp>
    </p:spTree>
    <p:extLst>
      <p:ext uri="{BB962C8B-B14F-4D97-AF65-F5344CB8AC3E}">
        <p14:creationId xmlns:p14="http://schemas.microsoft.com/office/powerpoint/2010/main" val="1002372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DF5C-16D2-E93E-38E4-1121DC4574A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6E8C47-213F-DF32-B584-4D7C3998BA4E}"/>
              </a:ext>
            </a:extLst>
          </p:cNvPr>
          <p:cNvSpPr txBox="1">
            <a:spLocks noGrp="1"/>
          </p:cNvSpPr>
          <p:nvPr>
            <p:ph type="title"/>
          </p:nvPr>
        </p:nvSpPr>
        <p:spPr>
          <a:xfrm>
            <a:off x="2999581" y="3433654"/>
            <a:ext cx="4476750" cy="689192"/>
          </a:xfrm>
          <a:prstGeom prst="rect">
            <a:avLst/>
          </a:prstGeom>
        </p:spPr>
        <p:txBody>
          <a:bodyPr vert="horz" wrap="square" lIns="0" tIns="11967" rIns="0" bIns="0" rtlCol="0" anchor="ctr">
            <a:spAutoFit/>
          </a:bodyPr>
          <a:lstStyle/>
          <a:p>
            <a:pPr marL="49213">
              <a:lnSpc>
                <a:spcPct val="100000"/>
              </a:lnSpc>
              <a:spcBef>
                <a:spcPts val="94"/>
              </a:spcBef>
            </a:pPr>
            <a:r>
              <a:rPr lang="en-IE" sz="4400" spc="-9" dirty="0"/>
              <a:t>Domain integrity</a:t>
            </a:r>
          </a:p>
        </p:txBody>
      </p:sp>
    </p:spTree>
    <p:extLst>
      <p:ext uri="{BB962C8B-B14F-4D97-AF65-F5344CB8AC3E}">
        <p14:creationId xmlns:p14="http://schemas.microsoft.com/office/powerpoint/2010/main" val="143601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2712" y="2101850"/>
            <a:ext cx="7948459" cy="1763393"/>
          </a:xfrm>
          <a:prstGeom prst="rect">
            <a:avLst/>
          </a:prstGeom>
        </p:spPr>
        <p:txBody>
          <a:bodyPr vert="horz" wrap="square" lIns="0" tIns="143599" rIns="0" bIns="0" rtlCol="0">
            <a:spAutoFit/>
          </a:bodyPr>
          <a:lstStyle/>
          <a:p>
            <a:pPr marL="442188" indent="-430221">
              <a:spcBef>
                <a:spcPts val="1131"/>
              </a:spcBef>
              <a:buFont typeface="Arial"/>
              <a:buChar char="•"/>
              <a:tabLst>
                <a:tab pos="442188" algn="l"/>
              </a:tabLst>
            </a:pPr>
            <a:r>
              <a:rPr lang="en-IE" sz="2400" spc="-9" dirty="0">
                <a:solidFill>
                  <a:srgbClr val="212121"/>
                </a:solidFill>
                <a:latin typeface="Times New Roman"/>
                <a:cs typeface="Times New Roman"/>
              </a:rPr>
              <a:t>Define that values must obey rules for data type, format and acceptable range.</a:t>
            </a:r>
          </a:p>
          <a:p>
            <a:pPr marL="442188" indent="-430221">
              <a:spcBef>
                <a:spcPts val="1131"/>
              </a:spcBef>
              <a:buFont typeface="Arial"/>
              <a:buChar char="•"/>
              <a:tabLst>
                <a:tab pos="442188" algn="l"/>
              </a:tabLst>
            </a:pPr>
            <a:r>
              <a:rPr lang="en-IE" sz="2400" spc="-9" dirty="0">
                <a:solidFill>
                  <a:srgbClr val="212121"/>
                </a:solidFill>
                <a:latin typeface="Times New Roman"/>
                <a:cs typeface="Times New Roman"/>
              </a:rPr>
              <a:t>Includes use of commands such as NOT NULL, UNIQUE, CHECK, LIKE, and DEFAULT..</a:t>
            </a:r>
          </a:p>
        </p:txBody>
      </p:sp>
      <p:sp>
        <p:nvSpPr>
          <p:cNvPr id="4" name="object 4"/>
          <p:cNvSpPr txBox="1">
            <a:spLocks noGrp="1"/>
          </p:cNvSpPr>
          <p:nvPr>
            <p:ph type="title"/>
          </p:nvPr>
        </p:nvSpPr>
        <p:spPr>
          <a:xfrm>
            <a:off x="652712" y="999716"/>
            <a:ext cx="8188565" cy="571340"/>
          </a:xfrm>
          <a:prstGeom prst="rect">
            <a:avLst/>
          </a:prstGeom>
        </p:spPr>
        <p:txBody>
          <a:bodyPr vert="horz" wrap="square" lIns="0" tIns="11967" rIns="0" bIns="0" rtlCol="0" anchor="ctr">
            <a:spAutoFit/>
          </a:bodyPr>
          <a:lstStyle/>
          <a:p>
            <a:pPr marL="138113">
              <a:lnSpc>
                <a:spcPct val="100000"/>
              </a:lnSpc>
              <a:spcBef>
                <a:spcPts val="94"/>
              </a:spcBef>
            </a:pPr>
            <a:r>
              <a:rPr lang="pt-BR" spc="-61" dirty="0"/>
              <a:t>Domain </a:t>
            </a:r>
            <a:r>
              <a:rPr lang="pt-BR" spc="-61" dirty="0" err="1"/>
              <a:t>integrity</a:t>
            </a:r>
            <a:endParaRPr spc="-9"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2164" y="1329169"/>
            <a:ext cx="9243967" cy="5247513"/>
          </a:xfrm>
          <a:prstGeom prst="rect">
            <a:avLst/>
          </a:prstGeom>
        </p:spPr>
        <p:txBody>
          <a:bodyPr vert="horz" wrap="square" lIns="0" tIns="63423" rIns="0" bIns="0" rtlCol="0">
            <a:spAutoFit/>
          </a:bodyPr>
          <a:lstStyle/>
          <a:p>
            <a:pPr marL="334484" indent="-322516">
              <a:spcBef>
                <a:spcPts val="499"/>
              </a:spcBef>
              <a:buFont typeface="Arial"/>
              <a:buChar char="•"/>
              <a:tabLst>
                <a:tab pos="334484" algn="l"/>
              </a:tabLst>
            </a:pPr>
            <a:r>
              <a:rPr sz="2200" dirty="0">
                <a:solidFill>
                  <a:srgbClr val="212121"/>
                </a:solidFill>
                <a:latin typeface="Helvetica" pitchFamily="2" charset="0"/>
                <a:cs typeface="Times New Roman"/>
              </a:rPr>
              <a:t>What</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33"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NULL?</a:t>
            </a:r>
            <a:endParaRPr sz="2200" dirty="0">
              <a:latin typeface="Helvetica" pitchFamily="2" charset="0"/>
              <a:cs typeface="Times New Roman"/>
            </a:endParaRPr>
          </a:p>
          <a:p>
            <a:pPr marL="735385" lvl="1" indent="-268664">
              <a:spcBef>
                <a:spcPts val="405"/>
              </a:spcBef>
              <a:buFont typeface="Arial"/>
              <a:buChar char="•"/>
              <a:tabLst>
                <a:tab pos="735385" algn="l"/>
              </a:tabLst>
            </a:pPr>
            <a:r>
              <a:rPr sz="2200" dirty="0">
                <a:solidFill>
                  <a:srgbClr val="212121"/>
                </a:solidFill>
                <a:latin typeface="Helvetica" pitchFamily="2" charset="0"/>
                <a:cs typeface="Times New Roman"/>
              </a:rPr>
              <a:t>Null</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3"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non-</a:t>
            </a:r>
            <a:r>
              <a:rPr sz="2200" spc="-19" dirty="0">
                <a:solidFill>
                  <a:srgbClr val="212121"/>
                </a:solidFill>
                <a:latin typeface="Helvetica" pitchFamily="2" charset="0"/>
                <a:cs typeface="Times New Roman"/>
              </a:rPr>
              <a:t>value</a:t>
            </a:r>
            <a:endParaRPr sz="2200" dirty="0">
              <a:latin typeface="Helvetica" pitchFamily="2" charset="0"/>
              <a:cs typeface="Times New Roman"/>
            </a:endParaRPr>
          </a:p>
          <a:p>
            <a:pPr marL="735385" lvl="1" indent="-268664">
              <a:spcBef>
                <a:spcPts val="476"/>
              </a:spcBef>
              <a:buFont typeface="Arial"/>
              <a:buChar char="•"/>
              <a:tabLst>
                <a:tab pos="735385" algn="l"/>
              </a:tabLst>
            </a:pPr>
            <a:r>
              <a:rPr sz="2200" dirty="0">
                <a:solidFill>
                  <a:srgbClr val="212121"/>
                </a:solidFill>
                <a:latin typeface="Helvetica" pitchFamily="2" charset="0"/>
                <a:cs typeface="Times New Roman"/>
              </a:rPr>
              <a:t>It</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1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not</a:t>
            </a:r>
            <a:r>
              <a:rPr sz="2200" spc="-24"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zero</a:t>
            </a:r>
            <a:endParaRPr sz="2200" dirty="0">
              <a:latin typeface="Helvetica" pitchFamily="2" charset="0"/>
              <a:cs typeface="Times New Roman"/>
            </a:endParaRPr>
          </a:p>
          <a:p>
            <a:pPr marL="735385" lvl="1" indent="-268664">
              <a:spcBef>
                <a:spcPts val="589"/>
              </a:spcBef>
              <a:buFont typeface="Arial"/>
              <a:buChar char="•"/>
              <a:tabLst>
                <a:tab pos="735385" algn="l"/>
              </a:tabLst>
            </a:pPr>
            <a:r>
              <a:rPr sz="2200" dirty="0">
                <a:solidFill>
                  <a:srgbClr val="212121"/>
                </a:solidFill>
                <a:latin typeface="Helvetica" pitchFamily="2" charset="0"/>
                <a:cs typeface="Times New Roman"/>
              </a:rPr>
              <a:t>It</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1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not</a:t>
            </a:r>
            <a:r>
              <a:rPr sz="2200" spc="-24"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blank</a:t>
            </a:r>
            <a:endParaRPr sz="2200" dirty="0">
              <a:latin typeface="Helvetica" pitchFamily="2" charset="0"/>
              <a:cs typeface="Times New Roman"/>
            </a:endParaRPr>
          </a:p>
          <a:p>
            <a:pPr marL="334484" indent="-322516">
              <a:spcBef>
                <a:spcPts val="971"/>
              </a:spcBef>
              <a:buFont typeface="Arial"/>
              <a:buChar char="•"/>
              <a:tabLst>
                <a:tab pos="334484" algn="l"/>
              </a:tabLst>
            </a:pPr>
            <a:r>
              <a:rPr sz="2200" spc="-9" dirty="0">
                <a:solidFill>
                  <a:srgbClr val="212121"/>
                </a:solidFill>
                <a:latin typeface="Helvetica" pitchFamily="2" charset="0"/>
                <a:cs typeface="Times New Roman"/>
              </a:rPr>
              <a:t>NULL</a:t>
            </a:r>
            <a:r>
              <a:rPr sz="2200" spc="-12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special</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name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to</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denote</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valueless</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row.</a:t>
            </a:r>
            <a:endParaRPr sz="2200" dirty="0">
              <a:latin typeface="Helvetica" pitchFamily="2" charset="0"/>
              <a:cs typeface="Times New Roman"/>
            </a:endParaRPr>
          </a:p>
          <a:p>
            <a:pPr marL="334484" marR="537328" indent="-322516">
              <a:spcBef>
                <a:spcPts val="971"/>
              </a:spcBef>
              <a:buFont typeface="Arial"/>
              <a:buChar char="•"/>
              <a:tabLst>
                <a:tab pos="334484" algn="l"/>
              </a:tabLst>
            </a:pPr>
            <a:r>
              <a:rPr sz="2200" spc="-9" dirty="0">
                <a:solidFill>
                  <a:srgbClr val="212121"/>
                </a:solidFill>
                <a:latin typeface="Helvetica" pitchFamily="2" charset="0"/>
                <a:cs typeface="Times New Roman"/>
              </a:rPr>
              <a:t>If the column must contain a non-null value, the constraint ‘NOT NULL</a:t>
            </a:r>
            <a:r>
              <a:rPr lang="en-SI" sz="2200" spc="-9">
                <a:solidFill>
                  <a:srgbClr val="212121"/>
                </a:solidFill>
                <a:latin typeface="Helvetica" pitchFamily="2" charset="0"/>
                <a:cs typeface="Times New Roman"/>
              </a:rPr>
              <a:t>’</a:t>
            </a:r>
            <a:r>
              <a:rPr lang="pt-BR" sz="2200" spc="-9"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should be put on it.</a:t>
            </a:r>
            <a:endParaRPr lang="pt-BR" sz="2200" spc="-9" dirty="0">
              <a:solidFill>
                <a:srgbClr val="212121"/>
              </a:solidFill>
              <a:latin typeface="Helvetica" pitchFamily="2" charset="0"/>
              <a:cs typeface="Times New Roman"/>
            </a:endParaRPr>
          </a:p>
          <a:p>
            <a:pPr marL="334484" marR="537328" indent="-322516">
              <a:spcBef>
                <a:spcPts val="971"/>
              </a:spcBef>
              <a:buFont typeface="Arial"/>
              <a:buChar char="•"/>
              <a:tabLst>
                <a:tab pos="334484" algn="l"/>
              </a:tabLst>
            </a:pPr>
            <a:r>
              <a:rPr sz="2200" dirty="0">
                <a:solidFill>
                  <a:srgbClr val="212121"/>
                </a:solidFill>
                <a:latin typeface="Helvetica" pitchFamily="2" charset="0"/>
                <a:cs typeface="Times New Roman"/>
              </a:rPr>
              <a:t>This</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will</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prevent</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user</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from</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adding</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row</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that</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has</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a:t>
            </a:r>
            <a:r>
              <a:rPr sz="2200" spc="-38" dirty="0">
                <a:solidFill>
                  <a:srgbClr val="212121"/>
                </a:solidFill>
                <a:latin typeface="Helvetica" pitchFamily="2" charset="0"/>
                <a:cs typeface="Times New Roman"/>
              </a:rPr>
              <a:t> </a:t>
            </a:r>
            <a:r>
              <a:rPr sz="2200" spc="-24" dirty="0">
                <a:solidFill>
                  <a:srgbClr val="212121"/>
                </a:solidFill>
                <a:latin typeface="Helvetica" pitchFamily="2" charset="0"/>
                <a:cs typeface="Times New Roman"/>
              </a:rPr>
              <a:t>for </a:t>
            </a:r>
            <a:r>
              <a:rPr sz="2200" dirty="0">
                <a:solidFill>
                  <a:srgbClr val="212121"/>
                </a:solidFill>
                <a:latin typeface="Helvetica" pitchFamily="2" charset="0"/>
                <a:cs typeface="Times New Roman"/>
              </a:rPr>
              <a:t>this</a:t>
            </a:r>
            <a:r>
              <a:rPr sz="2200" spc="-33"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column</a:t>
            </a:r>
            <a:r>
              <a:rPr lang="pt-BR" sz="2200" spc="-9" dirty="0">
                <a:solidFill>
                  <a:srgbClr val="212121"/>
                </a:solidFill>
                <a:latin typeface="Helvetica" pitchFamily="2" charset="0"/>
                <a:cs typeface="Times New Roman"/>
              </a:rPr>
              <a:t>.</a:t>
            </a:r>
            <a:r>
              <a:rPr lang="pt-BR" sz="2200" spc="-9" dirty="0">
                <a:latin typeface="Helvetica" pitchFamily="2" charset="0"/>
                <a:cs typeface="Times New Roman"/>
              </a:rPr>
              <a:t> </a:t>
            </a:r>
            <a:r>
              <a:rPr lang="pt-BR" sz="2200" dirty="0">
                <a:solidFill>
                  <a:srgbClr val="212121"/>
                </a:solidFill>
                <a:latin typeface="Helvetica" pitchFamily="2" charset="0"/>
                <a:cs typeface="Times New Roman"/>
              </a:rPr>
              <a:t>For </a:t>
            </a:r>
            <a:r>
              <a:rPr lang="pt-BR" sz="2200" dirty="0" err="1">
                <a:solidFill>
                  <a:srgbClr val="212121"/>
                </a:solidFill>
                <a:latin typeface="Helvetica" pitchFamily="2" charset="0"/>
                <a:cs typeface="Times New Roman"/>
              </a:rPr>
              <a:t>example</a:t>
            </a:r>
            <a:r>
              <a:rPr lang="pt-BR" sz="2200"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there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sense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adding</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student</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without</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name</a:t>
            </a:r>
            <a:r>
              <a:rPr lang="pt-BR" sz="2200" spc="-19" dirty="0">
                <a:latin typeface="Helvetica" pitchFamily="2" charset="0"/>
                <a:cs typeface="Times New Roman"/>
              </a:rPr>
              <a:t>. </a:t>
            </a:r>
            <a:r>
              <a:rPr sz="2200" dirty="0">
                <a:solidFill>
                  <a:srgbClr val="212121"/>
                </a:solidFill>
                <a:latin typeface="Helvetica" pitchFamily="2" charset="0"/>
                <a:cs typeface="Times New Roman"/>
              </a:rPr>
              <a:t>There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sense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adding</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stock</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item</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without</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description.</a:t>
            </a:r>
            <a:endParaRPr sz="2200" dirty="0">
              <a:latin typeface="Helvetica" pitchFamily="2" charset="0"/>
              <a:cs typeface="Times New Roman"/>
            </a:endParaRPr>
          </a:p>
          <a:p>
            <a:pPr marL="334484" indent="-322516">
              <a:spcBef>
                <a:spcPts val="952"/>
              </a:spcBef>
              <a:buFont typeface="Arial"/>
              <a:buChar char="•"/>
              <a:tabLst>
                <a:tab pos="334484" algn="l"/>
              </a:tabLst>
            </a:pPr>
            <a:r>
              <a:rPr sz="2200" dirty="0">
                <a:solidFill>
                  <a:srgbClr val="212121"/>
                </a:solidFill>
                <a:latin typeface="Helvetica" pitchFamily="2" charset="0"/>
                <a:cs typeface="Times New Roman"/>
              </a:rPr>
              <a:t>The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default</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28"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NULL</a:t>
            </a:r>
            <a:endParaRPr sz="2200" dirty="0">
              <a:latin typeface="Helvetica" pitchFamily="2" charset="0"/>
              <a:cs typeface="Times New Roman"/>
            </a:endParaRPr>
          </a:p>
          <a:p>
            <a:pPr marL="735385" lvl="1" indent="-268664">
              <a:spcBef>
                <a:spcPts val="589"/>
              </a:spcBef>
              <a:buFont typeface="Arial"/>
              <a:buChar char="•"/>
              <a:tabLst>
                <a:tab pos="735385" algn="l"/>
              </a:tabLst>
            </a:pPr>
            <a:r>
              <a:rPr lang="pt-BR" sz="2200" dirty="0" err="1">
                <a:solidFill>
                  <a:srgbClr val="212121"/>
                </a:solidFill>
                <a:latin typeface="Helvetica" pitchFamily="2" charset="0"/>
                <a:cs typeface="Times New Roman"/>
              </a:rPr>
              <a:t>U</a:t>
            </a:r>
            <a:r>
              <a:rPr sz="2200" dirty="0" err="1">
                <a:solidFill>
                  <a:srgbClr val="212121"/>
                </a:solidFill>
                <a:latin typeface="Helvetica" pitchFamily="2" charset="0"/>
                <a:cs typeface="Times New Roman"/>
              </a:rPr>
              <a:t>nless</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you</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specify</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NOT</a:t>
            </a:r>
            <a:r>
              <a:rPr sz="2200" spc="-8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NULL,</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nulls</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will</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be</a:t>
            </a:r>
            <a:r>
              <a:rPr sz="2200" spc="-47"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allowed.</a:t>
            </a:r>
            <a:endParaRPr sz="2200" dirty="0">
              <a:latin typeface="Helvetica" pitchFamily="2" charset="0"/>
              <a:cs typeface="Times New Roman"/>
            </a:endParaRPr>
          </a:p>
        </p:txBody>
      </p:sp>
      <p:sp>
        <p:nvSpPr>
          <p:cNvPr id="4" name="object 4"/>
          <p:cNvSpPr txBox="1">
            <a:spLocks noGrp="1"/>
          </p:cNvSpPr>
          <p:nvPr>
            <p:ph type="title"/>
          </p:nvPr>
        </p:nvSpPr>
        <p:spPr>
          <a:xfrm>
            <a:off x="442164" y="349250"/>
            <a:ext cx="5037931" cy="571340"/>
          </a:xfrm>
          <a:prstGeom prst="rect">
            <a:avLst/>
          </a:prstGeom>
        </p:spPr>
        <p:txBody>
          <a:bodyPr vert="horz" wrap="square" lIns="0" tIns="11967" rIns="0" bIns="0" rtlCol="0" anchor="ctr">
            <a:spAutoFit/>
          </a:bodyPr>
          <a:lstStyle/>
          <a:p>
            <a:pPr marL="138113">
              <a:lnSpc>
                <a:spcPct val="100000"/>
              </a:lnSpc>
              <a:spcBef>
                <a:spcPts val="94"/>
              </a:spcBef>
            </a:pPr>
            <a:r>
              <a:rPr spc="-61" dirty="0"/>
              <a:t>NULL and	</a:t>
            </a:r>
            <a:r>
              <a:rPr lang="pt-BR" spc="-61" dirty="0"/>
              <a:t> </a:t>
            </a:r>
            <a:r>
              <a:rPr spc="-61" dirty="0"/>
              <a:t>NOT NULL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39209" y="503394"/>
            <a:ext cx="8188565" cy="571340"/>
          </a:xfrm>
          <a:prstGeom prst="rect">
            <a:avLst/>
          </a:prstGeom>
        </p:spPr>
        <p:txBody>
          <a:bodyPr vert="horz" wrap="square" lIns="0" tIns="11967" rIns="0" bIns="0" rtlCol="0" anchor="ctr">
            <a:spAutoFit/>
          </a:bodyPr>
          <a:lstStyle/>
          <a:p>
            <a:pPr marL="138113">
              <a:lnSpc>
                <a:spcPct val="100000"/>
              </a:lnSpc>
              <a:spcBef>
                <a:spcPts val="94"/>
              </a:spcBef>
            </a:pPr>
            <a:r>
              <a:rPr dirty="0"/>
              <a:t>NOT</a:t>
            </a:r>
            <a:r>
              <a:rPr spc="-85" dirty="0"/>
              <a:t> </a:t>
            </a:r>
            <a:r>
              <a:rPr spc="-19" dirty="0"/>
              <a:t>NULL</a:t>
            </a:r>
          </a:p>
        </p:txBody>
      </p:sp>
      <p:sp>
        <p:nvSpPr>
          <p:cNvPr id="8" name="TextBox 7">
            <a:extLst>
              <a:ext uri="{FF2B5EF4-FFF2-40B4-BE49-F238E27FC236}">
                <a16:creationId xmlns:a16="http://schemas.microsoft.com/office/drawing/2014/main" id="{A845736B-6FC7-6998-F7E5-B7035263D0B5}"/>
              </a:ext>
            </a:extLst>
          </p:cNvPr>
          <p:cNvSpPr txBox="1"/>
          <p:nvPr/>
        </p:nvSpPr>
        <p:spPr>
          <a:xfrm>
            <a:off x="923131" y="1797050"/>
            <a:ext cx="8763000" cy="2862322"/>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players (</a:t>
            </a:r>
          </a:p>
          <a:p>
            <a:pPr marL="628650" lvl="1"/>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628650" lvl="1"/>
            <a:r>
              <a:rPr lang="en-IE" b="0" dirty="0" err="1">
                <a:solidFill>
                  <a:srgbClr val="D4D4D4"/>
                </a:solidFill>
                <a:effectLst/>
                <a:latin typeface="Menlo" panose="020B0609030804020204" pitchFamily="49" charset="0"/>
              </a:rPr>
              <a:t>player_name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 </a:t>
            </a:r>
            <a:r>
              <a:rPr lang="en-IE" b="0" dirty="0">
                <a:solidFill>
                  <a:srgbClr val="6A9955"/>
                </a:solidFill>
                <a:effectLst/>
                <a:latin typeface="Menlo" panose="020B0609030804020204" pitchFamily="49" charset="0"/>
              </a:rPr>
              <a:t>-- must always have a name</a:t>
            </a:r>
            <a:endParaRPr lang="en-IE" b="0" dirty="0">
              <a:solidFill>
                <a:srgbClr val="D4D4D4"/>
              </a:solidFill>
              <a:effectLst/>
              <a:latin typeface="Menlo" panose="020B0609030804020204" pitchFamily="49" charset="0"/>
            </a:endParaRPr>
          </a:p>
          <a:p>
            <a:pPr marL="628650" lvl="1"/>
            <a:r>
              <a:rPr lang="en-IE" b="0" dirty="0">
                <a:solidFill>
                  <a:srgbClr val="D4D4D4"/>
                </a:solidFill>
                <a:effectLst/>
                <a:latin typeface="Menlo" panose="020B0609030804020204" pitchFamily="49" charset="0"/>
              </a:rPr>
              <a:t>age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a:t>
            </a:r>
          </a:p>
          <a:p>
            <a:pPr marL="628650" lvl="1"/>
            <a:r>
              <a:rPr lang="en-IE" b="0" dirty="0">
                <a:solidFill>
                  <a:srgbClr val="D4D4D4"/>
                </a:solidFill>
                <a:effectLst/>
                <a:latin typeface="Menlo" panose="020B0609030804020204" pitchFamily="49" charset="0"/>
              </a:rPr>
              <a:t>nationality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628650" lvl="1"/>
            <a:r>
              <a:rPr lang="en-IE" b="0" dirty="0" err="1">
                <a:solidFill>
                  <a:srgbClr val="D4D4D4"/>
                </a:solidFill>
                <a:effectLst/>
                <a:latin typeface="Menlo" panose="020B0609030804020204" pitchFamily="49" charset="0"/>
              </a:rPr>
              <a:t>preferred_foot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628650" lvl="1"/>
            <a:r>
              <a:rPr lang="en-IE" b="0" dirty="0" err="1">
                <a:solidFill>
                  <a:srgbClr val="D4D4D4"/>
                </a:solidFill>
                <a:effectLst/>
                <a:latin typeface="Menlo" panose="020B0609030804020204" pitchFamily="49" charset="0"/>
              </a:rPr>
              <a:t>body_type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628650" lvl="1"/>
            <a:r>
              <a:rPr lang="en-IE" b="0" dirty="0">
                <a:solidFill>
                  <a:srgbClr val="D4D4D4"/>
                </a:solidFill>
                <a:effectLst/>
                <a:latin typeface="Menlo" panose="020B0609030804020204" pitchFamily="49" charset="0"/>
              </a:rPr>
              <a:t>height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628650" lvl="1"/>
            <a:r>
              <a:rPr lang="en-IE" b="0" dirty="0">
                <a:solidFill>
                  <a:srgbClr val="569CD6"/>
                </a:solidFill>
                <a:effectLst/>
                <a:latin typeface="Menlo" panose="020B0609030804020204" pitchFamily="49" charset="0"/>
              </a:rPr>
              <a:t>weight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endParaRPr lang="en-IE" b="0" dirty="0">
              <a:solidFill>
                <a:srgbClr val="D4D4D4"/>
              </a:solidFill>
              <a:effectLst/>
              <a:latin typeface="Menlo" panose="020B0609030804020204" pitchFamily="49" charset="0"/>
            </a:endParaRPr>
          </a:p>
          <a:p>
            <a:pPr>
              <a:buNone/>
            </a:pPr>
            <a:r>
              <a:rPr lang="en-IE" b="0" dirty="0">
                <a:solidFill>
                  <a:srgbClr val="D4D4D4"/>
                </a:solidFill>
                <a:effectLst/>
                <a:latin typeface="Menlo" panose="020B0609030804020204" pitchFamily="49"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9CD40E-B303-D8A2-020C-B8F5708B80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2CB699-FDB8-9B13-D112-B07A0C49D25A}"/>
              </a:ext>
            </a:extLst>
          </p:cNvPr>
          <p:cNvSpPr txBox="1"/>
          <p:nvPr/>
        </p:nvSpPr>
        <p:spPr>
          <a:xfrm>
            <a:off x="613809" y="1351764"/>
            <a:ext cx="8947967" cy="2213007"/>
          </a:xfrm>
          <a:prstGeom prst="rect">
            <a:avLst/>
          </a:prstGeom>
        </p:spPr>
        <p:txBody>
          <a:bodyPr vert="horz" wrap="square" lIns="0" tIns="11967" rIns="0" bIns="0" rtlCol="0">
            <a:spAutoFit/>
          </a:bodyPr>
          <a:lstStyle/>
          <a:p>
            <a:pPr marL="239943" indent="-227975">
              <a:spcBef>
                <a:spcPts val="94"/>
              </a:spcBef>
              <a:buFont typeface="Arial"/>
              <a:buChar char="•"/>
              <a:tabLst>
                <a:tab pos="239943" algn="l"/>
              </a:tabLst>
            </a:pPr>
            <a:r>
              <a:rPr lang="en-IE" sz="2827" spc="-9" dirty="0">
                <a:solidFill>
                  <a:srgbClr val="212121"/>
                </a:solidFill>
                <a:latin typeface="Times New Roman"/>
                <a:cs typeface="Times New Roman"/>
              </a:rPr>
              <a:t>Provides an automatic value for a column if no value is supplied during an INSERT.</a:t>
            </a:r>
          </a:p>
          <a:p>
            <a:pPr marL="239943" indent="-227975">
              <a:spcBef>
                <a:spcPts val="94"/>
              </a:spcBef>
              <a:buFont typeface="Arial"/>
              <a:buChar char="•"/>
              <a:tabLst>
                <a:tab pos="239943" algn="l"/>
              </a:tabLst>
            </a:pPr>
            <a:r>
              <a:rPr lang="en-IE" sz="2827" spc="-9" dirty="0">
                <a:solidFill>
                  <a:srgbClr val="212121"/>
                </a:solidFill>
                <a:latin typeface="Times New Roman"/>
                <a:cs typeface="Times New Roman"/>
              </a:rPr>
              <a:t>Suppose when a new contract is created, if no wage is specified, it should default to 0.</a:t>
            </a:r>
          </a:p>
          <a:p>
            <a:pPr marL="239943" indent="-227975">
              <a:spcBef>
                <a:spcPts val="94"/>
              </a:spcBef>
              <a:buFont typeface="Arial"/>
              <a:buChar char="•"/>
              <a:tabLst>
                <a:tab pos="239943" algn="l"/>
              </a:tabLst>
            </a:pPr>
            <a:r>
              <a:rPr lang="en-IE" sz="2827" spc="-9" dirty="0">
                <a:solidFill>
                  <a:srgbClr val="212121"/>
                </a:solidFill>
                <a:latin typeface="Times New Roman"/>
                <a:cs typeface="Times New Roman"/>
              </a:rPr>
              <a:t>If a wage is specified, its value overrides the 0.</a:t>
            </a:r>
            <a:endParaRPr lang="en-IE" sz="2827" dirty="0">
              <a:latin typeface="Times New Roman"/>
              <a:cs typeface="Times New Roman"/>
            </a:endParaRPr>
          </a:p>
        </p:txBody>
      </p:sp>
      <p:sp>
        <p:nvSpPr>
          <p:cNvPr id="4" name="object 4">
            <a:extLst>
              <a:ext uri="{FF2B5EF4-FFF2-40B4-BE49-F238E27FC236}">
                <a16:creationId xmlns:a16="http://schemas.microsoft.com/office/drawing/2014/main" id="{BF178B24-1570-1912-7D98-6BFB3C251134}"/>
              </a:ext>
            </a:extLst>
          </p:cNvPr>
          <p:cNvSpPr txBox="1">
            <a:spLocks noGrp="1"/>
          </p:cNvSpPr>
          <p:nvPr>
            <p:ph type="title"/>
          </p:nvPr>
        </p:nvSpPr>
        <p:spPr>
          <a:xfrm>
            <a:off x="613809"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pt-BR" dirty="0"/>
              <a:t>DEFAULT</a:t>
            </a:r>
            <a:endParaRPr spc="-19" dirty="0"/>
          </a:p>
        </p:txBody>
      </p:sp>
      <p:sp>
        <p:nvSpPr>
          <p:cNvPr id="6" name="TextBox 5">
            <a:extLst>
              <a:ext uri="{FF2B5EF4-FFF2-40B4-BE49-F238E27FC236}">
                <a16:creationId xmlns:a16="http://schemas.microsoft.com/office/drawing/2014/main" id="{BD5E446C-7511-8104-1937-C87700394487}"/>
              </a:ext>
            </a:extLst>
          </p:cNvPr>
          <p:cNvSpPr txBox="1"/>
          <p:nvPr/>
        </p:nvSpPr>
        <p:spPr>
          <a:xfrm>
            <a:off x="585764" y="3991729"/>
            <a:ext cx="8645764" cy="3139321"/>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player_contracts</a:t>
            </a:r>
            <a:r>
              <a:rPr lang="en-IE" b="0" dirty="0">
                <a:solidFill>
                  <a:srgbClr val="D4D4D4"/>
                </a:solidFill>
                <a:effectLst/>
                <a:latin typeface="Menlo" panose="020B0609030804020204" pitchFamily="49" charset="0"/>
              </a:rPr>
              <a:t> (</a:t>
            </a:r>
          </a:p>
          <a:p>
            <a:pPr marL="363538">
              <a:buNone/>
            </a:pPr>
            <a:r>
              <a:rPr lang="en-IE" b="0" dirty="0" err="1">
                <a:solidFill>
                  <a:srgbClr val="D4D4D4"/>
                </a:solidFill>
                <a:effectLst/>
                <a:latin typeface="Menlo" panose="020B0609030804020204" pitchFamily="49" charset="0"/>
              </a:rPr>
              <a:t>player_contract_id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SERIAL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363538">
              <a:buNone/>
            </a:pP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players(</a:t>
            </a: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a:t>
            </a:r>
          </a:p>
          <a:p>
            <a:pPr marL="363538">
              <a:buNone/>
            </a:pP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REFERENCES</a:t>
            </a:r>
            <a:r>
              <a:rPr lang="en-IE" b="0" dirty="0">
                <a:solidFill>
                  <a:srgbClr val="D4D4D4"/>
                </a:solidFill>
                <a:effectLst/>
                <a:latin typeface="Menlo" panose="020B0609030804020204" pitchFamily="49" charset="0"/>
              </a:rPr>
              <a:t> clubs(</a:t>
            </a: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a:t>
            </a:r>
          </a:p>
          <a:p>
            <a:pPr marL="363538">
              <a:buNone/>
            </a:pPr>
            <a:r>
              <a:rPr lang="en-IE" b="0" dirty="0">
                <a:solidFill>
                  <a:srgbClr val="D4D4D4"/>
                </a:solidFill>
                <a:effectLst/>
                <a:latin typeface="Menlo" panose="020B0609030804020204" pitchFamily="49" charset="0"/>
              </a:rPr>
              <a:t>joined </a:t>
            </a:r>
            <a:r>
              <a:rPr lang="en-IE" b="0" dirty="0">
                <a:solidFill>
                  <a:srgbClr val="569CD6"/>
                </a:solidFill>
                <a:effectLst/>
                <a:latin typeface="Menlo" panose="020B0609030804020204" pitchFamily="49" charset="0"/>
              </a:rPr>
              <a:t>DATE</a:t>
            </a:r>
            <a:r>
              <a:rPr lang="en-IE" b="0" dirty="0">
                <a:solidFill>
                  <a:srgbClr val="D4D4D4"/>
                </a:solidFill>
                <a:effectLst/>
                <a:latin typeface="Menlo" panose="020B0609030804020204" pitchFamily="49" charset="0"/>
              </a:rPr>
              <a:t> DEFAULT CURRENT_DATE, </a:t>
            </a:r>
          </a:p>
          <a:p>
            <a:pPr marL="363538">
              <a:buNone/>
            </a:pPr>
            <a:r>
              <a:rPr lang="en-IE" b="0" dirty="0" err="1">
                <a:solidFill>
                  <a:srgbClr val="D4D4D4"/>
                </a:solidFill>
                <a:effectLst/>
                <a:latin typeface="Menlo" panose="020B0609030804020204" pitchFamily="49" charset="0"/>
              </a:rPr>
              <a:t>contract_valid_until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a:t>
            </a:r>
          </a:p>
          <a:p>
            <a:pPr marL="363538">
              <a:buNone/>
            </a:pPr>
            <a:r>
              <a:rPr lang="en-IE" b="0" dirty="0" err="1">
                <a:solidFill>
                  <a:srgbClr val="D4D4D4"/>
                </a:solidFill>
                <a:effectLst/>
                <a:latin typeface="Menlo" panose="020B0609030804020204" pitchFamily="49" charset="0"/>
              </a:rPr>
              <a:t>jersey_number</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a:t>
            </a:r>
          </a:p>
          <a:p>
            <a:pPr marL="363538">
              <a:buNone/>
            </a:pPr>
            <a:r>
              <a:rPr lang="en-IE" b="0" dirty="0">
                <a:solidFill>
                  <a:srgbClr val="569CD6"/>
                </a:solidFill>
                <a:effectLst/>
                <a:latin typeface="Menlo" panose="020B0609030804020204" pitchFamily="49" charset="0"/>
              </a:rPr>
              <a:t>value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NUMERIC</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12</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0</a:t>
            </a:r>
            <a:r>
              <a:rPr lang="en-IE" b="0" dirty="0">
                <a:solidFill>
                  <a:srgbClr val="D4D4D4"/>
                </a:solidFill>
                <a:effectLst/>
                <a:latin typeface="Menlo" panose="020B0609030804020204" pitchFamily="49" charset="0"/>
              </a:rPr>
              <a:t>) DEFAULT </a:t>
            </a:r>
            <a:r>
              <a:rPr lang="en-IE" b="0" dirty="0">
                <a:solidFill>
                  <a:srgbClr val="B5CEA8"/>
                </a:solidFill>
                <a:effectLst/>
                <a:latin typeface="Menlo" panose="020B0609030804020204" pitchFamily="49" charset="0"/>
              </a:rPr>
              <a:t>0</a:t>
            </a:r>
            <a:r>
              <a:rPr lang="en-IE" b="0" dirty="0">
                <a:solidFill>
                  <a:srgbClr val="D4D4D4"/>
                </a:solidFill>
                <a:effectLst/>
                <a:latin typeface="Menlo" panose="020B0609030804020204" pitchFamily="49" charset="0"/>
              </a:rPr>
              <a:t>, </a:t>
            </a:r>
          </a:p>
          <a:p>
            <a:pPr marL="363538">
              <a:buNone/>
            </a:pPr>
            <a:r>
              <a:rPr lang="en-IE" b="0" dirty="0">
                <a:solidFill>
                  <a:srgbClr val="D4D4D4"/>
                </a:solidFill>
                <a:effectLst/>
                <a:latin typeface="Menlo" panose="020B0609030804020204" pitchFamily="49" charset="0"/>
              </a:rPr>
              <a:t>wage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DEFAULT </a:t>
            </a:r>
            <a:r>
              <a:rPr lang="en-IE" b="0" dirty="0">
                <a:solidFill>
                  <a:srgbClr val="B5CEA8"/>
                </a:solidFill>
                <a:effectLst/>
                <a:latin typeface="Menlo" panose="020B0609030804020204" pitchFamily="49" charset="0"/>
              </a:rPr>
              <a:t>0</a:t>
            </a:r>
            <a:r>
              <a:rPr lang="en-IE" b="0" dirty="0">
                <a:solidFill>
                  <a:srgbClr val="D4D4D4"/>
                </a:solidFill>
                <a:effectLst/>
                <a:latin typeface="Menlo" panose="020B0609030804020204" pitchFamily="49" charset="0"/>
              </a:rPr>
              <a:t>, </a:t>
            </a:r>
          </a:p>
          <a:p>
            <a:pPr marL="363538">
              <a:buNone/>
            </a:pPr>
            <a:r>
              <a:rPr lang="en-IE" b="0" dirty="0" err="1">
                <a:solidFill>
                  <a:srgbClr val="D4D4D4"/>
                </a:solidFill>
                <a:effectLst/>
                <a:latin typeface="Menlo" panose="020B0609030804020204" pitchFamily="49" charset="0"/>
              </a:rPr>
              <a:t>release_clause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endParaRPr lang="en-IE" b="0" dirty="0">
              <a:solidFill>
                <a:srgbClr val="D4D4D4"/>
              </a:solidFill>
              <a:effectLst/>
              <a:latin typeface="Menlo" panose="020B0609030804020204" pitchFamily="49" charset="0"/>
            </a:endParaRPr>
          </a:p>
          <a:p>
            <a:pPr>
              <a:buNone/>
            </a:pPr>
            <a:r>
              <a:rPr lang="en-IE"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2311110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3809" y="1339850"/>
            <a:ext cx="9202302" cy="2820066"/>
          </a:xfrm>
          <a:prstGeom prst="rect">
            <a:avLst/>
          </a:prstGeom>
        </p:spPr>
        <p:txBody>
          <a:bodyPr vert="horz" wrap="square" lIns="0" tIns="169925" rIns="0" bIns="0" rtlCol="0">
            <a:spAutoFit/>
          </a:bodyPr>
          <a:lstStyle/>
          <a:p>
            <a:pPr marL="354013" marR="4787" lvl="1" indent="-342900">
              <a:lnSpc>
                <a:spcPct val="123200"/>
              </a:lnSpc>
              <a:spcBef>
                <a:spcPts val="377"/>
              </a:spcBef>
              <a:buFont typeface="Arial" panose="020B0604020202020204" pitchFamily="34" charset="0"/>
              <a:buChar char="•"/>
              <a:tabLst>
                <a:tab pos="693738" algn="l"/>
              </a:tabLst>
            </a:pPr>
            <a:r>
              <a:rPr sz="2200" dirty="0">
                <a:solidFill>
                  <a:srgbClr val="212121"/>
                </a:solidFill>
                <a:latin typeface="Helvetica" pitchFamily="2" charset="0"/>
                <a:cs typeface="Times New Roman"/>
              </a:rPr>
              <a:t>This</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allows</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to</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be</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checked</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against</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all</a:t>
            </a:r>
            <a:r>
              <a:rPr sz="2200" spc="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other</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values</a:t>
            </a:r>
            <a:r>
              <a:rPr sz="2200" spc="38" dirty="0">
                <a:solidFill>
                  <a:srgbClr val="212121"/>
                </a:solidFill>
                <a:latin typeface="Helvetica" pitchFamily="2" charset="0"/>
                <a:cs typeface="Times New Roman"/>
              </a:rPr>
              <a:t> </a:t>
            </a:r>
            <a:r>
              <a:rPr sz="2200" spc="-24" dirty="0">
                <a:solidFill>
                  <a:srgbClr val="212121"/>
                </a:solidFill>
                <a:latin typeface="Helvetica" pitchFamily="2" charset="0"/>
                <a:cs typeface="Times New Roman"/>
              </a:rPr>
              <a:t>in </a:t>
            </a:r>
            <a:r>
              <a:rPr sz="2200" dirty="0">
                <a:solidFill>
                  <a:srgbClr val="212121"/>
                </a:solidFill>
                <a:latin typeface="Helvetica" pitchFamily="2" charset="0"/>
                <a:cs typeface="Times New Roman"/>
              </a:rPr>
              <a:t>that</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a:t>
            </a:r>
            <a:r>
              <a:rPr sz="2200" spc="38"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table.</a:t>
            </a:r>
            <a:endParaRPr sz="2200" dirty="0">
              <a:latin typeface="Helvetica" pitchFamily="2" charset="0"/>
              <a:cs typeface="Times New Roman"/>
            </a:endParaRPr>
          </a:p>
          <a:p>
            <a:pPr marL="239943" indent="-227975">
              <a:spcBef>
                <a:spcPts val="1521"/>
              </a:spcBef>
              <a:buFont typeface="Arial"/>
              <a:buChar char="•"/>
              <a:tabLst>
                <a:tab pos="239943" algn="l"/>
              </a:tabLst>
            </a:pPr>
            <a:r>
              <a:rPr sz="2200" dirty="0">
                <a:solidFill>
                  <a:srgbClr val="212121"/>
                </a:solidFill>
                <a:latin typeface="Helvetica" pitchFamily="2" charset="0"/>
                <a:cs typeface="Times New Roman"/>
              </a:rPr>
              <a:t>This</a:t>
            </a:r>
            <a:r>
              <a:rPr sz="2200" spc="-127" dirty="0">
                <a:solidFill>
                  <a:srgbClr val="212121"/>
                </a:solidFill>
                <a:latin typeface="Helvetica" pitchFamily="2" charset="0"/>
                <a:cs typeface="Times New Roman"/>
              </a:rPr>
              <a:t> </a:t>
            </a:r>
            <a:r>
              <a:rPr sz="2200" spc="-24" dirty="0">
                <a:solidFill>
                  <a:srgbClr val="212121"/>
                </a:solidFill>
                <a:latin typeface="Helvetica" pitchFamily="2" charset="0"/>
                <a:cs typeface="Times New Roman"/>
              </a:rPr>
              <a:t>constraint</a:t>
            </a:r>
            <a:r>
              <a:rPr sz="2200" spc="-11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can</a:t>
            </a:r>
            <a:r>
              <a:rPr sz="2200" spc="-13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be</a:t>
            </a:r>
            <a:r>
              <a:rPr sz="2200" spc="-118" dirty="0">
                <a:solidFill>
                  <a:srgbClr val="212121"/>
                </a:solidFill>
                <a:latin typeface="Helvetica" pitchFamily="2" charset="0"/>
                <a:cs typeface="Times New Roman"/>
              </a:rPr>
              <a:t> </a:t>
            </a:r>
            <a:r>
              <a:rPr lang="en-IE" sz="2200" dirty="0">
                <a:solidFill>
                  <a:srgbClr val="212121"/>
                </a:solidFill>
                <a:latin typeface="Helvetica" pitchFamily="2" charset="0"/>
                <a:cs typeface="Times New Roman"/>
              </a:rPr>
              <a:t>applied even if the column allows null value</a:t>
            </a:r>
            <a:r>
              <a:rPr sz="2200" spc="-9" dirty="0">
                <a:solidFill>
                  <a:srgbClr val="212121"/>
                </a:solidFill>
                <a:latin typeface="Helvetica" pitchFamily="2" charset="0"/>
                <a:cs typeface="Times New Roman"/>
              </a:rPr>
              <a:t>s.</a:t>
            </a:r>
            <a:endParaRPr sz="2200" dirty="0">
              <a:latin typeface="Helvetica" pitchFamily="2" charset="0"/>
              <a:cs typeface="Times New Roman"/>
            </a:endParaRPr>
          </a:p>
          <a:p>
            <a:pPr marL="694697" marR="131041" lvl="1" indent="-227975">
              <a:lnSpc>
                <a:spcPct val="120000"/>
              </a:lnSpc>
              <a:spcBef>
                <a:spcPts val="650"/>
              </a:spcBef>
              <a:buFont typeface="Arial"/>
              <a:buChar char="•"/>
              <a:tabLst>
                <a:tab pos="694697" algn="l"/>
                <a:tab pos="6834474" algn="l"/>
              </a:tabLst>
            </a:pPr>
            <a:r>
              <a:rPr lang="pt-BR" sz="2200" dirty="0">
                <a:solidFill>
                  <a:srgbClr val="212121"/>
                </a:solidFill>
                <a:latin typeface="Helvetica" pitchFamily="2" charset="0"/>
                <a:cs typeface="Times New Roman"/>
              </a:rPr>
              <a:t>For </a:t>
            </a:r>
            <a:r>
              <a:rPr lang="pt-BR" sz="2200" dirty="0" err="1">
                <a:solidFill>
                  <a:srgbClr val="212121"/>
                </a:solidFill>
                <a:latin typeface="Helvetica" pitchFamily="2" charset="0"/>
                <a:cs typeface="Times New Roman"/>
              </a:rPr>
              <a:t>example</a:t>
            </a:r>
            <a:r>
              <a:rPr lang="pt-BR" sz="2200" dirty="0">
                <a:solidFill>
                  <a:srgbClr val="212121"/>
                </a:solidFill>
                <a:latin typeface="Helvetica" pitchFamily="2" charset="0"/>
                <a:cs typeface="Times New Roman"/>
              </a:rPr>
              <a:t>, a</a:t>
            </a:r>
            <a:r>
              <a:rPr sz="2200" dirty="0">
                <a:solidFill>
                  <a:srgbClr val="212121"/>
                </a:solidFill>
                <a:latin typeface="Helvetica" pitchFamily="2" charset="0"/>
                <a:cs typeface="Times New Roman"/>
              </a:rPr>
              <a:t>n</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e-mail</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address</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is</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not</a:t>
            </a:r>
            <a:r>
              <a:rPr sz="2200" spc="19"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necessary,</a:t>
            </a:r>
            <a:r>
              <a:rPr sz="2200" spc="1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but</a:t>
            </a:r>
            <a:r>
              <a:rPr sz="2200" spc="1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if</a:t>
            </a:r>
            <a:r>
              <a:rPr sz="2200" spc="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it</a:t>
            </a:r>
            <a:r>
              <a:rPr sz="2200" spc="19" dirty="0">
                <a:solidFill>
                  <a:srgbClr val="212121"/>
                </a:solidFill>
                <a:latin typeface="Helvetica" pitchFamily="2" charset="0"/>
                <a:cs typeface="Times New Roman"/>
              </a:rPr>
              <a:t> </a:t>
            </a:r>
            <a:r>
              <a:rPr sz="2200" spc="-24" dirty="0">
                <a:solidFill>
                  <a:srgbClr val="212121"/>
                </a:solidFill>
                <a:latin typeface="Helvetica" pitchFamily="2" charset="0"/>
                <a:cs typeface="Times New Roman"/>
              </a:rPr>
              <a:t>is</a:t>
            </a:r>
            <a:r>
              <a:rPr lang="pt-BR" sz="2200" spc="-2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present,</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it</a:t>
            </a:r>
            <a:r>
              <a:rPr sz="2200" spc="2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must</a:t>
            </a:r>
            <a:r>
              <a:rPr sz="2200" spc="47" dirty="0">
                <a:solidFill>
                  <a:srgbClr val="212121"/>
                </a:solidFill>
                <a:latin typeface="Helvetica" pitchFamily="2" charset="0"/>
                <a:cs typeface="Times New Roman"/>
              </a:rPr>
              <a:t> </a:t>
            </a:r>
            <a:r>
              <a:rPr sz="2200" spc="-24" dirty="0">
                <a:solidFill>
                  <a:srgbClr val="212121"/>
                </a:solidFill>
                <a:latin typeface="Helvetica" pitchFamily="2" charset="0"/>
                <a:cs typeface="Times New Roman"/>
              </a:rPr>
              <a:t>be </a:t>
            </a:r>
            <a:r>
              <a:rPr sz="2200" dirty="0">
                <a:solidFill>
                  <a:srgbClr val="212121"/>
                </a:solidFill>
                <a:latin typeface="Helvetica" pitchFamily="2" charset="0"/>
                <a:cs typeface="Times New Roman"/>
              </a:rPr>
              <a:t>unique:</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no</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other</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member</a:t>
            </a:r>
            <a:r>
              <a:rPr sz="2200" spc="5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can</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have</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same</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e-mail</a:t>
            </a:r>
            <a:r>
              <a:rPr sz="2200" spc="33"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address.</a:t>
            </a:r>
            <a:endParaRPr sz="2200" dirty="0">
              <a:latin typeface="Helvetica" pitchFamily="2" charset="0"/>
              <a:cs typeface="Times New Roman"/>
            </a:endParaRPr>
          </a:p>
        </p:txBody>
      </p:sp>
      <p:sp>
        <p:nvSpPr>
          <p:cNvPr id="7" name="object 4">
            <a:extLst>
              <a:ext uri="{FF2B5EF4-FFF2-40B4-BE49-F238E27FC236}">
                <a16:creationId xmlns:a16="http://schemas.microsoft.com/office/drawing/2014/main" id="{891BECCA-AF4E-C552-4CA2-7BFD9ED1FCBB}"/>
              </a:ext>
            </a:extLst>
          </p:cNvPr>
          <p:cNvSpPr txBox="1">
            <a:spLocks noGrp="1"/>
          </p:cNvSpPr>
          <p:nvPr>
            <p:ph type="title"/>
          </p:nvPr>
        </p:nvSpPr>
        <p:spPr>
          <a:xfrm>
            <a:off x="613809"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pt-BR" dirty="0"/>
              <a:t>UNIQUE</a:t>
            </a:r>
            <a:endParaRPr spc="-19" dirty="0"/>
          </a:p>
        </p:txBody>
      </p:sp>
      <p:sp>
        <p:nvSpPr>
          <p:cNvPr id="11" name="TextBox 10">
            <a:extLst>
              <a:ext uri="{FF2B5EF4-FFF2-40B4-BE49-F238E27FC236}">
                <a16:creationId xmlns:a16="http://schemas.microsoft.com/office/drawing/2014/main" id="{A4C94DC5-B055-B709-902E-E2753C68205E}"/>
              </a:ext>
            </a:extLst>
          </p:cNvPr>
          <p:cNvSpPr txBox="1"/>
          <p:nvPr/>
        </p:nvSpPr>
        <p:spPr>
          <a:xfrm>
            <a:off x="367311" y="4692650"/>
            <a:ext cx="9448800" cy="1477328"/>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clubs (</a:t>
            </a:r>
          </a:p>
          <a:p>
            <a:pPr marL="314325">
              <a:buNone/>
            </a:pP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314325">
              <a:buNone/>
            </a:pPr>
            <a:r>
              <a:rPr lang="en-IE" b="0" dirty="0" err="1">
                <a:solidFill>
                  <a:srgbClr val="D4D4D4"/>
                </a:solidFill>
                <a:effectLst/>
                <a:latin typeface="Menlo" panose="020B0609030804020204" pitchFamily="49" charset="0"/>
              </a:rPr>
              <a:t>club_name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VARCHAR</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120</a:t>
            </a:r>
            <a:r>
              <a:rPr lang="en-IE" b="0" dirty="0">
                <a:solidFill>
                  <a:srgbClr val="D4D4D4"/>
                </a:solidFill>
                <a:effectLst/>
                <a:latin typeface="Menlo" panose="020B0609030804020204" pitchFamily="49" charset="0"/>
              </a:rPr>
              <a:t>) UNIQUE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 </a:t>
            </a:r>
            <a:r>
              <a:rPr lang="en-IE" b="0" dirty="0">
                <a:solidFill>
                  <a:srgbClr val="6A9955"/>
                </a:solidFill>
                <a:effectLst/>
                <a:latin typeface="Menlo" panose="020B0609030804020204" pitchFamily="49" charset="0"/>
              </a:rPr>
              <a:t>-- club names must be unique</a:t>
            </a:r>
            <a:endParaRPr lang="en-IE" b="0" dirty="0">
              <a:solidFill>
                <a:srgbClr val="D4D4D4"/>
              </a:solidFill>
              <a:effectLst/>
              <a:latin typeface="Menlo" panose="020B0609030804020204" pitchFamily="49" charset="0"/>
            </a:endParaRPr>
          </a:p>
          <a:p>
            <a:pPr>
              <a:buNone/>
            </a:pPr>
            <a:r>
              <a:rPr lang="en-IE" b="0" dirty="0">
                <a:solidFill>
                  <a:srgbClr val="D4D4D4"/>
                </a:solidFill>
                <a:effectLst/>
                <a:latin typeface="Menlo" panose="020B0609030804020204" pitchFamily="49"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3809" y="1797050"/>
            <a:ext cx="8087615" cy="3343007"/>
          </a:xfrm>
          <a:prstGeom prst="rect">
            <a:avLst/>
          </a:prstGeom>
        </p:spPr>
        <p:txBody>
          <a:bodyPr vert="horz" wrap="square" lIns="0" tIns="149582" rIns="0" bIns="0" rtlCol="0">
            <a:spAutoFit/>
          </a:bodyPr>
          <a:lstStyle/>
          <a:p>
            <a:pPr marL="239344" indent="-227377">
              <a:spcBef>
                <a:spcPts val="1178"/>
              </a:spcBef>
              <a:buFont typeface="Arial"/>
              <a:buChar char="•"/>
              <a:tabLst>
                <a:tab pos="239344" algn="l"/>
              </a:tabLst>
            </a:pPr>
            <a:r>
              <a:rPr sz="2200" dirty="0">
                <a:solidFill>
                  <a:srgbClr val="212121"/>
                </a:solidFill>
                <a:latin typeface="Helvetica" pitchFamily="2" charset="0"/>
                <a:cs typeface="Times New Roman"/>
              </a:rPr>
              <a:t>Defines</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condition</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that</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each</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row</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must</a:t>
            </a:r>
            <a:r>
              <a:rPr sz="2200" spc="38"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satisfy</a:t>
            </a:r>
            <a:endParaRPr sz="2200" dirty="0">
              <a:latin typeface="Helvetica" pitchFamily="2" charset="0"/>
              <a:cs typeface="Times New Roman"/>
            </a:endParaRPr>
          </a:p>
          <a:p>
            <a:pPr marL="239344" indent="-227377">
              <a:spcBef>
                <a:spcPts val="1088"/>
              </a:spcBef>
              <a:buFont typeface="Arial"/>
              <a:buChar char="•"/>
              <a:tabLst>
                <a:tab pos="239344" algn="l"/>
              </a:tabLst>
            </a:pPr>
            <a:r>
              <a:rPr sz="2200" dirty="0">
                <a:solidFill>
                  <a:srgbClr val="212121"/>
                </a:solidFill>
                <a:latin typeface="Helvetica" pitchFamily="2" charset="0"/>
                <a:cs typeface="Times New Roman"/>
              </a:rPr>
              <a:t>This</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allows</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a:t>
            </a:r>
            <a:r>
              <a:rPr sz="2200" spc="4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61"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a:t>
            </a:r>
            <a:r>
              <a:rPr sz="2200" spc="5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to</a:t>
            </a:r>
            <a:r>
              <a:rPr sz="2200" spc="2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be</a:t>
            </a:r>
            <a:r>
              <a:rPr sz="2200" spc="57"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checked</a:t>
            </a:r>
            <a:endParaRPr sz="2200" dirty="0">
              <a:latin typeface="Helvetica" pitchFamily="2" charset="0"/>
              <a:cs typeface="Times New Roman"/>
            </a:endParaRPr>
          </a:p>
          <a:p>
            <a:pPr marL="771885" lvl="1" indent="-305164">
              <a:spcBef>
                <a:spcPts val="622"/>
              </a:spcBef>
              <a:buFont typeface="Arial"/>
              <a:buChar char="•"/>
              <a:tabLst>
                <a:tab pos="771885" algn="l"/>
              </a:tabLst>
            </a:pPr>
            <a:r>
              <a:rPr sz="2200" dirty="0">
                <a:solidFill>
                  <a:srgbClr val="212121"/>
                </a:solidFill>
                <a:latin typeface="Helvetica" pitchFamily="2" charset="0"/>
                <a:cs typeface="Times New Roman"/>
              </a:rPr>
              <a:t>against a</a:t>
            </a:r>
            <a:r>
              <a:rPr sz="2200" spc="-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range of</a:t>
            </a:r>
            <a:r>
              <a:rPr sz="2200" spc="-5"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values</a:t>
            </a:r>
            <a:endParaRPr sz="2200" dirty="0">
              <a:latin typeface="Helvetica" pitchFamily="2" charset="0"/>
              <a:cs typeface="Times New Roman"/>
            </a:endParaRPr>
          </a:p>
          <a:p>
            <a:pPr marL="1150049" lvl="2" indent="-227377">
              <a:spcBef>
                <a:spcPts val="419"/>
              </a:spcBef>
              <a:buFont typeface="Arial"/>
              <a:buChar char="•"/>
              <a:tabLst>
                <a:tab pos="1150049" algn="l"/>
                <a:tab pos="1890220" algn="l"/>
              </a:tabLst>
            </a:pPr>
            <a:r>
              <a:rPr sz="2200" dirty="0">
                <a:solidFill>
                  <a:srgbClr val="212121"/>
                </a:solidFill>
                <a:latin typeface="Helvetica" pitchFamily="2" charset="0"/>
                <a:cs typeface="Times New Roman"/>
              </a:rPr>
              <a:t>E.g.</a:t>
            </a:r>
            <a:r>
              <a:rPr sz="2200" spc="-33" dirty="0">
                <a:solidFill>
                  <a:srgbClr val="212121"/>
                </a:solidFill>
                <a:latin typeface="Helvetica" pitchFamily="2" charset="0"/>
                <a:cs typeface="Times New Roman"/>
              </a:rPr>
              <a:t> </a:t>
            </a:r>
            <a:r>
              <a:rPr sz="2200" spc="-47" dirty="0">
                <a:solidFill>
                  <a:srgbClr val="212121"/>
                </a:solidFill>
                <a:latin typeface="Helvetica" pitchFamily="2" charset="0"/>
                <a:cs typeface="Times New Roman"/>
              </a:rPr>
              <a:t>&lt;</a:t>
            </a:r>
            <a:r>
              <a:rPr sz="2200" dirty="0">
                <a:solidFill>
                  <a:srgbClr val="212121"/>
                </a:solidFill>
                <a:latin typeface="Helvetica" pitchFamily="2" charset="0"/>
                <a:cs typeface="Times New Roman"/>
              </a:rPr>
              <a:t>	value,</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&gt;</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value,</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between</a:t>
            </a:r>
            <a:r>
              <a:rPr sz="2200" spc="-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n</a:t>
            </a:r>
            <a:r>
              <a:rPr sz="2200" spc="-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and</a:t>
            </a:r>
            <a:r>
              <a:rPr sz="2200" spc="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m,</a:t>
            </a:r>
            <a:r>
              <a:rPr sz="2200" spc="-9"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etc.</a:t>
            </a:r>
            <a:endParaRPr sz="2200" dirty="0">
              <a:latin typeface="Helvetica" pitchFamily="2" charset="0"/>
              <a:cs typeface="Times New Roman"/>
            </a:endParaRPr>
          </a:p>
          <a:p>
            <a:pPr marL="694697" lvl="1" indent="-227975">
              <a:spcBef>
                <a:spcPts val="466"/>
              </a:spcBef>
              <a:buFont typeface="Arial"/>
              <a:buChar char="•"/>
              <a:tabLst>
                <a:tab pos="694697" algn="l"/>
              </a:tabLst>
            </a:pPr>
            <a:r>
              <a:rPr sz="2200" dirty="0">
                <a:solidFill>
                  <a:srgbClr val="212121"/>
                </a:solidFill>
                <a:latin typeface="Helvetica" pitchFamily="2" charset="0"/>
                <a:cs typeface="Times New Roman"/>
              </a:rPr>
              <a:t>or</a:t>
            </a:r>
            <a:r>
              <a:rPr sz="2200" spc="1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selection</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of</a:t>
            </a:r>
            <a:r>
              <a:rPr sz="2200" spc="28"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values.</a:t>
            </a:r>
            <a:endParaRPr sz="2200" dirty="0">
              <a:latin typeface="Helvetica" pitchFamily="2" charset="0"/>
              <a:cs typeface="Times New Roman"/>
            </a:endParaRPr>
          </a:p>
          <a:p>
            <a:pPr marL="1150049" lvl="2" indent="-227377">
              <a:spcBef>
                <a:spcPts val="509"/>
              </a:spcBef>
              <a:buFont typeface="Arial"/>
              <a:buChar char="•"/>
              <a:tabLst>
                <a:tab pos="1150049" algn="l"/>
              </a:tabLst>
            </a:pPr>
            <a:r>
              <a:rPr sz="2200" dirty="0">
                <a:solidFill>
                  <a:srgbClr val="212121"/>
                </a:solidFill>
                <a:latin typeface="Helvetica" pitchFamily="2" charset="0"/>
                <a:cs typeface="Times New Roman"/>
              </a:rPr>
              <a:t>E.g.</a:t>
            </a:r>
            <a:r>
              <a:rPr sz="2200" spc="-66"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47"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(‘Monday’,’Tuesday’,’Wednesday’)</a:t>
            </a:r>
            <a:endParaRPr sz="2200" dirty="0">
              <a:latin typeface="Helvetica" pitchFamily="2" charset="0"/>
              <a:cs typeface="Times New Roman"/>
            </a:endParaRPr>
          </a:p>
          <a:p>
            <a:pPr marL="239344" marR="4787" indent="-227975">
              <a:spcBef>
                <a:spcPts val="405"/>
              </a:spcBef>
              <a:buFont typeface="Arial"/>
              <a:buChar char="•"/>
              <a:tabLst>
                <a:tab pos="239344" algn="l"/>
                <a:tab pos="7587211" algn="l"/>
              </a:tabLst>
            </a:pPr>
            <a:r>
              <a:rPr sz="2200" dirty="0">
                <a:solidFill>
                  <a:srgbClr val="212121"/>
                </a:solidFill>
                <a:latin typeface="Helvetica" pitchFamily="2" charset="0"/>
                <a:cs typeface="Times New Roman"/>
              </a:rPr>
              <a:t>A</a:t>
            </a:r>
            <a:r>
              <a:rPr sz="2200" spc="-57"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single</a:t>
            </a:r>
            <a:r>
              <a:rPr sz="2200" spc="8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8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can</a:t>
            </a:r>
            <a:r>
              <a:rPr sz="2200" spc="8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have</a:t>
            </a:r>
            <a:r>
              <a:rPr sz="2200" spc="85"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multiple</a:t>
            </a:r>
            <a:r>
              <a:rPr sz="2200" spc="85"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CHECK</a:t>
            </a:r>
            <a:r>
              <a:rPr lang="pt-BR" sz="2200" spc="-9"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constraints</a:t>
            </a:r>
            <a:r>
              <a:rPr lang="pt-BR" sz="2200" spc="-9" dirty="0">
                <a:solidFill>
                  <a:srgbClr val="212121"/>
                </a:solidFill>
                <a:latin typeface="Helvetica" pitchFamily="2" charset="0"/>
                <a:cs typeface="Times New Roman"/>
              </a:rPr>
              <a:t> </a:t>
            </a:r>
            <a:r>
              <a:rPr sz="2200" spc="-19" dirty="0">
                <a:solidFill>
                  <a:srgbClr val="212121"/>
                </a:solidFill>
                <a:latin typeface="Helvetica" pitchFamily="2" charset="0"/>
                <a:cs typeface="Times New Roman"/>
              </a:rPr>
              <a:t>that </a:t>
            </a:r>
            <a:r>
              <a:rPr sz="2200" dirty="0">
                <a:solidFill>
                  <a:srgbClr val="212121"/>
                </a:solidFill>
                <a:latin typeface="Helvetica" pitchFamily="2" charset="0"/>
                <a:cs typeface="Times New Roman"/>
              </a:rPr>
              <a:t>refer</a:t>
            </a:r>
            <a:r>
              <a:rPr sz="2200" spc="24"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to</a:t>
            </a:r>
            <a:r>
              <a:rPr sz="2200" spc="19"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the</a:t>
            </a:r>
            <a:r>
              <a:rPr sz="2200" spc="42"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column</a:t>
            </a:r>
            <a:r>
              <a:rPr sz="2200" spc="38"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in</a:t>
            </a:r>
            <a:r>
              <a:rPr sz="2200" spc="33" dirty="0">
                <a:solidFill>
                  <a:srgbClr val="212121"/>
                </a:solidFill>
                <a:latin typeface="Helvetica" pitchFamily="2" charset="0"/>
                <a:cs typeface="Times New Roman"/>
              </a:rPr>
              <a:t> </a:t>
            </a:r>
            <a:r>
              <a:rPr sz="2200" dirty="0">
                <a:solidFill>
                  <a:srgbClr val="212121"/>
                </a:solidFill>
                <a:latin typeface="Helvetica" pitchFamily="2" charset="0"/>
                <a:cs typeface="Times New Roman"/>
              </a:rPr>
              <a:t>its</a:t>
            </a:r>
            <a:r>
              <a:rPr sz="2200" spc="28" dirty="0">
                <a:solidFill>
                  <a:srgbClr val="212121"/>
                </a:solidFill>
                <a:latin typeface="Helvetica" pitchFamily="2" charset="0"/>
                <a:cs typeface="Times New Roman"/>
              </a:rPr>
              <a:t> </a:t>
            </a:r>
            <a:r>
              <a:rPr sz="2200" spc="-9" dirty="0">
                <a:solidFill>
                  <a:srgbClr val="212121"/>
                </a:solidFill>
                <a:latin typeface="Helvetica" pitchFamily="2" charset="0"/>
                <a:cs typeface="Times New Roman"/>
              </a:rPr>
              <a:t>definition.</a:t>
            </a:r>
            <a:endParaRPr sz="2200" dirty="0">
              <a:latin typeface="Helvetica" pitchFamily="2" charset="0"/>
              <a:cs typeface="Times New Roman"/>
            </a:endParaRPr>
          </a:p>
        </p:txBody>
      </p:sp>
      <p:sp>
        <p:nvSpPr>
          <p:cNvPr id="7" name="object 4">
            <a:extLst>
              <a:ext uri="{FF2B5EF4-FFF2-40B4-BE49-F238E27FC236}">
                <a16:creationId xmlns:a16="http://schemas.microsoft.com/office/drawing/2014/main" id="{6E801AAF-4508-D633-A298-1E96CB5E4C99}"/>
              </a:ext>
            </a:extLst>
          </p:cNvPr>
          <p:cNvSpPr txBox="1">
            <a:spLocks noGrp="1"/>
          </p:cNvSpPr>
          <p:nvPr>
            <p:ph type="title"/>
          </p:nvPr>
        </p:nvSpPr>
        <p:spPr>
          <a:xfrm>
            <a:off x="613809"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pt-BR" spc="-19" dirty="0"/>
              <a:t>CHECK</a:t>
            </a:r>
            <a:endParaRPr spc="-19"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FBD8B6-6030-E33C-4EF3-9FAEDB4CCFA5}"/>
            </a:ext>
          </a:extLst>
        </p:cNvPr>
        <p:cNvGrpSpPr/>
        <p:nvPr/>
      </p:nvGrpSpPr>
      <p:grpSpPr>
        <a:xfrm>
          <a:off x="0" y="0"/>
          <a:ext cx="0" cy="0"/>
          <a:chOff x="0" y="0"/>
          <a:chExt cx="0" cy="0"/>
        </a:xfrm>
      </p:grpSpPr>
      <p:sp>
        <p:nvSpPr>
          <p:cNvPr id="7" name="object 4">
            <a:extLst>
              <a:ext uri="{FF2B5EF4-FFF2-40B4-BE49-F238E27FC236}">
                <a16:creationId xmlns:a16="http://schemas.microsoft.com/office/drawing/2014/main" id="{341FBDA4-D7C6-7934-341D-4D038C849B8B}"/>
              </a:ext>
            </a:extLst>
          </p:cNvPr>
          <p:cNvSpPr txBox="1">
            <a:spLocks noGrp="1"/>
          </p:cNvSpPr>
          <p:nvPr>
            <p:ph type="title"/>
          </p:nvPr>
        </p:nvSpPr>
        <p:spPr>
          <a:xfrm>
            <a:off x="613809" y="425450"/>
            <a:ext cx="8188565" cy="571340"/>
          </a:xfrm>
          <a:prstGeom prst="rect">
            <a:avLst/>
          </a:prstGeom>
        </p:spPr>
        <p:txBody>
          <a:bodyPr vert="horz" wrap="square" lIns="0" tIns="11967" rIns="0" bIns="0" rtlCol="0" anchor="ctr">
            <a:spAutoFit/>
          </a:bodyPr>
          <a:lstStyle/>
          <a:p>
            <a:pPr marL="49213">
              <a:lnSpc>
                <a:spcPct val="100000"/>
              </a:lnSpc>
              <a:spcBef>
                <a:spcPts val="94"/>
              </a:spcBef>
            </a:pPr>
            <a:r>
              <a:rPr lang="pt-BR" spc="-19" dirty="0"/>
              <a:t>CHECK</a:t>
            </a:r>
            <a:endParaRPr spc="-19" dirty="0"/>
          </a:p>
        </p:txBody>
      </p:sp>
      <p:sp>
        <p:nvSpPr>
          <p:cNvPr id="4" name="TextBox 3">
            <a:extLst>
              <a:ext uri="{FF2B5EF4-FFF2-40B4-BE49-F238E27FC236}">
                <a16:creationId xmlns:a16="http://schemas.microsoft.com/office/drawing/2014/main" id="{5CD2DAFC-BCA4-3900-200B-2B41DDA04260}"/>
              </a:ext>
            </a:extLst>
          </p:cNvPr>
          <p:cNvSpPr txBox="1"/>
          <p:nvPr/>
        </p:nvSpPr>
        <p:spPr>
          <a:xfrm>
            <a:off x="635239" y="2025650"/>
            <a:ext cx="9279491" cy="2246769"/>
          </a:xfrm>
          <a:prstGeom prst="rect">
            <a:avLst/>
          </a:prstGeom>
          <a:solidFill>
            <a:schemeClr val="tx1"/>
          </a:solidFill>
        </p:spPr>
        <p:txBody>
          <a:bodyPr wrap="square">
            <a:spAutoFit/>
          </a:bodyPr>
          <a:lstStyle/>
          <a:p>
            <a:pPr marL="49213">
              <a:buNone/>
            </a:pPr>
            <a:r>
              <a:rPr lang="en-IE" sz="2000" b="0" dirty="0">
                <a:solidFill>
                  <a:srgbClr val="569CD6"/>
                </a:solidFill>
                <a:effectLst/>
                <a:latin typeface="Menlo" panose="020B0609030804020204" pitchFamily="49" charset="0"/>
              </a:rPr>
              <a:t>CREATE</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TABLE</a:t>
            </a:r>
            <a:r>
              <a:rPr lang="en-IE" sz="2000" b="0" dirty="0">
                <a:solidFill>
                  <a:srgbClr val="D4D4D4"/>
                </a:solidFill>
                <a:effectLst/>
                <a:latin typeface="Menlo" panose="020B0609030804020204" pitchFamily="49" charset="0"/>
              </a:rPr>
              <a:t> players (</a:t>
            </a:r>
          </a:p>
          <a:p>
            <a:pPr marL="314325">
              <a:buNone/>
            </a:pPr>
            <a:r>
              <a:rPr lang="en-IE" sz="2000" b="0" dirty="0" err="1">
                <a:solidFill>
                  <a:srgbClr val="D4D4D4"/>
                </a:solidFill>
                <a:effectLst/>
                <a:latin typeface="Menlo" panose="020B0609030804020204" pitchFamily="49" charset="0"/>
              </a:rPr>
              <a:t>player_id</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INT</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PRIMARY</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KEY</a:t>
            </a:r>
            <a:r>
              <a:rPr lang="en-IE" sz="2000" b="0" dirty="0">
                <a:solidFill>
                  <a:srgbClr val="D4D4D4"/>
                </a:solidFill>
                <a:effectLst/>
                <a:latin typeface="Menlo" panose="020B0609030804020204" pitchFamily="49" charset="0"/>
              </a:rPr>
              <a:t>,</a:t>
            </a:r>
          </a:p>
          <a:p>
            <a:pPr marL="314325">
              <a:buNone/>
            </a:pPr>
            <a:r>
              <a:rPr lang="en-IE" sz="2000" b="0" dirty="0" err="1">
                <a:solidFill>
                  <a:srgbClr val="D4D4D4"/>
                </a:solidFill>
                <a:effectLst/>
                <a:latin typeface="Menlo" panose="020B0609030804020204" pitchFamily="49" charset="0"/>
              </a:rPr>
              <a:t>player_name</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TEXT</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NOT</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NULL</a:t>
            </a:r>
            <a:r>
              <a:rPr lang="en-IE" sz="2000" b="0" dirty="0">
                <a:solidFill>
                  <a:srgbClr val="D4D4D4"/>
                </a:solidFill>
                <a:effectLst/>
                <a:latin typeface="Menlo" panose="020B0609030804020204" pitchFamily="49" charset="0"/>
              </a:rPr>
              <a:t>,</a:t>
            </a:r>
          </a:p>
          <a:p>
            <a:pPr marL="314325">
              <a:buNone/>
            </a:pPr>
            <a:r>
              <a:rPr lang="en-IE" sz="2000" b="0" dirty="0">
                <a:solidFill>
                  <a:srgbClr val="D4D4D4"/>
                </a:solidFill>
                <a:effectLst/>
                <a:latin typeface="Menlo" panose="020B0609030804020204" pitchFamily="49" charset="0"/>
              </a:rPr>
              <a:t>age </a:t>
            </a:r>
            <a:r>
              <a:rPr lang="en-IE" sz="2000" b="0" dirty="0">
                <a:solidFill>
                  <a:srgbClr val="569CD6"/>
                </a:solidFill>
                <a:effectLst/>
                <a:latin typeface="Menlo" panose="020B0609030804020204" pitchFamily="49" charset="0"/>
              </a:rPr>
              <a:t>INT</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CHECK</a:t>
            </a:r>
            <a:r>
              <a:rPr lang="en-IE" sz="2000" b="0" dirty="0">
                <a:solidFill>
                  <a:srgbClr val="D4D4D4"/>
                </a:solidFill>
                <a:effectLst/>
                <a:latin typeface="Menlo" panose="020B0609030804020204" pitchFamily="49" charset="0"/>
              </a:rPr>
              <a:t> (age &gt;= </a:t>
            </a:r>
            <a:r>
              <a:rPr lang="en-IE" sz="2000" b="0" dirty="0">
                <a:solidFill>
                  <a:srgbClr val="B5CEA8"/>
                </a:solidFill>
                <a:effectLst/>
                <a:latin typeface="Menlo" panose="020B0609030804020204" pitchFamily="49" charset="0"/>
              </a:rPr>
              <a:t>16</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CHECK</a:t>
            </a:r>
            <a:r>
              <a:rPr lang="en-IE" sz="2000" b="0" dirty="0">
                <a:solidFill>
                  <a:srgbClr val="D4D4D4"/>
                </a:solidFill>
                <a:effectLst/>
                <a:latin typeface="Menlo" panose="020B0609030804020204" pitchFamily="49" charset="0"/>
              </a:rPr>
              <a:t> (age &gt; </a:t>
            </a:r>
            <a:r>
              <a:rPr lang="en-IE" sz="2000" b="0" dirty="0">
                <a:solidFill>
                  <a:srgbClr val="B5CEA8"/>
                </a:solidFill>
                <a:effectLst/>
                <a:latin typeface="Menlo" panose="020B0609030804020204" pitchFamily="49" charset="0"/>
              </a:rPr>
              <a:t>0</a:t>
            </a:r>
            <a:r>
              <a:rPr lang="en-IE" sz="2000" b="0" dirty="0">
                <a:solidFill>
                  <a:srgbClr val="D4D4D4"/>
                </a:solidFill>
                <a:effectLst/>
                <a:latin typeface="Menlo" panose="020B0609030804020204" pitchFamily="49" charset="0"/>
              </a:rPr>
              <a:t>) </a:t>
            </a:r>
            <a:r>
              <a:rPr lang="en-IE" sz="2000" b="0" dirty="0">
                <a:solidFill>
                  <a:srgbClr val="6A9955"/>
                </a:solidFill>
                <a:effectLst/>
                <a:latin typeface="Menlo" panose="020B0609030804020204" pitchFamily="49" charset="0"/>
              </a:rPr>
              <a:t>– two checks</a:t>
            </a:r>
            <a:endParaRPr lang="en-IE" sz="2000" b="0" dirty="0">
              <a:solidFill>
                <a:srgbClr val="D4D4D4"/>
              </a:solidFill>
              <a:effectLst/>
              <a:latin typeface="Menlo" panose="020B0609030804020204" pitchFamily="49" charset="0"/>
            </a:endParaRPr>
          </a:p>
          <a:p>
            <a:pPr>
              <a:buNone/>
            </a:pPr>
            <a:r>
              <a:rPr lang="en-IE" sz="2000" b="0" dirty="0">
                <a:solidFill>
                  <a:srgbClr val="D4D4D4"/>
                </a:solidFill>
                <a:effectLst/>
                <a:latin typeface="Menlo" panose="020B0609030804020204" pitchFamily="49" charset="0"/>
              </a:rPr>
              <a:t>);</a:t>
            </a:r>
          </a:p>
          <a:p>
            <a:pPr>
              <a:buNone/>
            </a:pPr>
            <a:br>
              <a:rPr lang="en-IE" sz="2000" b="0" dirty="0">
                <a:solidFill>
                  <a:srgbClr val="D4D4D4"/>
                </a:solidFill>
                <a:effectLst/>
                <a:latin typeface="Menlo" panose="020B0609030804020204" pitchFamily="49" charset="0"/>
              </a:rPr>
            </a:br>
            <a:endParaRPr lang="en-IE" sz="20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1173543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18331" y="712075"/>
            <a:ext cx="8188565" cy="571340"/>
          </a:xfrm>
          <a:prstGeom prst="rect">
            <a:avLst/>
          </a:prstGeom>
        </p:spPr>
        <p:txBody>
          <a:bodyPr vert="horz" wrap="square" lIns="0" tIns="11967" rIns="0" bIns="0" rtlCol="0" anchor="ctr">
            <a:spAutoFit/>
          </a:bodyPr>
          <a:lstStyle/>
          <a:p>
            <a:pPr marL="172926">
              <a:lnSpc>
                <a:spcPct val="100000"/>
              </a:lnSpc>
              <a:spcBef>
                <a:spcPts val="94"/>
              </a:spcBef>
            </a:pPr>
            <a:r>
              <a:rPr dirty="0"/>
              <a:t>BETWEEN</a:t>
            </a:r>
            <a:r>
              <a:rPr spc="-57" dirty="0"/>
              <a:t> </a:t>
            </a:r>
            <a:r>
              <a:rPr spc="-9" dirty="0"/>
              <a:t>conditions</a:t>
            </a:r>
          </a:p>
        </p:txBody>
      </p:sp>
      <p:sp>
        <p:nvSpPr>
          <p:cNvPr id="5" name="object 5"/>
          <p:cNvSpPr txBox="1"/>
          <p:nvPr/>
        </p:nvSpPr>
        <p:spPr>
          <a:xfrm>
            <a:off x="1110489" y="2160977"/>
            <a:ext cx="7829734" cy="750748"/>
          </a:xfrm>
          <a:prstGeom prst="rect">
            <a:avLst/>
          </a:prstGeom>
        </p:spPr>
        <p:txBody>
          <a:bodyPr vert="horz" wrap="square" lIns="0" tIns="11967" rIns="0" bIns="0" rtlCol="0">
            <a:spAutoFit/>
          </a:bodyPr>
          <a:lstStyle/>
          <a:p>
            <a:pPr marL="11967">
              <a:spcBef>
                <a:spcPts val="94"/>
              </a:spcBef>
            </a:pPr>
            <a:r>
              <a:rPr sz="2400" dirty="0">
                <a:latin typeface="Helvetica" pitchFamily="2" charset="0"/>
                <a:cs typeface="Times New Roman"/>
              </a:rPr>
              <a:t>Use</a:t>
            </a:r>
            <a:r>
              <a:rPr sz="2400" spc="-33" dirty="0">
                <a:latin typeface="Helvetica" pitchFamily="2" charset="0"/>
                <a:cs typeface="Times New Roman"/>
              </a:rPr>
              <a:t> </a:t>
            </a:r>
            <a:r>
              <a:rPr sz="2400" dirty="0">
                <a:latin typeface="Helvetica" pitchFamily="2" charset="0"/>
                <a:cs typeface="Times New Roman"/>
              </a:rPr>
              <a:t>the</a:t>
            </a:r>
            <a:r>
              <a:rPr sz="2400" spc="-24" dirty="0">
                <a:latin typeface="Helvetica" pitchFamily="2" charset="0"/>
                <a:cs typeface="Times New Roman"/>
              </a:rPr>
              <a:t> </a:t>
            </a:r>
            <a:r>
              <a:rPr sz="2400" dirty="0">
                <a:latin typeface="Helvetica" pitchFamily="2" charset="0"/>
                <a:cs typeface="Times New Roman"/>
              </a:rPr>
              <a:t>BETWEEN</a:t>
            </a:r>
            <a:r>
              <a:rPr sz="2400" spc="-19" dirty="0">
                <a:latin typeface="Helvetica" pitchFamily="2" charset="0"/>
                <a:cs typeface="Times New Roman"/>
              </a:rPr>
              <a:t> </a:t>
            </a:r>
            <a:r>
              <a:rPr sz="2400" dirty="0">
                <a:latin typeface="Helvetica" pitchFamily="2" charset="0"/>
                <a:cs typeface="Times New Roman"/>
              </a:rPr>
              <a:t>condition</a:t>
            </a:r>
            <a:r>
              <a:rPr sz="2400" spc="-24" dirty="0">
                <a:latin typeface="Helvetica" pitchFamily="2" charset="0"/>
                <a:cs typeface="Times New Roman"/>
              </a:rPr>
              <a:t> </a:t>
            </a:r>
            <a:r>
              <a:rPr sz="2400" dirty="0">
                <a:latin typeface="Helvetica" pitchFamily="2" charset="0"/>
                <a:cs typeface="Times New Roman"/>
              </a:rPr>
              <a:t>to</a:t>
            </a:r>
            <a:r>
              <a:rPr sz="2400" spc="-19" dirty="0">
                <a:latin typeface="Helvetica" pitchFamily="2" charset="0"/>
                <a:cs typeface="Times New Roman"/>
              </a:rPr>
              <a:t> </a:t>
            </a:r>
            <a:r>
              <a:rPr sz="2400" dirty="0">
                <a:latin typeface="Helvetica" pitchFamily="2" charset="0"/>
                <a:cs typeface="Times New Roman"/>
              </a:rPr>
              <a:t>restrict</a:t>
            </a:r>
            <a:r>
              <a:rPr sz="2400" spc="-28" dirty="0">
                <a:latin typeface="Helvetica" pitchFamily="2" charset="0"/>
                <a:cs typeface="Times New Roman"/>
              </a:rPr>
              <a:t> </a:t>
            </a:r>
            <a:r>
              <a:rPr sz="2400" dirty="0">
                <a:latin typeface="Helvetica" pitchFamily="2" charset="0"/>
                <a:cs typeface="Times New Roman"/>
              </a:rPr>
              <a:t>values</a:t>
            </a:r>
            <a:r>
              <a:rPr sz="2400" spc="-19" dirty="0">
                <a:latin typeface="Helvetica" pitchFamily="2" charset="0"/>
                <a:cs typeface="Times New Roman"/>
              </a:rPr>
              <a:t> </a:t>
            </a:r>
            <a:r>
              <a:rPr sz="2400" dirty="0">
                <a:latin typeface="Helvetica" pitchFamily="2" charset="0"/>
                <a:cs typeface="Times New Roman"/>
              </a:rPr>
              <a:t>to</a:t>
            </a:r>
            <a:r>
              <a:rPr sz="2400" spc="-19" dirty="0">
                <a:latin typeface="Helvetica" pitchFamily="2" charset="0"/>
                <a:cs typeface="Times New Roman"/>
              </a:rPr>
              <a:t> </a:t>
            </a:r>
            <a:r>
              <a:rPr sz="2400" dirty="0">
                <a:latin typeface="Helvetica" pitchFamily="2" charset="0"/>
                <a:cs typeface="Times New Roman"/>
              </a:rPr>
              <a:t>a</a:t>
            </a:r>
            <a:r>
              <a:rPr sz="2400" spc="-24" dirty="0">
                <a:latin typeface="Helvetica" pitchFamily="2" charset="0"/>
                <a:cs typeface="Times New Roman"/>
              </a:rPr>
              <a:t> </a:t>
            </a:r>
            <a:r>
              <a:rPr sz="2400" dirty="0">
                <a:latin typeface="Helvetica" pitchFamily="2" charset="0"/>
                <a:cs typeface="Times New Roman"/>
              </a:rPr>
              <a:t>particular</a:t>
            </a:r>
            <a:r>
              <a:rPr sz="2400" spc="-19" dirty="0">
                <a:latin typeface="Helvetica" pitchFamily="2" charset="0"/>
                <a:cs typeface="Times New Roman"/>
              </a:rPr>
              <a:t> </a:t>
            </a:r>
            <a:r>
              <a:rPr sz="2400" spc="-9" dirty="0">
                <a:latin typeface="Helvetica" pitchFamily="2" charset="0"/>
                <a:cs typeface="Times New Roman"/>
              </a:rPr>
              <a:t>range</a:t>
            </a:r>
            <a:endParaRPr sz="2400" dirty="0">
              <a:latin typeface="Helvetica" pitchFamily="2" charset="0"/>
              <a:cs typeface="Times New Roman"/>
            </a:endParaRPr>
          </a:p>
        </p:txBody>
      </p:sp>
      <p:sp>
        <p:nvSpPr>
          <p:cNvPr id="9" name="TextBox 8">
            <a:extLst>
              <a:ext uri="{FF2B5EF4-FFF2-40B4-BE49-F238E27FC236}">
                <a16:creationId xmlns:a16="http://schemas.microsoft.com/office/drawing/2014/main" id="{166F9712-C1BE-5AF2-8F67-740695584EFD}"/>
              </a:ext>
            </a:extLst>
          </p:cNvPr>
          <p:cNvSpPr txBox="1"/>
          <p:nvPr/>
        </p:nvSpPr>
        <p:spPr>
          <a:xfrm>
            <a:off x="929601" y="4616450"/>
            <a:ext cx="7993953" cy="1200329"/>
          </a:xfrm>
          <a:prstGeom prst="rect">
            <a:avLst/>
          </a:prstGeom>
          <a:noFill/>
        </p:spPr>
        <p:txBody>
          <a:bodyPr wrap="square">
            <a:spAutoFit/>
          </a:bodyPr>
          <a:lstStyle/>
          <a:p>
            <a:pPr algn="l" rtl="0"/>
            <a:r>
              <a:rPr lang="en-GB" sz="2400" dirty="0">
                <a:latin typeface="Helvetica" pitchFamily="2" charset="0"/>
                <a:cs typeface="Times New Roman"/>
              </a:rPr>
              <a:t>The BETWEEN operator works like any other comparison (e.g., &gt;, &lt;, =), but it needs to be part of a CHECK constraint for it to have an effect. </a:t>
            </a:r>
            <a:endParaRPr lang="en-SI" sz="2400" dirty="0">
              <a:latin typeface="Helvetica" pitchFamily="2" charset="0"/>
              <a:cs typeface="Times New Roman"/>
            </a:endParaRPr>
          </a:p>
        </p:txBody>
      </p:sp>
      <p:sp>
        <p:nvSpPr>
          <p:cNvPr id="6" name="TextBox 5">
            <a:extLst>
              <a:ext uri="{FF2B5EF4-FFF2-40B4-BE49-F238E27FC236}">
                <a16:creationId xmlns:a16="http://schemas.microsoft.com/office/drawing/2014/main" id="{F00E3255-B6AD-EBAE-F66C-77DEE23032DD}"/>
              </a:ext>
            </a:extLst>
          </p:cNvPr>
          <p:cNvSpPr txBox="1"/>
          <p:nvPr/>
        </p:nvSpPr>
        <p:spPr>
          <a:xfrm>
            <a:off x="999331" y="3217045"/>
            <a:ext cx="8571673" cy="707886"/>
          </a:xfrm>
          <a:prstGeom prst="rect">
            <a:avLst/>
          </a:prstGeom>
          <a:solidFill>
            <a:schemeClr val="tx1"/>
          </a:solidFill>
        </p:spPr>
        <p:txBody>
          <a:bodyPr wrap="square">
            <a:spAutoFit/>
          </a:bodyPr>
          <a:lstStyle/>
          <a:p>
            <a:pPr>
              <a:buNone/>
            </a:pPr>
            <a:r>
              <a:rPr lang="en-IE" sz="2000" b="0" dirty="0">
                <a:solidFill>
                  <a:srgbClr val="569CD6"/>
                </a:solidFill>
                <a:effectLst/>
                <a:latin typeface="Menlo" panose="020B0609030804020204" pitchFamily="49" charset="0"/>
              </a:rPr>
              <a:t>ALTER</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TABLE</a:t>
            </a:r>
            <a:r>
              <a:rPr lang="en-IE" sz="2000" b="0" dirty="0">
                <a:solidFill>
                  <a:srgbClr val="D4D4D4"/>
                </a:solidFill>
                <a:effectLst/>
                <a:latin typeface="Menlo" panose="020B0609030804020204" pitchFamily="49" charset="0"/>
              </a:rPr>
              <a:t> players</a:t>
            </a:r>
          </a:p>
          <a:p>
            <a:pPr>
              <a:buNone/>
            </a:pPr>
            <a:r>
              <a:rPr lang="en-IE" sz="2000" b="0" dirty="0">
                <a:solidFill>
                  <a:srgbClr val="D4D4D4"/>
                </a:solidFill>
                <a:effectLst/>
                <a:latin typeface="Menlo" panose="020B0609030804020204" pitchFamily="49" charset="0"/>
              </a:rPr>
              <a:t>ADD </a:t>
            </a:r>
            <a:r>
              <a:rPr lang="en-IE" sz="2000" b="0" dirty="0">
                <a:solidFill>
                  <a:srgbClr val="569CD6"/>
                </a:solidFill>
                <a:effectLst/>
                <a:latin typeface="Menlo" panose="020B0609030804020204" pitchFamily="49" charset="0"/>
              </a:rPr>
              <a:t>CONSTRAINT</a:t>
            </a:r>
            <a:r>
              <a:rPr lang="en-IE" sz="2000" b="0" dirty="0">
                <a:solidFill>
                  <a:srgbClr val="D4D4D4"/>
                </a:solidFill>
                <a:effectLst/>
                <a:latin typeface="Menlo" panose="020B0609030804020204" pitchFamily="49" charset="0"/>
              </a:rPr>
              <a:t> </a:t>
            </a:r>
            <a:r>
              <a:rPr lang="en-IE" sz="2000" b="0" dirty="0" err="1">
                <a:solidFill>
                  <a:srgbClr val="D4D4D4"/>
                </a:solidFill>
                <a:effectLst/>
                <a:latin typeface="Menlo" panose="020B0609030804020204" pitchFamily="49" charset="0"/>
              </a:rPr>
              <a:t>age_range</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CHECK</a:t>
            </a:r>
            <a:r>
              <a:rPr lang="en-IE" sz="2000" b="0" dirty="0">
                <a:solidFill>
                  <a:srgbClr val="D4D4D4"/>
                </a:solidFill>
                <a:effectLst/>
                <a:latin typeface="Menlo" panose="020B0609030804020204" pitchFamily="49" charset="0"/>
              </a:rPr>
              <a:t> (age BETWEEN </a:t>
            </a:r>
            <a:r>
              <a:rPr lang="en-IE" sz="2000" b="0" dirty="0">
                <a:solidFill>
                  <a:srgbClr val="B5CEA8"/>
                </a:solidFill>
                <a:effectLst/>
                <a:latin typeface="Menlo" panose="020B0609030804020204" pitchFamily="49" charset="0"/>
              </a:rPr>
              <a:t>16</a:t>
            </a:r>
            <a:r>
              <a:rPr lang="en-IE" sz="2000" b="0" dirty="0">
                <a:solidFill>
                  <a:srgbClr val="D4D4D4"/>
                </a:solidFill>
                <a:effectLst/>
                <a:latin typeface="Menlo" panose="020B0609030804020204" pitchFamily="49" charset="0"/>
              </a:rPr>
              <a:t> </a:t>
            </a:r>
            <a:r>
              <a:rPr lang="en-IE" sz="2000" b="0" dirty="0">
                <a:solidFill>
                  <a:srgbClr val="569CD6"/>
                </a:solidFill>
                <a:effectLst/>
                <a:latin typeface="Menlo" panose="020B0609030804020204" pitchFamily="49" charset="0"/>
              </a:rPr>
              <a:t>AND</a:t>
            </a:r>
            <a:r>
              <a:rPr lang="en-IE" sz="2000" b="0" dirty="0">
                <a:solidFill>
                  <a:srgbClr val="D4D4D4"/>
                </a:solidFill>
                <a:effectLst/>
                <a:latin typeface="Menlo" panose="020B0609030804020204" pitchFamily="49" charset="0"/>
              </a:rPr>
              <a:t> </a:t>
            </a:r>
            <a:r>
              <a:rPr lang="en-IE" sz="2000" b="0" dirty="0">
                <a:solidFill>
                  <a:srgbClr val="B5CEA8"/>
                </a:solidFill>
                <a:effectLst/>
                <a:latin typeface="Menlo" panose="020B0609030804020204" pitchFamily="49" charset="0"/>
              </a:rPr>
              <a:t>50</a:t>
            </a:r>
            <a:r>
              <a:rPr lang="en-IE" sz="2000" b="0" dirty="0">
                <a:solidFill>
                  <a:srgbClr val="D4D4D4"/>
                </a:solidFill>
                <a:effectLst/>
                <a:latin typeface="Menlo" panose="020B0609030804020204" pitchFamily="49"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760026" y="1530507"/>
            <a:ext cx="8514075" cy="396805"/>
          </a:xfrm>
          <a:prstGeom prst="rect">
            <a:avLst/>
          </a:prstGeom>
        </p:spPr>
        <p:txBody>
          <a:bodyPr vert="horz" wrap="square" lIns="0" tIns="11967" rIns="0" bIns="0" rtlCol="0">
            <a:spAutoFit/>
          </a:bodyPr>
          <a:lstStyle/>
          <a:p>
            <a:pPr marL="11967">
              <a:spcBef>
                <a:spcPts val="94"/>
              </a:spcBef>
            </a:pPr>
            <a:r>
              <a:rPr sz="2500" dirty="0">
                <a:latin typeface="Helvetica" pitchFamily="2" charset="0"/>
                <a:cs typeface="Times New Roman"/>
              </a:rPr>
              <a:t>Use</a:t>
            </a:r>
            <a:r>
              <a:rPr sz="2500" spc="-28" dirty="0">
                <a:latin typeface="Helvetica" pitchFamily="2" charset="0"/>
                <a:cs typeface="Times New Roman"/>
              </a:rPr>
              <a:t> </a:t>
            </a:r>
            <a:r>
              <a:rPr sz="2500" dirty="0">
                <a:latin typeface="Helvetica" pitchFamily="2" charset="0"/>
                <a:cs typeface="Times New Roman"/>
              </a:rPr>
              <a:t>the</a:t>
            </a:r>
            <a:r>
              <a:rPr sz="2500" spc="-24" dirty="0">
                <a:latin typeface="Helvetica" pitchFamily="2" charset="0"/>
                <a:cs typeface="Times New Roman"/>
              </a:rPr>
              <a:t> </a:t>
            </a:r>
            <a:r>
              <a:rPr sz="2500" dirty="0">
                <a:latin typeface="Helvetica" pitchFamily="2" charset="0"/>
                <a:cs typeface="Times New Roman"/>
              </a:rPr>
              <a:t>IN</a:t>
            </a:r>
            <a:r>
              <a:rPr sz="2500" spc="-14" dirty="0">
                <a:latin typeface="Helvetica" pitchFamily="2" charset="0"/>
                <a:cs typeface="Times New Roman"/>
              </a:rPr>
              <a:t> </a:t>
            </a:r>
            <a:r>
              <a:rPr sz="2500" dirty="0">
                <a:latin typeface="Helvetica" pitchFamily="2" charset="0"/>
                <a:cs typeface="Times New Roman"/>
              </a:rPr>
              <a:t>membership</a:t>
            </a:r>
            <a:r>
              <a:rPr sz="2500" spc="-24" dirty="0">
                <a:latin typeface="Helvetica" pitchFamily="2" charset="0"/>
                <a:cs typeface="Times New Roman"/>
              </a:rPr>
              <a:t> </a:t>
            </a:r>
            <a:r>
              <a:rPr sz="2500" dirty="0">
                <a:latin typeface="Helvetica" pitchFamily="2" charset="0"/>
                <a:cs typeface="Times New Roman"/>
              </a:rPr>
              <a:t>condition</a:t>
            </a:r>
            <a:r>
              <a:rPr sz="2500" spc="-24" dirty="0">
                <a:latin typeface="Helvetica" pitchFamily="2" charset="0"/>
                <a:cs typeface="Times New Roman"/>
              </a:rPr>
              <a:t> </a:t>
            </a:r>
            <a:r>
              <a:rPr sz="2500" dirty="0">
                <a:latin typeface="Helvetica" pitchFamily="2" charset="0"/>
                <a:cs typeface="Times New Roman"/>
              </a:rPr>
              <a:t>to</a:t>
            </a:r>
            <a:r>
              <a:rPr sz="2500" spc="-14" dirty="0">
                <a:latin typeface="Helvetica" pitchFamily="2" charset="0"/>
                <a:cs typeface="Times New Roman"/>
              </a:rPr>
              <a:t> </a:t>
            </a:r>
            <a:r>
              <a:rPr sz="2500" dirty="0">
                <a:latin typeface="Helvetica" pitchFamily="2" charset="0"/>
                <a:cs typeface="Times New Roman"/>
              </a:rPr>
              <a:t>test</a:t>
            </a:r>
            <a:r>
              <a:rPr sz="2500" spc="-28" dirty="0">
                <a:latin typeface="Helvetica" pitchFamily="2" charset="0"/>
                <a:cs typeface="Times New Roman"/>
              </a:rPr>
              <a:t> </a:t>
            </a:r>
            <a:r>
              <a:rPr sz="2500" dirty="0">
                <a:latin typeface="Helvetica" pitchFamily="2" charset="0"/>
                <a:cs typeface="Times New Roman"/>
              </a:rPr>
              <a:t>for</a:t>
            </a:r>
            <a:r>
              <a:rPr sz="2500" spc="-19" dirty="0">
                <a:latin typeface="Helvetica" pitchFamily="2" charset="0"/>
                <a:cs typeface="Times New Roman"/>
              </a:rPr>
              <a:t> </a:t>
            </a:r>
            <a:r>
              <a:rPr sz="2500" dirty="0">
                <a:latin typeface="Helvetica" pitchFamily="2" charset="0"/>
                <a:cs typeface="Times New Roman"/>
              </a:rPr>
              <a:t>values</a:t>
            </a:r>
            <a:r>
              <a:rPr sz="2500" spc="-19" dirty="0">
                <a:latin typeface="Helvetica" pitchFamily="2" charset="0"/>
                <a:cs typeface="Times New Roman"/>
              </a:rPr>
              <a:t> </a:t>
            </a:r>
            <a:r>
              <a:rPr sz="2500" dirty="0">
                <a:latin typeface="Helvetica" pitchFamily="2" charset="0"/>
                <a:cs typeface="Times New Roman"/>
              </a:rPr>
              <a:t>in</a:t>
            </a:r>
            <a:r>
              <a:rPr sz="2500" spc="-14" dirty="0">
                <a:latin typeface="Helvetica" pitchFamily="2" charset="0"/>
                <a:cs typeface="Times New Roman"/>
              </a:rPr>
              <a:t> </a:t>
            </a:r>
            <a:r>
              <a:rPr sz="2500" dirty="0">
                <a:latin typeface="Helvetica" pitchFamily="2" charset="0"/>
                <a:cs typeface="Times New Roman"/>
              </a:rPr>
              <a:t>a</a:t>
            </a:r>
            <a:r>
              <a:rPr sz="2500" spc="-24" dirty="0">
                <a:latin typeface="Helvetica" pitchFamily="2" charset="0"/>
                <a:cs typeface="Times New Roman"/>
              </a:rPr>
              <a:t> </a:t>
            </a:r>
            <a:r>
              <a:rPr sz="2500" spc="-19" dirty="0">
                <a:latin typeface="Helvetica" pitchFamily="2" charset="0"/>
                <a:cs typeface="Times New Roman"/>
              </a:rPr>
              <a:t>list</a:t>
            </a:r>
            <a:endParaRPr sz="2500" dirty="0">
              <a:latin typeface="Helvetica" pitchFamily="2" charset="0"/>
              <a:cs typeface="Times New Roman"/>
            </a:endParaRPr>
          </a:p>
        </p:txBody>
      </p:sp>
      <p:sp>
        <p:nvSpPr>
          <p:cNvPr id="11" name="object 11"/>
          <p:cNvSpPr txBox="1">
            <a:spLocks noGrp="1"/>
          </p:cNvSpPr>
          <p:nvPr>
            <p:ph type="title"/>
          </p:nvPr>
        </p:nvSpPr>
        <p:spPr>
          <a:xfrm>
            <a:off x="800049" y="588065"/>
            <a:ext cx="8188565" cy="571340"/>
          </a:xfrm>
          <a:prstGeom prst="rect">
            <a:avLst/>
          </a:prstGeom>
        </p:spPr>
        <p:txBody>
          <a:bodyPr vert="horz" wrap="square" lIns="0" tIns="11967" rIns="0" bIns="0" rtlCol="0" anchor="ctr">
            <a:spAutoFit/>
          </a:bodyPr>
          <a:lstStyle/>
          <a:p>
            <a:pPr marL="100013">
              <a:lnSpc>
                <a:spcPct val="100000"/>
              </a:lnSpc>
              <a:spcBef>
                <a:spcPts val="94"/>
              </a:spcBef>
            </a:pPr>
            <a:r>
              <a:rPr dirty="0"/>
              <a:t>IN</a:t>
            </a:r>
            <a:r>
              <a:rPr spc="-9" dirty="0"/>
              <a:t> operator</a:t>
            </a:r>
          </a:p>
        </p:txBody>
      </p:sp>
      <p:sp>
        <p:nvSpPr>
          <p:cNvPr id="3" name="TextBox 2">
            <a:extLst>
              <a:ext uri="{FF2B5EF4-FFF2-40B4-BE49-F238E27FC236}">
                <a16:creationId xmlns:a16="http://schemas.microsoft.com/office/drawing/2014/main" id="{C79BCF25-5D82-4F1F-F9E4-340E61CE09FF}"/>
              </a:ext>
            </a:extLst>
          </p:cNvPr>
          <p:cNvSpPr txBox="1"/>
          <p:nvPr/>
        </p:nvSpPr>
        <p:spPr>
          <a:xfrm>
            <a:off x="760026" y="2485588"/>
            <a:ext cx="7620000" cy="2585323"/>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players (</a:t>
            </a:r>
          </a:p>
          <a:p>
            <a:pPr marL="363538">
              <a:buNone/>
            </a:pP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363538">
              <a:buNone/>
            </a:pPr>
            <a:r>
              <a:rPr lang="en-IE" b="0" dirty="0" err="1">
                <a:solidFill>
                  <a:srgbClr val="D4D4D4"/>
                </a:solidFill>
                <a:effectLst/>
                <a:latin typeface="Menlo" panose="020B0609030804020204" pitchFamily="49" charset="0"/>
              </a:rPr>
              <a:t>player_name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a:t>
            </a:r>
          </a:p>
          <a:p>
            <a:pPr marL="363538">
              <a:buNone/>
            </a:pPr>
            <a:r>
              <a:rPr lang="en-IE" b="0" dirty="0">
                <a:solidFill>
                  <a:srgbClr val="D4D4D4"/>
                </a:solidFill>
                <a:effectLst/>
                <a:latin typeface="Menlo" panose="020B0609030804020204" pitchFamily="49" charset="0"/>
              </a:rPr>
              <a:t>age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CHECK</a:t>
            </a:r>
            <a:r>
              <a:rPr lang="en-IE" b="0" dirty="0">
                <a:solidFill>
                  <a:srgbClr val="D4D4D4"/>
                </a:solidFill>
                <a:effectLst/>
                <a:latin typeface="Menlo" panose="020B0609030804020204" pitchFamily="49" charset="0"/>
              </a:rPr>
              <a:t> (age BETWEEN </a:t>
            </a:r>
            <a:r>
              <a:rPr lang="en-IE" b="0" dirty="0">
                <a:solidFill>
                  <a:srgbClr val="B5CEA8"/>
                </a:solidFill>
                <a:effectLst/>
                <a:latin typeface="Menlo" panose="020B0609030804020204" pitchFamily="49" charset="0"/>
              </a:rPr>
              <a:t>16</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AND</a:t>
            </a:r>
            <a:r>
              <a:rPr lang="en-IE" b="0" dirty="0">
                <a:solidFill>
                  <a:srgbClr val="D4D4D4"/>
                </a:solidFill>
                <a:effectLst/>
                <a:latin typeface="Menlo" panose="020B0609030804020204" pitchFamily="49" charset="0"/>
              </a:rPr>
              <a:t> </a:t>
            </a:r>
            <a:r>
              <a:rPr lang="en-IE" b="0" dirty="0">
                <a:solidFill>
                  <a:srgbClr val="B5CEA8"/>
                </a:solidFill>
                <a:effectLst/>
                <a:latin typeface="Menlo" panose="020B0609030804020204" pitchFamily="49" charset="0"/>
              </a:rPr>
              <a:t>50</a:t>
            </a:r>
            <a:r>
              <a:rPr lang="en-IE" b="0" dirty="0">
                <a:solidFill>
                  <a:srgbClr val="D4D4D4"/>
                </a:solidFill>
                <a:effectLst/>
                <a:latin typeface="Menlo" panose="020B0609030804020204" pitchFamily="49" charset="0"/>
              </a:rPr>
              <a:t>),</a:t>
            </a:r>
          </a:p>
          <a:p>
            <a:pPr marL="363538">
              <a:buNone/>
            </a:pPr>
            <a:r>
              <a:rPr lang="en-IE" b="0" dirty="0">
                <a:solidFill>
                  <a:srgbClr val="D4D4D4"/>
                </a:solidFill>
                <a:effectLst/>
                <a:latin typeface="Menlo" panose="020B0609030804020204" pitchFamily="49" charset="0"/>
              </a:rPr>
              <a:t>nationality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363538">
              <a:buNone/>
            </a:pPr>
            <a:r>
              <a:rPr lang="en-IE" b="0" dirty="0" err="1">
                <a:solidFill>
                  <a:srgbClr val="D4D4D4"/>
                </a:solidFill>
                <a:effectLst/>
                <a:latin typeface="Menlo" panose="020B0609030804020204" pitchFamily="49" charset="0"/>
              </a:rPr>
              <a:t>preferred_foot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CHECK</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preferred_foot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a:t>
            </a:r>
            <a:r>
              <a:rPr lang="en-IE" dirty="0">
                <a:solidFill>
                  <a:srgbClr val="D4D4D4"/>
                </a:solidFill>
                <a:latin typeface="Menlo" panose="020B0609030804020204" pitchFamily="49" charset="0"/>
              </a:rPr>
              <a:t> </a:t>
            </a:r>
            <a:r>
              <a:rPr lang="en-IE" b="0" dirty="0">
                <a:solidFill>
                  <a:srgbClr val="D4D4D4"/>
                </a:solidFill>
                <a:effectLst/>
                <a:latin typeface="Menlo" panose="020B0609030804020204" pitchFamily="49" charset="0"/>
              </a:rPr>
              <a:t>(</a:t>
            </a:r>
            <a:r>
              <a:rPr lang="en-IE" b="0" dirty="0">
                <a:solidFill>
                  <a:srgbClr val="CE9178"/>
                </a:solidFill>
                <a:effectLst/>
                <a:latin typeface="Menlo" panose="020B0609030804020204" pitchFamily="49" charset="0"/>
              </a:rPr>
              <a:t>'</a:t>
            </a:r>
            <a:r>
              <a:rPr lang="en-IE" b="0" dirty="0" err="1">
                <a:solidFill>
                  <a:srgbClr val="CE9178"/>
                </a:solidFill>
                <a:effectLst/>
                <a:latin typeface="Menlo" panose="020B0609030804020204" pitchFamily="49" charset="0"/>
              </a:rPr>
              <a:t>Left'</a:t>
            </a:r>
            <a:r>
              <a:rPr lang="en-IE" b="0" dirty="0" err="1">
                <a:solidFill>
                  <a:srgbClr val="D4D4D4"/>
                </a:solidFill>
                <a:effectLst/>
                <a:latin typeface="Menlo" panose="020B0609030804020204" pitchFamily="49" charset="0"/>
              </a:rPr>
              <a:t>,</a:t>
            </a:r>
            <a:r>
              <a:rPr lang="en-IE" b="0" dirty="0" err="1">
                <a:solidFill>
                  <a:srgbClr val="CE9178"/>
                </a:solidFill>
                <a:effectLst/>
                <a:latin typeface="Menlo" panose="020B0609030804020204" pitchFamily="49" charset="0"/>
              </a:rPr>
              <a:t>'Right'</a:t>
            </a:r>
            <a:r>
              <a:rPr lang="en-IE" b="0" dirty="0" err="1">
                <a:solidFill>
                  <a:srgbClr val="D4D4D4"/>
                </a:solidFill>
                <a:effectLst/>
                <a:latin typeface="Menlo" panose="020B0609030804020204" pitchFamily="49" charset="0"/>
              </a:rPr>
              <a:t>,</a:t>
            </a:r>
            <a:r>
              <a:rPr lang="en-IE" b="0" dirty="0" err="1">
                <a:solidFill>
                  <a:srgbClr val="CE9178"/>
                </a:solidFill>
                <a:effectLst/>
                <a:latin typeface="Menlo" panose="020B0609030804020204" pitchFamily="49" charset="0"/>
              </a:rPr>
              <a:t>'Both</a:t>
            </a:r>
            <a:r>
              <a:rPr lang="en-IE" b="0" dirty="0">
                <a:solidFill>
                  <a:srgbClr val="CE9178"/>
                </a:solidFill>
                <a:effectLst/>
                <a:latin typeface="Menlo" panose="020B0609030804020204" pitchFamily="49" charset="0"/>
              </a:rPr>
              <a:t>'</a:t>
            </a:r>
            <a:r>
              <a:rPr lang="en-IE" b="0" dirty="0">
                <a:solidFill>
                  <a:srgbClr val="D4D4D4"/>
                </a:solidFill>
                <a:effectLst/>
                <a:latin typeface="Menlo" panose="020B0609030804020204" pitchFamily="49" charset="0"/>
              </a:rPr>
              <a:t>)));</a:t>
            </a:r>
          </a:p>
          <a:p>
            <a:pPr>
              <a:buNone/>
            </a:pPr>
            <a:br>
              <a:rPr lang="en-IE" b="0" dirty="0">
                <a:solidFill>
                  <a:srgbClr val="D4D4D4"/>
                </a:solidFill>
                <a:effectLst/>
                <a:latin typeface="Menlo" panose="020B0609030804020204" pitchFamily="49" charset="0"/>
              </a:rPr>
            </a:br>
            <a:endParaRPr lang="en-IE" b="0" dirty="0">
              <a:solidFill>
                <a:srgbClr val="D4D4D4"/>
              </a:solidFill>
              <a:effectLst/>
              <a:latin typeface="Menlo" panose="020B060903080402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770731" y="577850"/>
            <a:ext cx="8188565" cy="571340"/>
          </a:xfrm>
          <a:prstGeom prst="rect">
            <a:avLst/>
          </a:prstGeom>
        </p:spPr>
        <p:txBody>
          <a:bodyPr vert="horz" wrap="square" lIns="0" tIns="11967" rIns="0" bIns="0" rtlCol="0" anchor="ctr">
            <a:spAutoFit/>
          </a:bodyPr>
          <a:lstStyle/>
          <a:p>
            <a:pPr marL="11113">
              <a:lnSpc>
                <a:spcPct val="100000"/>
              </a:lnSpc>
              <a:spcBef>
                <a:spcPts val="94"/>
              </a:spcBef>
            </a:pPr>
            <a:r>
              <a:rPr dirty="0"/>
              <a:t>LIKE</a:t>
            </a:r>
            <a:r>
              <a:rPr spc="-19" dirty="0"/>
              <a:t> </a:t>
            </a:r>
            <a:r>
              <a:rPr spc="-9" dirty="0"/>
              <a:t>operator</a:t>
            </a:r>
          </a:p>
        </p:txBody>
      </p:sp>
      <p:sp>
        <p:nvSpPr>
          <p:cNvPr id="12" name="object 12"/>
          <p:cNvSpPr txBox="1"/>
          <p:nvPr/>
        </p:nvSpPr>
        <p:spPr>
          <a:xfrm>
            <a:off x="1019551" y="1509147"/>
            <a:ext cx="7294980" cy="2420435"/>
          </a:xfrm>
          <a:prstGeom prst="rect">
            <a:avLst/>
          </a:prstGeom>
        </p:spPr>
        <p:txBody>
          <a:bodyPr vert="horz" wrap="square" lIns="0" tIns="11967" rIns="0" bIns="0" rtlCol="0">
            <a:spAutoFit/>
          </a:bodyPr>
          <a:lstStyle/>
          <a:p>
            <a:pPr marL="354867" indent="-342900">
              <a:spcBef>
                <a:spcPts val="94"/>
              </a:spcBef>
              <a:buFont typeface="Arial" panose="020B0604020202020204" pitchFamily="34" charset="0"/>
              <a:buChar char="•"/>
            </a:pPr>
            <a:r>
              <a:rPr sz="2200" dirty="0">
                <a:latin typeface="Times New Roman"/>
                <a:cs typeface="Times New Roman"/>
              </a:rPr>
              <a:t>Use</a:t>
            </a:r>
            <a:r>
              <a:rPr sz="2200" spc="-19" dirty="0">
                <a:latin typeface="Times New Roman"/>
                <a:cs typeface="Times New Roman"/>
              </a:rPr>
              <a:t> </a:t>
            </a:r>
            <a:r>
              <a:rPr sz="2200" dirty="0">
                <a:latin typeface="Times New Roman"/>
                <a:cs typeface="Times New Roman"/>
              </a:rPr>
              <a:t>the</a:t>
            </a:r>
            <a:r>
              <a:rPr sz="2200" spc="-24" dirty="0">
                <a:latin typeface="Times New Roman"/>
                <a:cs typeface="Times New Roman"/>
              </a:rPr>
              <a:t> </a:t>
            </a:r>
            <a:r>
              <a:rPr sz="2200" dirty="0">
                <a:latin typeface="Times New Roman"/>
                <a:cs typeface="Times New Roman"/>
              </a:rPr>
              <a:t>LIKE</a:t>
            </a:r>
            <a:r>
              <a:rPr sz="2200" spc="-14" dirty="0">
                <a:latin typeface="Times New Roman"/>
                <a:cs typeface="Times New Roman"/>
              </a:rPr>
              <a:t> </a:t>
            </a:r>
            <a:r>
              <a:rPr sz="2200" dirty="0">
                <a:latin typeface="Times New Roman"/>
                <a:cs typeface="Times New Roman"/>
              </a:rPr>
              <a:t>condition</a:t>
            </a:r>
            <a:r>
              <a:rPr sz="2200" spc="-24" dirty="0">
                <a:latin typeface="Times New Roman"/>
                <a:cs typeface="Times New Roman"/>
              </a:rPr>
              <a:t> </a:t>
            </a:r>
            <a:r>
              <a:rPr sz="2200" dirty="0">
                <a:latin typeface="Times New Roman"/>
                <a:cs typeface="Times New Roman"/>
              </a:rPr>
              <a:t>to</a:t>
            </a:r>
            <a:r>
              <a:rPr sz="2200" spc="-19" dirty="0">
                <a:latin typeface="Times New Roman"/>
                <a:cs typeface="Times New Roman"/>
              </a:rPr>
              <a:t> </a:t>
            </a:r>
            <a:r>
              <a:rPr sz="2200" dirty="0">
                <a:latin typeface="Times New Roman"/>
                <a:cs typeface="Times New Roman"/>
              </a:rPr>
              <a:t>pattern</a:t>
            </a:r>
            <a:r>
              <a:rPr sz="2200" spc="-19" dirty="0">
                <a:latin typeface="Times New Roman"/>
                <a:cs typeface="Times New Roman"/>
              </a:rPr>
              <a:t> </a:t>
            </a:r>
            <a:r>
              <a:rPr sz="2200" dirty="0">
                <a:latin typeface="Times New Roman"/>
                <a:cs typeface="Times New Roman"/>
              </a:rPr>
              <a:t>match</a:t>
            </a:r>
            <a:r>
              <a:rPr sz="2200" spc="-19" dirty="0">
                <a:latin typeface="Times New Roman"/>
                <a:cs typeface="Times New Roman"/>
              </a:rPr>
              <a:t> </a:t>
            </a:r>
            <a:r>
              <a:rPr sz="2200" dirty="0">
                <a:latin typeface="Times New Roman"/>
                <a:cs typeface="Times New Roman"/>
              </a:rPr>
              <a:t>valid</a:t>
            </a:r>
            <a:r>
              <a:rPr sz="2200" spc="-24" dirty="0">
                <a:latin typeface="Times New Roman"/>
                <a:cs typeface="Times New Roman"/>
              </a:rPr>
              <a:t> </a:t>
            </a:r>
            <a:r>
              <a:rPr sz="2200" dirty="0">
                <a:latin typeface="Times New Roman"/>
                <a:cs typeface="Times New Roman"/>
              </a:rPr>
              <a:t>string</a:t>
            </a:r>
            <a:r>
              <a:rPr sz="2200" spc="-14" dirty="0">
                <a:latin typeface="Times New Roman"/>
                <a:cs typeface="Times New Roman"/>
              </a:rPr>
              <a:t> </a:t>
            </a:r>
            <a:r>
              <a:rPr sz="2200" spc="-9" dirty="0">
                <a:latin typeface="Times New Roman"/>
                <a:cs typeface="Times New Roman"/>
              </a:rPr>
              <a:t>values.</a:t>
            </a:r>
            <a:endParaRPr sz="2200" dirty="0">
              <a:latin typeface="Times New Roman"/>
              <a:cs typeface="Times New Roman"/>
            </a:endParaRPr>
          </a:p>
          <a:p>
            <a:pPr marL="342900" indent="-342900">
              <a:spcBef>
                <a:spcPts val="94"/>
              </a:spcBef>
              <a:buFont typeface="Arial" panose="020B0604020202020204" pitchFamily="34" charset="0"/>
              <a:buChar char="•"/>
            </a:pPr>
            <a:endParaRPr sz="2200" dirty="0">
              <a:latin typeface="Times New Roman"/>
              <a:cs typeface="Times New Roman"/>
            </a:endParaRPr>
          </a:p>
          <a:p>
            <a:pPr marL="354867" indent="-342900">
              <a:buFont typeface="Arial" panose="020B0604020202020204" pitchFamily="34" charset="0"/>
              <a:buChar char="•"/>
            </a:pPr>
            <a:r>
              <a:rPr sz="2200" dirty="0">
                <a:latin typeface="Times New Roman"/>
                <a:cs typeface="Times New Roman"/>
              </a:rPr>
              <a:t>Conditions</a:t>
            </a:r>
            <a:r>
              <a:rPr sz="2200" spc="-28" dirty="0">
                <a:latin typeface="Times New Roman"/>
                <a:cs typeface="Times New Roman"/>
              </a:rPr>
              <a:t> </a:t>
            </a:r>
            <a:r>
              <a:rPr sz="2200" dirty="0">
                <a:latin typeface="Times New Roman"/>
                <a:cs typeface="Times New Roman"/>
              </a:rPr>
              <a:t>can</a:t>
            </a:r>
            <a:r>
              <a:rPr sz="2200" spc="-24" dirty="0">
                <a:latin typeface="Times New Roman"/>
                <a:cs typeface="Times New Roman"/>
              </a:rPr>
              <a:t> </a:t>
            </a:r>
            <a:r>
              <a:rPr sz="2200" dirty="0">
                <a:latin typeface="Times New Roman"/>
                <a:cs typeface="Times New Roman"/>
              </a:rPr>
              <a:t>contain</a:t>
            </a:r>
            <a:r>
              <a:rPr sz="2200" spc="-28" dirty="0">
                <a:latin typeface="Times New Roman"/>
                <a:cs typeface="Times New Roman"/>
              </a:rPr>
              <a:t> </a:t>
            </a:r>
            <a:r>
              <a:rPr sz="2200" dirty="0">
                <a:latin typeface="Times New Roman"/>
                <a:cs typeface="Times New Roman"/>
              </a:rPr>
              <a:t>either</a:t>
            </a:r>
            <a:r>
              <a:rPr sz="2200" spc="-24" dirty="0">
                <a:latin typeface="Times New Roman"/>
                <a:cs typeface="Times New Roman"/>
              </a:rPr>
              <a:t> </a:t>
            </a:r>
            <a:r>
              <a:rPr sz="2200" dirty="0">
                <a:latin typeface="Times New Roman"/>
                <a:cs typeface="Times New Roman"/>
              </a:rPr>
              <a:t>literal</a:t>
            </a:r>
            <a:r>
              <a:rPr sz="2200" spc="-33" dirty="0">
                <a:latin typeface="Times New Roman"/>
                <a:cs typeface="Times New Roman"/>
              </a:rPr>
              <a:t> </a:t>
            </a:r>
            <a:r>
              <a:rPr sz="2200" dirty="0">
                <a:latin typeface="Times New Roman"/>
                <a:cs typeface="Times New Roman"/>
              </a:rPr>
              <a:t>characters</a:t>
            </a:r>
            <a:r>
              <a:rPr sz="2200" spc="-28" dirty="0">
                <a:latin typeface="Times New Roman"/>
                <a:cs typeface="Times New Roman"/>
              </a:rPr>
              <a:t> </a:t>
            </a:r>
            <a:r>
              <a:rPr sz="2200" dirty="0">
                <a:latin typeface="Times New Roman"/>
                <a:cs typeface="Times New Roman"/>
              </a:rPr>
              <a:t>or</a:t>
            </a:r>
            <a:r>
              <a:rPr sz="2200" spc="-24" dirty="0">
                <a:latin typeface="Times New Roman"/>
                <a:cs typeface="Times New Roman"/>
              </a:rPr>
              <a:t> </a:t>
            </a:r>
            <a:r>
              <a:rPr sz="2200" spc="-9" dirty="0">
                <a:latin typeface="Times New Roman"/>
                <a:cs typeface="Times New Roman"/>
              </a:rPr>
              <a:t>numbers:</a:t>
            </a:r>
            <a:endParaRPr sz="2200" dirty="0">
              <a:latin typeface="Times New Roman"/>
              <a:cs typeface="Times New Roman"/>
            </a:endParaRPr>
          </a:p>
          <a:p>
            <a:pPr>
              <a:spcBef>
                <a:spcPts val="94"/>
              </a:spcBef>
            </a:pPr>
            <a:endParaRPr sz="2200" dirty="0">
              <a:latin typeface="Times New Roman"/>
              <a:cs typeface="Times New Roman"/>
            </a:endParaRPr>
          </a:p>
          <a:p>
            <a:pPr marL="711451" indent="-268664">
              <a:buFont typeface="Arial"/>
              <a:buChar char="•"/>
              <a:tabLst>
                <a:tab pos="711451" algn="l"/>
              </a:tabLst>
            </a:pPr>
            <a:r>
              <a:rPr sz="2200" dirty="0">
                <a:latin typeface="Times New Roman"/>
                <a:cs typeface="Times New Roman"/>
              </a:rPr>
              <a:t>%</a:t>
            </a:r>
            <a:r>
              <a:rPr sz="2200" spc="-24" dirty="0">
                <a:latin typeface="Times New Roman"/>
                <a:cs typeface="Times New Roman"/>
              </a:rPr>
              <a:t> </a:t>
            </a:r>
            <a:r>
              <a:rPr sz="2200" dirty="0">
                <a:latin typeface="Times New Roman"/>
                <a:cs typeface="Times New Roman"/>
              </a:rPr>
              <a:t>denotes</a:t>
            </a:r>
            <a:r>
              <a:rPr sz="2200" spc="-14" dirty="0">
                <a:latin typeface="Times New Roman"/>
                <a:cs typeface="Times New Roman"/>
              </a:rPr>
              <a:t> </a:t>
            </a:r>
            <a:r>
              <a:rPr sz="2200" dirty="0">
                <a:latin typeface="Times New Roman"/>
                <a:cs typeface="Times New Roman"/>
              </a:rPr>
              <a:t>zero</a:t>
            </a:r>
            <a:r>
              <a:rPr sz="2200" spc="-14" dirty="0">
                <a:latin typeface="Times New Roman"/>
                <a:cs typeface="Times New Roman"/>
              </a:rPr>
              <a:t> </a:t>
            </a:r>
            <a:r>
              <a:rPr sz="2200" dirty="0">
                <a:latin typeface="Times New Roman"/>
                <a:cs typeface="Times New Roman"/>
              </a:rPr>
              <a:t>or</a:t>
            </a:r>
            <a:r>
              <a:rPr sz="2200" spc="-14" dirty="0">
                <a:latin typeface="Times New Roman"/>
                <a:cs typeface="Times New Roman"/>
              </a:rPr>
              <a:t> </a:t>
            </a:r>
            <a:r>
              <a:rPr sz="2200" dirty="0">
                <a:latin typeface="Times New Roman"/>
                <a:cs typeface="Times New Roman"/>
              </a:rPr>
              <a:t>many</a:t>
            </a:r>
            <a:r>
              <a:rPr sz="2200" spc="-9" dirty="0">
                <a:latin typeface="Times New Roman"/>
                <a:cs typeface="Times New Roman"/>
              </a:rPr>
              <a:t> characters.</a:t>
            </a:r>
            <a:endParaRPr sz="2200" dirty="0">
              <a:latin typeface="Times New Roman"/>
              <a:cs typeface="Times New Roman"/>
            </a:endParaRPr>
          </a:p>
          <a:p>
            <a:pPr>
              <a:spcBef>
                <a:spcPts val="94"/>
              </a:spcBef>
              <a:buFont typeface="Arial"/>
              <a:buChar char="•"/>
            </a:pPr>
            <a:endParaRPr sz="2200" dirty="0">
              <a:latin typeface="Times New Roman"/>
              <a:cs typeface="Times New Roman"/>
            </a:endParaRPr>
          </a:p>
          <a:p>
            <a:pPr marL="711451" indent="-268664">
              <a:buFont typeface="Arial"/>
              <a:buChar char="•"/>
              <a:tabLst>
                <a:tab pos="711451" algn="l"/>
              </a:tabLst>
            </a:pPr>
            <a:r>
              <a:rPr sz="2200" dirty="0">
                <a:latin typeface="Times New Roman"/>
                <a:cs typeface="Times New Roman"/>
              </a:rPr>
              <a:t>_</a:t>
            </a:r>
            <a:r>
              <a:rPr sz="2200" spc="-9" dirty="0">
                <a:latin typeface="Times New Roman"/>
                <a:cs typeface="Times New Roman"/>
              </a:rPr>
              <a:t> </a:t>
            </a:r>
            <a:r>
              <a:rPr sz="2200" dirty="0">
                <a:latin typeface="Times New Roman"/>
                <a:cs typeface="Times New Roman"/>
              </a:rPr>
              <a:t>denotes</a:t>
            </a:r>
            <a:r>
              <a:rPr sz="2200" spc="-9" dirty="0">
                <a:latin typeface="Times New Roman"/>
                <a:cs typeface="Times New Roman"/>
              </a:rPr>
              <a:t> </a:t>
            </a:r>
            <a:r>
              <a:rPr sz="2200" dirty="0">
                <a:latin typeface="Times New Roman"/>
                <a:cs typeface="Times New Roman"/>
              </a:rPr>
              <a:t>one</a:t>
            </a:r>
            <a:r>
              <a:rPr sz="2200" spc="-9" dirty="0">
                <a:latin typeface="Times New Roman"/>
                <a:cs typeface="Times New Roman"/>
              </a:rPr>
              <a:t> character.</a:t>
            </a:r>
            <a:endParaRPr sz="2200" dirty="0">
              <a:latin typeface="Times New Roman"/>
              <a:cs typeface="Times New Roman"/>
            </a:endParaRPr>
          </a:p>
        </p:txBody>
      </p:sp>
      <p:sp>
        <p:nvSpPr>
          <p:cNvPr id="3" name="TextBox 2">
            <a:extLst>
              <a:ext uri="{FF2B5EF4-FFF2-40B4-BE49-F238E27FC236}">
                <a16:creationId xmlns:a16="http://schemas.microsoft.com/office/drawing/2014/main" id="{65428690-D3EB-80D7-D8AB-675674364838}"/>
              </a:ext>
            </a:extLst>
          </p:cNvPr>
          <p:cNvSpPr txBox="1"/>
          <p:nvPr/>
        </p:nvSpPr>
        <p:spPr>
          <a:xfrm>
            <a:off x="568147" y="4540250"/>
            <a:ext cx="8889384" cy="1477328"/>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clubs (</a:t>
            </a:r>
          </a:p>
          <a:p>
            <a:pPr marL="401638">
              <a:buNone/>
            </a:pP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CHECK</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'CLB-%'</a:t>
            </a:r>
            <a:r>
              <a:rPr lang="en-IE" b="0" dirty="0">
                <a:solidFill>
                  <a:srgbClr val="D4D4D4"/>
                </a:solidFill>
                <a:effectLst/>
                <a:latin typeface="Menlo" panose="020B0609030804020204" pitchFamily="49" charset="0"/>
              </a:rPr>
              <a:t>), </a:t>
            </a:r>
            <a:r>
              <a:rPr lang="en-IE" b="0" dirty="0">
                <a:solidFill>
                  <a:srgbClr val="6A9955"/>
                </a:solidFill>
                <a:effectLst/>
                <a:latin typeface="Menlo" panose="020B0609030804020204" pitchFamily="49" charset="0"/>
              </a:rPr>
              <a:t>-- must start with CLB-</a:t>
            </a:r>
            <a:endParaRPr lang="en-IE" b="0" dirty="0">
              <a:solidFill>
                <a:srgbClr val="D4D4D4"/>
              </a:solidFill>
              <a:effectLst/>
              <a:latin typeface="Menlo" panose="020B0609030804020204" pitchFamily="49" charset="0"/>
            </a:endParaRPr>
          </a:p>
          <a:p>
            <a:pPr marL="401638">
              <a:buNone/>
            </a:pPr>
            <a:r>
              <a:rPr lang="en-IE" b="0" dirty="0" err="1">
                <a:solidFill>
                  <a:srgbClr val="D4D4D4"/>
                </a:solidFill>
                <a:effectLst/>
                <a:latin typeface="Menlo" panose="020B0609030804020204" pitchFamily="49" charset="0"/>
              </a:rPr>
              <a:t>club_name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VARCHAR</a:t>
            </a:r>
            <a:r>
              <a:rPr lang="en-IE" b="0" dirty="0">
                <a:solidFill>
                  <a:srgbClr val="D4D4D4"/>
                </a:solidFill>
                <a:effectLst/>
                <a:latin typeface="Menlo" panose="020B0609030804020204" pitchFamily="49" charset="0"/>
              </a:rPr>
              <a:t>(</a:t>
            </a:r>
            <a:r>
              <a:rPr lang="en-IE" b="0" dirty="0">
                <a:solidFill>
                  <a:srgbClr val="B5CEA8"/>
                </a:solidFill>
                <a:effectLst/>
                <a:latin typeface="Menlo" panose="020B0609030804020204" pitchFamily="49" charset="0"/>
              </a:rPr>
              <a:t>120</a:t>
            </a:r>
            <a:r>
              <a:rPr lang="en-IE" b="0" dirty="0">
                <a:solidFill>
                  <a:srgbClr val="D4D4D4"/>
                </a:solidFill>
                <a:effectLst/>
                <a:latin typeface="Menlo" panose="020B0609030804020204" pitchFamily="49" charset="0"/>
              </a:rPr>
              <a:t>) UNIQUE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endParaRPr lang="en-IE" b="0" dirty="0">
              <a:solidFill>
                <a:srgbClr val="D4D4D4"/>
              </a:solidFill>
              <a:effectLst/>
              <a:latin typeface="Menlo" panose="020B0609030804020204" pitchFamily="49" charset="0"/>
            </a:endParaRPr>
          </a:p>
          <a:p>
            <a:pPr>
              <a:buNone/>
            </a:pPr>
            <a:r>
              <a:rPr lang="en-IE" b="0" dirty="0">
                <a:solidFill>
                  <a:srgbClr val="D4D4D4"/>
                </a:solidFill>
                <a:effectLst/>
                <a:latin typeface="Menlo" panose="020B0609030804020204" pitchFamily="49"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1074F-5E51-286C-2FD3-1A67678CD3D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AD3A426-57F8-64E1-A485-88EE1DDB1489}"/>
              </a:ext>
            </a:extLst>
          </p:cNvPr>
          <p:cNvSpPr txBox="1">
            <a:spLocks noGrp="1"/>
          </p:cNvSpPr>
          <p:nvPr>
            <p:ph type="title"/>
          </p:nvPr>
        </p:nvSpPr>
        <p:spPr>
          <a:xfrm>
            <a:off x="1618456" y="3244850"/>
            <a:ext cx="6838950" cy="1366301"/>
          </a:xfrm>
          <a:prstGeom prst="rect">
            <a:avLst/>
          </a:prstGeom>
        </p:spPr>
        <p:txBody>
          <a:bodyPr vert="horz" wrap="square" lIns="0" tIns="11967" rIns="0" bIns="0" rtlCol="0" anchor="ctr">
            <a:spAutoFit/>
          </a:bodyPr>
          <a:lstStyle/>
          <a:p>
            <a:pPr marL="49213" algn="ctr">
              <a:lnSpc>
                <a:spcPct val="100000"/>
              </a:lnSpc>
              <a:spcBef>
                <a:spcPts val="94"/>
              </a:spcBef>
            </a:pPr>
            <a:r>
              <a:rPr lang="en-IE" sz="4400" spc="-9" dirty="0"/>
              <a:t>User-defined integrity</a:t>
            </a:r>
            <a:br>
              <a:rPr lang="en-IE" sz="4400" spc="-9" dirty="0"/>
            </a:br>
            <a:r>
              <a:rPr lang="en-IE" sz="4400" spc="-9" dirty="0"/>
              <a:t>(Business rules)</a:t>
            </a:r>
          </a:p>
        </p:txBody>
      </p:sp>
    </p:spTree>
    <p:extLst>
      <p:ext uri="{BB962C8B-B14F-4D97-AF65-F5344CB8AC3E}">
        <p14:creationId xmlns:p14="http://schemas.microsoft.com/office/powerpoint/2010/main" val="2937755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E47BC-6C6C-5A16-7121-745D0E31A9E0}"/>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BB9120E2-4062-0A20-D6E7-52121F94FC1A}"/>
              </a:ext>
            </a:extLst>
          </p:cNvPr>
          <p:cNvSpPr txBox="1">
            <a:spLocks noGrp="1"/>
          </p:cNvSpPr>
          <p:nvPr>
            <p:ph type="title"/>
          </p:nvPr>
        </p:nvSpPr>
        <p:spPr>
          <a:xfrm>
            <a:off x="770731" y="577850"/>
            <a:ext cx="8188565" cy="571340"/>
          </a:xfrm>
          <a:prstGeom prst="rect">
            <a:avLst/>
          </a:prstGeom>
        </p:spPr>
        <p:txBody>
          <a:bodyPr vert="horz" wrap="square" lIns="0" tIns="11967" rIns="0" bIns="0" rtlCol="0" anchor="ctr">
            <a:spAutoFit/>
          </a:bodyPr>
          <a:lstStyle/>
          <a:p>
            <a:pPr marL="11113">
              <a:lnSpc>
                <a:spcPct val="100000"/>
              </a:lnSpc>
              <a:spcBef>
                <a:spcPts val="94"/>
              </a:spcBef>
            </a:pPr>
            <a:r>
              <a:rPr lang="pt-BR" dirty="0" err="1"/>
              <a:t>User-defined</a:t>
            </a:r>
            <a:endParaRPr spc="-9" dirty="0"/>
          </a:p>
        </p:txBody>
      </p:sp>
      <p:sp>
        <p:nvSpPr>
          <p:cNvPr id="12" name="object 12">
            <a:extLst>
              <a:ext uri="{FF2B5EF4-FFF2-40B4-BE49-F238E27FC236}">
                <a16:creationId xmlns:a16="http://schemas.microsoft.com/office/drawing/2014/main" id="{81D99DCA-2A97-86AE-03F5-EA1D048965A5}"/>
              </a:ext>
            </a:extLst>
          </p:cNvPr>
          <p:cNvSpPr txBox="1"/>
          <p:nvPr/>
        </p:nvSpPr>
        <p:spPr>
          <a:xfrm>
            <a:off x="779462" y="1412252"/>
            <a:ext cx="8686800" cy="2420435"/>
          </a:xfrm>
          <a:prstGeom prst="rect">
            <a:avLst/>
          </a:prstGeom>
        </p:spPr>
        <p:txBody>
          <a:bodyPr vert="horz" wrap="square" lIns="0" tIns="11967" rIns="0" bIns="0" rtlCol="0">
            <a:spAutoFit/>
          </a:bodyPr>
          <a:lstStyle/>
          <a:p>
            <a:pPr marL="354867" indent="-342900">
              <a:spcBef>
                <a:spcPts val="94"/>
              </a:spcBef>
              <a:buFont typeface="Arial" panose="020B0604020202020204" pitchFamily="34" charset="0"/>
              <a:buChar char="•"/>
            </a:pPr>
            <a:r>
              <a:rPr lang="en-IE" sz="2200" dirty="0">
                <a:latin typeface="Helvetica" pitchFamily="2" charset="0"/>
                <a:cs typeface="Times New Roman"/>
              </a:rPr>
              <a:t>They are part of domain constraints, but can be decided based on the business logic, not general logic.</a:t>
            </a:r>
          </a:p>
          <a:p>
            <a:pPr marL="354867" indent="-342900">
              <a:spcBef>
                <a:spcPts val="94"/>
              </a:spcBef>
              <a:buFont typeface="Arial" panose="020B0604020202020204" pitchFamily="34" charset="0"/>
              <a:buChar char="•"/>
            </a:pPr>
            <a:r>
              <a:rPr lang="en-IE" sz="2200" dirty="0">
                <a:latin typeface="Helvetica" pitchFamily="2" charset="0"/>
                <a:cs typeface="Times New Roman"/>
              </a:rPr>
              <a:t>For example, the club managers could decide that </a:t>
            </a:r>
            <a:r>
              <a:rPr lang="en-IE" sz="2200" dirty="0" err="1">
                <a:latin typeface="Helvetica" pitchFamily="2" charset="0"/>
                <a:cs typeface="Times New Roman"/>
              </a:rPr>
              <a:t>player_contract</a:t>
            </a:r>
            <a:r>
              <a:rPr lang="en-IE" sz="2200" dirty="0">
                <a:latin typeface="Helvetica" pitchFamily="2" charset="0"/>
                <a:cs typeface="Times New Roman"/>
              </a:rPr>
              <a:t> should have a </a:t>
            </a:r>
            <a:r>
              <a:rPr lang="en-IE" sz="2200" dirty="0" err="1">
                <a:latin typeface="Helvetica" pitchFamily="2" charset="0"/>
                <a:cs typeface="Times New Roman"/>
              </a:rPr>
              <a:t>release_clause</a:t>
            </a:r>
            <a:r>
              <a:rPr lang="en-IE" sz="2200" dirty="0">
                <a:latin typeface="Helvetica" pitchFamily="2" charset="0"/>
                <a:cs typeface="Times New Roman"/>
              </a:rPr>
              <a:t>, and this column should have values at least twice the wage.</a:t>
            </a:r>
          </a:p>
          <a:p>
            <a:pPr marL="354867" indent="-342900">
              <a:spcBef>
                <a:spcPts val="94"/>
              </a:spcBef>
              <a:buFont typeface="Arial" panose="020B0604020202020204" pitchFamily="34" charset="0"/>
              <a:buChar char="•"/>
            </a:pPr>
            <a:r>
              <a:rPr lang="en-IE" sz="2200" dirty="0">
                <a:latin typeface="Helvetica" pitchFamily="2" charset="0"/>
                <a:cs typeface="Times New Roman"/>
              </a:rPr>
              <a:t>That prevents players from being bought too cheaply.</a:t>
            </a:r>
          </a:p>
          <a:p>
            <a:pPr marL="354867" indent="-342900">
              <a:spcBef>
                <a:spcPts val="94"/>
              </a:spcBef>
              <a:buFont typeface="Arial" panose="020B0604020202020204" pitchFamily="34" charset="0"/>
              <a:buChar char="•"/>
            </a:pPr>
            <a:endParaRPr sz="2200" dirty="0">
              <a:latin typeface="Helvetica" pitchFamily="2" charset="0"/>
              <a:cs typeface="Times New Roman"/>
            </a:endParaRPr>
          </a:p>
        </p:txBody>
      </p:sp>
      <p:sp>
        <p:nvSpPr>
          <p:cNvPr id="4" name="TextBox 3">
            <a:extLst>
              <a:ext uri="{FF2B5EF4-FFF2-40B4-BE49-F238E27FC236}">
                <a16:creationId xmlns:a16="http://schemas.microsoft.com/office/drawing/2014/main" id="{C6A39C05-A2E1-28EC-0ED6-FE97F35475F2}"/>
              </a:ext>
            </a:extLst>
          </p:cNvPr>
          <p:cNvSpPr txBox="1"/>
          <p:nvPr/>
        </p:nvSpPr>
        <p:spPr>
          <a:xfrm>
            <a:off x="770731" y="4083050"/>
            <a:ext cx="8686800" cy="2222083"/>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CREATE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player_contracts</a:t>
            </a:r>
            <a:r>
              <a:rPr lang="en-IE" b="0" dirty="0">
                <a:solidFill>
                  <a:srgbClr val="D4D4D4"/>
                </a:solidFill>
                <a:effectLst/>
                <a:latin typeface="Menlo" panose="020B0609030804020204" pitchFamily="49" charset="0"/>
              </a:rPr>
              <a:t> (</a:t>
            </a:r>
          </a:p>
          <a:p>
            <a:pPr marL="401638">
              <a:buNone/>
            </a:pPr>
            <a:r>
              <a:rPr lang="en-IE" b="0" dirty="0" err="1">
                <a:solidFill>
                  <a:srgbClr val="D4D4D4"/>
                </a:solidFill>
                <a:effectLst/>
                <a:latin typeface="Menlo" panose="020B0609030804020204" pitchFamily="49" charset="0"/>
              </a:rPr>
              <a:t>player_contract_id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SERIAL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PRIMARY</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KEY</a:t>
            </a:r>
            <a:r>
              <a:rPr lang="en-IE" b="0" dirty="0">
                <a:solidFill>
                  <a:srgbClr val="D4D4D4"/>
                </a:solidFill>
                <a:effectLst/>
                <a:latin typeface="Menlo" panose="020B0609030804020204" pitchFamily="49" charset="0"/>
              </a:rPr>
              <a:t>,</a:t>
            </a:r>
          </a:p>
          <a:p>
            <a:pPr marL="401638">
              <a:buNone/>
            </a:pPr>
            <a:r>
              <a:rPr lang="en-IE" b="0" dirty="0" err="1">
                <a:solidFill>
                  <a:srgbClr val="D4D4D4"/>
                </a:solidFill>
                <a:effectLst/>
                <a:latin typeface="Menlo" panose="020B0609030804020204" pitchFamily="49" charset="0"/>
              </a:rPr>
              <a:t>player_id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a:t>
            </a:r>
          </a:p>
          <a:p>
            <a:pPr marL="401638">
              <a:buNone/>
            </a:pPr>
            <a:r>
              <a:rPr lang="en-IE" b="0" dirty="0" err="1">
                <a:solidFill>
                  <a:srgbClr val="D4D4D4"/>
                </a:solidFill>
                <a:effectLst/>
                <a:latin typeface="Menlo" panose="020B0609030804020204" pitchFamily="49" charset="0"/>
              </a:rPr>
              <a:t>club_id</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r>
              <a:rPr lang="en-IE" b="0" dirty="0">
                <a:solidFill>
                  <a:srgbClr val="D4D4D4"/>
                </a:solidFill>
                <a:effectLst/>
                <a:latin typeface="Menlo" panose="020B0609030804020204" pitchFamily="49" charset="0"/>
              </a:rPr>
              <a:t>,</a:t>
            </a:r>
          </a:p>
          <a:p>
            <a:pPr marL="401638">
              <a:buNone/>
            </a:pPr>
            <a:r>
              <a:rPr lang="en-IE" b="0" dirty="0">
                <a:solidFill>
                  <a:srgbClr val="D4D4D4"/>
                </a:solidFill>
                <a:effectLst/>
                <a:latin typeface="Menlo" panose="020B0609030804020204" pitchFamily="49" charset="0"/>
              </a:rPr>
              <a:t>wage </a:t>
            </a:r>
            <a:r>
              <a:rPr lang="en-IE" b="0" dirty="0">
                <a:solidFill>
                  <a:srgbClr val="569CD6"/>
                </a:solidFill>
                <a:effectLst/>
                <a:latin typeface="Menlo" panose="020B0609030804020204" pitchFamily="49" charset="0"/>
              </a:rPr>
              <a:t>INT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NULL</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CHECK</a:t>
            </a:r>
            <a:r>
              <a:rPr lang="en-IE" b="0" dirty="0">
                <a:solidFill>
                  <a:srgbClr val="D4D4D4"/>
                </a:solidFill>
                <a:effectLst/>
                <a:latin typeface="Menlo" panose="020B0609030804020204" pitchFamily="49" charset="0"/>
              </a:rPr>
              <a:t> (wage &gt;= </a:t>
            </a:r>
            <a:r>
              <a:rPr lang="en-IE" b="0" dirty="0">
                <a:solidFill>
                  <a:srgbClr val="B5CEA8"/>
                </a:solidFill>
                <a:effectLst/>
                <a:latin typeface="Menlo" panose="020B0609030804020204" pitchFamily="49" charset="0"/>
              </a:rPr>
              <a:t>0</a:t>
            </a:r>
            <a:r>
              <a:rPr lang="en-IE" b="0" dirty="0">
                <a:solidFill>
                  <a:srgbClr val="D4D4D4"/>
                </a:solidFill>
                <a:effectLst/>
                <a:latin typeface="Menlo" panose="020B0609030804020204" pitchFamily="49" charset="0"/>
              </a:rPr>
              <a:t>),</a:t>
            </a:r>
          </a:p>
          <a:p>
            <a:pPr marL="401638">
              <a:buNone/>
            </a:pPr>
            <a:r>
              <a:rPr lang="en-IE" b="0" dirty="0" err="1">
                <a:solidFill>
                  <a:srgbClr val="D4D4D4"/>
                </a:solidFill>
                <a:effectLst/>
                <a:latin typeface="Menlo" panose="020B0609030804020204" pitchFamily="49" charset="0"/>
              </a:rPr>
              <a:t>release_clause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INT CHECK</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release_clause</a:t>
            </a:r>
            <a:r>
              <a:rPr lang="en-IE" b="0" dirty="0">
                <a:solidFill>
                  <a:srgbClr val="D4D4D4"/>
                </a:solidFill>
                <a:effectLst/>
                <a:latin typeface="Menlo" panose="020B0609030804020204" pitchFamily="49" charset="0"/>
              </a:rPr>
              <a:t> &gt;= </a:t>
            </a:r>
            <a:r>
              <a:rPr lang="en-IE" b="0" dirty="0">
                <a:solidFill>
                  <a:srgbClr val="B5CEA8"/>
                </a:solidFill>
                <a:effectLst/>
                <a:latin typeface="Menlo" panose="020B0609030804020204" pitchFamily="49" charset="0"/>
              </a:rPr>
              <a:t>2</a:t>
            </a:r>
            <a:r>
              <a:rPr lang="en-IE" b="0" dirty="0">
                <a:solidFill>
                  <a:srgbClr val="D4D4D4"/>
                </a:solidFill>
                <a:effectLst/>
                <a:latin typeface="Menlo" panose="020B0609030804020204" pitchFamily="49" charset="0"/>
              </a:rPr>
              <a:t> * wage)</a:t>
            </a:r>
          </a:p>
          <a:p>
            <a:pPr marL="49213">
              <a:buNone/>
            </a:pPr>
            <a:r>
              <a:rPr lang="en-IE" b="0" dirty="0">
                <a:solidFill>
                  <a:srgbClr val="D4D4D4"/>
                </a:solidFill>
                <a:effectLst/>
                <a:latin typeface="Menlo" panose="020B0609030804020204" pitchFamily="49" charset="0"/>
              </a:rPr>
              <a:t>);</a:t>
            </a:r>
          </a:p>
          <a:p>
            <a:pPr>
              <a:lnSpc>
                <a:spcPts val="1350"/>
              </a:lnSpc>
              <a:buNone/>
            </a:pPr>
            <a:endParaRPr lang="en-IE"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4219337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749B693-0404-BFF6-F0E2-699FA4918515}"/>
            </a:ext>
          </a:extLst>
        </p:cNvPr>
        <p:cNvGrpSpPr/>
        <p:nvPr/>
      </p:nvGrpSpPr>
      <p:grpSpPr>
        <a:xfrm>
          <a:off x="0" y="0"/>
          <a:ext cx="0" cy="0"/>
          <a:chOff x="0" y="0"/>
          <a:chExt cx="0" cy="0"/>
        </a:xfrm>
      </p:grpSpPr>
      <p:pic>
        <p:nvPicPr>
          <p:cNvPr id="1032" name="Picture 8" descr="Vevox Product Update I September 2023">
            <a:extLst>
              <a:ext uri="{FF2B5EF4-FFF2-40B4-BE49-F238E27FC236}">
                <a16:creationId xmlns:a16="http://schemas.microsoft.com/office/drawing/2014/main" id="{5B998B51-1335-6F99-D6B9-A7F80E405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47" y="840454"/>
            <a:ext cx="9106569" cy="5875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923305"/>
      </p:ext>
    </p:extLst>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179</TotalTime>
  <Words>1791</Words>
  <Application>Microsoft Macintosh PowerPoint</Application>
  <PresentationFormat>Custom</PresentationFormat>
  <Paragraphs>198</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Helvetica</vt:lpstr>
      <vt:lpstr>Menlo</vt:lpstr>
      <vt:lpstr>Times New Roman</vt:lpstr>
      <vt:lpstr>1_Office Theme</vt:lpstr>
      <vt:lpstr>Database integrity and constraints  Dr Mariana Rocha School of Computer Science</vt:lpstr>
      <vt:lpstr>Databases integrity</vt:lpstr>
      <vt:lpstr>Constraints</vt:lpstr>
      <vt:lpstr>Databases integrity</vt:lpstr>
      <vt:lpstr>Entity integrity</vt:lpstr>
      <vt:lpstr>Entity integrity</vt:lpstr>
      <vt:lpstr>Referential integrity</vt:lpstr>
      <vt:lpstr>Foreign Keys can be NULL sometimes</vt:lpstr>
      <vt:lpstr>Foreign Key - Syntax</vt:lpstr>
      <vt:lpstr>PowerPoint Presentation</vt:lpstr>
      <vt:lpstr>Cascade and Referential Integrity</vt:lpstr>
      <vt:lpstr>DROP TABLE CASCADE</vt:lpstr>
      <vt:lpstr>ON DELETE CASCADE</vt:lpstr>
      <vt:lpstr>ON UPDATE CASCADE</vt:lpstr>
      <vt:lpstr>When to use CASCADE</vt:lpstr>
      <vt:lpstr>When not to use CASCADE</vt:lpstr>
      <vt:lpstr>Domain integrity</vt:lpstr>
      <vt:lpstr>Domain integrity</vt:lpstr>
      <vt:lpstr>NULL and  NOT NULL</vt:lpstr>
      <vt:lpstr>NOT NULL</vt:lpstr>
      <vt:lpstr>DEFAULT</vt:lpstr>
      <vt:lpstr>UNIQUE</vt:lpstr>
      <vt:lpstr>CHECK</vt:lpstr>
      <vt:lpstr>CHECK</vt:lpstr>
      <vt:lpstr>BETWEEN conditions</vt:lpstr>
      <vt:lpstr>IN operator</vt:lpstr>
      <vt:lpstr>LIKE operator</vt:lpstr>
      <vt:lpstr>User-defined integrity (Business rules)</vt:lpstr>
      <vt:lpstr>User-defined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Mariana Rocha</cp:lastModifiedBy>
  <cp:revision>13</cp:revision>
  <dcterms:created xsi:type="dcterms:W3CDTF">2024-09-30T15:55:35Z</dcterms:created>
  <dcterms:modified xsi:type="dcterms:W3CDTF">2025-10-01T12:45:01Z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2022-09-28T00:00:00Z</vt:filetime>
  </property>
  <property fmtid="{D5CDD505-2E9C-101B-9397-08002B2CF9AE}" pid="3" name="LastSaved">
    <vt:filetime>2024-09-30T00:00:00Z</vt:filetime>
  </property>
  <property fmtid="{D5CDD505-2E9C-101B-9397-08002B2CF9AE}" pid="4" name="Producer">
    <vt:lpwstr>macOS Version 11.5.2 (Build 20G95) Quartz PDFContext</vt:lpwstr>
  </property>
</Properties>
</file>