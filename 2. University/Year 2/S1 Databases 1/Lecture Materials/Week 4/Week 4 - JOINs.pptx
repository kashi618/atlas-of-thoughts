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706" r:id="rId2"/>
    <p:sldMasterId id="2147483693" r:id="rId3"/>
  </p:sldMasterIdLst>
  <p:notesMasterIdLst>
    <p:notesMasterId r:id="rId32"/>
  </p:notesMasterIdLst>
  <p:handoutMasterIdLst>
    <p:handoutMasterId r:id="rId33"/>
  </p:handoutMasterIdLst>
  <p:sldIdLst>
    <p:sldId id="256" r:id="rId4"/>
    <p:sldId id="330" r:id="rId5"/>
    <p:sldId id="277" r:id="rId6"/>
    <p:sldId id="384" r:id="rId7"/>
    <p:sldId id="385" r:id="rId8"/>
    <p:sldId id="382" r:id="rId9"/>
    <p:sldId id="387" r:id="rId10"/>
    <p:sldId id="364" r:id="rId11"/>
    <p:sldId id="334" r:id="rId12"/>
    <p:sldId id="335" r:id="rId13"/>
    <p:sldId id="336" r:id="rId14"/>
    <p:sldId id="337" r:id="rId15"/>
    <p:sldId id="360" r:id="rId16"/>
    <p:sldId id="365" r:id="rId17"/>
    <p:sldId id="389" r:id="rId18"/>
    <p:sldId id="359" r:id="rId19"/>
    <p:sldId id="361" r:id="rId20"/>
    <p:sldId id="398" r:id="rId21"/>
    <p:sldId id="346" r:id="rId22"/>
    <p:sldId id="347" r:id="rId23"/>
    <p:sldId id="399" r:id="rId24"/>
    <p:sldId id="331" r:id="rId25"/>
    <p:sldId id="332" r:id="rId26"/>
    <p:sldId id="405" r:id="rId27"/>
    <p:sldId id="401" r:id="rId28"/>
    <p:sldId id="406" r:id="rId29"/>
    <p:sldId id="408" r:id="rId30"/>
    <p:sldId id="409" r:id="rId31"/>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p:restoredTop sz="94610"/>
  </p:normalViewPr>
  <p:slideViewPr>
    <p:cSldViewPr>
      <p:cViewPr varScale="1">
        <p:scale>
          <a:sx n="101" d="100"/>
          <a:sy n="101" d="100"/>
        </p:scale>
        <p:origin x="1024"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custSel delSld modSld">
      <pc:chgData name="Mariana Rocha" userId="0a3173bd-d0ed-4c32-8e4c-b90c820606c5" providerId="ADAL" clId="{DCC3A51D-31E8-5BC6-970B-354B54D5302A}" dt="2025-10-07T09:59:20.469" v="264" actId="20577"/>
      <pc:docMkLst>
        <pc:docMk/>
      </pc:docMkLst>
      <pc:sldChg chg="modSp mod">
        <pc:chgData name="Mariana Rocha" userId="0a3173bd-d0ed-4c32-8e4c-b90c820606c5" providerId="ADAL" clId="{DCC3A51D-31E8-5BC6-970B-354B54D5302A}" dt="2025-10-07T09:59:20.469" v="264" actId="20577"/>
        <pc:sldMkLst>
          <pc:docMk/>
          <pc:sldMk cId="0" sldId="256"/>
        </pc:sldMkLst>
        <pc:spChg chg="mod">
          <ac:chgData name="Mariana Rocha" userId="0a3173bd-d0ed-4c32-8e4c-b90c820606c5" providerId="ADAL" clId="{DCC3A51D-31E8-5BC6-970B-354B54D5302A}" dt="2025-10-02T14:52:48.187" v="8" actId="20577"/>
          <ac:spMkLst>
            <pc:docMk/>
            <pc:sldMk cId="0" sldId="256"/>
            <ac:spMk id="26" creationId="{2ABE34C9-C9F3-88B9-7DC7-48B60D3134CC}"/>
          </ac:spMkLst>
        </pc:spChg>
        <pc:spChg chg="mod">
          <ac:chgData name="Mariana Rocha" userId="0a3173bd-d0ed-4c32-8e4c-b90c820606c5" providerId="ADAL" clId="{DCC3A51D-31E8-5BC6-970B-354B54D5302A}" dt="2025-10-07T09:59:20.469" v="264" actId="20577"/>
          <ac:spMkLst>
            <pc:docMk/>
            <pc:sldMk cId="0" sldId="256"/>
            <ac:spMk id="28" creationId="{F8E066B0-7223-D5C8-AC47-4AE5F2157F6E}"/>
          </ac:spMkLst>
        </pc:spChg>
      </pc:sldChg>
      <pc:sldChg chg="modSp mod">
        <pc:chgData name="Mariana Rocha" userId="0a3173bd-d0ed-4c32-8e4c-b90c820606c5" providerId="ADAL" clId="{DCC3A51D-31E8-5BC6-970B-354B54D5302A}" dt="2025-10-02T14:55:34.751" v="222" actId="20577"/>
        <pc:sldMkLst>
          <pc:docMk/>
          <pc:sldMk cId="0" sldId="277"/>
        </pc:sldMkLst>
        <pc:spChg chg="mod">
          <ac:chgData name="Mariana Rocha" userId="0a3173bd-d0ed-4c32-8e4c-b90c820606c5" providerId="ADAL" clId="{DCC3A51D-31E8-5BC6-970B-354B54D5302A}" dt="2025-10-02T14:55:34.751" v="222" actId="20577"/>
          <ac:spMkLst>
            <pc:docMk/>
            <pc:sldMk cId="0" sldId="277"/>
            <ac:spMk id="5" creationId="{514F8B44-AF29-094E-35CD-10F860185B16}"/>
          </ac:spMkLst>
        </pc:spChg>
      </pc:sldChg>
      <pc:sldChg chg="modSp mod">
        <pc:chgData name="Mariana Rocha" userId="0a3173bd-d0ed-4c32-8e4c-b90c820606c5" providerId="ADAL" clId="{DCC3A51D-31E8-5BC6-970B-354B54D5302A}" dt="2025-10-02T14:54:14.030" v="63" actId="20577"/>
        <pc:sldMkLst>
          <pc:docMk/>
          <pc:sldMk cId="2487993818" sldId="330"/>
        </pc:sldMkLst>
        <pc:spChg chg="mod">
          <ac:chgData name="Mariana Rocha" userId="0a3173bd-d0ed-4c32-8e4c-b90c820606c5" providerId="ADAL" clId="{DCC3A51D-31E8-5BC6-970B-354B54D5302A}" dt="2025-10-02T14:54:14.030" v="63" actId="20577"/>
          <ac:spMkLst>
            <pc:docMk/>
            <pc:sldMk cId="2487993818" sldId="330"/>
            <ac:spMk id="6" creationId="{AE27815F-D3A2-27E0-180D-5B66A77FE9C5}"/>
          </ac:spMkLst>
        </pc:spChg>
      </pc:sldChg>
      <pc:sldChg chg="del">
        <pc:chgData name="Mariana Rocha" userId="0a3173bd-d0ed-4c32-8e4c-b90c820606c5" providerId="ADAL" clId="{DCC3A51D-31E8-5BC6-970B-354B54D5302A}" dt="2025-10-02T14:54:19.056" v="64" actId="2696"/>
        <pc:sldMkLst>
          <pc:docMk/>
          <pc:sldMk cId="893917060" sldId="386"/>
        </pc:sldMkLst>
      </pc:sldChg>
      <pc:sldChg chg="modSp mod">
        <pc:chgData name="Mariana Rocha" userId="0a3173bd-d0ed-4c32-8e4c-b90c820606c5" providerId="ADAL" clId="{DCC3A51D-31E8-5BC6-970B-354B54D5302A}" dt="2025-10-02T14:55:58.314" v="245" actId="20577"/>
        <pc:sldMkLst>
          <pc:docMk/>
          <pc:sldMk cId="3336114608" sldId="387"/>
        </pc:sldMkLst>
        <pc:spChg chg="mod">
          <ac:chgData name="Mariana Rocha" userId="0a3173bd-d0ed-4c32-8e4c-b90c820606c5" providerId="ADAL" clId="{DCC3A51D-31E8-5BC6-970B-354B54D5302A}" dt="2025-10-02T14:55:58.314" v="245" actId="20577"/>
          <ac:spMkLst>
            <pc:docMk/>
            <pc:sldMk cId="3336114608" sldId="387"/>
            <ac:spMk id="3" creationId="{6E327D07-FAA7-77A4-8842-354993C8F40A}"/>
          </ac:spMkLst>
        </pc:spChg>
      </pc:sldChg>
      <pc:sldChg chg="del">
        <pc:chgData name="Mariana Rocha" userId="0a3173bd-d0ed-4c32-8e4c-b90c820606c5" providerId="ADAL" clId="{DCC3A51D-31E8-5BC6-970B-354B54D5302A}" dt="2025-10-02T14:53:49.900" v="10" actId="2696"/>
        <pc:sldMkLst>
          <pc:docMk/>
          <pc:sldMk cId="4130942568" sldId="391"/>
        </pc:sldMkLst>
      </pc:sldChg>
      <pc:sldChg chg="del">
        <pc:chgData name="Mariana Rocha" userId="0a3173bd-d0ed-4c32-8e4c-b90c820606c5" providerId="ADAL" clId="{DCC3A51D-31E8-5BC6-970B-354B54D5302A}" dt="2025-10-02T14:53:49.911" v="11" actId="2696"/>
        <pc:sldMkLst>
          <pc:docMk/>
          <pc:sldMk cId="2354030333" sldId="392"/>
        </pc:sldMkLst>
      </pc:sldChg>
      <pc:sldChg chg="del">
        <pc:chgData name="Mariana Rocha" userId="0a3173bd-d0ed-4c32-8e4c-b90c820606c5" providerId="ADAL" clId="{DCC3A51D-31E8-5BC6-970B-354B54D5302A}" dt="2025-10-02T14:53:49.930" v="15" actId="2696"/>
        <pc:sldMkLst>
          <pc:docMk/>
          <pc:sldMk cId="3717342962" sldId="393"/>
        </pc:sldMkLst>
      </pc:sldChg>
      <pc:sldChg chg="del">
        <pc:chgData name="Mariana Rocha" userId="0a3173bd-d0ed-4c32-8e4c-b90c820606c5" providerId="ADAL" clId="{DCC3A51D-31E8-5BC6-970B-354B54D5302A}" dt="2025-10-02T14:53:49.916" v="13" actId="2696"/>
        <pc:sldMkLst>
          <pc:docMk/>
          <pc:sldMk cId="3236703874" sldId="394"/>
        </pc:sldMkLst>
      </pc:sldChg>
      <pc:sldChg chg="del">
        <pc:chgData name="Mariana Rocha" userId="0a3173bd-d0ed-4c32-8e4c-b90c820606c5" providerId="ADAL" clId="{DCC3A51D-31E8-5BC6-970B-354B54D5302A}" dt="2025-10-02T14:53:49.919" v="14" actId="2696"/>
        <pc:sldMkLst>
          <pc:docMk/>
          <pc:sldMk cId="1097741394" sldId="395"/>
        </pc:sldMkLst>
      </pc:sldChg>
      <pc:sldChg chg="del">
        <pc:chgData name="Mariana Rocha" userId="0a3173bd-d0ed-4c32-8e4c-b90c820606c5" providerId="ADAL" clId="{DCC3A51D-31E8-5BC6-970B-354B54D5302A}" dt="2025-10-02T14:53:49.939" v="16" actId="2696"/>
        <pc:sldMkLst>
          <pc:docMk/>
          <pc:sldMk cId="3287777019" sldId="396"/>
        </pc:sldMkLst>
      </pc:sldChg>
      <pc:sldChg chg="del">
        <pc:chgData name="Mariana Rocha" userId="0a3173bd-d0ed-4c32-8e4c-b90c820606c5" providerId="ADAL" clId="{DCC3A51D-31E8-5BC6-970B-354B54D5302A}" dt="2025-10-02T14:53:49.914" v="12" actId="2696"/>
        <pc:sldMkLst>
          <pc:docMk/>
          <pc:sldMk cId="1725639172" sldId="3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CAAEF1-4129-5822-5844-29249EA16CAE}"/>
              </a:ext>
            </a:extLst>
          </p:cNvPr>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95F77F45-3992-DD6D-575D-332DE81317D9}"/>
              </a:ext>
            </a:extLst>
          </p:cNvPr>
          <p:cNvSpPr>
            <a:spLocks noGrp="1"/>
          </p:cNvSpPr>
          <p:nvPr>
            <p:ph type="dt" sz="quarter" idx="1"/>
          </p:nvPr>
        </p:nvSpPr>
        <p:spPr>
          <a:xfrm>
            <a:off x="6057900" y="0"/>
            <a:ext cx="4632325" cy="379413"/>
          </a:xfrm>
          <a:prstGeom prst="rect">
            <a:avLst/>
          </a:prstGeom>
        </p:spPr>
        <p:txBody>
          <a:bodyPr vert="horz" lIns="91440" tIns="45720" rIns="91440" bIns="45720" rtlCol="0"/>
          <a:lstStyle>
            <a:lvl1pPr algn="r">
              <a:defRPr sz="1200"/>
            </a:lvl1pPr>
          </a:lstStyle>
          <a:p>
            <a:fld id="{E4654806-A9C3-A34D-B712-6ECB2AFB3018}" type="datetimeFigureOut">
              <a:rPr lang="en-IE" smtClean="0"/>
              <a:t>07/10/2025</a:t>
            </a:fld>
            <a:endParaRPr lang="en-IE"/>
          </a:p>
        </p:txBody>
      </p:sp>
      <p:sp>
        <p:nvSpPr>
          <p:cNvPr id="4" name="Footer Placeholder 3">
            <a:extLst>
              <a:ext uri="{FF2B5EF4-FFF2-40B4-BE49-F238E27FC236}">
                <a16:creationId xmlns:a16="http://schemas.microsoft.com/office/drawing/2014/main" id="{0951698C-2E7C-E9F1-61A2-67309D50A8F8}"/>
              </a:ext>
            </a:extLst>
          </p:cNvPr>
          <p:cNvSpPr>
            <a:spLocks noGrp="1"/>
          </p:cNvSpPr>
          <p:nvPr>
            <p:ph type="ftr" sz="quarter" idx="2"/>
          </p:nvPr>
        </p:nvSpPr>
        <p:spPr>
          <a:xfrm>
            <a:off x="0" y="7183438"/>
            <a:ext cx="4633913" cy="379412"/>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E4FBAB55-E2C3-B4AB-0869-7E5516CD56F1}"/>
              </a:ext>
            </a:extLst>
          </p:cNvPr>
          <p:cNvSpPr>
            <a:spLocks noGrp="1"/>
          </p:cNvSpPr>
          <p:nvPr>
            <p:ph type="sldNum" sz="quarter" idx="3"/>
          </p:nvPr>
        </p:nvSpPr>
        <p:spPr>
          <a:xfrm>
            <a:off x="6057900" y="7183438"/>
            <a:ext cx="4632325" cy="379412"/>
          </a:xfrm>
          <a:prstGeom prst="rect">
            <a:avLst/>
          </a:prstGeom>
        </p:spPr>
        <p:txBody>
          <a:bodyPr vert="horz" lIns="91440" tIns="45720" rIns="91440" bIns="45720" rtlCol="0" anchor="b"/>
          <a:lstStyle>
            <a:lvl1pPr algn="r">
              <a:defRPr sz="1200"/>
            </a:lvl1pPr>
          </a:lstStyle>
          <a:p>
            <a:fld id="{AB5EB868-7B58-4648-948B-FD16C38494F9}" type="slidenum">
              <a:rPr lang="en-IE" smtClean="0"/>
              <a:t>‹#›</a:t>
            </a:fld>
            <a:endParaRPr lang="en-IE"/>
          </a:p>
        </p:txBody>
      </p:sp>
    </p:spTree>
    <p:extLst>
      <p:ext uri="{BB962C8B-B14F-4D97-AF65-F5344CB8AC3E}">
        <p14:creationId xmlns:p14="http://schemas.microsoft.com/office/powerpoint/2010/main" val="39045390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42513044-2A8A-EE40-A844-AEFA75312CDC}" type="datetimeFigureOut">
              <a:rPr lang="en-IE" smtClean="0"/>
              <a:t>07/10/2025</a:t>
            </a:fld>
            <a:endParaRPr lang="en-IE"/>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2EB3B961-E7C4-1242-BB48-20E7BA735057}" type="slidenum">
              <a:rPr lang="en-IE" smtClean="0"/>
              <a:t>‹#›</a:t>
            </a:fld>
            <a:endParaRPr lang="en-IE"/>
          </a:p>
        </p:txBody>
      </p:sp>
    </p:spTree>
    <p:extLst>
      <p:ext uri="{BB962C8B-B14F-4D97-AF65-F5344CB8AC3E}">
        <p14:creationId xmlns:p14="http://schemas.microsoft.com/office/powerpoint/2010/main" val="7358228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7717"/>
            <a:ext cx="8020050" cy="2632992"/>
          </a:xfrm>
        </p:spPr>
        <p:txBody>
          <a:bodyPr anchor="b"/>
          <a:lstStyle>
            <a:lvl1pPr algn="ctr">
              <a:defRPr sz="5263"/>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72247"/>
            <a:ext cx="8020050" cy="1825938"/>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9071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404046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6312" y="2013259"/>
            <a:ext cx="1828160" cy="229858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8643"/>
            <a:ext cx="7552214" cy="41858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3706464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5462"/>
            <a:ext cx="9223058" cy="3145935"/>
          </a:xfrm>
        </p:spPr>
        <p:txBody>
          <a:bodyPr anchor="b"/>
          <a:lstStyle>
            <a:lvl1pPr>
              <a:defRPr sz="5263">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61158"/>
            <a:ext cx="9223058" cy="1654373"/>
          </a:xfrm>
        </p:spPr>
        <p:txBody>
          <a:bodyPr/>
          <a:lstStyle>
            <a:lvl1pPr marL="0" indent="0">
              <a:buNone/>
              <a:defRPr sz="2105">
                <a:solidFill>
                  <a:schemeClr val="tx1">
                    <a:tint val="75000"/>
                  </a:schemeClr>
                </a:solidFill>
              </a:defRPr>
            </a:lvl1pPr>
            <a:lvl2pPr marL="401010" indent="0">
              <a:buNone/>
              <a:defRPr sz="1754">
                <a:solidFill>
                  <a:schemeClr val="tx1">
                    <a:tint val="75000"/>
                  </a:schemeClr>
                </a:solidFill>
              </a:defRPr>
            </a:lvl2pPr>
            <a:lvl3pPr marL="802020" indent="0">
              <a:buNone/>
              <a:defRPr sz="1579">
                <a:solidFill>
                  <a:schemeClr val="tx1">
                    <a:tint val="75000"/>
                  </a:schemeClr>
                </a:solidFill>
              </a:defRPr>
            </a:lvl3pPr>
            <a:lvl4pPr marL="1203030" indent="0">
              <a:buNone/>
              <a:defRPr sz="1403">
                <a:solidFill>
                  <a:schemeClr val="tx1">
                    <a:tint val="75000"/>
                  </a:schemeClr>
                </a:solidFill>
              </a:defRPr>
            </a:lvl4pPr>
            <a:lvl5pPr marL="1604040" indent="0">
              <a:buNone/>
              <a:defRPr sz="1403">
                <a:solidFill>
                  <a:schemeClr val="tx1">
                    <a:tint val="75000"/>
                  </a:schemeClr>
                </a:solidFill>
              </a:defRPr>
            </a:lvl5pPr>
            <a:lvl6pPr marL="2005051" indent="0">
              <a:buNone/>
              <a:defRPr sz="1403">
                <a:solidFill>
                  <a:schemeClr val="tx1">
                    <a:tint val="75000"/>
                  </a:schemeClr>
                </a:solidFill>
              </a:defRPr>
            </a:lvl6pPr>
            <a:lvl7pPr marL="2406061" indent="0">
              <a:buNone/>
              <a:defRPr sz="1403">
                <a:solidFill>
                  <a:schemeClr val="tx1">
                    <a:tint val="75000"/>
                  </a:schemeClr>
                </a:solidFill>
              </a:defRPr>
            </a:lvl7pPr>
            <a:lvl8pPr marL="2807071" indent="0">
              <a:buNone/>
              <a:defRPr sz="1403">
                <a:solidFill>
                  <a:schemeClr val="tx1">
                    <a:tint val="75000"/>
                  </a:schemeClr>
                </a:solidFill>
              </a:defRPr>
            </a:lvl8pPr>
            <a:lvl9pPr marL="3208081" indent="0">
              <a:buNone/>
              <a:defRPr sz="1403">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621342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11582"/>
            <a:ext cx="9223058" cy="1349636"/>
          </a:xfrm>
        </p:spPr>
        <p:txBody>
          <a:bodyPr anchor="b">
            <a:normAutofit/>
          </a:bodyPr>
          <a:lstStyle>
            <a:lvl1pPr algn="ctr">
              <a:defRPr sz="4736">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2" y="786047"/>
            <a:ext cx="5959343" cy="45255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329992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3259"/>
            <a:ext cx="4544695" cy="47985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4" y="2013259"/>
            <a:ext cx="4544695" cy="47985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23697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652"/>
            <a:ext cx="9223058" cy="1461801"/>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5" y="1853949"/>
            <a:ext cx="4523809"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5" y="2762541"/>
            <a:ext cx="4523809" cy="40632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3949"/>
            <a:ext cx="4546088"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2541"/>
            <a:ext cx="4546088" cy="40632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825603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387534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26222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6415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849832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50082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91851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63766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381203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622214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07888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6913354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24768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7902777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846525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1800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4190"/>
            <a:ext cx="3448900" cy="1764665"/>
          </a:xfrm>
        </p:spPr>
        <p:txBody>
          <a:bodyPr anchor="b"/>
          <a:lstStyle>
            <a:lvl1pPr>
              <a:defRPr sz="2807"/>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8911"/>
            <a:ext cx="5413534" cy="5374525"/>
          </a:xfrm>
        </p:spPr>
        <p:txBody>
          <a:bodyPr/>
          <a:lstStyle>
            <a:lvl1pPr>
              <a:defRPr sz="2807"/>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219899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4190"/>
            <a:ext cx="3448900" cy="1764665"/>
          </a:xfrm>
        </p:spPr>
        <p:txBody>
          <a:bodyPr anchor="b"/>
          <a:lstStyle>
            <a:lvl1pPr>
              <a:defRPr sz="2807"/>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8911"/>
            <a:ext cx="5413534" cy="5374525"/>
          </a:xfrm>
        </p:spPr>
        <p:txBody>
          <a:bodyPr/>
          <a:lstStyle>
            <a:lvl1pPr marL="0" indent="0">
              <a:buNone/>
              <a:defRPr sz="2807"/>
            </a:lvl1pPr>
            <a:lvl2pPr marL="401010" indent="0">
              <a:buNone/>
              <a:defRPr sz="2456"/>
            </a:lvl2pPr>
            <a:lvl3pPr marL="802020" indent="0">
              <a:buNone/>
              <a:defRPr sz="2105"/>
            </a:lvl3pPr>
            <a:lvl4pPr marL="1203030" indent="0">
              <a:buNone/>
              <a:defRPr sz="1754"/>
            </a:lvl4pPr>
            <a:lvl5pPr marL="1604040" indent="0">
              <a:buNone/>
              <a:defRPr sz="1754"/>
            </a:lvl5pPr>
            <a:lvl6pPr marL="2005051" indent="0">
              <a:buNone/>
              <a:defRPr sz="1754"/>
            </a:lvl6pPr>
            <a:lvl7pPr marL="2406061" indent="0">
              <a:buNone/>
              <a:defRPr sz="1754"/>
            </a:lvl7pPr>
            <a:lvl8pPr marL="2807071" indent="0">
              <a:buNone/>
              <a:defRPr sz="1754"/>
            </a:lvl8pPr>
            <a:lvl9pPr marL="3208081" indent="0">
              <a:buNone/>
              <a:defRPr sz="1754"/>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27885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196884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652"/>
            <a:ext cx="2305764" cy="6409166"/>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1" y="402652"/>
            <a:ext cx="6783626" cy="640916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69645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626293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2005" y="2349387"/>
            <a:ext cx="9089390" cy="1621111"/>
          </a:xfrm>
        </p:spPr>
        <p:txBody>
          <a:bodyPr/>
          <a:lstStyle>
            <a:lvl1pPr algn="l">
              <a:defRPr/>
            </a:lvl1pPr>
          </a:lstStyle>
          <a:p>
            <a:r>
              <a:rPr lang="en-GB"/>
              <a:t>Click to edit Master title style</a:t>
            </a:r>
            <a:endParaRPr lang="en-US"/>
          </a:p>
        </p:txBody>
      </p:sp>
      <p:sp>
        <p:nvSpPr>
          <p:cNvPr id="3" name="Subtitle 2"/>
          <p:cNvSpPr>
            <a:spLocks noGrp="1"/>
          </p:cNvSpPr>
          <p:nvPr>
            <p:ph type="subTitle" idx="1"/>
          </p:nvPr>
        </p:nvSpPr>
        <p:spPr>
          <a:xfrm>
            <a:off x="1604010" y="4285615"/>
            <a:ext cx="7485380" cy="1932728"/>
          </a:xfrm>
        </p:spPr>
        <p:txBody>
          <a:bodyPr/>
          <a:lstStyle>
            <a:lvl1pPr marL="0" indent="0" algn="l">
              <a:buNone/>
              <a:defRPr>
                <a:solidFill>
                  <a:schemeClr val="tx1">
                    <a:tint val="75000"/>
                  </a:schemeClr>
                </a:solidFill>
              </a:defRPr>
            </a:lvl1pPr>
            <a:lvl2pPr marL="534650" indent="0" algn="ctr">
              <a:buNone/>
              <a:defRPr>
                <a:solidFill>
                  <a:schemeClr val="tx1">
                    <a:tint val="75000"/>
                  </a:schemeClr>
                </a:solidFill>
              </a:defRPr>
            </a:lvl2pPr>
            <a:lvl3pPr marL="1069299" indent="0" algn="ctr">
              <a:buNone/>
              <a:defRPr>
                <a:solidFill>
                  <a:schemeClr val="tx1">
                    <a:tint val="75000"/>
                  </a:schemeClr>
                </a:solidFill>
              </a:defRPr>
            </a:lvl3pPr>
            <a:lvl4pPr marL="1603949" indent="0" algn="ctr">
              <a:buNone/>
              <a:defRPr>
                <a:solidFill>
                  <a:schemeClr val="tx1">
                    <a:tint val="75000"/>
                  </a:schemeClr>
                </a:solidFill>
              </a:defRPr>
            </a:lvl4pPr>
            <a:lvl5pPr marL="2138599" indent="0" algn="ctr">
              <a:buNone/>
              <a:defRPr>
                <a:solidFill>
                  <a:schemeClr val="tx1">
                    <a:tint val="75000"/>
                  </a:schemeClr>
                </a:solidFill>
              </a:defRPr>
            </a:lvl5pPr>
            <a:lvl6pPr marL="2673248" indent="0" algn="ctr">
              <a:buNone/>
              <a:defRPr>
                <a:solidFill>
                  <a:schemeClr val="tx1">
                    <a:tint val="75000"/>
                  </a:schemeClr>
                </a:solidFill>
              </a:defRPr>
            </a:lvl6pPr>
            <a:lvl7pPr marL="3207898" indent="0" algn="ctr">
              <a:buNone/>
              <a:defRPr>
                <a:solidFill>
                  <a:schemeClr val="tx1">
                    <a:tint val="75000"/>
                  </a:schemeClr>
                </a:solidFill>
              </a:defRPr>
            </a:lvl7pPr>
            <a:lvl8pPr marL="3742548" indent="0" algn="ctr">
              <a:buNone/>
              <a:defRPr>
                <a:solidFill>
                  <a:schemeClr val="tx1">
                    <a:tint val="75000"/>
                  </a:schemeClr>
                </a:solidFill>
              </a:defRPr>
            </a:lvl8pPr>
            <a:lvl9pPr marL="4277197"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4807312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965592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05" y="4859833"/>
            <a:ext cx="9089390" cy="1502066"/>
          </a:xfrm>
        </p:spPr>
        <p:txBody>
          <a:bodyPr anchor="t"/>
          <a:lstStyle>
            <a:lvl1pPr algn="l">
              <a:defRPr sz="4678" b="1" cap="all"/>
            </a:lvl1pPr>
          </a:lstStyle>
          <a:p>
            <a:r>
              <a:rPr lang="en-GB"/>
              <a:t>Click to edit Master title style</a:t>
            </a:r>
            <a:endParaRPr lang="en-US"/>
          </a:p>
        </p:txBody>
      </p:sp>
      <p:sp>
        <p:nvSpPr>
          <p:cNvPr id="3" name="Text Placeholder 2"/>
          <p:cNvSpPr>
            <a:spLocks noGrp="1"/>
          </p:cNvSpPr>
          <p:nvPr>
            <p:ph type="body" idx="1"/>
          </p:nvPr>
        </p:nvSpPr>
        <p:spPr>
          <a:xfrm>
            <a:off x="844705" y="3205459"/>
            <a:ext cx="9089390" cy="1654373"/>
          </a:xfrm>
        </p:spPr>
        <p:txBody>
          <a:bodyPr anchor="b"/>
          <a:lstStyle>
            <a:lvl1pPr marL="0" indent="0">
              <a:buNone/>
              <a:defRPr sz="2339">
                <a:solidFill>
                  <a:schemeClr val="tx1">
                    <a:tint val="75000"/>
                  </a:schemeClr>
                </a:solidFill>
              </a:defRPr>
            </a:lvl1pPr>
            <a:lvl2pPr marL="534650" indent="0">
              <a:buNone/>
              <a:defRPr sz="2105">
                <a:solidFill>
                  <a:schemeClr val="tx1">
                    <a:tint val="75000"/>
                  </a:schemeClr>
                </a:solidFill>
              </a:defRPr>
            </a:lvl2pPr>
            <a:lvl3pPr marL="1069299" indent="0">
              <a:buNone/>
              <a:defRPr sz="1871">
                <a:solidFill>
                  <a:schemeClr val="tx1">
                    <a:tint val="75000"/>
                  </a:schemeClr>
                </a:solidFill>
              </a:defRPr>
            </a:lvl3pPr>
            <a:lvl4pPr marL="1603949" indent="0">
              <a:buNone/>
              <a:defRPr sz="1637">
                <a:solidFill>
                  <a:schemeClr val="tx1">
                    <a:tint val="75000"/>
                  </a:schemeClr>
                </a:solidFill>
              </a:defRPr>
            </a:lvl4pPr>
            <a:lvl5pPr marL="2138599" indent="0">
              <a:buNone/>
              <a:defRPr sz="1637">
                <a:solidFill>
                  <a:schemeClr val="tx1">
                    <a:tint val="75000"/>
                  </a:schemeClr>
                </a:solidFill>
              </a:defRPr>
            </a:lvl5pPr>
            <a:lvl6pPr marL="2673248" indent="0">
              <a:buNone/>
              <a:defRPr sz="1637">
                <a:solidFill>
                  <a:schemeClr val="tx1">
                    <a:tint val="75000"/>
                  </a:schemeClr>
                </a:solidFill>
              </a:defRPr>
            </a:lvl6pPr>
            <a:lvl7pPr marL="3207898" indent="0">
              <a:buNone/>
              <a:defRPr sz="1637">
                <a:solidFill>
                  <a:schemeClr val="tx1">
                    <a:tint val="75000"/>
                  </a:schemeClr>
                </a:solidFill>
              </a:defRPr>
            </a:lvl7pPr>
            <a:lvl8pPr marL="3742548" indent="0">
              <a:buNone/>
              <a:defRPr sz="1637">
                <a:solidFill>
                  <a:schemeClr val="tx1">
                    <a:tint val="75000"/>
                  </a:schemeClr>
                </a:solidFill>
              </a:defRPr>
            </a:lvl8pPr>
            <a:lvl9pPr marL="4277197" indent="0">
              <a:buNone/>
              <a:defRPr sz="163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952743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34670" y="1764666"/>
            <a:ext cx="4722918" cy="4991131"/>
          </a:xfrm>
        </p:spPr>
        <p:txBody>
          <a:bodyPr/>
          <a:lstStyle>
            <a:lvl1pPr>
              <a:defRPr sz="3274"/>
            </a:lvl1pPr>
            <a:lvl2pPr>
              <a:defRPr sz="2807"/>
            </a:lvl2pPr>
            <a:lvl3pPr>
              <a:defRPr sz="2339"/>
            </a:lvl3pPr>
            <a:lvl4pPr>
              <a:defRPr sz="2105"/>
            </a:lvl4pPr>
            <a:lvl5pPr>
              <a:defRPr sz="2105"/>
            </a:lvl5pPr>
            <a:lvl6pPr>
              <a:defRPr sz="2105"/>
            </a:lvl6pPr>
            <a:lvl7pPr>
              <a:defRPr sz="2105"/>
            </a:lvl7pPr>
            <a:lvl8pPr>
              <a:defRPr sz="2105"/>
            </a:lvl8pPr>
            <a:lvl9pPr>
              <a:defRPr sz="210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435812" y="1764666"/>
            <a:ext cx="4722918" cy="4991131"/>
          </a:xfrm>
        </p:spPr>
        <p:txBody>
          <a:bodyPr/>
          <a:lstStyle>
            <a:lvl1pPr>
              <a:defRPr sz="3274"/>
            </a:lvl1pPr>
            <a:lvl2pPr>
              <a:defRPr sz="2807"/>
            </a:lvl2pPr>
            <a:lvl3pPr>
              <a:defRPr sz="2339"/>
            </a:lvl3pPr>
            <a:lvl4pPr>
              <a:defRPr sz="2105"/>
            </a:lvl4pPr>
            <a:lvl5pPr>
              <a:defRPr sz="2105"/>
            </a:lvl5pPr>
            <a:lvl6pPr>
              <a:defRPr sz="2105"/>
            </a:lvl6pPr>
            <a:lvl7pPr>
              <a:defRPr sz="2105"/>
            </a:lvl7pPr>
            <a:lvl8pPr>
              <a:defRPr sz="2105"/>
            </a:lvl8pPr>
            <a:lvl9pPr>
              <a:defRPr sz="210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544600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534670" y="1692889"/>
            <a:ext cx="4724775" cy="705516"/>
          </a:xfr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4" name="Content Placeholder 3"/>
          <p:cNvSpPr>
            <a:spLocks noGrp="1"/>
          </p:cNvSpPr>
          <p:nvPr>
            <p:ph sz="half" idx="2"/>
          </p:nvPr>
        </p:nvSpPr>
        <p:spPr>
          <a:xfrm>
            <a:off x="534670" y="2398403"/>
            <a:ext cx="4724775" cy="4357393"/>
          </a:xfrm>
        </p:spPr>
        <p:txBody>
          <a:bodyPr/>
          <a:lstStyle>
            <a:lvl1pPr>
              <a:defRPr sz="2807"/>
            </a:lvl1pPr>
            <a:lvl2pPr>
              <a:defRPr sz="2339"/>
            </a:lvl2pPr>
            <a:lvl3pPr>
              <a:defRPr sz="2105"/>
            </a:lvl3pPr>
            <a:lvl4pPr>
              <a:defRPr sz="1871"/>
            </a:lvl4pPr>
            <a:lvl5pPr>
              <a:defRPr sz="1871"/>
            </a:lvl5pPr>
            <a:lvl6pPr>
              <a:defRPr sz="1871"/>
            </a:lvl6pPr>
            <a:lvl7pPr>
              <a:defRPr sz="1871"/>
            </a:lvl7pPr>
            <a:lvl8pPr>
              <a:defRPr sz="1871"/>
            </a:lvl8pPr>
            <a:lvl9pPr>
              <a:defRPr sz="187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432101" y="1692889"/>
            <a:ext cx="4726631" cy="705516"/>
          </a:xfr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6" name="Content Placeholder 5"/>
          <p:cNvSpPr>
            <a:spLocks noGrp="1"/>
          </p:cNvSpPr>
          <p:nvPr>
            <p:ph sz="quarter" idx="4"/>
          </p:nvPr>
        </p:nvSpPr>
        <p:spPr>
          <a:xfrm>
            <a:off x="5432101" y="2398403"/>
            <a:ext cx="4726631" cy="4357393"/>
          </a:xfrm>
        </p:spPr>
        <p:txBody>
          <a:bodyPr/>
          <a:lstStyle>
            <a:lvl1pPr>
              <a:defRPr sz="2807"/>
            </a:lvl1pPr>
            <a:lvl2pPr>
              <a:defRPr sz="2339"/>
            </a:lvl2pPr>
            <a:lvl3pPr>
              <a:defRPr sz="2105"/>
            </a:lvl3pPr>
            <a:lvl4pPr>
              <a:defRPr sz="1871"/>
            </a:lvl4pPr>
            <a:lvl5pPr>
              <a:defRPr sz="1871"/>
            </a:lvl5pPr>
            <a:lvl6pPr>
              <a:defRPr sz="1871"/>
            </a:lvl6pPr>
            <a:lvl7pPr>
              <a:defRPr sz="1871"/>
            </a:lvl7pPr>
            <a:lvl8pPr>
              <a:defRPr sz="1871"/>
            </a:lvl8pPr>
            <a:lvl9pPr>
              <a:defRPr sz="187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189470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013789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8752453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672" y="301113"/>
            <a:ext cx="3518055" cy="1281484"/>
          </a:xfrm>
        </p:spPr>
        <p:txBody>
          <a:bodyPr anchor="b"/>
          <a:lstStyle>
            <a:lvl1pPr algn="l">
              <a:defRPr sz="2339" b="1"/>
            </a:lvl1pPr>
          </a:lstStyle>
          <a:p>
            <a:r>
              <a:rPr lang="en-GB"/>
              <a:t>Click to edit Master title style</a:t>
            </a:r>
            <a:endParaRPr lang="en-US"/>
          </a:p>
        </p:txBody>
      </p:sp>
      <p:sp>
        <p:nvSpPr>
          <p:cNvPr id="3" name="Content Placeholder 2"/>
          <p:cNvSpPr>
            <a:spLocks noGrp="1"/>
          </p:cNvSpPr>
          <p:nvPr>
            <p:ph idx="1"/>
          </p:nvPr>
        </p:nvSpPr>
        <p:spPr>
          <a:xfrm>
            <a:off x="4180822" y="301115"/>
            <a:ext cx="5977908" cy="6454683"/>
          </a:xfrm>
        </p:spPr>
        <p:txBody>
          <a:bodyPr/>
          <a:lstStyle>
            <a:lvl1pPr>
              <a:defRPr sz="3742"/>
            </a:lvl1pPr>
            <a:lvl2pPr>
              <a:defRPr sz="3274"/>
            </a:lvl2pPr>
            <a:lvl3pPr>
              <a:defRPr sz="2807"/>
            </a:lvl3pPr>
            <a:lvl4pPr>
              <a:defRPr sz="2339"/>
            </a:lvl4pPr>
            <a:lvl5pPr>
              <a:defRPr sz="2339"/>
            </a:lvl5pPr>
            <a:lvl6pPr>
              <a:defRPr sz="2339"/>
            </a:lvl6pPr>
            <a:lvl7pPr>
              <a:defRPr sz="2339"/>
            </a:lvl7pPr>
            <a:lvl8pPr>
              <a:defRPr sz="2339"/>
            </a:lvl8pPr>
            <a:lvl9pPr>
              <a:defRPr sz="233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534672" y="1582598"/>
            <a:ext cx="3518055" cy="5173200"/>
          </a:xfrm>
        </p:spPr>
        <p:txBody>
          <a:bodyPr/>
          <a:lstStyle>
            <a:lvl1pPr marL="0" indent="0">
              <a:buNone/>
              <a:defRPr sz="1637"/>
            </a:lvl1pPr>
            <a:lvl2pPr marL="534650" indent="0">
              <a:buNone/>
              <a:defRPr sz="1403"/>
            </a:lvl2pPr>
            <a:lvl3pPr marL="1069299" indent="0">
              <a:buNone/>
              <a:defRPr sz="1169"/>
            </a:lvl3pPr>
            <a:lvl4pPr marL="1603949" indent="0">
              <a:buNone/>
              <a:defRPr sz="1052"/>
            </a:lvl4pPr>
            <a:lvl5pPr marL="2138599" indent="0">
              <a:buNone/>
              <a:defRPr sz="1052"/>
            </a:lvl5pPr>
            <a:lvl6pPr marL="2673248" indent="0">
              <a:buNone/>
              <a:defRPr sz="1052"/>
            </a:lvl6pPr>
            <a:lvl7pPr marL="3207898" indent="0">
              <a:buNone/>
              <a:defRPr sz="1052"/>
            </a:lvl7pPr>
            <a:lvl8pPr marL="3742548" indent="0">
              <a:buNone/>
              <a:defRPr sz="1052"/>
            </a:lvl8pPr>
            <a:lvl9pPr marL="4277197" indent="0">
              <a:buNone/>
              <a:defRPr sz="1052"/>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5947034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981" y="5293995"/>
            <a:ext cx="6416040" cy="624987"/>
          </a:xfrm>
        </p:spPr>
        <p:txBody>
          <a:bodyPr anchor="b"/>
          <a:lstStyle>
            <a:lvl1pPr algn="l">
              <a:defRPr sz="2339" b="1"/>
            </a:lvl1pPr>
          </a:lstStyle>
          <a:p>
            <a:r>
              <a:rPr lang="en-GB"/>
              <a:t>Click to edit Master title style</a:t>
            </a:r>
            <a:endParaRPr lang="en-US"/>
          </a:p>
        </p:txBody>
      </p:sp>
      <p:sp>
        <p:nvSpPr>
          <p:cNvPr id="3" name="Picture Placeholder 2"/>
          <p:cNvSpPr>
            <a:spLocks noGrp="1"/>
          </p:cNvSpPr>
          <p:nvPr>
            <p:ph type="pic" idx="1"/>
          </p:nvPr>
        </p:nvSpPr>
        <p:spPr>
          <a:xfrm>
            <a:off x="2095981" y="675754"/>
            <a:ext cx="6416040" cy="4537710"/>
          </a:xfrm>
        </p:spPr>
        <p:txBody>
          <a:bodyPr/>
          <a:lstStyle>
            <a:lvl1pPr marL="0" indent="0">
              <a:buNone/>
              <a:defRPr sz="3742"/>
            </a:lvl1pPr>
            <a:lvl2pPr marL="534650" indent="0">
              <a:buNone/>
              <a:defRPr sz="3274"/>
            </a:lvl2pPr>
            <a:lvl3pPr marL="1069299" indent="0">
              <a:buNone/>
              <a:defRPr sz="2807"/>
            </a:lvl3pPr>
            <a:lvl4pPr marL="1603949" indent="0">
              <a:buNone/>
              <a:defRPr sz="2339"/>
            </a:lvl4pPr>
            <a:lvl5pPr marL="2138599" indent="0">
              <a:buNone/>
              <a:defRPr sz="2339"/>
            </a:lvl5pPr>
            <a:lvl6pPr marL="2673248" indent="0">
              <a:buNone/>
              <a:defRPr sz="2339"/>
            </a:lvl6pPr>
            <a:lvl7pPr marL="3207898" indent="0">
              <a:buNone/>
              <a:defRPr sz="2339"/>
            </a:lvl7pPr>
            <a:lvl8pPr marL="3742548" indent="0">
              <a:buNone/>
              <a:defRPr sz="2339"/>
            </a:lvl8pPr>
            <a:lvl9pPr marL="4277197" indent="0">
              <a:buNone/>
              <a:defRPr sz="2339"/>
            </a:lvl9pPr>
          </a:lstStyle>
          <a:p>
            <a:r>
              <a:rPr lang="en-GB"/>
              <a:t>Click icon to add picture</a:t>
            </a:r>
            <a:endParaRPr lang="en-US"/>
          </a:p>
        </p:txBody>
      </p:sp>
      <p:sp>
        <p:nvSpPr>
          <p:cNvPr id="4" name="Text Placeholder 3"/>
          <p:cNvSpPr>
            <a:spLocks noGrp="1"/>
          </p:cNvSpPr>
          <p:nvPr>
            <p:ph type="body" sz="half" idx="2"/>
          </p:nvPr>
        </p:nvSpPr>
        <p:spPr>
          <a:xfrm>
            <a:off x="2095981" y="5918981"/>
            <a:ext cx="6416040" cy="887585"/>
          </a:xfrm>
        </p:spPr>
        <p:txBody>
          <a:bodyPr/>
          <a:lstStyle>
            <a:lvl1pPr marL="0" indent="0">
              <a:buNone/>
              <a:defRPr sz="1637"/>
            </a:lvl1pPr>
            <a:lvl2pPr marL="534650" indent="0">
              <a:buNone/>
              <a:defRPr sz="1403"/>
            </a:lvl2pPr>
            <a:lvl3pPr marL="1069299" indent="0">
              <a:buNone/>
              <a:defRPr sz="1169"/>
            </a:lvl3pPr>
            <a:lvl4pPr marL="1603949" indent="0">
              <a:buNone/>
              <a:defRPr sz="1052"/>
            </a:lvl4pPr>
            <a:lvl5pPr marL="2138599" indent="0">
              <a:buNone/>
              <a:defRPr sz="1052"/>
            </a:lvl5pPr>
            <a:lvl6pPr marL="2673248" indent="0">
              <a:buNone/>
              <a:defRPr sz="1052"/>
            </a:lvl6pPr>
            <a:lvl7pPr marL="3207898" indent="0">
              <a:buNone/>
              <a:defRPr sz="1052"/>
            </a:lvl7pPr>
            <a:lvl8pPr marL="3742548" indent="0">
              <a:buNone/>
              <a:defRPr sz="1052"/>
            </a:lvl8pPr>
            <a:lvl9pPr marL="4277197" indent="0">
              <a:buNone/>
              <a:defRPr sz="1052"/>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9400906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293438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2715" y="302865"/>
            <a:ext cx="2406015" cy="6452932"/>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534670" y="302865"/>
            <a:ext cx="7039822" cy="645293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84579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898782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0824598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417C-2A90-F5CE-0B3A-2CD4A6C516DC}"/>
              </a:ext>
            </a:extLst>
          </p:cNvPr>
          <p:cNvSpPr>
            <a:spLocks noGrp="1"/>
          </p:cNvSpPr>
          <p:nvPr>
            <p:ph type="ctrTitle"/>
          </p:nvPr>
        </p:nvSpPr>
        <p:spPr>
          <a:xfrm>
            <a:off x="1336675" y="1237133"/>
            <a:ext cx="8020050" cy="2632992"/>
          </a:xfrm>
        </p:spPr>
        <p:txBody>
          <a:bodyPr anchor="b"/>
          <a:lstStyle>
            <a:lvl1pPr algn="l">
              <a:defRPr sz="7016"/>
            </a:lvl1pPr>
          </a:lstStyle>
          <a:p>
            <a:r>
              <a:rPr lang="en-GB"/>
              <a:t>Click to edit Master title style</a:t>
            </a:r>
            <a:endParaRPr lang="en-US"/>
          </a:p>
        </p:txBody>
      </p:sp>
      <p:sp>
        <p:nvSpPr>
          <p:cNvPr id="3" name="Subtitle 2">
            <a:extLst>
              <a:ext uri="{FF2B5EF4-FFF2-40B4-BE49-F238E27FC236}">
                <a16:creationId xmlns:a16="http://schemas.microsoft.com/office/drawing/2014/main" id="{541CEDB4-8055-5CCD-DD87-D2E492006086}"/>
              </a:ext>
            </a:extLst>
          </p:cNvPr>
          <p:cNvSpPr>
            <a:spLocks noGrp="1"/>
          </p:cNvSpPr>
          <p:nvPr>
            <p:ph type="subTitle" idx="1"/>
          </p:nvPr>
        </p:nvSpPr>
        <p:spPr>
          <a:xfrm>
            <a:off x="1336675" y="3972831"/>
            <a:ext cx="8020050" cy="1825355"/>
          </a:xfrm>
          <a:prstGeom prst="rect">
            <a:avLst/>
          </a:prstGeom>
        </p:spPr>
        <p:txBody>
          <a:bodyPr/>
          <a:lstStyle>
            <a:lvl1pPr marL="0" indent="0" algn="l">
              <a:buNone/>
              <a:defRPr sz="2807"/>
            </a:lvl1pPr>
            <a:lvl2pPr marL="534650" indent="0" algn="ctr">
              <a:buNone/>
              <a:defRPr sz="2339"/>
            </a:lvl2pPr>
            <a:lvl3pPr marL="1069299" indent="0" algn="ctr">
              <a:buNone/>
              <a:defRPr sz="2105"/>
            </a:lvl3pPr>
            <a:lvl4pPr marL="1603949" indent="0" algn="ctr">
              <a:buNone/>
              <a:defRPr sz="1871"/>
            </a:lvl4pPr>
            <a:lvl5pPr marL="2138599" indent="0" algn="ctr">
              <a:buNone/>
              <a:defRPr sz="1871"/>
            </a:lvl5pPr>
            <a:lvl6pPr marL="2673248" indent="0" algn="ctr">
              <a:buNone/>
              <a:defRPr sz="1871"/>
            </a:lvl6pPr>
            <a:lvl7pPr marL="3207898" indent="0" algn="ctr">
              <a:buNone/>
              <a:defRPr sz="1871"/>
            </a:lvl7pPr>
            <a:lvl8pPr marL="3742548" indent="0" algn="ctr">
              <a:buNone/>
              <a:defRPr sz="1871"/>
            </a:lvl8pPr>
            <a:lvl9pPr marL="4277197" indent="0" algn="ctr">
              <a:buNone/>
              <a:defRPr sz="1871"/>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2A25D8-FC45-230F-BAAF-C7B889CCC48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8E4BC628-93D6-CFFE-31EB-675D672055CB}"/>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A0D8896-248E-A999-7FAB-965F2D2A1453}"/>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2867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C0C88-B162-0BF3-0361-72260F92119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0A7347-AE29-1F2D-8D26-CAAA994F50FA}"/>
              </a:ext>
            </a:extLst>
          </p:cNvPr>
          <p:cNvSpPr>
            <a:spLocks noGrp="1"/>
          </p:cNvSpPr>
          <p:nvPr>
            <p:ph idx="1"/>
          </p:nvPr>
        </p:nvSpPr>
        <p:spPr>
          <a:xfrm>
            <a:off x="735171" y="2014426"/>
            <a:ext cx="9223058"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6000CC-99A8-C131-7BF3-DA75E5B6C162}"/>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DC8CB88-6934-9482-07D5-7876EAA4A206}"/>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30932B9-6AF2-518F-8242-0951F6114D02}"/>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35176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D1B8-AC63-F115-4165-46E548507EB1}"/>
              </a:ext>
            </a:extLst>
          </p:cNvPr>
          <p:cNvSpPr>
            <a:spLocks noGrp="1"/>
          </p:cNvSpPr>
          <p:nvPr>
            <p:ph type="title"/>
          </p:nvPr>
        </p:nvSpPr>
        <p:spPr>
          <a:xfrm>
            <a:off x="729602" y="1886044"/>
            <a:ext cx="9223058" cy="3146519"/>
          </a:xfrm>
        </p:spPr>
        <p:txBody>
          <a:bodyPr anchor="b"/>
          <a:lstStyle>
            <a:lvl1pPr>
              <a:defRPr sz="7016"/>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56F9F74-8A9E-79D2-DF72-E65A42B3C882}"/>
              </a:ext>
            </a:extLst>
          </p:cNvPr>
          <p:cNvSpPr>
            <a:spLocks noGrp="1"/>
          </p:cNvSpPr>
          <p:nvPr>
            <p:ph type="body" idx="1"/>
          </p:nvPr>
        </p:nvSpPr>
        <p:spPr>
          <a:xfrm>
            <a:off x="729602" y="5060574"/>
            <a:ext cx="9223058" cy="1654958"/>
          </a:xfrm>
          <a:prstGeom prst="rect">
            <a:avLst/>
          </a:prstGeom>
        </p:spPr>
        <p:txBody>
          <a:bodyPr/>
          <a:lstStyle>
            <a:lvl1pPr marL="0" indent="0">
              <a:buNone/>
              <a:defRPr sz="2807">
                <a:solidFill>
                  <a:schemeClr val="tx1">
                    <a:tint val="75000"/>
                  </a:schemeClr>
                </a:solidFill>
              </a:defRPr>
            </a:lvl1pPr>
            <a:lvl2pPr marL="534650" indent="0">
              <a:buNone/>
              <a:defRPr sz="2339">
                <a:solidFill>
                  <a:schemeClr val="tx1">
                    <a:tint val="75000"/>
                  </a:schemeClr>
                </a:solidFill>
              </a:defRPr>
            </a:lvl2pPr>
            <a:lvl3pPr marL="1069299" indent="0">
              <a:buNone/>
              <a:defRPr sz="2105">
                <a:solidFill>
                  <a:schemeClr val="tx1">
                    <a:tint val="75000"/>
                  </a:schemeClr>
                </a:solidFill>
              </a:defRPr>
            </a:lvl3pPr>
            <a:lvl4pPr marL="1603949" indent="0">
              <a:buNone/>
              <a:defRPr sz="1871">
                <a:solidFill>
                  <a:schemeClr val="tx1">
                    <a:tint val="75000"/>
                  </a:schemeClr>
                </a:solidFill>
              </a:defRPr>
            </a:lvl4pPr>
            <a:lvl5pPr marL="2138599" indent="0">
              <a:buNone/>
              <a:defRPr sz="1871">
                <a:solidFill>
                  <a:schemeClr val="tx1">
                    <a:tint val="75000"/>
                  </a:schemeClr>
                </a:solidFill>
              </a:defRPr>
            </a:lvl5pPr>
            <a:lvl6pPr marL="2673248" indent="0">
              <a:buNone/>
              <a:defRPr sz="1871">
                <a:solidFill>
                  <a:schemeClr val="tx1">
                    <a:tint val="75000"/>
                  </a:schemeClr>
                </a:solidFill>
              </a:defRPr>
            </a:lvl6pPr>
            <a:lvl7pPr marL="3207898" indent="0">
              <a:buNone/>
              <a:defRPr sz="1871">
                <a:solidFill>
                  <a:schemeClr val="tx1">
                    <a:tint val="75000"/>
                  </a:schemeClr>
                </a:solidFill>
              </a:defRPr>
            </a:lvl7pPr>
            <a:lvl8pPr marL="3742548" indent="0">
              <a:buNone/>
              <a:defRPr sz="1871">
                <a:solidFill>
                  <a:schemeClr val="tx1">
                    <a:tint val="75000"/>
                  </a:schemeClr>
                </a:solidFill>
              </a:defRPr>
            </a:lvl8pPr>
            <a:lvl9pPr marL="4277197" indent="0">
              <a:buNone/>
              <a:defRPr sz="1871">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0E9C2BF-D372-BD7D-7F4F-76F441C5AA5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F5D33C5-E803-B4D5-D591-07A025C5F2A5}"/>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8A148CA-FB66-7200-FE96-40548C0EA8AF}"/>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97310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C8B4-F8EB-68F8-4158-4EFF95C2780C}"/>
              </a:ext>
            </a:extLst>
          </p:cNvPr>
          <p:cNvSpPr>
            <a:spLocks noGrp="1"/>
          </p:cNvSpPr>
          <p:nvPr>
            <p:ph type="title"/>
          </p:nvPr>
        </p:nvSpPr>
        <p:spPr>
          <a:xfrm>
            <a:off x="735171" y="454006"/>
            <a:ext cx="9223058" cy="1461217"/>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7E2B2D-BBF2-120A-CA37-BEBB1CA1A705}"/>
              </a:ext>
            </a:extLst>
          </p:cNvPr>
          <p:cNvSpPr>
            <a:spLocks noGrp="1"/>
          </p:cNvSpPr>
          <p:nvPr>
            <p:ph sz="half" idx="1"/>
          </p:nvPr>
        </p:nvSpPr>
        <p:spPr>
          <a:xfrm>
            <a:off x="735171" y="2014426"/>
            <a:ext cx="4522417"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3FA3D7-3C83-858A-BFDF-1E259A9009E4}"/>
              </a:ext>
            </a:extLst>
          </p:cNvPr>
          <p:cNvSpPr>
            <a:spLocks noGrp="1"/>
          </p:cNvSpPr>
          <p:nvPr>
            <p:ph sz="half" idx="2"/>
          </p:nvPr>
        </p:nvSpPr>
        <p:spPr>
          <a:xfrm>
            <a:off x="5435812" y="2014426"/>
            <a:ext cx="4522417"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79F2F15-441B-E9D8-8A5B-171B6E17826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78DB5969-9822-373C-6D6A-EA229BB168E6}"/>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095A342-C722-A4D8-AB12-C6580F9E750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6250726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E8DF-56BF-AF91-0B06-651C207AC716}"/>
              </a:ext>
            </a:extLst>
          </p:cNvPr>
          <p:cNvSpPr>
            <a:spLocks noGrp="1"/>
          </p:cNvSpPr>
          <p:nvPr>
            <p:ph type="title"/>
          </p:nvPr>
        </p:nvSpPr>
        <p:spPr>
          <a:xfrm>
            <a:off x="737028" y="403820"/>
            <a:ext cx="9223058" cy="1461217"/>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69D81AA-CFEC-587A-EB67-A75EDB8B5432}"/>
              </a:ext>
            </a:extLst>
          </p:cNvPr>
          <p:cNvSpPr>
            <a:spLocks noGrp="1"/>
          </p:cNvSpPr>
          <p:nvPr>
            <p:ph type="body" idx="1"/>
          </p:nvPr>
        </p:nvSpPr>
        <p:spPr>
          <a:xfrm>
            <a:off x="737029" y="1853366"/>
            <a:ext cx="4524273" cy="910343"/>
          </a:xfrm>
          <a:prstGeom prst="rect">
            <a:avLst/>
          </a:prstGeo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4" name="Content Placeholder 3">
            <a:extLst>
              <a:ext uri="{FF2B5EF4-FFF2-40B4-BE49-F238E27FC236}">
                <a16:creationId xmlns:a16="http://schemas.microsoft.com/office/drawing/2014/main" id="{FB8B5F7E-0C55-5B12-EEB2-C929A4BC0576}"/>
              </a:ext>
            </a:extLst>
          </p:cNvPr>
          <p:cNvSpPr>
            <a:spLocks noGrp="1"/>
          </p:cNvSpPr>
          <p:nvPr>
            <p:ph sz="half" idx="2"/>
          </p:nvPr>
        </p:nvSpPr>
        <p:spPr>
          <a:xfrm>
            <a:off x="737029" y="2763708"/>
            <a:ext cx="4524273" cy="406153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1C49F57-2857-8012-4522-9D73A0AD5ADB}"/>
              </a:ext>
            </a:extLst>
          </p:cNvPr>
          <p:cNvSpPr>
            <a:spLocks noGrp="1"/>
          </p:cNvSpPr>
          <p:nvPr>
            <p:ph type="body" sz="quarter" idx="3"/>
          </p:nvPr>
        </p:nvSpPr>
        <p:spPr>
          <a:xfrm>
            <a:off x="5413534" y="1853366"/>
            <a:ext cx="4546552" cy="910343"/>
          </a:xfrm>
          <a:prstGeom prst="rect">
            <a:avLst/>
          </a:prstGeo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6" name="Content Placeholder 5">
            <a:extLst>
              <a:ext uri="{FF2B5EF4-FFF2-40B4-BE49-F238E27FC236}">
                <a16:creationId xmlns:a16="http://schemas.microsoft.com/office/drawing/2014/main" id="{3519AF5B-BA06-6C05-DDE4-DDD7B9894063}"/>
              </a:ext>
            </a:extLst>
          </p:cNvPr>
          <p:cNvSpPr>
            <a:spLocks noGrp="1"/>
          </p:cNvSpPr>
          <p:nvPr>
            <p:ph sz="quarter" idx="4"/>
          </p:nvPr>
        </p:nvSpPr>
        <p:spPr>
          <a:xfrm>
            <a:off x="5413534" y="2763708"/>
            <a:ext cx="4546552" cy="406153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93085D3-134B-9009-8C03-036C9336628A}"/>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04ADAAB6-FBB1-FEC8-0898-F756F73ABAD0}"/>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3BD1A263-1AC1-FAA2-7E31-EC9FF36FC67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9291902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D0E5-68A9-8B82-06C6-0B25C21E7C4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9DB70AA-2CAF-41A8-3187-0E75768D770E}"/>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8CC04B93-F5F2-2506-1FFC-388DD55B469E}"/>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C9B4076-8AD3-C968-A2F0-CDE1D734625B}"/>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208646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15CFAA-6E36-4A2C-37EB-F90D5201DD6B}"/>
              </a:ext>
            </a:extLst>
          </p:cNvPr>
          <p:cNvSpPr>
            <a:spLocks noGrp="1"/>
          </p:cNvSpPr>
          <p:nvPr>
            <p:ph type="title"/>
          </p:nvPr>
        </p:nvSpPr>
        <p:spPr/>
        <p:txBody>
          <a:bodyPr/>
          <a:lstStyle/>
          <a:p>
            <a:r>
              <a:rPr lang="en-GB"/>
              <a:t>Click to edit Master title style</a:t>
            </a:r>
            <a:endParaRPr lang="en-US"/>
          </a:p>
        </p:txBody>
      </p:sp>
      <p:sp>
        <p:nvSpPr>
          <p:cNvPr id="7" name="Text Placeholder 6">
            <a:extLst>
              <a:ext uri="{FF2B5EF4-FFF2-40B4-BE49-F238E27FC236}">
                <a16:creationId xmlns:a16="http://schemas.microsoft.com/office/drawing/2014/main" id="{F6C55953-6E13-67BB-FBEB-54FD8BB6E03A}"/>
              </a:ext>
            </a:extLst>
          </p:cNvPr>
          <p:cNvSpPr>
            <a:spLocks noGrp="1"/>
          </p:cNvSpPr>
          <p:nvPr>
            <p:ph type="body" sz="quarter" idx="10"/>
          </p:nvPr>
        </p:nvSpPr>
        <p:spPr>
          <a:xfrm>
            <a:off x="735171" y="3456970"/>
            <a:ext cx="9223058" cy="279171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5480944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D3BA-D41F-D7F5-8124-ADECF44D0299}"/>
              </a:ext>
            </a:extLst>
          </p:cNvPr>
          <p:cNvSpPr>
            <a:spLocks noGrp="1"/>
          </p:cNvSpPr>
          <p:nvPr>
            <p:ph type="title"/>
          </p:nvPr>
        </p:nvSpPr>
        <p:spPr>
          <a:xfrm>
            <a:off x="737029" y="504190"/>
            <a:ext cx="3449364" cy="1764665"/>
          </a:xfrm>
        </p:spPr>
        <p:txBody>
          <a:bodyPr anchor="b"/>
          <a:lstStyle>
            <a:lvl1pPr>
              <a:defRPr sz="3742"/>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F39CF27-1325-6AF8-E022-7132EB423704}"/>
              </a:ext>
            </a:extLst>
          </p:cNvPr>
          <p:cNvSpPr>
            <a:spLocks noGrp="1"/>
          </p:cNvSpPr>
          <p:nvPr>
            <p:ph idx="1"/>
          </p:nvPr>
        </p:nvSpPr>
        <p:spPr>
          <a:xfrm>
            <a:off x="4546552" y="1090079"/>
            <a:ext cx="5413534" cy="5373358"/>
          </a:xfrm>
          <a:prstGeom prst="rect">
            <a:avLst/>
          </a:prstGeom>
        </p:spPr>
        <p:txBody>
          <a:bodyPr/>
          <a:lstStyle>
            <a:lvl1pPr>
              <a:defRPr sz="3742"/>
            </a:lvl1pPr>
            <a:lvl2pPr>
              <a:defRPr sz="3274"/>
            </a:lvl2pPr>
            <a:lvl3pPr>
              <a:defRPr sz="2807"/>
            </a:lvl3pPr>
            <a:lvl4pPr>
              <a:defRPr sz="2339"/>
            </a:lvl4pPr>
            <a:lvl5pPr>
              <a:defRPr sz="2339"/>
            </a:lvl5pPr>
            <a:lvl6pPr>
              <a:defRPr sz="2339"/>
            </a:lvl6pPr>
            <a:lvl7pPr>
              <a:defRPr sz="2339"/>
            </a:lvl7pPr>
            <a:lvl8pPr>
              <a:defRPr sz="2339"/>
            </a:lvl8pPr>
            <a:lvl9pPr>
              <a:defRPr sz="233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09AC32-89D3-98F9-5639-06BBBDE123B8}"/>
              </a:ext>
            </a:extLst>
          </p:cNvPr>
          <p:cNvSpPr>
            <a:spLocks noGrp="1"/>
          </p:cNvSpPr>
          <p:nvPr>
            <p:ph type="body" sz="half" idx="2"/>
          </p:nvPr>
        </p:nvSpPr>
        <p:spPr>
          <a:xfrm>
            <a:off x="737029" y="2268855"/>
            <a:ext cx="3449364" cy="4203918"/>
          </a:xfrm>
          <a:prstGeom prst="rect">
            <a:avLst/>
          </a:prstGeom>
        </p:spPr>
        <p:txBody>
          <a:bodyPr/>
          <a:lstStyle>
            <a:lvl1pPr marL="0" indent="0">
              <a:buNone/>
              <a:defRPr sz="1871"/>
            </a:lvl1pPr>
            <a:lvl2pPr marL="534650" indent="0">
              <a:buNone/>
              <a:defRPr sz="1637"/>
            </a:lvl2pPr>
            <a:lvl3pPr marL="1069299" indent="0">
              <a:buNone/>
              <a:defRPr sz="1403"/>
            </a:lvl3pPr>
            <a:lvl4pPr marL="1603949" indent="0">
              <a:buNone/>
              <a:defRPr sz="1169"/>
            </a:lvl4pPr>
            <a:lvl5pPr marL="2138599" indent="0">
              <a:buNone/>
              <a:defRPr sz="1169"/>
            </a:lvl5pPr>
            <a:lvl6pPr marL="2673248" indent="0">
              <a:buNone/>
              <a:defRPr sz="1169"/>
            </a:lvl6pPr>
            <a:lvl7pPr marL="3207898" indent="0">
              <a:buNone/>
              <a:defRPr sz="1169"/>
            </a:lvl7pPr>
            <a:lvl8pPr marL="3742548" indent="0">
              <a:buNone/>
              <a:defRPr sz="1169"/>
            </a:lvl8pPr>
            <a:lvl9pPr marL="4277197" indent="0">
              <a:buNone/>
              <a:defRPr sz="1169"/>
            </a:lvl9pPr>
          </a:lstStyle>
          <a:p>
            <a:pPr lvl="0"/>
            <a:r>
              <a:rPr lang="en-GB"/>
              <a:t>Click to edit Master text styles</a:t>
            </a:r>
          </a:p>
        </p:txBody>
      </p:sp>
      <p:sp>
        <p:nvSpPr>
          <p:cNvPr id="5" name="Date Placeholder 4">
            <a:extLst>
              <a:ext uri="{FF2B5EF4-FFF2-40B4-BE49-F238E27FC236}">
                <a16:creationId xmlns:a16="http://schemas.microsoft.com/office/drawing/2014/main" id="{E94A9781-72F4-C6CD-A779-CAE1A1B63F87}"/>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5267623-E412-E791-D89E-8E21C7A34388}"/>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67CA0EA-B805-68FA-D443-2C8D039AAA1E}"/>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25106844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6FB8-3D61-2BD6-986C-152A8BCD445B}"/>
              </a:ext>
            </a:extLst>
          </p:cNvPr>
          <p:cNvSpPr>
            <a:spLocks noGrp="1"/>
          </p:cNvSpPr>
          <p:nvPr>
            <p:ph type="title"/>
          </p:nvPr>
        </p:nvSpPr>
        <p:spPr>
          <a:xfrm>
            <a:off x="737029" y="504190"/>
            <a:ext cx="3449364" cy="1764665"/>
          </a:xfrm>
        </p:spPr>
        <p:txBody>
          <a:bodyPr anchor="b"/>
          <a:lstStyle>
            <a:lvl1pPr>
              <a:defRPr sz="3742"/>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3F85B45-526F-A9C6-5FF0-E7D3B32EA109}"/>
              </a:ext>
            </a:extLst>
          </p:cNvPr>
          <p:cNvSpPr>
            <a:spLocks noGrp="1"/>
          </p:cNvSpPr>
          <p:nvPr>
            <p:ph type="pic" idx="1"/>
          </p:nvPr>
        </p:nvSpPr>
        <p:spPr>
          <a:xfrm>
            <a:off x="4546552" y="1090079"/>
            <a:ext cx="5413534" cy="5373358"/>
          </a:xfrm>
          <a:prstGeom prst="rect">
            <a:avLst/>
          </a:prstGeom>
        </p:spPr>
        <p:txBody>
          <a:bodyPr/>
          <a:lstStyle>
            <a:lvl1pPr marL="0" indent="0">
              <a:buNone/>
              <a:defRPr sz="3742"/>
            </a:lvl1pPr>
            <a:lvl2pPr marL="534650" indent="0">
              <a:buNone/>
              <a:defRPr sz="3274"/>
            </a:lvl2pPr>
            <a:lvl3pPr marL="1069299" indent="0">
              <a:buNone/>
              <a:defRPr sz="2807"/>
            </a:lvl3pPr>
            <a:lvl4pPr marL="1603949" indent="0">
              <a:buNone/>
              <a:defRPr sz="2339"/>
            </a:lvl4pPr>
            <a:lvl5pPr marL="2138599" indent="0">
              <a:buNone/>
              <a:defRPr sz="2339"/>
            </a:lvl5pPr>
            <a:lvl6pPr marL="2673248" indent="0">
              <a:buNone/>
              <a:defRPr sz="2339"/>
            </a:lvl6pPr>
            <a:lvl7pPr marL="3207898" indent="0">
              <a:buNone/>
              <a:defRPr sz="2339"/>
            </a:lvl7pPr>
            <a:lvl8pPr marL="3742548" indent="0">
              <a:buNone/>
              <a:defRPr sz="2339"/>
            </a:lvl8pPr>
            <a:lvl9pPr marL="4277197" indent="0">
              <a:buNone/>
              <a:defRPr sz="2339"/>
            </a:lvl9pPr>
          </a:lstStyle>
          <a:p>
            <a:endParaRPr lang="en-US"/>
          </a:p>
        </p:txBody>
      </p:sp>
      <p:sp>
        <p:nvSpPr>
          <p:cNvPr id="4" name="Text Placeholder 3">
            <a:extLst>
              <a:ext uri="{FF2B5EF4-FFF2-40B4-BE49-F238E27FC236}">
                <a16:creationId xmlns:a16="http://schemas.microsoft.com/office/drawing/2014/main" id="{26855749-24D6-7B1A-5315-A08CAEB8DCC7}"/>
              </a:ext>
            </a:extLst>
          </p:cNvPr>
          <p:cNvSpPr>
            <a:spLocks noGrp="1"/>
          </p:cNvSpPr>
          <p:nvPr>
            <p:ph type="body" sz="half" idx="2"/>
          </p:nvPr>
        </p:nvSpPr>
        <p:spPr>
          <a:xfrm>
            <a:off x="737029" y="2268855"/>
            <a:ext cx="3449364" cy="4203918"/>
          </a:xfrm>
          <a:prstGeom prst="rect">
            <a:avLst/>
          </a:prstGeom>
        </p:spPr>
        <p:txBody>
          <a:bodyPr/>
          <a:lstStyle>
            <a:lvl1pPr marL="0" indent="0">
              <a:buNone/>
              <a:defRPr sz="1871"/>
            </a:lvl1pPr>
            <a:lvl2pPr marL="534650" indent="0">
              <a:buNone/>
              <a:defRPr sz="1637"/>
            </a:lvl2pPr>
            <a:lvl3pPr marL="1069299" indent="0">
              <a:buNone/>
              <a:defRPr sz="1403"/>
            </a:lvl3pPr>
            <a:lvl4pPr marL="1603949" indent="0">
              <a:buNone/>
              <a:defRPr sz="1169"/>
            </a:lvl4pPr>
            <a:lvl5pPr marL="2138599" indent="0">
              <a:buNone/>
              <a:defRPr sz="1169"/>
            </a:lvl5pPr>
            <a:lvl6pPr marL="2673248" indent="0">
              <a:buNone/>
              <a:defRPr sz="1169"/>
            </a:lvl6pPr>
            <a:lvl7pPr marL="3207898" indent="0">
              <a:buNone/>
              <a:defRPr sz="1169"/>
            </a:lvl7pPr>
            <a:lvl8pPr marL="3742548" indent="0">
              <a:buNone/>
              <a:defRPr sz="1169"/>
            </a:lvl8pPr>
            <a:lvl9pPr marL="4277197" indent="0">
              <a:buNone/>
              <a:defRPr sz="1169"/>
            </a:lvl9pPr>
          </a:lstStyle>
          <a:p>
            <a:pPr lvl="0"/>
            <a:r>
              <a:rPr lang="en-GB"/>
              <a:t>Click to edit Master text styles</a:t>
            </a:r>
          </a:p>
        </p:txBody>
      </p:sp>
      <p:sp>
        <p:nvSpPr>
          <p:cNvPr id="5" name="Date Placeholder 4">
            <a:extLst>
              <a:ext uri="{FF2B5EF4-FFF2-40B4-BE49-F238E27FC236}">
                <a16:creationId xmlns:a16="http://schemas.microsoft.com/office/drawing/2014/main" id="{3ACEF18C-6983-848D-DB23-A6F851099F12}"/>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A7868207-9B44-E639-68E9-E9EE80A0D26A}"/>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82B671-26DF-B986-3516-E5E2BD6F9653}"/>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274448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E07A1-4541-779E-4539-80108302D8E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62DA2BE-3B8C-3E42-202D-7278FA5B1D2D}"/>
              </a:ext>
            </a:extLst>
          </p:cNvPr>
          <p:cNvSpPr>
            <a:spLocks noGrp="1"/>
          </p:cNvSpPr>
          <p:nvPr>
            <p:ph type="body" orient="vert" idx="1"/>
          </p:nvPr>
        </p:nvSpPr>
        <p:spPr>
          <a:xfrm>
            <a:off x="735171" y="2014426"/>
            <a:ext cx="9223058" cy="4796807"/>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52561B-6874-E860-3E8C-43BA736921D9}"/>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8023F409-2E9C-2A96-ECFA-F9421F24895A}"/>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269F3AD-6F56-A147-8B0A-5F43D39E4C7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19418433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19164-9741-0766-0850-BDBBCDCAC1A1}"/>
              </a:ext>
            </a:extLst>
          </p:cNvPr>
          <p:cNvSpPr>
            <a:spLocks noGrp="1"/>
          </p:cNvSpPr>
          <p:nvPr>
            <p:ph type="title" orient="vert"/>
          </p:nvPr>
        </p:nvSpPr>
        <p:spPr>
          <a:xfrm>
            <a:off x="7652465" y="403820"/>
            <a:ext cx="2305764" cy="6407414"/>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974D4B1-EAF5-90EE-1048-8CD33AD3492E}"/>
              </a:ext>
            </a:extLst>
          </p:cNvPr>
          <p:cNvSpPr>
            <a:spLocks noGrp="1"/>
          </p:cNvSpPr>
          <p:nvPr>
            <p:ph type="body" orient="vert" idx="1"/>
          </p:nvPr>
        </p:nvSpPr>
        <p:spPr>
          <a:xfrm>
            <a:off x="735172" y="403820"/>
            <a:ext cx="6739070" cy="6407414"/>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BFF2955-9F48-57FE-6D98-11537DB9E6A0}"/>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21D0E6B-E62A-DA15-7298-F45DA4619380}"/>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C065944-E3A1-78DB-8291-286E2CA2A4BE}"/>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46171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2.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3.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652"/>
            <a:ext cx="9223058" cy="1461801"/>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3259"/>
            <a:ext cx="9223058" cy="479855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1" y="7044819"/>
            <a:ext cx="2406015" cy="402652"/>
          </a:xfrm>
          <a:prstGeom prst="rect">
            <a:avLst/>
          </a:prstGeom>
        </p:spPr>
        <p:txBody>
          <a:bodyPr vert="horz" lIns="91440" tIns="45720" rIns="91440" bIns="45720" rtlCol="0" anchor="ctr"/>
          <a:lstStyle>
            <a:lvl1pPr algn="l">
              <a:defRPr sz="1053">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89" y="7044819"/>
            <a:ext cx="3609023" cy="402652"/>
          </a:xfrm>
          <a:prstGeom prst="rect">
            <a:avLst/>
          </a:prstGeom>
        </p:spPr>
        <p:txBody>
          <a:bodyPr vert="horz" lIns="91440" tIns="45720" rIns="91440" bIns="45720" rtlCol="0" anchor="ctr"/>
          <a:lstStyle>
            <a:lvl1pPr algn="ctr">
              <a:defRPr sz="1053">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4" y="7044819"/>
            <a:ext cx="2406015" cy="402652"/>
          </a:xfrm>
          <a:prstGeom prst="rect">
            <a:avLst/>
          </a:prstGeom>
        </p:spPr>
        <p:txBody>
          <a:bodyPr vert="horz" lIns="91440" tIns="45720" rIns="91440" bIns="45720" rtlCol="0" anchor="ctr"/>
          <a:lstStyle>
            <a:lvl1pPr algn="r">
              <a:defRPr sz="1403"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94556375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731" r:id="rId27"/>
  </p:sldLayoutIdLst>
  <p:hf hdr="0" ftr="0" dt="0"/>
  <p:txStyles>
    <p:titleStyle>
      <a:lvl1pPr algn="l" defTabSz="802020" rtl="0" eaLnBrk="1" latinLnBrk="0" hangingPunct="1">
        <a:lnSpc>
          <a:spcPct val="90000"/>
        </a:lnSpc>
        <a:spcBef>
          <a:spcPct val="0"/>
        </a:spcBef>
        <a:buNone/>
        <a:defRPr sz="3859" b="1" kern="1200">
          <a:solidFill>
            <a:srgbClr val="004C6C"/>
          </a:solidFill>
          <a:latin typeface="+mj-lt"/>
          <a:ea typeface="+mj-ea"/>
          <a:cs typeface="+mj-cs"/>
        </a:defRPr>
      </a:lvl1pPr>
    </p:titleStyle>
    <p:bodyStyle>
      <a:lvl1pPr marL="200505" indent="-200505" algn="l" defTabSz="802020" rtl="0" eaLnBrk="1" latinLnBrk="0" hangingPunct="1">
        <a:lnSpc>
          <a:spcPct val="150000"/>
        </a:lnSpc>
        <a:spcBef>
          <a:spcPts val="877"/>
        </a:spcBef>
        <a:buFont typeface="Arial" panose="020B0604020202020204" pitchFamily="34" charset="0"/>
        <a:buChar char="•"/>
        <a:defRPr sz="2456" kern="1200">
          <a:solidFill>
            <a:schemeClr val="tx1"/>
          </a:solidFill>
          <a:latin typeface="+mn-lt"/>
          <a:ea typeface="+mn-ea"/>
          <a:cs typeface="+mn-cs"/>
        </a:defRPr>
      </a:lvl1pPr>
      <a:lvl2pPr marL="601515" indent="-200505" algn="l" defTabSz="802020" rtl="0" eaLnBrk="1" latinLnBrk="0" hangingPunct="1">
        <a:lnSpc>
          <a:spcPct val="150000"/>
        </a:lnSpc>
        <a:spcBef>
          <a:spcPts val="439"/>
        </a:spcBef>
        <a:buFont typeface="Arial" panose="020B0604020202020204" pitchFamily="34" charset="0"/>
        <a:buChar char="•"/>
        <a:defRPr sz="2456" kern="1200">
          <a:solidFill>
            <a:schemeClr val="tx1"/>
          </a:solidFill>
          <a:latin typeface="+mn-lt"/>
          <a:ea typeface="+mn-ea"/>
          <a:cs typeface="+mn-cs"/>
        </a:defRPr>
      </a:lvl2pPr>
      <a:lvl3pPr marL="1002525" indent="-200505" algn="l" defTabSz="802020" rtl="0" eaLnBrk="1" latinLnBrk="0" hangingPunct="1">
        <a:lnSpc>
          <a:spcPct val="150000"/>
        </a:lnSpc>
        <a:spcBef>
          <a:spcPts val="439"/>
        </a:spcBef>
        <a:buFont typeface="Arial" panose="020B0604020202020204" pitchFamily="34" charset="0"/>
        <a:buChar char="•"/>
        <a:defRPr sz="2105" kern="1200">
          <a:solidFill>
            <a:schemeClr val="tx1"/>
          </a:solidFill>
          <a:latin typeface="+mn-lt"/>
          <a:ea typeface="+mn-ea"/>
          <a:cs typeface="+mn-cs"/>
        </a:defRPr>
      </a:lvl3pPr>
      <a:lvl4pPr marL="1403535"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4pPr>
      <a:lvl5pPr marL="1804546"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5pPr>
      <a:lvl6pPr marL="220555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56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57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58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en-US"/>
      </a:defPPr>
      <a:lvl1pPr marL="0" algn="l" defTabSz="802020" rtl="0" eaLnBrk="1" latinLnBrk="0" hangingPunct="1">
        <a:defRPr sz="1579" kern="1200">
          <a:solidFill>
            <a:schemeClr val="tx1"/>
          </a:solidFill>
          <a:latin typeface="+mn-lt"/>
          <a:ea typeface="+mn-ea"/>
          <a:cs typeface="+mn-cs"/>
        </a:defRPr>
      </a:lvl1pPr>
      <a:lvl2pPr marL="401010" algn="l" defTabSz="802020" rtl="0" eaLnBrk="1" latinLnBrk="0" hangingPunct="1">
        <a:defRPr sz="1579" kern="1200">
          <a:solidFill>
            <a:schemeClr val="tx1"/>
          </a:solidFill>
          <a:latin typeface="+mn-lt"/>
          <a:ea typeface="+mn-ea"/>
          <a:cs typeface="+mn-cs"/>
        </a:defRPr>
      </a:lvl2pPr>
      <a:lvl3pPr marL="802020" algn="l" defTabSz="802020" rtl="0" eaLnBrk="1" latinLnBrk="0" hangingPunct="1">
        <a:defRPr sz="1579" kern="1200">
          <a:solidFill>
            <a:schemeClr val="tx1"/>
          </a:solidFill>
          <a:latin typeface="+mn-lt"/>
          <a:ea typeface="+mn-ea"/>
          <a:cs typeface="+mn-cs"/>
        </a:defRPr>
      </a:lvl3pPr>
      <a:lvl4pPr marL="1203030" algn="l" defTabSz="802020" rtl="0" eaLnBrk="1" latinLnBrk="0" hangingPunct="1">
        <a:defRPr sz="1579" kern="1200">
          <a:solidFill>
            <a:schemeClr val="tx1"/>
          </a:solidFill>
          <a:latin typeface="+mn-lt"/>
          <a:ea typeface="+mn-ea"/>
          <a:cs typeface="+mn-cs"/>
        </a:defRPr>
      </a:lvl4pPr>
      <a:lvl5pPr marL="1604040" algn="l" defTabSz="802020" rtl="0" eaLnBrk="1" latinLnBrk="0" hangingPunct="1">
        <a:defRPr sz="1579" kern="1200">
          <a:solidFill>
            <a:schemeClr val="tx1"/>
          </a:solidFill>
          <a:latin typeface="+mn-lt"/>
          <a:ea typeface="+mn-ea"/>
          <a:cs typeface="+mn-cs"/>
        </a:defRPr>
      </a:lvl5pPr>
      <a:lvl6pPr marL="2005051" algn="l" defTabSz="802020" rtl="0" eaLnBrk="1" latinLnBrk="0" hangingPunct="1">
        <a:defRPr sz="1579" kern="1200">
          <a:solidFill>
            <a:schemeClr val="tx1"/>
          </a:solidFill>
          <a:latin typeface="+mn-lt"/>
          <a:ea typeface="+mn-ea"/>
          <a:cs typeface="+mn-cs"/>
        </a:defRPr>
      </a:lvl6pPr>
      <a:lvl7pPr marL="2406061" algn="l" defTabSz="802020" rtl="0" eaLnBrk="1" latinLnBrk="0" hangingPunct="1">
        <a:defRPr sz="1579" kern="1200">
          <a:solidFill>
            <a:schemeClr val="tx1"/>
          </a:solidFill>
          <a:latin typeface="+mn-lt"/>
          <a:ea typeface="+mn-ea"/>
          <a:cs typeface="+mn-cs"/>
        </a:defRPr>
      </a:lvl7pPr>
      <a:lvl8pPr marL="2807071" algn="l" defTabSz="802020" rtl="0" eaLnBrk="1" latinLnBrk="0" hangingPunct="1">
        <a:defRPr sz="1579" kern="1200">
          <a:solidFill>
            <a:schemeClr val="tx1"/>
          </a:solidFill>
          <a:latin typeface="+mn-lt"/>
          <a:ea typeface="+mn-ea"/>
          <a:cs typeface="+mn-cs"/>
        </a:defRPr>
      </a:lvl8pPr>
      <a:lvl9pPr marL="3208081" algn="l" defTabSz="802020" rtl="0" eaLnBrk="1" latinLnBrk="0" hangingPunct="1">
        <a:defRPr sz="157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670" y="302865"/>
            <a:ext cx="9624060" cy="12604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534670" y="1764666"/>
            <a:ext cx="9624060" cy="499113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534670" y="7009642"/>
            <a:ext cx="2495127" cy="402652"/>
          </a:xfrm>
          <a:prstGeom prst="rect">
            <a:avLst/>
          </a:prstGeom>
        </p:spPr>
        <p:txBody>
          <a:bodyPr vert="horz" lIns="91440" tIns="45720" rIns="91440" bIns="45720" rtlCol="0" anchor="ctr"/>
          <a:lstStyle>
            <a:lvl1pPr algn="l">
              <a:defRPr sz="1403">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653579" y="7009642"/>
            <a:ext cx="3386243" cy="402652"/>
          </a:xfrm>
          <a:prstGeom prst="rect">
            <a:avLst/>
          </a:prstGeom>
        </p:spPr>
        <p:txBody>
          <a:bodyPr vert="horz" lIns="91440" tIns="45720" rIns="91440" bIns="45720" rtlCol="0" anchor="ctr"/>
          <a:lstStyle>
            <a:lvl1pPr algn="ctr">
              <a:defRPr sz="140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663603" y="7009642"/>
            <a:ext cx="2495127" cy="402652"/>
          </a:xfrm>
          <a:prstGeom prst="rect">
            <a:avLst/>
          </a:prstGeom>
        </p:spPr>
        <p:txBody>
          <a:bodyPr vert="horz" lIns="91440" tIns="45720" rIns="91440" bIns="45720" rtlCol="0" anchor="ctr"/>
          <a:lstStyle>
            <a:lvl1pPr algn="r">
              <a:defRPr sz="1403">
                <a:solidFill>
                  <a:schemeClr val="tx1">
                    <a:tint val="75000"/>
                  </a:schemeClr>
                </a:solidFill>
              </a:defRPr>
            </a:lvl1pPr>
          </a:lstStyle>
          <a:p>
            <a:fld id="{09A06A48-4EB9-2C41-9849-9FDB674E928A}" type="slidenum">
              <a:rPr lang="en-US" smtClean="0"/>
              <a:pPr/>
              <a:t>‹#›</a:t>
            </a:fld>
            <a:endParaRPr lang="en-US"/>
          </a:p>
        </p:txBody>
      </p:sp>
    </p:spTree>
    <p:extLst>
      <p:ext uri="{BB962C8B-B14F-4D97-AF65-F5344CB8AC3E}">
        <p14:creationId xmlns:p14="http://schemas.microsoft.com/office/powerpoint/2010/main" val="358254624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32" r:id="rId12"/>
  </p:sldLayoutIdLst>
  <p:hf hdr="0" ftr="0" dt="0"/>
  <p:txStyles>
    <p:titleStyle>
      <a:lvl1pPr algn="l" defTabSz="534650" rtl="0" eaLnBrk="1" latinLnBrk="0" hangingPunct="1">
        <a:spcBef>
          <a:spcPct val="0"/>
        </a:spcBef>
        <a:buNone/>
        <a:defRPr sz="5145" kern="1200">
          <a:solidFill>
            <a:schemeClr val="tx1"/>
          </a:solidFill>
          <a:latin typeface="+mj-lt"/>
          <a:ea typeface="+mj-ea"/>
          <a:cs typeface="+mj-cs"/>
        </a:defRPr>
      </a:lvl1pPr>
    </p:titleStyle>
    <p:bodyStyle>
      <a:lvl1pPr marL="400987" indent="-400987" algn="l" defTabSz="534650" rtl="0" eaLnBrk="1" latinLnBrk="0" hangingPunct="1">
        <a:spcBef>
          <a:spcPct val="20000"/>
        </a:spcBef>
        <a:buFont typeface="Arial"/>
        <a:buChar char="•"/>
        <a:defRPr sz="3742" kern="1200">
          <a:solidFill>
            <a:schemeClr val="tx1"/>
          </a:solidFill>
          <a:latin typeface="+mn-lt"/>
          <a:ea typeface="+mn-ea"/>
          <a:cs typeface="+mn-cs"/>
        </a:defRPr>
      </a:lvl1pPr>
      <a:lvl2pPr marL="868806" indent="-334156" algn="l" defTabSz="534650" rtl="0" eaLnBrk="1" latinLnBrk="0" hangingPunct="1">
        <a:spcBef>
          <a:spcPct val="20000"/>
        </a:spcBef>
        <a:buFont typeface="Arial"/>
        <a:buChar char="–"/>
        <a:defRPr sz="3274" kern="1200">
          <a:solidFill>
            <a:schemeClr val="tx1"/>
          </a:solidFill>
          <a:latin typeface="+mn-lt"/>
          <a:ea typeface="+mn-ea"/>
          <a:cs typeface="+mn-cs"/>
        </a:defRPr>
      </a:lvl2pPr>
      <a:lvl3pPr marL="1336624" indent="-267325" algn="l" defTabSz="534650" rtl="0" eaLnBrk="1" latinLnBrk="0" hangingPunct="1">
        <a:spcBef>
          <a:spcPct val="20000"/>
        </a:spcBef>
        <a:buFont typeface="Arial"/>
        <a:buChar char="•"/>
        <a:defRPr sz="2807" kern="1200">
          <a:solidFill>
            <a:schemeClr val="tx1"/>
          </a:solidFill>
          <a:latin typeface="+mn-lt"/>
          <a:ea typeface="+mn-ea"/>
          <a:cs typeface="+mn-cs"/>
        </a:defRPr>
      </a:lvl3pPr>
      <a:lvl4pPr marL="1871274" indent="-267325" algn="l" defTabSz="534650" rtl="0" eaLnBrk="1" latinLnBrk="0" hangingPunct="1">
        <a:spcBef>
          <a:spcPct val="20000"/>
        </a:spcBef>
        <a:buFont typeface="Arial"/>
        <a:buChar char="–"/>
        <a:defRPr sz="2339" kern="1200">
          <a:solidFill>
            <a:schemeClr val="tx1"/>
          </a:solidFill>
          <a:latin typeface="+mn-lt"/>
          <a:ea typeface="+mn-ea"/>
          <a:cs typeface="+mn-cs"/>
        </a:defRPr>
      </a:lvl4pPr>
      <a:lvl5pPr marL="2405924" indent="-267325" algn="l" defTabSz="534650" rtl="0" eaLnBrk="1" latinLnBrk="0" hangingPunct="1">
        <a:spcBef>
          <a:spcPct val="20000"/>
        </a:spcBef>
        <a:buFont typeface="Arial"/>
        <a:buChar char="»"/>
        <a:defRPr sz="2339" kern="1200">
          <a:solidFill>
            <a:schemeClr val="tx1"/>
          </a:solidFill>
          <a:latin typeface="+mn-lt"/>
          <a:ea typeface="+mn-ea"/>
          <a:cs typeface="+mn-cs"/>
        </a:defRPr>
      </a:lvl5pPr>
      <a:lvl6pPr marL="2940573" indent="-267325" algn="l" defTabSz="534650" rtl="0" eaLnBrk="1" latinLnBrk="0" hangingPunct="1">
        <a:spcBef>
          <a:spcPct val="20000"/>
        </a:spcBef>
        <a:buFont typeface="Arial"/>
        <a:buChar char="•"/>
        <a:defRPr sz="2339" kern="1200">
          <a:solidFill>
            <a:schemeClr val="tx1"/>
          </a:solidFill>
          <a:latin typeface="+mn-lt"/>
          <a:ea typeface="+mn-ea"/>
          <a:cs typeface="+mn-cs"/>
        </a:defRPr>
      </a:lvl6pPr>
      <a:lvl7pPr marL="3475223" indent="-267325" algn="l" defTabSz="534650" rtl="0" eaLnBrk="1" latinLnBrk="0" hangingPunct="1">
        <a:spcBef>
          <a:spcPct val="20000"/>
        </a:spcBef>
        <a:buFont typeface="Arial"/>
        <a:buChar char="•"/>
        <a:defRPr sz="2339" kern="1200">
          <a:solidFill>
            <a:schemeClr val="tx1"/>
          </a:solidFill>
          <a:latin typeface="+mn-lt"/>
          <a:ea typeface="+mn-ea"/>
          <a:cs typeface="+mn-cs"/>
        </a:defRPr>
      </a:lvl7pPr>
      <a:lvl8pPr marL="4009873" indent="-267325" algn="l" defTabSz="534650" rtl="0" eaLnBrk="1" latinLnBrk="0" hangingPunct="1">
        <a:spcBef>
          <a:spcPct val="20000"/>
        </a:spcBef>
        <a:buFont typeface="Arial"/>
        <a:buChar char="•"/>
        <a:defRPr sz="2339" kern="1200">
          <a:solidFill>
            <a:schemeClr val="tx1"/>
          </a:solidFill>
          <a:latin typeface="+mn-lt"/>
          <a:ea typeface="+mn-ea"/>
          <a:cs typeface="+mn-cs"/>
        </a:defRPr>
      </a:lvl8pPr>
      <a:lvl9pPr marL="4544522" indent="-267325" algn="l" defTabSz="534650" rtl="0" eaLnBrk="1" latinLnBrk="0" hangingPunct="1">
        <a:spcBef>
          <a:spcPct val="20000"/>
        </a:spcBef>
        <a:buFont typeface="Arial"/>
        <a:buChar char="•"/>
        <a:defRPr sz="2339" kern="1200">
          <a:solidFill>
            <a:schemeClr val="tx1"/>
          </a:solidFill>
          <a:latin typeface="+mn-lt"/>
          <a:ea typeface="+mn-ea"/>
          <a:cs typeface="+mn-cs"/>
        </a:defRPr>
      </a:lvl9pPr>
    </p:bodyStyle>
    <p:otherStyle>
      <a:defPPr>
        <a:defRPr lang="en-US"/>
      </a:defPPr>
      <a:lvl1pPr marL="0" algn="l" defTabSz="534650" rtl="0" eaLnBrk="1" latinLnBrk="0" hangingPunct="1">
        <a:defRPr sz="2105" kern="1200">
          <a:solidFill>
            <a:schemeClr val="tx1"/>
          </a:solidFill>
          <a:latin typeface="+mn-lt"/>
          <a:ea typeface="+mn-ea"/>
          <a:cs typeface="+mn-cs"/>
        </a:defRPr>
      </a:lvl1pPr>
      <a:lvl2pPr marL="534650" algn="l" defTabSz="534650" rtl="0" eaLnBrk="1" latinLnBrk="0" hangingPunct="1">
        <a:defRPr sz="2105" kern="1200">
          <a:solidFill>
            <a:schemeClr val="tx1"/>
          </a:solidFill>
          <a:latin typeface="+mn-lt"/>
          <a:ea typeface="+mn-ea"/>
          <a:cs typeface="+mn-cs"/>
        </a:defRPr>
      </a:lvl2pPr>
      <a:lvl3pPr marL="1069299" algn="l" defTabSz="534650" rtl="0" eaLnBrk="1" latinLnBrk="0" hangingPunct="1">
        <a:defRPr sz="2105" kern="1200">
          <a:solidFill>
            <a:schemeClr val="tx1"/>
          </a:solidFill>
          <a:latin typeface="+mn-lt"/>
          <a:ea typeface="+mn-ea"/>
          <a:cs typeface="+mn-cs"/>
        </a:defRPr>
      </a:lvl3pPr>
      <a:lvl4pPr marL="1603949" algn="l" defTabSz="534650" rtl="0" eaLnBrk="1" latinLnBrk="0" hangingPunct="1">
        <a:defRPr sz="2105" kern="1200">
          <a:solidFill>
            <a:schemeClr val="tx1"/>
          </a:solidFill>
          <a:latin typeface="+mn-lt"/>
          <a:ea typeface="+mn-ea"/>
          <a:cs typeface="+mn-cs"/>
        </a:defRPr>
      </a:lvl4pPr>
      <a:lvl5pPr marL="2138599" algn="l" defTabSz="534650" rtl="0" eaLnBrk="1" latinLnBrk="0" hangingPunct="1">
        <a:defRPr sz="2105" kern="1200">
          <a:solidFill>
            <a:schemeClr val="tx1"/>
          </a:solidFill>
          <a:latin typeface="+mn-lt"/>
          <a:ea typeface="+mn-ea"/>
          <a:cs typeface="+mn-cs"/>
        </a:defRPr>
      </a:lvl5pPr>
      <a:lvl6pPr marL="2673248" algn="l" defTabSz="534650" rtl="0" eaLnBrk="1" latinLnBrk="0" hangingPunct="1">
        <a:defRPr sz="2105" kern="1200">
          <a:solidFill>
            <a:schemeClr val="tx1"/>
          </a:solidFill>
          <a:latin typeface="+mn-lt"/>
          <a:ea typeface="+mn-ea"/>
          <a:cs typeface="+mn-cs"/>
        </a:defRPr>
      </a:lvl6pPr>
      <a:lvl7pPr marL="3207898" algn="l" defTabSz="534650" rtl="0" eaLnBrk="1" latinLnBrk="0" hangingPunct="1">
        <a:defRPr sz="2105" kern="1200">
          <a:solidFill>
            <a:schemeClr val="tx1"/>
          </a:solidFill>
          <a:latin typeface="+mn-lt"/>
          <a:ea typeface="+mn-ea"/>
          <a:cs typeface="+mn-cs"/>
        </a:defRPr>
      </a:lvl7pPr>
      <a:lvl8pPr marL="3742548" algn="l" defTabSz="534650" rtl="0" eaLnBrk="1" latinLnBrk="0" hangingPunct="1">
        <a:defRPr sz="2105" kern="1200">
          <a:solidFill>
            <a:schemeClr val="tx1"/>
          </a:solidFill>
          <a:latin typeface="+mn-lt"/>
          <a:ea typeface="+mn-ea"/>
          <a:cs typeface="+mn-cs"/>
        </a:defRPr>
      </a:lvl8pPr>
      <a:lvl9pPr marL="4277197" algn="l" defTabSz="534650" rtl="0" eaLnBrk="1" latinLnBrk="0" hangingPunct="1">
        <a:defRPr sz="21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0CBAF-FD6F-8D22-7028-D26883EDCEEA}"/>
              </a:ext>
            </a:extLst>
          </p:cNvPr>
          <p:cNvSpPr>
            <a:spLocks noGrp="1"/>
          </p:cNvSpPr>
          <p:nvPr>
            <p:ph type="title"/>
          </p:nvPr>
        </p:nvSpPr>
        <p:spPr>
          <a:xfrm>
            <a:off x="735171" y="1837961"/>
            <a:ext cx="9223058" cy="1461217"/>
          </a:xfrm>
          <a:prstGeom prst="rect">
            <a:avLst/>
          </a:prstGeom>
        </p:spPr>
        <p:txBody>
          <a:bodyPr vert="horz" lIns="91440" tIns="45720" rIns="91440" bIns="45720" rtlCol="0" anchor="ctr">
            <a:normAutofit/>
          </a:bodyPr>
          <a:lstStyle/>
          <a:p>
            <a:r>
              <a:rPr lang="en-GB" dirty="0"/>
              <a:t>Click to edit Master title style</a:t>
            </a:r>
            <a:endParaRPr lang="en-US" dirty="0"/>
          </a:p>
        </p:txBody>
      </p:sp>
    </p:spTree>
    <p:extLst>
      <p:ext uri="{BB962C8B-B14F-4D97-AF65-F5344CB8AC3E}">
        <p14:creationId xmlns:p14="http://schemas.microsoft.com/office/powerpoint/2010/main" val="351316878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Lst>
  <p:hf hdr="0" ftr="0" dt="0"/>
  <p:txStyles>
    <p:titleStyle>
      <a:lvl1pPr algn="l" defTabSz="1069299" rtl="0" eaLnBrk="1" latinLnBrk="0" hangingPunct="1">
        <a:lnSpc>
          <a:spcPct val="90000"/>
        </a:lnSpc>
        <a:spcBef>
          <a:spcPct val="0"/>
        </a:spcBef>
        <a:buNone/>
        <a:defRPr sz="5145" b="1" kern="1200">
          <a:solidFill>
            <a:schemeClr val="bg1"/>
          </a:solidFill>
          <a:latin typeface="+mj-lt"/>
          <a:ea typeface="+mj-ea"/>
          <a:cs typeface="+mj-cs"/>
        </a:defRPr>
      </a:lvl1pPr>
    </p:titleStyle>
    <p:bodyStyle>
      <a:lvl1pPr marL="267325" indent="-267325" algn="l" defTabSz="1069299" rtl="0" eaLnBrk="1" latinLnBrk="0" hangingPunct="1">
        <a:lnSpc>
          <a:spcPct val="90000"/>
        </a:lnSpc>
        <a:spcBef>
          <a:spcPts val="1169"/>
        </a:spcBef>
        <a:buFont typeface="Arial" panose="020B0604020202020204" pitchFamily="34" charset="0"/>
        <a:buChar char="•"/>
        <a:defRPr sz="3274" kern="1200">
          <a:solidFill>
            <a:schemeClr val="bg1"/>
          </a:solidFill>
          <a:latin typeface="+mn-lt"/>
          <a:ea typeface="+mn-ea"/>
          <a:cs typeface="+mn-cs"/>
        </a:defRPr>
      </a:lvl1pPr>
      <a:lvl2pPr marL="801975" indent="-267325" algn="l" defTabSz="1069299" rtl="0" eaLnBrk="1" latinLnBrk="0" hangingPunct="1">
        <a:lnSpc>
          <a:spcPct val="90000"/>
        </a:lnSpc>
        <a:spcBef>
          <a:spcPts val="585"/>
        </a:spcBef>
        <a:buFont typeface="Arial" panose="020B0604020202020204" pitchFamily="34" charset="0"/>
        <a:buChar char="•"/>
        <a:defRPr sz="2807" kern="1200">
          <a:solidFill>
            <a:schemeClr val="bg1"/>
          </a:solidFill>
          <a:latin typeface="+mn-lt"/>
          <a:ea typeface="+mn-ea"/>
          <a:cs typeface="+mn-cs"/>
        </a:defRPr>
      </a:lvl2pPr>
      <a:lvl3pPr marL="1336624" indent="-267325" algn="l" defTabSz="1069299" rtl="0" eaLnBrk="1" latinLnBrk="0" hangingPunct="1">
        <a:lnSpc>
          <a:spcPct val="90000"/>
        </a:lnSpc>
        <a:spcBef>
          <a:spcPts val="585"/>
        </a:spcBef>
        <a:buFont typeface="Arial" panose="020B0604020202020204" pitchFamily="34" charset="0"/>
        <a:buChar char="•"/>
        <a:defRPr sz="2339" kern="1200">
          <a:solidFill>
            <a:schemeClr val="bg1"/>
          </a:solidFill>
          <a:latin typeface="+mn-lt"/>
          <a:ea typeface="+mn-ea"/>
          <a:cs typeface="+mn-cs"/>
        </a:defRPr>
      </a:lvl3pPr>
      <a:lvl4pPr marL="1871274" indent="-267325" algn="l" defTabSz="1069299" rtl="0" eaLnBrk="1" latinLnBrk="0" hangingPunct="1">
        <a:lnSpc>
          <a:spcPct val="90000"/>
        </a:lnSpc>
        <a:spcBef>
          <a:spcPts val="585"/>
        </a:spcBef>
        <a:buFont typeface="Arial" panose="020B0604020202020204" pitchFamily="34" charset="0"/>
        <a:buChar char="•"/>
        <a:defRPr sz="2105" kern="1200">
          <a:solidFill>
            <a:schemeClr val="bg1"/>
          </a:solidFill>
          <a:latin typeface="+mn-lt"/>
          <a:ea typeface="+mn-ea"/>
          <a:cs typeface="+mn-cs"/>
        </a:defRPr>
      </a:lvl4pPr>
      <a:lvl5pPr marL="2405924" indent="-267325" algn="l" defTabSz="1069299" rtl="0" eaLnBrk="1" latinLnBrk="0" hangingPunct="1">
        <a:lnSpc>
          <a:spcPct val="90000"/>
        </a:lnSpc>
        <a:spcBef>
          <a:spcPts val="585"/>
        </a:spcBef>
        <a:buFont typeface="Arial" panose="020B0604020202020204" pitchFamily="34" charset="0"/>
        <a:buChar char="•"/>
        <a:defRPr sz="2105" kern="1200">
          <a:solidFill>
            <a:schemeClr val="bg1"/>
          </a:solidFill>
          <a:latin typeface="+mn-lt"/>
          <a:ea typeface="+mn-ea"/>
          <a:cs typeface="+mn-cs"/>
        </a:defRPr>
      </a:lvl5pPr>
      <a:lvl6pPr marL="294057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522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87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522"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99" rtl="0" eaLnBrk="1" latinLnBrk="0" hangingPunct="1">
        <a:defRPr sz="2105" kern="1200">
          <a:solidFill>
            <a:schemeClr val="tx1"/>
          </a:solidFill>
          <a:latin typeface="+mn-lt"/>
          <a:ea typeface="+mn-ea"/>
          <a:cs typeface="+mn-cs"/>
        </a:defRPr>
      </a:lvl1pPr>
      <a:lvl2pPr marL="534650" algn="l" defTabSz="1069299" rtl="0" eaLnBrk="1" latinLnBrk="0" hangingPunct="1">
        <a:defRPr sz="2105" kern="1200">
          <a:solidFill>
            <a:schemeClr val="tx1"/>
          </a:solidFill>
          <a:latin typeface="+mn-lt"/>
          <a:ea typeface="+mn-ea"/>
          <a:cs typeface="+mn-cs"/>
        </a:defRPr>
      </a:lvl2pPr>
      <a:lvl3pPr marL="1069299" algn="l" defTabSz="1069299" rtl="0" eaLnBrk="1" latinLnBrk="0" hangingPunct="1">
        <a:defRPr sz="2105" kern="1200">
          <a:solidFill>
            <a:schemeClr val="tx1"/>
          </a:solidFill>
          <a:latin typeface="+mn-lt"/>
          <a:ea typeface="+mn-ea"/>
          <a:cs typeface="+mn-cs"/>
        </a:defRPr>
      </a:lvl3pPr>
      <a:lvl4pPr marL="1603949" algn="l" defTabSz="1069299" rtl="0" eaLnBrk="1" latinLnBrk="0" hangingPunct="1">
        <a:defRPr sz="2105" kern="1200">
          <a:solidFill>
            <a:schemeClr val="tx1"/>
          </a:solidFill>
          <a:latin typeface="+mn-lt"/>
          <a:ea typeface="+mn-ea"/>
          <a:cs typeface="+mn-cs"/>
        </a:defRPr>
      </a:lvl4pPr>
      <a:lvl5pPr marL="2138599" algn="l" defTabSz="1069299" rtl="0" eaLnBrk="1" latinLnBrk="0" hangingPunct="1">
        <a:defRPr sz="2105" kern="1200">
          <a:solidFill>
            <a:schemeClr val="tx1"/>
          </a:solidFill>
          <a:latin typeface="+mn-lt"/>
          <a:ea typeface="+mn-ea"/>
          <a:cs typeface="+mn-cs"/>
        </a:defRPr>
      </a:lvl5pPr>
      <a:lvl6pPr marL="2673248" algn="l" defTabSz="1069299" rtl="0" eaLnBrk="1" latinLnBrk="0" hangingPunct="1">
        <a:defRPr sz="2105" kern="1200">
          <a:solidFill>
            <a:schemeClr val="tx1"/>
          </a:solidFill>
          <a:latin typeface="+mn-lt"/>
          <a:ea typeface="+mn-ea"/>
          <a:cs typeface="+mn-cs"/>
        </a:defRPr>
      </a:lvl6pPr>
      <a:lvl7pPr marL="3207898" algn="l" defTabSz="1069299" rtl="0" eaLnBrk="1" latinLnBrk="0" hangingPunct="1">
        <a:defRPr sz="2105" kern="1200">
          <a:solidFill>
            <a:schemeClr val="tx1"/>
          </a:solidFill>
          <a:latin typeface="+mn-lt"/>
          <a:ea typeface="+mn-ea"/>
          <a:cs typeface="+mn-cs"/>
        </a:defRPr>
      </a:lvl7pPr>
      <a:lvl8pPr marL="3742548" algn="l" defTabSz="1069299" rtl="0" eaLnBrk="1" latinLnBrk="0" hangingPunct="1">
        <a:defRPr sz="2105" kern="1200">
          <a:solidFill>
            <a:schemeClr val="tx1"/>
          </a:solidFill>
          <a:latin typeface="+mn-lt"/>
          <a:ea typeface="+mn-ea"/>
          <a:cs typeface="+mn-cs"/>
        </a:defRPr>
      </a:lvl8pPr>
      <a:lvl9pPr marL="4277197" algn="l" defTabSz="1069299"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AFBFC"/>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722471" y="2790825"/>
            <a:ext cx="9223058" cy="1461217"/>
          </a:xfrm>
        </p:spPr>
        <p:txBody>
          <a:bodyPr vert="horz" lIns="91440" tIns="45720" rIns="91440" bIns="45720" rtlCol="0" anchor="ctr">
            <a:normAutofit fontScale="90000"/>
          </a:bodyPr>
          <a:lstStyle/>
          <a:p>
            <a:r>
              <a:rPr lang="en-IE" sz="4400" dirty="0">
                <a:solidFill>
                  <a:schemeClr val="tx1"/>
                </a:solidFill>
                <a:latin typeface="Helvetica" pitchFamily="2" charset="0"/>
              </a:rPr>
              <a:t>JOINs</a:t>
            </a:r>
            <a:br>
              <a:rPr lang="en-IE" sz="4400" dirty="0">
                <a:solidFill>
                  <a:schemeClr val="tx1"/>
                </a:solidFill>
                <a:latin typeface="Helvetica" pitchFamily="2" charset="0"/>
              </a:rPr>
            </a:br>
            <a:br>
              <a:rPr lang="en-IE" sz="4000" dirty="0">
                <a:solidFill>
                  <a:schemeClr val="tx1"/>
                </a:solidFill>
                <a:latin typeface="Helvetica" pitchFamily="2" charset="0"/>
              </a:rPr>
            </a:br>
            <a:r>
              <a:rPr lang="en-IE" sz="3600" dirty="0">
                <a:solidFill>
                  <a:schemeClr val="tx1"/>
                </a:solidFill>
                <a:latin typeface="Helvetica" pitchFamily="2" charset="0"/>
              </a:rPr>
              <a:t>Dr Mariana Rocha</a:t>
            </a:r>
            <a:br>
              <a:rPr lang="en-IE" sz="3600" dirty="0">
                <a:solidFill>
                  <a:schemeClr val="tx1"/>
                </a:solidFill>
                <a:latin typeface="Helvetica" pitchFamily="2" charset="0"/>
              </a:rPr>
            </a:br>
            <a:r>
              <a:rPr lang="en-IE" sz="3600" dirty="0">
                <a:solidFill>
                  <a:schemeClr val="tx1"/>
                </a:solidFill>
                <a:latin typeface="Helvetica" pitchFamily="2" charset="0"/>
              </a:rPr>
              <a:t>School of Computer Science</a:t>
            </a:r>
            <a:endParaRPr lang="en-IE" sz="4000" dirty="0">
              <a:solidFill>
                <a:schemeClr val="tx1"/>
              </a:solidFill>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735171" y="5915025"/>
            <a:ext cx="5549917" cy="492443"/>
          </a:xfrm>
          <a:prstGeom prst="rect">
            <a:avLst/>
          </a:prstGeom>
          <a:noFill/>
        </p:spPr>
        <p:txBody>
          <a:bodyPr wrap="none" lIns="91440" tIns="45720" rIns="91440" bIns="45720" rtlCol="0" anchor="t">
            <a:spAutoFit/>
          </a:bodyPr>
          <a:lstStyle/>
          <a:p>
            <a:r>
              <a:rPr lang="en-US" sz="2600" dirty="0">
                <a:solidFill>
                  <a:schemeClr val="tx1"/>
                </a:solidFill>
                <a:latin typeface="Helvetica" pitchFamily="2" charset="0"/>
                <a:cs typeface="Open sans"/>
              </a:rPr>
              <a:t>CMPU </a:t>
            </a:r>
            <a:r>
              <a:rPr lang="en-US" sz="2600">
                <a:solidFill>
                  <a:schemeClr val="tx1"/>
                </a:solidFill>
                <a:latin typeface="Helvetica" pitchFamily="2" charset="0"/>
                <a:cs typeface="Open sans"/>
              </a:rPr>
              <a:t>2007 Databases 1, Lecture 4</a:t>
            </a:r>
            <a:endParaRPr lang="en-US" sz="2600" dirty="0">
              <a:solidFill>
                <a:schemeClr val="tx1"/>
              </a:solidFill>
              <a:latin typeface="Helvetica" pitchFamily="2" charset="0"/>
              <a:cs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76833" rIns="0" bIns="0" rtlCol="0">
            <a:spAutoFit/>
          </a:bodyPr>
          <a:lstStyle/>
          <a:p>
            <a:pPr marL="154305">
              <a:lnSpc>
                <a:spcPct val="100000"/>
              </a:lnSpc>
              <a:spcBef>
                <a:spcPts val="95"/>
              </a:spcBef>
            </a:pPr>
            <a:r>
              <a:rPr spc="-20" dirty="0"/>
              <a:t>Learning</a:t>
            </a:r>
            <a:r>
              <a:rPr spc="-220" dirty="0"/>
              <a:t> </a:t>
            </a:r>
            <a:r>
              <a:rPr spc="-10" dirty="0"/>
              <a:t>Objectives</a:t>
            </a:r>
          </a:p>
        </p:txBody>
      </p:sp>
      <p:sp>
        <p:nvSpPr>
          <p:cNvPr id="6" name="Content Placeholder 5">
            <a:extLst>
              <a:ext uri="{FF2B5EF4-FFF2-40B4-BE49-F238E27FC236}">
                <a16:creationId xmlns:a16="http://schemas.microsoft.com/office/drawing/2014/main" id="{AE27815F-D3A2-27E0-180D-5B66A77FE9C5}"/>
              </a:ext>
            </a:extLst>
          </p:cNvPr>
          <p:cNvSpPr>
            <a:spLocks noGrp="1"/>
          </p:cNvSpPr>
          <p:nvPr>
            <p:ph idx="1"/>
          </p:nvPr>
        </p:nvSpPr>
        <p:spPr/>
        <p:txBody>
          <a:bodyPr/>
          <a:lstStyle/>
          <a:p>
            <a:r>
              <a:rPr lang="en-IE" dirty="0"/>
              <a:t>Learn how to import data from CSV files</a:t>
            </a:r>
          </a:p>
          <a:p>
            <a:r>
              <a:rPr lang="en-IE" dirty="0"/>
              <a:t>Understand how to explore multiple tables using JOINS</a:t>
            </a:r>
          </a:p>
        </p:txBody>
      </p:sp>
      <p:sp>
        <p:nvSpPr>
          <p:cNvPr id="2" name="Slide Number Placeholder 1">
            <a:extLst>
              <a:ext uri="{FF2B5EF4-FFF2-40B4-BE49-F238E27FC236}">
                <a16:creationId xmlns:a16="http://schemas.microsoft.com/office/drawing/2014/main" id="{E0589ABD-05CD-525E-62C8-4A843BD9B9A5}"/>
              </a:ext>
            </a:extLst>
          </p:cNvPr>
          <p:cNvSpPr>
            <a:spLocks noGrp="1"/>
          </p:cNvSpPr>
          <p:nvPr>
            <p:ph type="sldNum" sz="quarter" idx="12"/>
          </p:nvPr>
        </p:nvSpPr>
        <p:spPr/>
        <p:txBody>
          <a:bodyPr/>
          <a:lstStyle/>
          <a:p>
            <a:fld id="{1AE971F0-0CD2-4C47-8087-EBCE9716EA84}" type="slidenum">
              <a:rPr lang="en-GB" smtClean="0">
                <a:solidFill>
                  <a:schemeClr val="tx1"/>
                </a:solidFill>
              </a:rPr>
              <a:pPr/>
              <a:t>2</a:t>
            </a:fld>
            <a:endParaRPr lang="en-GB" dirty="0">
              <a:solidFill>
                <a:schemeClr val="tx1"/>
              </a:solidFill>
            </a:endParaRPr>
          </a:p>
        </p:txBody>
      </p:sp>
    </p:spTree>
    <p:extLst>
      <p:ext uri="{BB962C8B-B14F-4D97-AF65-F5344CB8AC3E}">
        <p14:creationId xmlns:p14="http://schemas.microsoft.com/office/powerpoint/2010/main" val="248799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Importing</a:t>
            </a:r>
            <a:r>
              <a:rPr lang="pt-BR" dirty="0"/>
              <a:t> a CSV file</a:t>
            </a:r>
            <a:endParaRPr spc="-10" dirty="0"/>
          </a:p>
        </p:txBody>
      </p:sp>
      <p:sp>
        <p:nvSpPr>
          <p:cNvPr id="5" name="Content Placeholder 4">
            <a:extLst>
              <a:ext uri="{FF2B5EF4-FFF2-40B4-BE49-F238E27FC236}">
                <a16:creationId xmlns:a16="http://schemas.microsoft.com/office/drawing/2014/main" id="{514F8B44-AF29-094E-35CD-10F860185B16}"/>
              </a:ext>
            </a:extLst>
          </p:cNvPr>
          <p:cNvSpPr>
            <a:spLocks noGrp="1"/>
          </p:cNvSpPr>
          <p:nvPr>
            <p:ph idx="1"/>
          </p:nvPr>
        </p:nvSpPr>
        <p:spPr/>
        <p:txBody>
          <a:bodyPr/>
          <a:lstStyle/>
          <a:p>
            <a:r>
              <a:rPr lang="en-IE" dirty="0"/>
              <a:t>So far, we have been inserting data manually through the INSERT INTO command</a:t>
            </a:r>
          </a:p>
          <a:p>
            <a:r>
              <a:rPr lang="en-IE" dirty="0"/>
              <a:t>We can also import existing data from a CSV file</a:t>
            </a:r>
          </a:p>
          <a:p>
            <a:r>
              <a:rPr lang="en-IE" dirty="0"/>
              <a:t>Let’s create a database about football players and the clubs they play for.</a:t>
            </a:r>
          </a:p>
          <a:p>
            <a:r>
              <a:rPr lang="en-IE" dirty="0"/>
              <a:t>The idea was to import the data from existing csv files and use SQL to retrieve data from these tables.</a:t>
            </a:r>
          </a:p>
          <a:p>
            <a:endParaRPr lang="en-IE" dirty="0"/>
          </a:p>
          <a:p>
            <a:endParaRPr lang="en-IE" dirty="0"/>
          </a:p>
        </p:txBody>
      </p:sp>
      <p:sp>
        <p:nvSpPr>
          <p:cNvPr id="2" name="Slide Number Placeholder 1">
            <a:extLst>
              <a:ext uri="{FF2B5EF4-FFF2-40B4-BE49-F238E27FC236}">
                <a16:creationId xmlns:a16="http://schemas.microsoft.com/office/drawing/2014/main" id="{BDFFF718-8C86-63CA-A6CF-8098698683A3}"/>
              </a:ext>
            </a:extLst>
          </p:cNvPr>
          <p:cNvSpPr>
            <a:spLocks noGrp="1"/>
          </p:cNvSpPr>
          <p:nvPr>
            <p:ph type="sldNum" sz="quarter" idx="12"/>
          </p:nvPr>
        </p:nvSpPr>
        <p:spPr/>
        <p:txBody>
          <a:bodyPr/>
          <a:lstStyle/>
          <a:p>
            <a:fld id="{1AE971F0-0CD2-4C47-8087-EBCE9716EA84}" type="slidenum">
              <a:rPr lang="en-GB" smtClean="0">
                <a:solidFill>
                  <a:schemeClr val="tx1"/>
                </a:solidFill>
              </a:rPr>
              <a:pPr/>
              <a:t>3</a:t>
            </a:fld>
            <a:endParaRPr lang="en-GB"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83ABD5-C871-F0A7-1D76-E718E1A1FB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283C74-79C3-D6E2-6FC3-8398DBCD86A0}"/>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Create</a:t>
            </a:r>
            <a:r>
              <a:rPr lang="pt-BR" dirty="0"/>
              <a:t> </a:t>
            </a:r>
            <a:r>
              <a:rPr lang="pt-BR" dirty="0" err="1"/>
              <a:t>the</a:t>
            </a:r>
            <a:r>
              <a:rPr lang="pt-BR" dirty="0"/>
              <a:t> </a:t>
            </a:r>
            <a:r>
              <a:rPr lang="pt-BR" dirty="0" err="1"/>
              <a:t>database</a:t>
            </a:r>
            <a:endParaRPr spc="-10" dirty="0"/>
          </a:p>
        </p:txBody>
      </p:sp>
      <p:sp>
        <p:nvSpPr>
          <p:cNvPr id="5" name="Content Placeholder 4">
            <a:extLst>
              <a:ext uri="{FF2B5EF4-FFF2-40B4-BE49-F238E27FC236}">
                <a16:creationId xmlns:a16="http://schemas.microsoft.com/office/drawing/2014/main" id="{EB4EF507-B6A7-E4C5-84E1-C7080F91CD41}"/>
              </a:ext>
            </a:extLst>
          </p:cNvPr>
          <p:cNvSpPr>
            <a:spLocks noGrp="1"/>
          </p:cNvSpPr>
          <p:nvPr>
            <p:ph idx="1"/>
          </p:nvPr>
        </p:nvSpPr>
        <p:spPr/>
        <p:txBody>
          <a:bodyPr/>
          <a:lstStyle/>
          <a:p>
            <a:r>
              <a:rPr lang="en-IE" dirty="0"/>
              <a:t>First, we will create a schema called </a:t>
            </a:r>
            <a:r>
              <a:rPr lang="en-IE" b="1" dirty="0"/>
              <a:t>football</a:t>
            </a:r>
            <a:r>
              <a:rPr lang="en-IE" dirty="0"/>
              <a:t>. Once this is done, we </a:t>
            </a:r>
            <a:r>
              <a:rPr lang="en-IE" b="1" dirty="0"/>
              <a:t>right-click on the schema -&gt; SQL Editor -&gt; New SQL Script</a:t>
            </a:r>
          </a:p>
          <a:p>
            <a:r>
              <a:rPr lang="en-IE" dirty="0"/>
              <a:t>Copy and paste the code presented in the file </a:t>
            </a:r>
            <a:r>
              <a:rPr lang="en-IE" b="1" dirty="0" err="1"/>
              <a:t>football.sql</a:t>
            </a:r>
            <a:endParaRPr lang="en-IE" dirty="0"/>
          </a:p>
          <a:p>
            <a:endParaRPr lang="en-IE" dirty="0"/>
          </a:p>
          <a:p>
            <a:endParaRPr lang="en-IE" dirty="0"/>
          </a:p>
        </p:txBody>
      </p:sp>
      <p:sp>
        <p:nvSpPr>
          <p:cNvPr id="2" name="Slide Number Placeholder 1">
            <a:extLst>
              <a:ext uri="{FF2B5EF4-FFF2-40B4-BE49-F238E27FC236}">
                <a16:creationId xmlns:a16="http://schemas.microsoft.com/office/drawing/2014/main" id="{15749EEE-7285-74E0-BC62-F71E746278C0}"/>
              </a:ext>
            </a:extLst>
          </p:cNvPr>
          <p:cNvSpPr>
            <a:spLocks noGrp="1"/>
          </p:cNvSpPr>
          <p:nvPr>
            <p:ph type="sldNum" sz="quarter" idx="12"/>
          </p:nvPr>
        </p:nvSpPr>
        <p:spPr/>
        <p:txBody>
          <a:bodyPr/>
          <a:lstStyle/>
          <a:p>
            <a:fld id="{1AE971F0-0CD2-4C47-8087-EBCE9716EA84}" type="slidenum">
              <a:rPr lang="en-GB" smtClean="0">
                <a:solidFill>
                  <a:schemeClr val="tx1"/>
                </a:solidFill>
              </a:rPr>
              <a:pPr/>
              <a:t>4</a:t>
            </a:fld>
            <a:endParaRPr lang="en-GB" dirty="0">
              <a:solidFill>
                <a:schemeClr val="tx1"/>
              </a:solidFill>
            </a:endParaRPr>
          </a:p>
        </p:txBody>
      </p:sp>
    </p:spTree>
    <p:extLst>
      <p:ext uri="{BB962C8B-B14F-4D97-AF65-F5344CB8AC3E}">
        <p14:creationId xmlns:p14="http://schemas.microsoft.com/office/powerpoint/2010/main" val="3154864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A469E2-8C88-C33E-846C-91643513B4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C8717B-BA3F-C74F-E45D-4DF09163E672}"/>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Import</a:t>
            </a:r>
            <a:r>
              <a:rPr lang="pt-BR" dirty="0"/>
              <a:t> </a:t>
            </a:r>
            <a:r>
              <a:rPr lang="pt-BR" dirty="0" err="1"/>
              <a:t>the</a:t>
            </a:r>
            <a:r>
              <a:rPr lang="pt-BR" dirty="0"/>
              <a:t> data</a:t>
            </a:r>
            <a:endParaRPr spc="-10" dirty="0"/>
          </a:p>
        </p:txBody>
      </p:sp>
      <p:sp>
        <p:nvSpPr>
          <p:cNvPr id="5" name="Content Placeholder 4">
            <a:extLst>
              <a:ext uri="{FF2B5EF4-FFF2-40B4-BE49-F238E27FC236}">
                <a16:creationId xmlns:a16="http://schemas.microsoft.com/office/drawing/2014/main" id="{2AFE84ED-F226-5FA4-6B45-84518198C547}"/>
              </a:ext>
            </a:extLst>
          </p:cNvPr>
          <p:cNvSpPr>
            <a:spLocks noGrp="1"/>
          </p:cNvSpPr>
          <p:nvPr>
            <p:ph idx="1"/>
          </p:nvPr>
        </p:nvSpPr>
        <p:spPr/>
        <p:txBody>
          <a:bodyPr/>
          <a:lstStyle/>
          <a:p>
            <a:r>
              <a:rPr lang="en-IE" dirty="0"/>
              <a:t>Once all tables are created, we can see them on the football schema (left menu in </a:t>
            </a:r>
            <a:r>
              <a:rPr lang="en-IE" dirty="0" err="1"/>
              <a:t>Dbeaver</a:t>
            </a:r>
            <a:r>
              <a:rPr lang="en-IE" dirty="0"/>
              <a:t>)</a:t>
            </a:r>
          </a:p>
          <a:p>
            <a:r>
              <a:rPr lang="en-IE" dirty="0"/>
              <a:t>We should now </a:t>
            </a:r>
            <a:r>
              <a:rPr lang="en-IE" b="1" dirty="0"/>
              <a:t>right-click each table -&gt; Import data</a:t>
            </a:r>
          </a:p>
          <a:p>
            <a:r>
              <a:rPr lang="en-IE" dirty="0"/>
              <a:t>Select the csv file related to each table</a:t>
            </a:r>
          </a:p>
          <a:p>
            <a:endParaRPr lang="en-IE" dirty="0"/>
          </a:p>
        </p:txBody>
      </p:sp>
      <p:sp>
        <p:nvSpPr>
          <p:cNvPr id="2" name="Slide Number Placeholder 1">
            <a:extLst>
              <a:ext uri="{FF2B5EF4-FFF2-40B4-BE49-F238E27FC236}">
                <a16:creationId xmlns:a16="http://schemas.microsoft.com/office/drawing/2014/main" id="{46A54338-C08D-436F-AE8D-1FF38A5BEAB1}"/>
              </a:ext>
            </a:extLst>
          </p:cNvPr>
          <p:cNvSpPr>
            <a:spLocks noGrp="1"/>
          </p:cNvSpPr>
          <p:nvPr>
            <p:ph type="sldNum" sz="quarter" idx="12"/>
          </p:nvPr>
        </p:nvSpPr>
        <p:spPr/>
        <p:txBody>
          <a:bodyPr/>
          <a:lstStyle/>
          <a:p>
            <a:fld id="{1AE971F0-0CD2-4C47-8087-EBCE9716EA84}" type="slidenum">
              <a:rPr lang="en-GB" smtClean="0">
                <a:solidFill>
                  <a:schemeClr val="tx1"/>
                </a:solidFill>
              </a:rPr>
              <a:pPr/>
              <a:t>5</a:t>
            </a:fld>
            <a:endParaRPr lang="en-GB" dirty="0">
              <a:solidFill>
                <a:schemeClr val="tx1"/>
              </a:solidFill>
            </a:endParaRPr>
          </a:p>
        </p:txBody>
      </p:sp>
    </p:spTree>
    <p:extLst>
      <p:ext uri="{BB962C8B-B14F-4D97-AF65-F5344CB8AC3E}">
        <p14:creationId xmlns:p14="http://schemas.microsoft.com/office/powerpoint/2010/main" val="2737836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57FD5F-560F-9F83-7209-B08B6F7240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D259B1-7D13-67C1-1C97-8E76B9E7085E}"/>
              </a:ext>
            </a:extLst>
          </p:cNvPr>
          <p:cNvSpPr>
            <a:spLocks noGrp="1"/>
          </p:cNvSpPr>
          <p:nvPr>
            <p:ph type="sldNum" sz="quarter" idx="12"/>
          </p:nvPr>
        </p:nvSpPr>
        <p:spPr/>
        <p:txBody>
          <a:bodyPr/>
          <a:lstStyle/>
          <a:p>
            <a:fld id="{1AE971F0-0CD2-4C47-8087-EBCE9716EA84}" type="slidenum">
              <a:rPr lang="en-GB" smtClean="0">
                <a:solidFill>
                  <a:schemeClr val="tx1"/>
                </a:solidFill>
              </a:rPr>
              <a:pPr/>
              <a:t>6</a:t>
            </a:fld>
            <a:endParaRPr lang="en-GB" dirty="0">
              <a:solidFill>
                <a:schemeClr val="tx1"/>
              </a:solidFill>
            </a:endParaRPr>
          </a:p>
        </p:txBody>
      </p:sp>
      <p:sp>
        <p:nvSpPr>
          <p:cNvPr id="4" name="TextBox 3">
            <a:extLst>
              <a:ext uri="{FF2B5EF4-FFF2-40B4-BE49-F238E27FC236}">
                <a16:creationId xmlns:a16="http://schemas.microsoft.com/office/drawing/2014/main" id="{2A05E4BB-1B88-5AC0-5F72-C8D18267CFF5}"/>
              </a:ext>
            </a:extLst>
          </p:cNvPr>
          <p:cNvSpPr txBox="1"/>
          <p:nvPr/>
        </p:nvSpPr>
        <p:spPr>
          <a:xfrm>
            <a:off x="25400" y="6473529"/>
            <a:ext cx="7620000" cy="769441"/>
          </a:xfrm>
          <a:prstGeom prst="rect">
            <a:avLst/>
          </a:prstGeom>
          <a:noFill/>
        </p:spPr>
        <p:txBody>
          <a:bodyPr wrap="square">
            <a:spAutoFit/>
          </a:bodyPr>
          <a:lstStyle/>
          <a:p>
            <a:r>
              <a:rPr lang="en-IE" sz="2200" dirty="0"/>
              <a:t>This database was created on </a:t>
            </a:r>
            <a:r>
              <a:rPr lang="en-IE" sz="2200" dirty="0" err="1"/>
              <a:t>Dbeaver</a:t>
            </a:r>
            <a:r>
              <a:rPr lang="en-IE" sz="2200" dirty="0"/>
              <a:t> and stores data imported from CSV datasets.</a:t>
            </a:r>
          </a:p>
        </p:txBody>
      </p:sp>
      <p:pic>
        <p:nvPicPr>
          <p:cNvPr id="6" name="Picture 5">
            <a:extLst>
              <a:ext uri="{FF2B5EF4-FFF2-40B4-BE49-F238E27FC236}">
                <a16:creationId xmlns:a16="http://schemas.microsoft.com/office/drawing/2014/main" id="{59BC627B-E68F-8F57-885B-F6447CB96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62" y="200025"/>
            <a:ext cx="10412338" cy="5893595"/>
          </a:xfrm>
          <a:prstGeom prst="rect">
            <a:avLst/>
          </a:prstGeom>
        </p:spPr>
      </p:pic>
    </p:spTree>
    <p:extLst>
      <p:ext uri="{BB962C8B-B14F-4D97-AF65-F5344CB8AC3E}">
        <p14:creationId xmlns:p14="http://schemas.microsoft.com/office/powerpoint/2010/main" val="590602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2D634-BB5B-345A-D098-120AD598148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E327D07-FAA7-77A4-8842-354993C8F40A}"/>
              </a:ext>
            </a:extLst>
          </p:cNvPr>
          <p:cNvSpPr txBox="1">
            <a:spLocks noGrp="1"/>
          </p:cNvSpPr>
          <p:nvPr>
            <p:ph type="title"/>
          </p:nvPr>
        </p:nvSpPr>
        <p:spPr>
          <a:xfrm>
            <a:off x="2184400" y="3476625"/>
            <a:ext cx="6324599" cy="754692"/>
          </a:xfrm>
          <a:prstGeom prst="rect">
            <a:avLst/>
          </a:prstGeom>
        </p:spPr>
        <p:txBody>
          <a:bodyPr vert="horz" wrap="square" lIns="0" tIns="76833" rIns="0" bIns="0" rtlCol="0">
            <a:spAutoFit/>
          </a:bodyPr>
          <a:lstStyle/>
          <a:p>
            <a:pPr marL="154305" algn="ctr">
              <a:lnSpc>
                <a:spcPct val="100000"/>
              </a:lnSpc>
              <a:spcBef>
                <a:spcPts val="95"/>
              </a:spcBef>
            </a:pPr>
            <a:r>
              <a:rPr lang="pt-BR" sz="4400" spc="-20" dirty="0"/>
              <a:t>JOINS</a:t>
            </a:r>
            <a:endParaRPr sz="4400" spc="-10" dirty="0"/>
          </a:p>
        </p:txBody>
      </p:sp>
      <p:sp>
        <p:nvSpPr>
          <p:cNvPr id="2" name="Slide Number Placeholder 1">
            <a:extLst>
              <a:ext uri="{FF2B5EF4-FFF2-40B4-BE49-F238E27FC236}">
                <a16:creationId xmlns:a16="http://schemas.microsoft.com/office/drawing/2014/main" id="{31AA7532-CC84-DB72-16E8-0728A027DA9F}"/>
              </a:ext>
            </a:extLst>
          </p:cNvPr>
          <p:cNvSpPr>
            <a:spLocks noGrp="1"/>
          </p:cNvSpPr>
          <p:nvPr>
            <p:ph type="sldNum" sz="quarter" idx="12"/>
          </p:nvPr>
        </p:nvSpPr>
        <p:spPr/>
        <p:txBody>
          <a:bodyPr/>
          <a:lstStyle/>
          <a:p>
            <a:fld id="{1AE971F0-0CD2-4C47-8087-EBCE9716EA84}" type="slidenum">
              <a:rPr lang="en-GB" smtClean="0">
                <a:solidFill>
                  <a:schemeClr val="tx1"/>
                </a:solidFill>
              </a:rPr>
              <a:pPr/>
              <a:t>7</a:t>
            </a:fld>
            <a:endParaRPr lang="en-GB" dirty="0">
              <a:solidFill>
                <a:schemeClr val="tx1"/>
              </a:solidFill>
            </a:endParaRPr>
          </a:p>
        </p:txBody>
      </p:sp>
    </p:spTree>
    <p:extLst>
      <p:ext uri="{BB962C8B-B14F-4D97-AF65-F5344CB8AC3E}">
        <p14:creationId xmlns:p14="http://schemas.microsoft.com/office/powerpoint/2010/main" val="333611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BBFE-D7B7-9C32-4B1E-D353F7A5EA5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5E6D5A2-F53A-BE9B-55F1-AE17BA9618A1}"/>
              </a:ext>
            </a:extLst>
          </p:cNvPr>
          <p:cNvSpPr txBox="1">
            <a:spLocks noGrp="1"/>
          </p:cNvSpPr>
          <p:nvPr>
            <p:ph type="title"/>
          </p:nvPr>
        </p:nvSpPr>
        <p:spPr>
          <a:xfrm>
            <a:off x="165100" y="561086"/>
            <a:ext cx="9601200" cy="671398"/>
          </a:xfrm>
          <a:prstGeom prst="rect">
            <a:avLst/>
          </a:prstGeom>
        </p:spPr>
        <p:txBody>
          <a:bodyPr vert="horz" wrap="square" lIns="0" tIns="76768" rIns="0" bIns="0" rtlCol="0" anchor="ctr">
            <a:spAutoFit/>
          </a:bodyPr>
          <a:lstStyle/>
          <a:p>
            <a:pPr marL="154816">
              <a:lnSpc>
                <a:spcPct val="100000"/>
              </a:lnSpc>
              <a:spcBef>
                <a:spcPts val="95"/>
              </a:spcBef>
            </a:pPr>
            <a:r>
              <a:rPr lang="pt-BR" dirty="0" err="1"/>
              <a:t>JOINs</a:t>
            </a:r>
            <a:endParaRPr spc="-10" dirty="0"/>
          </a:p>
        </p:txBody>
      </p:sp>
      <p:sp>
        <p:nvSpPr>
          <p:cNvPr id="4" name="Content Placeholder 3">
            <a:extLst>
              <a:ext uri="{FF2B5EF4-FFF2-40B4-BE49-F238E27FC236}">
                <a16:creationId xmlns:a16="http://schemas.microsoft.com/office/drawing/2014/main" id="{960C0D7D-EAC8-5E8B-375E-7304B83613C9}"/>
              </a:ext>
            </a:extLst>
          </p:cNvPr>
          <p:cNvSpPr>
            <a:spLocks noGrp="1"/>
          </p:cNvSpPr>
          <p:nvPr>
            <p:ph type="body" idx="1"/>
          </p:nvPr>
        </p:nvSpPr>
        <p:spPr>
          <a:xfrm>
            <a:off x="317501" y="2014744"/>
            <a:ext cx="9982199" cy="4794530"/>
          </a:xfrm>
        </p:spPr>
        <p:txBody>
          <a:bodyPr>
            <a:normAutofit/>
          </a:bodyPr>
          <a:lstStyle/>
          <a:p>
            <a:pPr marL="457200" indent="-457200"/>
            <a:r>
              <a:rPr lang="en-IE" sz="2500" dirty="0"/>
              <a:t>So far, in our queries, we have been looking at one table at a time.</a:t>
            </a:r>
          </a:p>
          <a:p>
            <a:pPr marL="457200" indent="-457200"/>
            <a:r>
              <a:rPr lang="en-IE" sz="2500" dirty="0"/>
              <a:t>But what if we want to get data from </a:t>
            </a:r>
            <a:r>
              <a:rPr lang="en-IE" sz="2500" b="1" dirty="0"/>
              <a:t>two</a:t>
            </a:r>
            <a:r>
              <a:rPr lang="en-IE" sz="2500" dirty="0"/>
              <a:t> tables in a </a:t>
            </a:r>
            <a:r>
              <a:rPr lang="en-IE" sz="2500" b="1" dirty="0"/>
              <a:t>single query</a:t>
            </a:r>
            <a:r>
              <a:rPr lang="en-IE" sz="2500" dirty="0"/>
              <a:t>?</a:t>
            </a:r>
          </a:p>
          <a:p>
            <a:pPr marL="457200" indent="-457200"/>
            <a:r>
              <a:rPr lang="en-IE" sz="2500" dirty="0"/>
              <a:t>In SQL, you often need to write queries that get data from two or more tables.</a:t>
            </a:r>
          </a:p>
          <a:p>
            <a:pPr marL="457200" indent="-457200"/>
            <a:r>
              <a:rPr lang="en-IE" sz="2500" dirty="0"/>
              <a:t>This is possible because the tables are connected through </a:t>
            </a:r>
            <a:r>
              <a:rPr lang="en-IE" sz="2500" b="1" dirty="0"/>
              <a:t>foreign keys</a:t>
            </a:r>
            <a:r>
              <a:rPr lang="en-IE" sz="2500" dirty="0"/>
              <a:t>.</a:t>
            </a:r>
          </a:p>
          <a:p>
            <a:pPr marL="457200" indent="-457200"/>
            <a:endParaRPr lang="en-IE" sz="2500" dirty="0"/>
          </a:p>
        </p:txBody>
      </p:sp>
      <p:sp>
        <p:nvSpPr>
          <p:cNvPr id="6" name="Slide Number Placeholder 5">
            <a:extLst>
              <a:ext uri="{FF2B5EF4-FFF2-40B4-BE49-F238E27FC236}">
                <a16:creationId xmlns:a16="http://schemas.microsoft.com/office/drawing/2014/main" id="{EB8C0BE2-04AF-9805-0333-1232390EC0BB}"/>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8</a:t>
            </a:fld>
            <a:endParaRPr lang="en-GB" dirty="0"/>
          </a:p>
        </p:txBody>
      </p:sp>
    </p:spTree>
    <p:extLst>
      <p:ext uri="{BB962C8B-B14F-4D97-AF65-F5344CB8AC3E}">
        <p14:creationId xmlns:p14="http://schemas.microsoft.com/office/powerpoint/2010/main" val="1444214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631"/>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dirty="0" err="1"/>
              <a:t>Joins</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850901" y="2014744"/>
            <a:ext cx="9448799" cy="4794530"/>
          </a:xfrm>
        </p:spPr>
        <p:txBody>
          <a:bodyPr>
            <a:normAutofit/>
          </a:bodyPr>
          <a:lstStyle/>
          <a:p>
            <a:pPr marL="457200" indent="-457200"/>
            <a:r>
              <a:rPr lang="en-IE" dirty="0"/>
              <a:t>A join is a query that combines data from two tables at once, linked together by a common value (foreign key).</a:t>
            </a:r>
          </a:p>
          <a:p>
            <a:pPr marL="457200" indent="-457200"/>
            <a:r>
              <a:rPr lang="en-IE" dirty="0"/>
              <a:t>The JOIN illustrates one of the major benefits of using a relational database.</a:t>
            </a:r>
          </a:p>
          <a:p>
            <a:pPr marL="457200" indent="-457200"/>
            <a:r>
              <a:rPr lang="en-IE" dirty="0"/>
              <a:t>It combines rows from two or more tables based on the related column they have</a:t>
            </a:r>
          </a:p>
        </p:txBody>
      </p:sp>
      <p:sp>
        <p:nvSpPr>
          <p:cNvPr id="6" name="Slide Number Placeholder 5">
            <a:extLst>
              <a:ext uri="{FF2B5EF4-FFF2-40B4-BE49-F238E27FC236}">
                <a16:creationId xmlns:a16="http://schemas.microsoft.com/office/drawing/2014/main" id="{79375EE8-1B35-B1B9-1B3B-3D9702500375}"/>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9</a:t>
            </a:fld>
            <a:endParaRPr lang="en-GB" dirty="0"/>
          </a:p>
        </p:txBody>
      </p:sp>
    </p:spTree>
    <p:extLst>
      <p:ext uri="{BB962C8B-B14F-4D97-AF65-F5344CB8AC3E}">
        <p14:creationId xmlns:p14="http://schemas.microsoft.com/office/powerpoint/2010/main" val="377298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631"/>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dirty="0" err="1"/>
              <a:t>Joins</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739043" y="2014744"/>
            <a:ext cx="9560656" cy="4794530"/>
          </a:xfrm>
        </p:spPr>
        <p:txBody>
          <a:bodyPr>
            <a:normAutofit/>
          </a:bodyPr>
          <a:lstStyle/>
          <a:p>
            <a:pPr marL="457200" indent="-457200"/>
            <a:r>
              <a:rPr lang="en-IE" dirty="0"/>
              <a:t>There are different types of joins, and they can be used depending on what data you want to retrieve.</a:t>
            </a:r>
          </a:p>
        </p:txBody>
      </p:sp>
      <p:sp>
        <p:nvSpPr>
          <p:cNvPr id="7" name="Slide Number Placeholder 6">
            <a:extLst>
              <a:ext uri="{FF2B5EF4-FFF2-40B4-BE49-F238E27FC236}">
                <a16:creationId xmlns:a16="http://schemas.microsoft.com/office/drawing/2014/main" id="{3C8B07DC-E0A3-559C-4D04-0F9218125E05}"/>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10</a:t>
            </a:fld>
            <a:endParaRPr lang="en-GB" dirty="0"/>
          </a:p>
        </p:txBody>
      </p:sp>
      <p:pic>
        <p:nvPicPr>
          <p:cNvPr id="2" name="object 5">
            <a:extLst>
              <a:ext uri="{FF2B5EF4-FFF2-40B4-BE49-F238E27FC236}">
                <a16:creationId xmlns:a16="http://schemas.microsoft.com/office/drawing/2014/main" id="{7CA13407-B080-162F-9043-047F4446F4AE}"/>
              </a:ext>
            </a:extLst>
          </p:cNvPr>
          <p:cNvPicPr/>
          <p:nvPr/>
        </p:nvPicPr>
        <p:blipFill>
          <a:blip r:embed="rId2" cstate="print"/>
          <a:stretch>
            <a:fillRect/>
          </a:stretch>
        </p:blipFill>
        <p:spPr>
          <a:xfrm>
            <a:off x="0" y="3982561"/>
            <a:ext cx="10693400" cy="1921186"/>
          </a:xfrm>
          <a:prstGeom prst="rect">
            <a:avLst/>
          </a:prstGeom>
        </p:spPr>
      </p:pic>
    </p:spTree>
    <p:extLst>
      <p:ext uri="{BB962C8B-B14F-4D97-AF65-F5344CB8AC3E}">
        <p14:creationId xmlns:p14="http://schemas.microsoft.com/office/powerpoint/2010/main" val="2767149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631"/>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317501" y="2014744"/>
            <a:ext cx="9982199" cy="4794530"/>
          </a:xfrm>
        </p:spPr>
        <p:txBody>
          <a:bodyPr>
            <a:normAutofit fontScale="92500"/>
          </a:bodyPr>
          <a:lstStyle/>
          <a:p>
            <a:pPr marL="457200" indent="-457200"/>
            <a:r>
              <a:rPr lang="en-IE" dirty="0"/>
              <a:t>This statement returns rows from both tables where matching values are found.</a:t>
            </a:r>
          </a:p>
          <a:p>
            <a:pPr marL="457200" indent="-457200"/>
            <a:r>
              <a:rPr lang="en-IE" dirty="0"/>
              <a:t>This type of join tells the DBMS you want to see all records in table1 and table2 where there is a record in both tables (matching records).</a:t>
            </a:r>
          </a:p>
          <a:p>
            <a:pPr marL="457200" indent="-457200"/>
            <a:r>
              <a:rPr lang="en-IE" dirty="0"/>
              <a:t>This makes sense for us because, due to the foreign key, we can trust the integrity of the data.</a:t>
            </a:r>
          </a:p>
          <a:p>
            <a:pPr marL="457200" indent="-457200"/>
            <a:r>
              <a:rPr lang="en-IE" dirty="0"/>
              <a:t>Inner Join syntax compares rows of table1 with table2 to check if anything matches based on the condition provided in the ON clause.</a:t>
            </a:r>
          </a:p>
          <a:p>
            <a:endParaRPr lang="en-IE" dirty="0"/>
          </a:p>
        </p:txBody>
      </p:sp>
      <p:sp>
        <p:nvSpPr>
          <p:cNvPr id="6" name="Slide Number Placeholder 5">
            <a:extLst>
              <a:ext uri="{FF2B5EF4-FFF2-40B4-BE49-F238E27FC236}">
                <a16:creationId xmlns:a16="http://schemas.microsoft.com/office/drawing/2014/main" id="{0372C4BC-1B32-3EFB-A4A0-7F7D828C5D36}"/>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11</a:t>
            </a:fld>
            <a:endParaRPr lang="en-GB" dirty="0"/>
          </a:p>
        </p:txBody>
      </p:sp>
    </p:spTree>
    <p:extLst>
      <p:ext uri="{BB962C8B-B14F-4D97-AF65-F5344CB8AC3E}">
        <p14:creationId xmlns:p14="http://schemas.microsoft.com/office/powerpoint/2010/main" val="3898251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631"/>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SYNTAX</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279053" y="1876426"/>
            <a:ext cx="9982199" cy="5544931"/>
          </a:xfrm>
        </p:spPr>
        <p:txBody>
          <a:bodyPr>
            <a:normAutofit/>
          </a:bodyPr>
          <a:lstStyle/>
          <a:p>
            <a:pPr marL="457200" indent="-457200"/>
            <a:r>
              <a:rPr lang="en-IE" dirty="0"/>
              <a:t>The syntax is simple: the INNER JOIN is part of a select statement and includes the word JOIN and an ON (or USING) clause to determine what data the two tables have in common</a:t>
            </a:r>
          </a:p>
          <a:p>
            <a:pPr marL="457200" indent="-457200"/>
            <a:endParaRPr lang="en-IE" dirty="0"/>
          </a:p>
          <a:p>
            <a:pPr marL="0" indent="0">
              <a:buNone/>
            </a:pPr>
            <a:endParaRPr lang="en-IE" dirty="0"/>
          </a:p>
          <a:p>
            <a:pPr marL="457200" indent="-457200"/>
            <a:r>
              <a:rPr lang="en-IE" dirty="0"/>
              <a:t>As the INNER JOIN retrieves only the data the two tables have in common, the order of tables in the FROM…JOIN part does not matter</a:t>
            </a:r>
          </a:p>
          <a:p>
            <a:endParaRPr lang="en-IE" dirty="0"/>
          </a:p>
        </p:txBody>
      </p:sp>
      <p:sp>
        <p:nvSpPr>
          <p:cNvPr id="7" name="Slide Number Placeholder 6">
            <a:extLst>
              <a:ext uri="{FF2B5EF4-FFF2-40B4-BE49-F238E27FC236}">
                <a16:creationId xmlns:a16="http://schemas.microsoft.com/office/drawing/2014/main" id="{2D50C125-024F-977C-04AE-EA112C615E57}"/>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12</a:t>
            </a:fld>
            <a:endParaRPr lang="en-GB" dirty="0"/>
          </a:p>
        </p:txBody>
      </p:sp>
      <p:sp>
        <p:nvSpPr>
          <p:cNvPr id="2" name="object 8">
            <a:extLst>
              <a:ext uri="{FF2B5EF4-FFF2-40B4-BE49-F238E27FC236}">
                <a16:creationId xmlns:a16="http://schemas.microsoft.com/office/drawing/2014/main" id="{D552ED2E-8DDB-D6B8-3611-52BE0D6C1404}"/>
              </a:ext>
            </a:extLst>
          </p:cNvPr>
          <p:cNvSpPr txBox="1"/>
          <p:nvPr/>
        </p:nvSpPr>
        <p:spPr>
          <a:xfrm>
            <a:off x="653397" y="3877069"/>
            <a:ext cx="9753599" cy="576504"/>
          </a:xfrm>
          <a:prstGeom prst="rect">
            <a:avLst/>
          </a:prstGeom>
          <a:solidFill>
            <a:srgbClr val="000000"/>
          </a:solidFill>
        </p:spPr>
        <p:txBody>
          <a:bodyPr vert="horz" wrap="square" lIns="0" tIns="30480" rIns="0" bIns="0" rtlCol="0">
            <a:spAutoFit/>
          </a:bodyPr>
          <a:lstStyle/>
          <a:p>
            <a:pPr marL="91440" marR="3172460">
              <a:lnSpc>
                <a:spcPct val="101099"/>
              </a:lnSpc>
              <a:spcBef>
                <a:spcPts val="240"/>
              </a:spcBef>
            </a:pPr>
            <a:r>
              <a:rPr dirty="0">
                <a:solidFill>
                  <a:srgbClr val="569CD6"/>
                </a:solidFill>
                <a:latin typeface="Menlo"/>
                <a:cs typeface="Menlo"/>
              </a:rPr>
              <a:t>SELECT</a:t>
            </a:r>
            <a:r>
              <a:rPr spc="5" dirty="0">
                <a:solidFill>
                  <a:srgbClr val="569CD6"/>
                </a:solidFill>
                <a:latin typeface="Menlo"/>
                <a:cs typeface="Menlo"/>
              </a:rPr>
              <a:t> </a:t>
            </a:r>
            <a:r>
              <a:rPr spc="-10" dirty="0">
                <a:solidFill>
                  <a:srgbClr val="D4D4D4"/>
                </a:solidFill>
                <a:latin typeface="Menlo"/>
                <a:cs typeface="Menlo"/>
              </a:rPr>
              <a:t>column_name(s) </a:t>
            </a:r>
            <a:r>
              <a:rPr dirty="0">
                <a:solidFill>
                  <a:srgbClr val="569CD6"/>
                </a:solidFill>
                <a:latin typeface="Menlo"/>
                <a:cs typeface="Menlo"/>
              </a:rPr>
              <a:t>FROM</a:t>
            </a:r>
            <a:r>
              <a:rPr spc="5" dirty="0">
                <a:solidFill>
                  <a:srgbClr val="569CD6"/>
                </a:solidFill>
                <a:latin typeface="Menlo"/>
                <a:cs typeface="Menlo"/>
              </a:rPr>
              <a:t> </a:t>
            </a:r>
            <a:r>
              <a:rPr spc="-10" dirty="0">
                <a:solidFill>
                  <a:srgbClr val="D4D4D4"/>
                </a:solidFill>
                <a:latin typeface="Menlo"/>
                <a:cs typeface="Menlo"/>
              </a:rPr>
              <a:t>table1</a:t>
            </a:r>
            <a:r>
              <a:rPr lang="pt-BR" spc="-10" dirty="0">
                <a:latin typeface="Menlo"/>
                <a:cs typeface="Menlo"/>
              </a:rPr>
              <a:t> </a:t>
            </a:r>
            <a:r>
              <a:rPr dirty="0">
                <a:solidFill>
                  <a:srgbClr val="569CD6"/>
                </a:solidFill>
                <a:latin typeface="Menlo"/>
                <a:cs typeface="Menlo"/>
              </a:rPr>
              <a:t>JOIN</a:t>
            </a:r>
            <a:r>
              <a:rPr spc="5" dirty="0">
                <a:solidFill>
                  <a:srgbClr val="569CD6"/>
                </a:solidFill>
                <a:latin typeface="Menlo"/>
                <a:cs typeface="Menlo"/>
              </a:rPr>
              <a:t> </a:t>
            </a:r>
            <a:r>
              <a:rPr spc="-10" dirty="0">
                <a:solidFill>
                  <a:srgbClr val="D4D4D4"/>
                </a:solidFill>
                <a:latin typeface="Menlo"/>
                <a:cs typeface="Menlo"/>
              </a:rPr>
              <a:t>table2</a:t>
            </a:r>
            <a:r>
              <a:rPr lang="pt-BR" spc="-10" dirty="0">
                <a:latin typeface="Menlo"/>
                <a:cs typeface="Menlo"/>
              </a:rPr>
              <a:t> </a:t>
            </a:r>
            <a:r>
              <a:rPr dirty="0">
                <a:solidFill>
                  <a:srgbClr val="569CD6"/>
                </a:solidFill>
                <a:latin typeface="Menlo"/>
                <a:cs typeface="Menlo"/>
              </a:rPr>
              <a:t>ON</a:t>
            </a:r>
            <a:r>
              <a:rPr spc="5" dirty="0">
                <a:solidFill>
                  <a:srgbClr val="569CD6"/>
                </a:solidFill>
                <a:latin typeface="Menlo"/>
                <a:cs typeface="Menlo"/>
              </a:rPr>
              <a:t> </a:t>
            </a:r>
            <a:r>
              <a:rPr dirty="0">
                <a:solidFill>
                  <a:srgbClr val="D4D4D4"/>
                </a:solidFill>
                <a:latin typeface="Menlo"/>
                <a:cs typeface="Menlo"/>
              </a:rPr>
              <a:t>table1.column_name</a:t>
            </a:r>
            <a:r>
              <a:rPr spc="5" dirty="0">
                <a:solidFill>
                  <a:srgbClr val="D4D4D4"/>
                </a:solidFill>
                <a:latin typeface="Menlo"/>
                <a:cs typeface="Menlo"/>
              </a:rPr>
              <a:t> </a:t>
            </a:r>
            <a:r>
              <a:rPr dirty="0">
                <a:solidFill>
                  <a:srgbClr val="D4D4D4"/>
                </a:solidFill>
                <a:latin typeface="Menlo"/>
                <a:cs typeface="Menlo"/>
              </a:rPr>
              <a:t>=</a:t>
            </a:r>
            <a:r>
              <a:rPr spc="5" dirty="0">
                <a:solidFill>
                  <a:srgbClr val="D4D4D4"/>
                </a:solidFill>
                <a:latin typeface="Menlo"/>
                <a:cs typeface="Menlo"/>
              </a:rPr>
              <a:t> </a:t>
            </a:r>
            <a:r>
              <a:rPr spc="-10" dirty="0">
                <a:solidFill>
                  <a:srgbClr val="D4D4D4"/>
                </a:solidFill>
                <a:latin typeface="Menlo"/>
                <a:cs typeface="Menlo"/>
              </a:rPr>
              <a:t>table2.column_name;</a:t>
            </a:r>
            <a:endParaRPr dirty="0">
              <a:latin typeface="Menlo"/>
              <a:cs typeface="Menlo"/>
            </a:endParaRPr>
          </a:p>
        </p:txBody>
      </p:sp>
    </p:spTree>
    <p:extLst>
      <p:ext uri="{BB962C8B-B14F-4D97-AF65-F5344CB8AC3E}">
        <p14:creationId xmlns:p14="http://schemas.microsoft.com/office/powerpoint/2010/main" val="966623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0A3A-2D84-6C88-54F5-CC1C98AA87A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D7BF577-7967-7243-580A-475EE9FF0CD9}"/>
              </a:ext>
            </a:extLst>
          </p:cNvPr>
          <p:cNvSpPr txBox="1">
            <a:spLocks noGrp="1"/>
          </p:cNvSpPr>
          <p:nvPr>
            <p:ph type="title"/>
          </p:nvPr>
        </p:nvSpPr>
        <p:spPr>
          <a:xfrm>
            <a:off x="739043" y="799126"/>
            <a:ext cx="9215314" cy="67139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SYNTAX – </a:t>
            </a:r>
            <a:r>
              <a:rPr lang="pt-BR" spc="-10" dirty="0" err="1"/>
              <a:t>Table</a:t>
            </a:r>
            <a:r>
              <a:rPr lang="pt-BR" spc="-10" dirty="0"/>
              <a:t> </a:t>
            </a:r>
            <a:r>
              <a:rPr lang="pt-BR" spc="-10" dirty="0" err="1"/>
              <a:t>Order</a:t>
            </a:r>
            <a:endParaRPr spc="-10" dirty="0"/>
          </a:p>
        </p:txBody>
      </p:sp>
      <p:sp>
        <p:nvSpPr>
          <p:cNvPr id="4" name="Content Placeholder 3">
            <a:extLst>
              <a:ext uri="{FF2B5EF4-FFF2-40B4-BE49-F238E27FC236}">
                <a16:creationId xmlns:a16="http://schemas.microsoft.com/office/drawing/2014/main" id="{DEE9EBE8-13E6-2A3B-19C0-E79E89C6A420}"/>
              </a:ext>
            </a:extLst>
          </p:cNvPr>
          <p:cNvSpPr>
            <a:spLocks noGrp="1"/>
          </p:cNvSpPr>
          <p:nvPr>
            <p:ph type="body" idx="1"/>
          </p:nvPr>
        </p:nvSpPr>
        <p:spPr>
          <a:xfrm>
            <a:off x="176532" y="1897019"/>
            <a:ext cx="9982199" cy="4859131"/>
          </a:xfrm>
        </p:spPr>
        <p:txBody>
          <a:bodyPr>
            <a:normAutofit fontScale="92500" lnSpcReduction="20000"/>
          </a:bodyPr>
          <a:lstStyle/>
          <a:p>
            <a:pPr marL="457200" indent="-457200"/>
            <a:r>
              <a:rPr lang="en-IE" sz="2500" dirty="0"/>
              <a:t>The order of the tables in an INNER JOIN does not affect which rows are returned because the INNER JOIN only returns rows that satisfy the join condition (the matching records)</a:t>
            </a:r>
          </a:p>
          <a:p>
            <a:pPr marL="457200" indent="-457200"/>
            <a:endParaRPr lang="en-IE" sz="2500" dirty="0"/>
          </a:p>
          <a:p>
            <a:pPr marL="457200" indent="-457200"/>
            <a:r>
              <a:rPr lang="en-IE" sz="2500" dirty="0"/>
              <a:t>PostgreSQL's optimiser is generally smart enough to reorder the joins internally to maximise performance, so in most cases, you don't need to worry about the order of the tables for performance reasons.</a:t>
            </a:r>
          </a:p>
          <a:p>
            <a:endParaRPr lang="en-IE" sz="2500" dirty="0"/>
          </a:p>
          <a:p>
            <a:pPr marL="457200" indent="-457200"/>
            <a:r>
              <a:rPr lang="en-IE" sz="2500" dirty="0"/>
              <a:t>Be mindful about the order if you are using a different DBMS!</a:t>
            </a:r>
          </a:p>
        </p:txBody>
      </p:sp>
      <p:sp>
        <p:nvSpPr>
          <p:cNvPr id="7" name="Slide Number Placeholder 6">
            <a:extLst>
              <a:ext uri="{FF2B5EF4-FFF2-40B4-BE49-F238E27FC236}">
                <a16:creationId xmlns:a16="http://schemas.microsoft.com/office/drawing/2014/main" id="{AE04E848-534B-EBAE-13F5-2F76E5BBB195}"/>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13</a:t>
            </a:fld>
            <a:endParaRPr lang="en-GB" dirty="0"/>
          </a:p>
        </p:txBody>
      </p:sp>
    </p:spTree>
    <p:extLst>
      <p:ext uri="{BB962C8B-B14F-4D97-AF65-F5344CB8AC3E}">
        <p14:creationId xmlns:p14="http://schemas.microsoft.com/office/powerpoint/2010/main" val="94075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405D-2B8A-50FD-8C2B-1D93985CF08F}"/>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97950C5-63FE-CA78-1A22-2BC7900D7103}"/>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14</a:t>
            </a:fld>
            <a:endParaRPr lang="en-GB" dirty="0"/>
          </a:p>
        </p:txBody>
      </p:sp>
      <p:sp>
        <p:nvSpPr>
          <p:cNvPr id="4" name="TextBox 3">
            <a:extLst>
              <a:ext uri="{FF2B5EF4-FFF2-40B4-BE49-F238E27FC236}">
                <a16:creationId xmlns:a16="http://schemas.microsoft.com/office/drawing/2014/main" id="{FD2F3AD5-CB12-7B9F-9CC7-A3CB305B9BB9}"/>
              </a:ext>
            </a:extLst>
          </p:cNvPr>
          <p:cNvSpPr txBox="1"/>
          <p:nvPr/>
        </p:nvSpPr>
        <p:spPr>
          <a:xfrm>
            <a:off x="215900" y="5229225"/>
            <a:ext cx="10312400" cy="1446550"/>
          </a:xfrm>
          <a:prstGeom prst="rect">
            <a:avLst/>
          </a:prstGeom>
          <a:noFill/>
        </p:spPr>
        <p:txBody>
          <a:bodyPr wrap="square">
            <a:spAutoFit/>
          </a:bodyPr>
          <a:lstStyle/>
          <a:p>
            <a:pPr marL="11113" indent="-11113"/>
            <a:r>
              <a:rPr lang="en-IE" sz="2200" dirty="0"/>
              <a:t>If we want to get data on the players (</a:t>
            </a:r>
            <a:r>
              <a:rPr lang="en-IE" sz="2200" b="1" dirty="0"/>
              <a:t>name, nationality, age</a:t>
            </a:r>
            <a:r>
              <a:rPr lang="en-IE" sz="2200" dirty="0"/>
              <a:t>) and their attributes (</a:t>
            </a:r>
            <a:r>
              <a:rPr lang="en-IE" sz="2200" b="1" dirty="0"/>
              <a:t>potential, weak foot</a:t>
            </a:r>
            <a:r>
              <a:rPr lang="en-IE" sz="2200" dirty="0"/>
              <a:t>), we need to use a JOIN, as this data is in two different tables. However, I only want data that is shared by both tables – if I have no info on a specific player, that player’s name, nationality and age won’t be retrieved).</a:t>
            </a:r>
          </a:p>
        </p:txBody>
      </p:sp>
      <p:pic>
        <p:nvPicPr>
          <p:cNvPr id="2" name="Picture 1">
            <a:extLst>
              <a:ext uri="{FF2B5EF4-FFF2-40B4-BE49-F238E27FC236}">
                <a16:creationId xmlns:a16="http://schemas.microsoft.com/office/drawing/2014/main" id="{83F612E2-960B-A0DB-5038-3C5784889A79}"/>
              </a:ext>
            </a:extLst>
          </p:cNvPr>
          <p:cNvPicPr>
            <a:picLocks noChangeAspect="1"/>
          </p:cNvPicPr>
          <p:nvPr/>
        </p:nvPicPr>
        <p:blipFill>
          <a:blip r:embed="rId2">
            <a:extLst>
              <a:ext uri="{28A0092B-C50C-407E-A947-70E740481C1C}">
                <a14:useLocalDpi xmlns:a14="http://schemas.microsoft.com/office/drawing/2010/main" val="0"/>
              </a:ext>
            </a:extLst>
          </a:blip>
          <a:srcRect b="14667"/>
          <a:stretch>
            <a:fillRect/>
          </a:stretch>
        </p:blipFill>
        <p:spPr>
          <a:xfrm>
            <a:off x="192162" y="47625"/>
            <a:ext cx="10412338" cy="5029200"/>
          </a:xfrm>
          <a:prstGeom prst="rect">
            <a:avLst/>
          </a:prstGeom>
        </p:spPr>
      </p:pic>
    </p:spTree>
    <p:extLst>
      <p:ext uri="{BB962C8B-B14F-4D97-AF65-F5344CB8AC3E}">
        <p14:creationId xmlns:p14="http://schemas.microsoft.com/office/powerpoint/2010/main" val="1118399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D23E-1071-3B25-5A4F-44121360480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A02617B-C855-AF66-054A-A214A8A24B03}"/>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15</a:t>
            </a:fld>
            <a:endParaRPr lang="en-GB" dirty="0"/>
          </a:p>
        </p:txBody>
      </p:sp>
      <p:sp>
        <p:nvSpPr>
          <p:cNvPr id="4" name="TextBox 3">
            <a:extLst>
              <a:ext uri="{FF2B5EF4-FFF2-40B4-BE49-F238E27FC236}">
                <a16:creationId xmlns:a16="http://schemas.microsoft.com/office/drawing/2014/main" id="{7CEDD3DD-2FD9-7230-79A4-9270536B24F7}"/>
              </a:ext>
            </a:extLst>
          </p:cNvPr>
          <p:cNvSpPr txBox="1"/>
          <p:nvPr/>
        </p:nvSpPr>
        <p:spPr>
          <a:xfrm>
            <a:off x="215900" y="5229225"/>
            <a:ext cx="10312400" cy="1446550"/>
          </a:xfrm>
          <a:prstGeom prst="rect">
            <a:avLst/>
          </a:prstGeom>
          <a:noFill/>
        </p:spPr>
        <p:txBody>
          <a:bodyPr wrap="square">
            <a:spAutoFit/>
          </a:bodyPr>
          <a:lstStyle/>
          <a:p>
            <a:pPr marL="11113" indent="-11113"/>
            <a:r>
              <a:rPr lang="en-IE" sz="2200" dirty="0"/>
              <a:t>If we want to get data on the players (</a:t>
            </a:r>
            <a:r>
              <a:rPr lang="en-IE" sz="2200" b="1" dirty="0"/>
              <a:t>name, nationality, age</a:t>
            </a:r>
            <a:r>
              <a:rPr lang="en-IE" sz="2200" dirty="0"/>
              <a:t>) and their attributes (</a:t>
            </a:r>
            <a:r>
              <a:rPr lang="en-IE" sz="2200" b="1" dirty="0"/>
              <a:t>potential, weak foot</a:t>
            </a:r>
            <a:r>
              <a:rPr lang="en-IE" sz="2200" dirty="0"/>
              <a:t>), we need to use a JOIN, as this data is in two different tables. However, I only want data that is shared by both tables – if I have no info on a specific player, that player’s name, nationality and age won’t be retrieved).</a:t>
            </a:r>
          </a:p>
        </p:txBody>
      </p:sp>
      <p:sp>
        <p:nvSpPr>
          <p:cNvPr id="3" name="TextBox 2">
            <a:extLst>
              <a:ext uri="{FF2B5EF4-FFF2-40B4-BE49-F238E27FC236}">
                <a16:creationId xmlns:a16="http://schemas.microsoft.com/office/drawing/2014/main" id="{68A6A291-B4CF-579E-175C-98E9927290C8}"/>
              </a:ext>
            </a:extLst>
          </p:cNvPr>
          <p:cNvSpPr txBox="1"/>
          <p:nvPr/>
        </p:nvSpPr>
        <p:spPr>
          <a:xfrm>
            <a:off x="698500" y="1495425"/>
            <a:ext cx="8534400" cy="2585323"/>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 Data on players with their attributes.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a:t>
            </a:r>
          </a:p>
          <a:p>
            <a:pPr lvl="2"/>
            <a:r>
              <a:rPr lang="en-IE" dirty="0">
                <a:solidFill>
                  <a:srgbClr val="006464"/>
                </a:solidFill>
                <a:effectLst/>
                <a:latin typeface="Menlo" panose="020B0609030804020204" pitchFamily="49" charset="0"/>
              </a:rPr>
              <a:t>nationality</a:t>
            </a:r>
            <a:r>
              <a:rPr lang="en-IE" dirty="0">
                <a:solidFill>
                  <a:srgbClr val="000000"/>
                </a:solidFill>
                <a:effectLst/>
                <a:latin typeface="Menlo" panose="020B0609030804020204" pitchFamily="49" charset="0"/>
              </a:rPr>
              <a:t>,</a:t>
            </a:r>
          </a:p>
          <a:p>
            <a:pPr lvl="2"/>
            <a:r>
              <a:rPr lang="en-IE" dirty="0">
                <a:solidFill>
                  <a:srgbClr val="006464"/>
                </a:solidFill>
                <a:effectLst/>
                <a:latin typeface="Menlo" panose="020B0609030804020204" pitchFamily="49" charset="0"/>
              </a:rPr>
              <a:t>age</a:t>
            </a:r>
            <a:r>
              <a:rPr lang="en-IE" dirty="0">
                <a:solidFill>
                  <a:srgbClr val="000000"/>
                </a:solidFill>
                <a:effectLst/>
                <a:latin typeface="Menlo" panose="020B0609030804020204" pitchFamily="49" charset="0"/>
              </a:rPr>
              <a:t>,</a:t>
            </a:r>
          </a:p>
          <a:p>
            <a:pPr lvl="2"/>
            <a:r>
              <a:rPr lang="en-IE" dirty="0">
                <a:solidFill>
                  <a:srgbClr val="006464"/>
                </a:solidFill>
                <a:effectLst/>
                <a:latin typeface="Menlo" panose="020B0609030804020204" pitchFamily="49" charset="0"/>
              </a:rPr>
              <a:t>potential</a:t>
            </a:r>
            <a:r>
              <a:rPr lang="en-IE" dirty="0">
                <a:solidFill>
                  <a:srgbClr val="000000"/>
                </a:solidFill>
                <a:effectLst/>
                <a:latin typeface="Menlo" panose="020B0609030804020204" pitchFamily="49" charset="0"/>
              </a:rPr>
              <a:t>,</a:t>
            </a:r>
          </a:p>
          <a:p>
            <a:pPr lvl="2"/>
            <a:r>
              <a:rPr lang="en-IE" dirty="0" err="1">
                <a:solidFill>
                  <a:srgbClr val="006464"/>
                </a:solidFill>
                <a:effectLst/>
                <a:latin typeface="Menlo" panose="020B0609030804020204" pitchFamily="49" charset="0"/>
              </a:rPr>
              <a:t>weak_foot</a:t>
            </a:r>
            <a:endParaRPr lang="en-IE"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player_attributes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444368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75BBE-65FA-D4CF-15CF-473887DA567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20390A5-010F-33C4-0FD1-A7476E4ACFFC}"/>
              </a:ext>
            </a:extLst>
          </p:cNvPr>
          <p:cNvSpPr txBox="1">
            <a:spLocks noGrp="1"/>
          </p:cNvSpPr>
          <p:nvPr>
            <p:ph type="title"/>
          </p:nvPr>
        </p:nvSpPr>
        <p:spPr>
          <a:xfrm>
            <a:off x="739042" y="234622"/>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SYNTAX – ON </a:t>
            </a:r>
            <a:r>
              <a:rPr lang="pt-BR" spc="-10" dirty="0" err="1"/>
              <a:t>clause</a:t>
            </a:r>
            <a:endParaRPr spc="-10" dirty="0"/>
          </a:p>
        </p:txBody>
      </p:sp>
      <p:sp>
        <p:nvSpPr>
          <p:cNvPr id="4" name="Content Placeholder 3">
            <a:extLst>
              <a:ext uri="{FF2B5EF4-FFF2-40B4-BE49-F238E27FC236}">
                <a16:creationId xmlns:a16="http://schemas.microsoft.com/office/drawing/2014/main" id="{83F80088-EFC3-3A56-2BA9-25C51EFB713D}"/>
              </a:ext>
            </a:extLst>
          </p:cNvPr>
          <p:cNvSpPr>
            <a:spLocks noGrp="1"/>
          </p:cNvSpPr>
          <p:nvPr>
            <p:ph type="body" idx="1"/>
          </p:nvPr>
        </p:nvSpPr>
        <p:spPr>
          <a:xfrm>
            <a:off x="355600" y="1185207"/>
            <a:ext cx="9982199" cy="5544931"/>
          </a:xfrm>
        </p:spPr>
        <p:txBody>
          <a:bodyPr>
            <a:normAutofit/>
          </a:bodyPr>
          <a:lstStyle/>
          <a:p>
            <a:pPr marL="457200" indent="-457200"/>
            <a:r>
              <a:rPr lang="en-IE" dirty="0"/>
              <a:t>In the previous example, we demonstrated the connection between the tables through the command USING, followed by the attribute that is available in both tables (</a:t>
            </a:r>
            <a:r>
              <a:rPr lang="en-IE" dirty="0" err="1"/>
              <a:t>player_id</a:t>
            </a:r>
            <a:r>
              <a:rPr lang="en-IE" dirty="0"/>
              <a:t>).</a:t>
            </a:r>
          </a:p>
          <a:p>
            <a:pPr marL="457200" indent="-457200"/>
            <a:r>
              <a:rPr lang="en-IE" dirty="0"/>
              <a:t>Another way to do it is through the ON clause. This is commonly used when the common data is allocated in attributes with different names.</a:t>
            </a:r>
          </a:p>
        </p:txBody>
      </p:sp>
      <p:sp>
        <p:nvSpPr>
          <p:cNvPr id="7" name="Slide Number Placeholder 6">
            <a:extLst>
              <a:ext uri="{FF2B5EF4-FFF2-40B4-BE49-F238E27FC236}">
                <a16:creationId xmlns:a16="http://schemas.microsoft.com/office/drawing/2014/main" id="{5C946BE2-E599-6AB9-4C0F-45B687997F94}"/>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16</a:t>
            </a:fld>
            <a:endParaRPr lang="en-GB" dirty="0"/>
          </a:p>
        </p:txBody>
      </p:sp>
      <p:sp>
        <p:nvSpPr>
          <p:cNvPr id="8" name="TextBox 7">
            <a:extLst>
              <a:ext uri="{FF2B5EF4-FFF2-40B4-BE49-F238E27FC236}">
                <a16:creationId xmlns:a16="http://schemas.microsoft.com/office/drawing/2014/main" id="{19AD3154-4C5F-D68C-33BC-8BD109874280}"/>
              </a:ext>
            </a:extLst>
          </p:cNvPr>
          <p:cNvSpPr txBox="1"/>
          <p:nvPr/>
        </p:nvSpPr>
        <p:spPr>
          <a:xfrm>
            <a:off x="801272" y="4909840"/>
            <a:ext cx="9357458" cy="1477328"/>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 Data on players with their attributes.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nationality</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age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potential</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weak_foot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player_attributes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players</a:t>
            </a:r>
            <a:r>
              <a:rPr lang="en-IE" sz="1800" dirty="0" err="1">
                <a:solidFill>
                  <a:srgbClr val="000000"/>
                </a:solidFill>
                <a:effectLst/>
                <a:latin typeface="Menlo" panose="020B0609030804020204" pitchFamily="49" charset="0"/>
              </a:rPr>
              <a:t>.</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 = </a:t>
            </a:r>
            <a:r>
              <a:rPr lang="en-IE" sz="1800" dirty="0" err="1">
                <a:solidFill>
                  <a:srgbClr val="8E00C6"/>
                </a:solidFill>
                <a:effectLst/>
                <a:latin typeface="Menlo" panose="020B0609030804020204" pitchFamily="49" charset="0"/>
              </a:rPr>
              <a:t>player_attributes</a:t>
            </a:r>
            <a:r>
              <a:rPr lang="en-IE" sz="1800" dirty="0" err="1">
                <a:solidFill>
                  <a:srgbClr val="000000"/>
                </a:solidFill>
                <a:effectLst/>
                <a:latin typeface="Menlo" panose="020B0609030804020204" pitchFamily="49" charset="0"/>
              </a:rPr>
              <a:t>.</a:t>
            </a:r>
            <a:r>
              <a:rPr lang="en-IE" sz="1800" dirty="0" err="1">
                <a:solidFill>
                  <a:srgbClr val="006464"/>
                </a:solidFill>
                <a:effectLst/>
                <a:latin typeface="Menlo" panose="020B0609030804020204" pitchFamily="49" charset="0"/>
              </a:rPr>
              <a:t>player_id</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760750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38F6-1372-6917-88A2-4E65FE477AF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5057183-306F-C512-95F1-7773C7401860}"/>
              </a:ext>
            </a:extLst>
          </p:cNvPr>
          <p:cNvSpPr txBox="1">
            <a:spLocks noGrp="1"/>
          </p:cNvSpPr>
          <p:nvPr>
            <p:ph type="title"/>
          </p:nvPr>
        </p:nvSpPr>
        <p:spPr>
          <a:xfrm>
            <a:off x="254222" y="132252"/>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more </a:t>
            </a:r>
            <a:r>
              <a:rPr lang="pt-BR" spc="-10" dirty="0" err="1"/>
              <a:t>than</a:t>
            </a:r>
            <a:r>
              <a:rPr lang="pt-BR" spc="-10" dirty="0"/>
              <a:t> 2 </a:t>
            </a:r>
            <a:r>
              <a:rPr lang="pt-BR" spc="-10" dirty="0" err="1"/>
              <a:t>tables</a:t>
            </a:r>
            <a:endParaRPr spc="-10" dirty="0"/>
          </a:p>
        </p:txBody>
      </p:sp>
      <p:sp>
        <p:nvSpPr>
          <p:cNvPr id="4" name="Content Placeholder 3">
            <a:extLst>
              <a:ext uri="{FF2B5EF4-FFF2-40B4-BE49-F238E27FC236}">
                <a16:creationId xmlns:a16="http://schemas.microsoft.com/office/drawing/2014/main" id="{097967C9-CBAE-F4A1-04D8-AF8E61B5F767}"/>
              </a:ext>
            </a:extLst>
          </p:cNvPr>
          <p:cNvSpPr>
            <a:spLocks noGrp="1"/>
          </p:cNvSpPr>
          <p:nvPr>
            <p:ph type="body" idx="1"/>
          </p:nvPr>
        </p:nvSpPr>
        <p:spPr>
          <a:xfrm>
            <a:off x="254222" y="774065"/>
            <a:ext cx="9982199" cy="5544931"/>
          </a:xfrm>
        </p:spPr>
        <p:txBody>
          <a:bodyPr>
            <a:normAutofit/>
          </a:bodyPr>
          <a:lstStyle/>
          <a:p>
            <a:r>
              <a:rPr lang="en-IE" dirty="0"/>
              <a:t>Suppose we need to retrieve data on player name, club name, wage, and overall rating. These attributes are located in 4 different tables.</a:t>
            </a:r>
          </a:p>
          <a:p>
            <a:endParaRPr lang="en-IE" dirty="0"/>
          </a:p>
        </p:txBody>
      </p:sp>
      <p:sp>
        <p:nvSpPr>
          <p:cNvPr id="6" name="Slide Number Placeholder 5">
            <a:extLst>
              <a:ext uri="{FF2B5EF4-FFF2-40B4-BE49-F238E27FC236}">
                <a16:creationId xmlns:a16="http://schemas.microsoft.com/office/drawing/2014/main" id="{4E1B6862-3369-1F52-4C48-093935291973}"/>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17</a:t>
            </a:fld>
            <a:endParaRPr lang="en-GB" dirty="0"/>
          </a:p>
        </p:txBody>
      </p:sp>
      <p:pic>
        <p:nvPicPr>
          <p:cNvPr id="5" name="Picture 4">
            <a:extLst>
              <a:ext uri="{FF2B5EF4-FFF2-40B4-BE49-F238E27FC236}">
                <a16:creationId xmlns:a16="http://schemas.microsoft.com/office/drawing/2014/main" id="{3C85EFC8-D53E-8908-4172-93690A9020F5}"/>
              </a:ext>
            </a:extLst>
          </p:cNvPr>
          <p:cNvPicPr>
            <a:picLocks noChangeAspect="1"/>
          </p:cNvPicPr>
          <p:nvPr/>
        </p:nvPicPr>
        <p:blipFill>
          <a:blip r:embed="rId2">
            <a:extLst>
              <a:ext uri="{28A0092B-C50C-407E-A947-70E740481C1C}">
                <a14:useLocalDpi xmlns:a14="http://schemas.microsoft.com/office/drawing/2010/main" val="0"/>
              </a:ext>
            </a:extLst>
          </a:blip>
          <a:srcRect b="14667"/>
          <a:stretch>
            <a:fillRect/>
          </a:stretch>
        </p:blipFill>
        <p:spPr>
          <a:xfrm>
            <a:off x="140531" y="2196782"/>
            <a:ext cx="10412338" cy="5029200"/>
          </a:xfrm>
          <a:prstGeom prst="rect">
            <a:avLst/>
          </a:prstGeom>
        </p:spPr>
      </p:pic>
    </p:spTree>
    <p:extLst>
      <p:ext uri="{BB962C8B-B14F-4D97-AF65-F5344CB8AC3E}">
        <p14:creationId xmlns:p14="http://schemas.microsoft.com/office/powerpoint/2010/main" val="95857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D0D8-139D-FBB1-03CA-C223D51574F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D2EE534-71AD-FDED-6396-99EC1D6E269A}"/>
              </a:ext>
            </a:extLst>
          </p:cNvPr>
          <p:cNvSpPr txBox="1">
            <a:spLocks noGrp="1"/>
          </p:cNvSpPr>
          <p:nvPr>
            <p:ph type="title"/>
          </p:nvPr>
        </p:nvSpPr>
        <p:spPr>
          <a:xfrm>
            <a:off x="739042" y="234622"/>
            <a:ext cx="9215314" cy="670388"/>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more </a:t>
            </a:r>
            <a:r>
              <a:rPr lang="pt-BR" spc="-10" dirty="0" err="1"/>
              <a:t>than</a:t>
            </a:r>
            <a:r>
              <a:rPr lang="pt-BR" spc="-10" dirty="0"/>
              <a:t> 2 </a:t>
            </a:r>
            <a:r>
              <a:rPr lang="pt-BR" spc="-10" dirty="0" err="1"/>
              <a:t>tables</a:t>
            </a:r>
            <a:endParaRPr spc="-10" dirty="0"/>
          </a:p>
        </p:txBody>
      </p:sp>
      <p:sp>
        <p:nvSpPr>
          <p:cNvPr id="7" name="Slide Number Placeholder 6">
            <a:extLst>
              <a:ext uri="{FF2B5EF4-FFF2-40B4-BE49-F238E27FC236}">
                <a16:creationId xmlns:a16="http://schemas.microsoft.com/office/drawing/2014/main" id="{9F208596-EB24-EF30-64EE-8E37A489636E}"/>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18</a:t>
            </a:fld>
            <a:endParaRPr lang="en-GB" dirty="0"/>
          </a:p>
        </p:txBody>
      </p:sp>
      <p:sp>
        <p:nvSpPr>
          <p:cNvPr id="11" name="TextBox 10">
            <a:extLst>
              <a:ext uri="{FF2B5EF4-FFF2-40B4-BE49-F238E27FC236}">
                <a16:creationId xmlns:a16="http://schemas.microsoft.com/office/drawing/2014/main" id="{7B1D2BAF-9B33-8C83-A782-66D42465EE76}"/>
              </a:ext>
            </a:extLst>
          </p:cNvPr>
          <p:cNvSpPr txBox="1"/>
          <p:nvPr/>
        </p:nvSpPr>
        <p:spPr>
          <a:xfrm>
            <a:off x="431799" y="4467225"/>
            <a:ext cx="9829800" cy="2246769"/>
          </a:xfrm>
          <a:prstGeom prst="rect">
            <a:avLst/>
          </a:prstGeom>
          <a:noFill/>
        </p:spPr>
        <p:txBody>
          <a:bodyPr wrap="square">
            <a:spAutoFit/>
          </a:bodyPr>
          <a:lstStyle/>
          <a:p>
            <a:pPr algn="l" rtl="0"/>
            <a:r>
              <a:rPr lang="en-IE" sz="2800" dirty="0">
                <a:latin typeface="Calibri" panose="020F0502020204030204" pitchFamily="34" charset="0"/>
                <a:cs typeface="Calibri" panose="020F0502020204030204" pitchFamily="34" charset="0"/>
              </a:rPr>
              <a:t>Notice that we are performing a join between clubs and </a:t>
            </a:r>
            <a:r>
              <a:rPr lang="en-IE" sz="2800" dirty="0" err="1">
                <a:latin typeface="Calibri" panose="020F0502020204030204" pitchFamily="34" charset="0"/>
                <a:cs typeface="Calibri" panose="020F0502020204030204" pitchFamily="34" charset="0"/>
              </a:rPr>
              <a:t>player_attributes</a:t>
            </a:r>
            <a:r>
              <a:rPr lang="en-IE" sz="2800" dirty="0">
                <a:latin typeface="Calibri" panose="020F0502020204030204" pitchFamily="34" charset="0"/>
                <a:cs typeface="Calibri" panose="020F0502020204030204" pitchFamily="34" charset="0"/>
              </a:rPr>
              <a:t>, even though they are not directly connected. This is called a chained join and it happens when two tables don’t share a direct relationship, but you can connect them by “walking” through one or more intermediate tables.</a:t>
            </a:r>
          </a:p>
        </p:txBody>
      </p:sp>
      <p:sp>
        <p:nvSpPr>
          <p:cNvPr id="13" name="TextBox 12">
            <a:extLst>
              <a:ext uri="{FF2B5EF4-FFF2-40B4-BE49-F238E27FC236}">
                <a16:creationId xmlns:a16="http://schemas.microsoft.com/office/drawing/2014/main" id="{65606EE4-CCD2-7FE2-ACB1-89FDEFA5321D}"/>
              </a:ext>
            </a:extLst>
          </p:cNvPr>
          <p:cNvSpPr txBox="1"/>
          <p:nvPr/>
        </p:nvSpPr>
        <p:spPr>
          <a:xfrm>
            <a:off x="739042" y="1320621"/>
            <a:ext cx="5346700" cy="2862322"/>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p>
          <a:p>
            <a:pPr marL="0" marR="0">
              <a:buNone/>
            </a:pP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club_name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wage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overall</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r>
              <a:rPr lang="en-IE" sz="1800" dirty="0">
                <a:solidFill>
                  <a:srgbClr val="000000"/>
                </a:solidFill>
                <a:effectLst/>
                <a:latin typeface="Menlo" panose="020B0609030804020204" pitchFamily="49" charset="0"/>
              </a:rPr>
              <a:t> </a:t>
            </a:r>
            <a:r>
              <a:rPr lang="en-IE" sz="1800" i="1" dirty="0">
                <a:solidFill>
                  <a:srgbClr val="8E00C6"/>
                </a:solidFill>
                <a:effectLst/>
                <a:latin typeface="Menlo" panose="020B0609030804020204" pitchFamily="49" charset="0"/>
              </a:rPr>
              <a:t>p</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i="1" dirty="0">
                <a:solidFill>
                  <a:srgbClr val="8E00C6"/>
                </a:solidFill>
                <a:effectLst/>
                <a:latin typeface="Menlo" panose="020B0609030804020204" pitchFamily="49" charset="0"/>
              </a:rPr>
              <a:t>pc</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clubs</a:t>
            </a:r>
            <a:r>
              <a:rPr lang="en-IE" sz="1800" dirty="0">
                <a:solidFill>
                  <a:srgbClr val="000000"/>
                </a:solidFill>
                <a:effectLst/>
                <a:latin typeface="Menlo" panose="020B0609030804020204" pitchFamily="49" charset="0"/>
              </a:rPr>
              <a:t> </a:t>
            </a:r>
            <a:r>
              <a:rPr lang="en-IE" sz="1800" i="1" dirty="0">
                <a:solidFill>
                  <a:srgbClr val="8E00C6"/>
                </a:solidFill>
                <a:effectLst/>
                <a:latin typeface="Menlo" panose="020B0609030804020204" pitchFamily="49" charset="0"/>
              </a:rPr>
              <a:t>c</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player_attributes</a:t>
            </a:r>
            <a:r>
              <a:rPr lang="en-IE" sz="1800" dirty="0">
                <a:solidFill>
                  <a:srgbClr val="000000"/>
                </a:solidFill>
                <a:effectLst/>
                <a:latin typeface="Menlo" panose="020B0609030804020204" pitchFamily="49" charset="0"/>
              </a:rPr>
              <a:t> </a:t>
            </a:r>
            <a:r>
              <a:rPr lang="en-IE" sz="1800" i="1" dirty="0">
                <a:solidFill>
                  <a:srgbClr val="8E00C6"/>
                </a:solidFill>
                <a:effectLst/>
                <a:latin typeface="Menlo" panose="020B0609030804020204" pitchFamily="49" charset="0"/>
              </a:rPr>
              <a:t>pa</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i="1" dirty="0" err="1">
                <a:solidFill>
                  <a:srgbClr val="8E00C6"/>
                </a:solidFill>
                <a:effectLst/>
                <a:latin typeface="Menlo" panose="020B0609030804020204" pitchFamily="49" charset="0"/>
              </a:rPr>
              <a:t>pa</a:t>
            </a:r>
            <a:r>
              <a:rPr lang="en-IE" sz="1800" dirty="0" err="1">
                <a:solidFill>
                  <a:srgbClr val="000000"/>
                </a:solidFill>
                <a:effectLst/>
                <a:latin typeface="Menlo" panose="020B0609030804020204" pitchFamily="49" charset="0"/>
              </a:rPr>
              <a:t>.</a:t>
            </a:r>
            <a:r>
              <a:rPr lang="en-IE" sz="1800" dirty="0" err="1">
                <a:solidFill>
                  <a:srgbClr val="006464"/>
                </a:solidFill>
                <a:effectLst/>
                <a:latin typeface="Menlo" panose="020B0609030804020204" pitchFamily="49" charset="0"/>
              </a:rPr>
              <a:t>overall</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434822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384"/>
            <a:ext cx="9215314" cy="670885"/>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a:t>
            </a:r>
            <a:r>
              <a:rPr lang="pt-BR" spc="-10" dirty="0" err="1"/>
              <a:t>Adding</a:t>
            </a:r>
            <a:r>
              <a:rPr lang="pt-BR" spc="-10" dirty="0"/>
              <a:t> </a:t>
            </a:r>
            <a:r>
              <a:rPr lang="pt-BR" spc="-10" dirty="0" err="1"/>
              <a:t>condition</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279053" y="1647826"/>
            <a:ext cx="9982199" cy="1219199"/>
          </a:xfrm>
        </p:spPr>
        <p:txBody>
          <a:bodyPr>
            <a:normAutofit/>
          </a:bodyPr>
          <a:lstStyle/>
          <a:p>
            <a:pPr marL="354965" marR="5080" indent="-342900">
              <a:lnSpc>
                <a:spcPts val="3220"/>
              </a:lnSpc>
              <a:spcBef>
                <a:spcPts val="215"/>
              </a:spcBef>
              <a:buClr>
                <a:srgbClr val="727CA3"/>
              </a:buClr>
              <a:buSzPct val="77777"/>
              <a:tabLst>
                <a:tab pos="302260" algn="l"/>
              </a:tabLst>
            </a:pPr>
            <a:r>
              <a:rPr lang="en-GB" sz="2400" dirty="0">
                <a:latin typeface="Arial"/>
                <a:cs typeface="Arial"/>
              </a:rPr>
              <a:t>We</a:t>
            </a:r>
            <a:r>
              <a:rPr lang="en-GB" sz="2400" spc="-30" dirty="0">
                <a:latin typeface="Arial"/>
                <a:cs typeface="Arial"/>
              </a:rPr>
              <a:t> </a:t>
            </a:r>
            <a:r>
              <a:rPr lang="en-GB" sz="2400" dirty="0">
                <a:latin typeface="Arial"/>
                <a:cs typeface="Arial"/>
              </a:rPr>
              <a:t>can</a:t>
            </a:r>
            <a:r>
              <a:rPr lang="en-GB" sz="2400" spc="-20" dirty="0">
                <a:latin typeface="Arial"/>
                <a:cs typeface="Arial"/>
              </a:rPr>
              <a:t> </a:t>
            </a:r>
            <a:r>
              <a:rPr lang="en-GB" sz="2400" dirty="0">
                <a:latin typeface="Arial"/>
                <a:cs typeface="Arial"/>
              </a:rPr>
              <a:t>also</a:t>
            </a:r>
            <a:r>
              <a:rPr lang="en-GB" sz="2400" spc="-20" dirty="0">
                <a:latin typeface="Arial"/>
                <a:cs typeface="Arial"/>
              </a:rPr>
              <a:t> </a:t>
            </a:r>
            <a:r>
              <a:rPr lang="en-GB" sz="2400" dirty="0">
                <a:latin typeface="Arial"/>
                <a:cs typeface="Arial"/>
              </a:rPr>
              <a:t>use</a:t>
            </a:r>
            <a:r>
              <a:rPr lang="en-GB" sz="2400" spc="-20" dirty="0">
                <a:latin typeface="Arial"/>
                <a:cs typeface="Arial"/>
              </a:rPr>
              <a:t> </a:t>
            </a:r>
            <a:r>
              <a:rPr lang="en-GB" sz="2400" dirty="0">
                <a:latin typeface="Arial"/>
                <a:cs typeface="Arial"/>
              </a:rPr>
              <a:t>the</a:t>
            </a:r>
            <a:r>
              <a:rPr lang="en-GB" sz="2400" spc="-20" dirty="0">
                <a:latin typeface="Arial"/>
                <a:cs typeface="Arial"/>
              </a:rPr>
              <a:t> </a:t>
            </a:r>
            <a:r>
              <a:rPr lang="en-GB" sz="2400" b="1" dirty="0">
                <a:latin typeface="Arial"/>
                <a:cs typeface="Arial"/>
              </a:rPr>
              <a:t>WHERE</a:t>
            </a:r>
            <a:r>
              <a:rPr lang="en-GB" sz="2400" b="1" spc="-20" dirty="0">
                <a:latin typeface="Arial"/>
                <a:cs typeface="Arial"/>
              </a:rPr>
              <a:t> </a:t>
            </a:r>
            <a:r>
              <a:rPr lang="en-GB" sz="2400" dirty="0">
                <a:latin typeface="Arial"/>
                <a:cs typeface="Arial"/>
              </a:rPr>
              <a:t>keyword</a:t>
            </a:r>
            <a:r>
              <a:rPr lang="en-GB" sz="2400" spc="-20" dirty="0">
                <a:latin typeface="Arial"/>
                <a:cs typeface="Arial"/>
              </a:rPr>
              <a:t> </a:t>
            </a:r>
            <a:r>
              <a:rPr lang="en-GB" sz="2400" dirty="0">
                <a:latin typeface="Arial"/>
                <a:cs typeface="Arial"/>
              </a:rPr>
              <a:t>to</a:t>
            </a:r>
            <a:r>
              <a:rPr lang="en-GB" sz="2400" spc="-20" dirty="0">
                <a:latin typeface="Arial"/>
                <a:cs typeface="Arial"/>
              </a:rPr>
              <a:t> </a:t>
            </a:r>
            <a:r>
              <a:rPr lang="en-GB" sz="2400" spc="-10" dirty="0">
                <a:latin typeface="Arial"/>
                <a:cs typeface="Arial"/>
              </a:rPr>
              <a:t>establish </a:t>
            </a:r>
            <a:r>
              <a:rPr lang="en-GB" sz="2400" dirty="0">
                <a:latin typeface="Arial"/>
                <a:cs typeface="Arial"/>
              </a:rPr>
              <a:t>a</a:t>
            </a:r>
            <a:r>
              <a:rPr lang="en-GB" sz="2400" spc="-30" dirty="0">
                <a:latin typeface="Arial"/>
                <a:cs typeface="Arial"/>
              </a:rPr>
              <a:t> </a:t>
            </a:r>
            <a:r>
              <a:rPr lang="en-GB" sz="2400" dirty="0">
                <a:latin typeface="Arial"/>
                <a:cs typeface="Arial"/>
              </a:rPr>
              <a:t>certain</a:t>
            </a:r>
            <a:r>
              <a:rPr lang="en-GB" sz="2400" spc="-20" dirty="0">
                <a:latin typeface="Arial"/>
                <a:cs typeface="Arial"/>
              </a:rPr>
              <a:t> </a:t>
            </a:r>
            <a:r>
              <a:rPr lang="en-GB" sz="2400" dirty="0">
                <a:latin typeface="Arial"/>
                <a:cs typeface="Arial"/>
              </a:rPr>
              <a:t>condition. Let’s filter with WHERE to get only players earning more than 100k.</a:t>
            </a:r>
            <a:r>
              <a:rPr lang="en-GB" sz="2400" spc="-20" dirty="0">
                <a:latin typeface="Arial"/>
                <a:cs typeface="Arial"/>
              </a:rPr>
              <a:t>:</a:t>
            </a:r>
            <a:endParaRPr lang="en-IE" sz="2200" dirty="0"/>
          </a:p>
        </p:txBody>
      </p:sp>
      <p:sp>
        <p:nvSpPr>
          <p:cNvPr id="7" name="Slide Number Placeholder 6">
            <a:extLst>
              <a:ext uri="{FF2B5EF4-FFF2-40B4-BE49-F238E27FC236}">
                <a16:creationId xmlns:a16="http://schemas.microsoft.com/office/drawing/2014/main" id="{94621254-4739-3C51-791A-9ED9BF948356}"/>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19</a:t>
            </a:fld>
            <a:endParaRPr lang="en-GB" dirty="0"/>
          </a:p>
        </p:txBody>
      </p:sp>
      <p:sp>
        <p:nvSpPr>
          <p:cNvPr id="5" name="TextBox 4">
            <a:extLst>
              <a:ext uri="{FF2B5EF4-FFF2-40B4-BE49-F238E27FC236}">
                <a16:creationId xmlns:a16="http://schemas.microsoft.com/office/drawing/2014/main" id="{A2F08DC2-6384-B3A3-2E32-8A9F9A59D243}"/>
              </a:ext>
            </a:extLst>
          </p:cNvPr>
          <p:cNvSpPr txBox="1"/>
          <p:nvPr/>
        </p:nvSpPr>
        <p:spPr>
          <a:xfrm>
            <a:off x="850900" y="3476625"/>
            <a:ext cx="5346700" cy="2246769"/>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p>
          <a:p>
            <a:pPr marL="0" marR="0">
              <a:buNone/>
            </a:pPr>
            <a:r>
              <a:rPr lang="en-IE" sz="2000" dirty="0" err="1">
                <a:solidFill>
                  <a:srgbClr val="006464"/>
                </a:solidFill>
                <a:effectLst/>
                <a:latin typeface="Menlo" panose="020B0609030804020204" pitchFamily="49" charset="0"/>
              </a:rPr>
              <a:t>player_name</a:t>
            </a:r>
            <a:r>
              <a:rPr lang="en-IE" sz="2000" dirty="0">
                <a:solidFill>
                  <a:srgbClr val="000000"/>
                </a:solidFill>
                <a:effectLst/>
                <a:latin typeface="Menlo" panose="020B0609030804020204" pitchFamily="49" charset="0"/>
              </a:rPr>
              <a:t>,</a:t>
            </a:r>
          </a:p>
          <a:p>
            <a:pPr marL="0" marR="0">
              <a:buNone/>
            </a:pPr>
            <a:r>
              <a:rPr lang="en-IE" sz="2000" dirty="0">
                <a:solidFill>
                  <a:srgbClr val="006464"/>
                </a:solidFill>
                <a:effectLst/>
                <a:latin typeface="Menlo" panose="020B0609030804020204" pitchFamily="49" charset="0"/>
              </a:rPr>
              <a:t>wage</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a:solidFill>
                  <a:srgbClr val="8E00C6"/>
                </a:solidFill>
                <a:effectLst/>
                <a:latin typeface="Menlo" panose="020B0609030804020204" pitchFamily="49" charset="0"/>
              </a:rPr>
              <a:t>players</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JOIN</a:t>
            </a:r>
            <a:r>
              <a:rPr lang="en-IE" sz="2000" dirty="0">
                <a:solidFill>
                  <a:srgbClr val="000000"/>
                </a:solidFill>
                <a:effectLst/>
                <a:latin typeface="Menlo" panose="020B0609030804020204" pitchFamily="49" charset="0"/>
              </a:rPr>
              <a:t> </a:t>
            </a:r>
            <a:r>
              <a:rPr lang="en-IE" sz="2000" dirty="0" err="1">
                <a:solidFill>
                  <a:srgbClr val="8E00C6"/>
                </a:solidFill>
                <a:effectLst/>
                <a:latin typeface="Menlo" panose="020B0609030804020204" pitchFamily="49" charset="0"/>
              </a:rPr>
              <a:t>player_contracts</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USING</a:t>
            </a:r>
            <a:r>
              <a:rPr lang="en-IE" sz="2000" dirty="0">
                <a:solidFill>
                  <a:srgbClr val="000000"/>
                </a:solidFill>
                <a:effectLst/>
                <a:latin typeface="Menlo" panose="020B0609030804020204" pitchFamily="49" charset="0"/>
              </a:rPr>
              <a:t> (</a:t>
            </a:r>
            <a:r>
              <a:rPr lang="en-IE" sz="2000" dirty="0" err="1">
                <a:solidFill>
                  <a:srgbClr val="006464"/>
                </a:solidFill>
                <a:effectLst/>
                <a:latin typeface="Menlo" panose="020B0609030804020204" pitchFamily="49" charset="0"/>
              </a:rPr>
              <a:t>player_id</a:t>
            </a:r>
            <a:r>
              <a:rPr lang="en-IE" sz="2000" dirty="0">
                <a:solidFill>
                  <a:srgbClr val="000000"/>
                </a:solidFill>
                <a:effectLst/>
                <a:latin typeface="Menlo" panose="020B0609030804020204" pitchFamily="49" charset="0"/>
              </a:rPr>
              <a:t>)</a:t>
            </a:r>
          </a:p>
          <a:p>
            <a:pPr marL="0" marR="0">
              <a:buNone/>
            </a:pPr>
            <a:r>
              <a:rPr lang="en-IE" sz="2000" b="1" dirty="0">
                <a:solidFill>
                  <a:srgbClr val="800000"/>
                </a:solidFill>
                <a:effectLst/>
                <a:latin typeface="Menlo" panose="020B0609030804020204" pitchFamily="49" charset="0"/>
              </a:rPr>
              <a:t>WHERE</a:t>
            </a:r>
            <a:r>
              <a:rPr lang="en-IE" sz="2000" dirty="0">
                <a:solidFill>
                  <a:srgbClr val="000000"/>
                </a:solidFill>
                <a:effectLst/>
                <a:latin typeface="Menlo" panose="020B0609030804020204" pitchFamily="49" charset="0"/>
              </a:rPr>
              <a:t> </a:t>
            </a:r>
            <a:r>
              <a:rPr lang="en-IE" sz="2000" dirty="0">
                <a:solidFill>
                  <a:srgbClr val="006464"/>
                </a:solidFill>
                <a:effectLst/>
                <a:latin typeface="Menlo" panose="020B0609030804020204" pitchFamily="49" charset="0"/>
              </a:rPr>
              <a:t>wage</a:t>
            </a:r>
            <a:r>
              <a:rPr lang="en-IE" sz="2000" dirty="0">
                <a:solidFill>
                  <a:srgbClr val="000000"/>
                </a:solidFill>
                <a:effectLst/>
                <a:latin typeface="Menlo" panose="020B0609030804020204" pitchFamily="49" charset="0"/>
              </a:rPr>
              <a:t> &gt; </a:t>
            </a:r>
            <a:r>
              <a:rPr lang="en-IE" sz="2000" dirty="0">
                <a:solidFill>
                  <a:srgbClr val="0000FF"/>
                </a:solidFill>
                <a:effectLst/>
                <a:latin typeface="Menlo" panose="020B0609030804020204" pitchFamily="49" charset="0"/>
              </a:rPr>
              <a:t>100000</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035391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9384"/>
            <a:ext cx="9215314" cy="670885"/>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a:t>
            </a:r>
            <a:r>
              <a:rPr lang="pt-BR" spc="-10" dirty="0" err="1"/>
              <a:t>Combining</a:t>
            </a:r>
            <a:r>
              <a:rPr lang="pt-BR" spc="-10" dirty="0"/>
              <a:t> </a:t>
            </a:r>
            <a:r>
              <a:rPr lang="pt-BR" spc="-10" dirty="0" err="1"/>
              <a:t>conditions</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type="body" idx="1"/>
          </p:nvPr>
        </p:nvSpPr>
        <p:spPr>
          <a:xfrm>
            <a:off x="279053" y="1800226"/>
            <a:ext cx="9982199" cy="914399"/>
          </a:xfrm>
        </p:spPr>
        <p:txBody>
          <a:bodyPr>
            <a:normAutofit/>
          </a:bodyPr>
          <a:lstStyle/>
          <a:p>
            <a:pPr marL="354965" marR="5080" indent="-342900">
              <a:lnSpc>
                <a:spcPts val="3220"/>
              </a:lnSpc>
              <a:spcBef>
                <a:spcPts val="215"/>
              </a:spcBef>
              <a:buClr>
                <a:srgbClr val="727CA3"/>
              </a:buClr>
              <a:buSzPct val="77777"/>
              <a:tabLst>
                <a:tab pos="302260" algn="l"/>
              </a:tabLst>
            </a:pPr>
            <a:r>
              <a:rPr lang="en-GB" sz="2400" dirty="0">
                <a:latin typeface="Arial"/>
                <a:cs typeface="Arial"/>
              </a:rPr>
              <a:t>We can also combine the WHERE and ORDER BY conditions to retrieve data in a certain order:</a:t>
            </a:r>
          </a:p>
        </p:txBody>
      </p:sp>
      <p:sp>
        <p:nvSpPr>
          <p:cNvPr id="6" name="Slide Number Placeholder 5">
            <a:extLst>
              <a:ext uri="{FF2B5EF4-FFF2-40B4-BE49-F238E27FC236}">
                <a16:creationId xmlns:a16="http://schemas.microsoft.com/office/drawing/2014/main" id="{E9526D53-F8C6-988E-BC00-548EAD6CDBB3}"/>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20</a:t>
            </a:fld>
            <a:endParaRPr lang="en-GB" dirty="0"/>
          </a:p>
        </p:txBody>
      </p:sp>
      <p:sp>
        <p:nvSpPr>
          <p:cNvPr id="5" name="TextBox 4">
            <a:extLst>
              <a:ext uri="{FF2B5EF4-FFF2-40B4-BE49-F238E27FC236}">
                <a16:creationId xmlns:a16="http://schemas.microsoft.com/office/drawing/2014/main" id="{616C779D-DBED-E064-9D62-59FD6E19BC20}"/>
              </a:ext>
            </a:extLst>
          </p:cNvPr>
          <p:cNvSpPr txBox="1"/>
          <p:nvPr/>
        </p:nvSpPr>
        <p:spPr>
          <a:xfrm>
            <a:off x="726343" y="3248025"/>
            <a:ext cx="5346700" cy="2308324"/>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p>
          <a:p>
            <a:pPr marL="0" marR="0">
              <a:buNone/>
            </a:pP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a:t>
            </a:r>
          </a:p>
          <a:p>
            <a:pPr marL="0" marR="0">
              <a:buNone/>
            </a:pPr>
            <a:r>
              <a:rPr lang="en-IE" sz="1800" dirty="0">
                <a:solidFill>
                  <a:srgbClr val="006464"/>
                </a:solidFill>
                <a:effectLst/>
                <a:latin typeface="Menlo" panose="020B0609030804020204" pitchFamily="49" charset="0"/>
              </a:rPr>
              <a:t>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wage</a:t>
            </a:r>
            <a:r>
              <a:rPr lang="en-IE" sz="1800" dirty="0">
                <a:solidFill>
                  <a:srgbClr val="000000"/>
                </a:solidFill>
                <a:effectLst/>
                <a:latin typeface="Menlo" panose="020B0609030804020204" pitchFamily="49" charset="0"/>
              </a:rPr>
              <a:t> &gt; </a:t>
            </a:r>
            <a:r>
              <a:rPr lang="en-IE" sz="1800" dirty="0">
                <a:solidFill>
                  <a:srgbClr val="0000FF"/>
                </a:solidFill>
                <a:effectLst/>
                <a:latin typeface="Menlo" panose="020B0609030804020204" pitchFamily="49" charset="0"/>
              </a:rPr>
              <a:t>100000</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wage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710669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D979-7483-0FB4-0143-DB5A3C6C937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7ACBFE5-26ED-3C4A-5CBF-6675F9972562}"/>
              </a:ext>
            </a:extLst>
          </p:cNvPr>
          <p:cNvSpPr txBox="1">
            <a:spLocks noGrp="1"/>
          </p:cNvSpPr>
          <p:nvPr>
            <p:ph type="title"/>
          </p:nvPr>
        </p:nvSpPr>
        <p:spPr>
          <a:xfrm>
            <a:off x="739043" y="799384"/>
            <a:ext cx="9215314" cy="670885"/>
          </a:xfrm>
          <a:prstGeom prst="rect">
            <a:avLst/>
          </a:prstGeom>
        </p:spPr>
        <p:txBody>
          <a:bodyPr vert="horz" wrap="square" lIns="0" tIns="76768" rIns="0" bIns="0" rtlCol="0" anchor="ctr">
            <a:spAutoFit/>
          </a:bodyPr>
          <a:lstStyle/>
          <a:p>
            <a:pPr marL="154816">
              <a:lnSpc>
                <a:spcPct val="100000"/>
              </a:lnSpc>
              <a:spcBef>
                <a:spcPts val="95"/>
              </a:spcBef>
            </a:pPr>
            <a:r>
              <a:rPr lang="pt-BR" spc="-10" dirty="0"/>
              <a:t>INNER JOIN – </a:t>
            </a:r>
            <a:r>
              <a:rPr lang="pt-BR" spc="-10" dirty="0" err="1"/>
              <a:t>Combining</a:t>
            </a:r>
            <a:r>
              <a:rPr lang="pt-BR" spc="-10" dirty="0"/>
              <a:t> </a:t>
            </a:r>
            <a:r>
              <a:rPr lang="pt-BR" spc="-10" dirty="0" err="1"/>
              <a:t>conditions</a:t>
            </a:r>
            <a:endParaRPr spc="-10" dirty="0"/>
          </a:p>
        </p:txBody>
      </p:sp>
      <p:sp>
        <p:nvSpPr>
          <p:cNvPr id="4" name="Content Placeholder 3">
            <a:extLst>
              <a:ext uri="{FF2B5EF4-FFF2-40B4-BE49-F238E27FC236}">
                <a16:creationId xmlns:a16="http://schemas.microsoft.com/office/drawing/2014/main" id="{56B6F7D2-3C22-5CF5-F9E5-52FD5B058D93}"/>
              </a:ext>
            </a:extLst>
          </p:cNvPr>
          <p:cNvSpPr>
            <a:spLocks noGrp="1"/>
          </p:cNvSpPr>
          <p:nvPr>
            <p:ph type="body" idx="1"/>
          </p:nvPr>
        </p:nvSpPr>
        <p:spPr>
          <a:xfrm>
            <a:off x="279053" y="1800226"/>
            <a:ext cx="9982199" cy="914399"/>
          </a:xfrm>
        </p:spPr>
        <p:txBody>
          <a:bodyPr>
            <a:normAutofit/>
          </a:bodyPr>
          <a:lstStyle/>
          <a:p>
            <a:pPr marL="354965" marR="5080" indent="-342900">
              <a:lnSpc>
                <a:spcPts val="3220"/>
              </a:lnSpc>
              <a:spcBef>
                <a:spcPts val="215"/>
              </a:spcBef>
              <a:buClr>
                <a:srgbClr val="727CA3"/>
              </a:buClr>
              <a:buSzPct val="77777"/>
              <a:tabLst>
                <a:tab pos="302260" algn="l"/>
              </a:tabLst>
            </a:pPr>
            <a:r>
              <a:rPr lang="en-GB" sz="2400" dirty="0">
                <a:latin typeface="Arial"/>
                <a:cs typeface="Arial"/>
              </a:rPr>
              <a:t>We can also combine the WHERE and LIKE conditions to retrieve specific data:</a:t>
            </a:r>
          </a:p>
        </p:txBody>
      </p:sp>
      <p:sp>
        <p:nvSpPr>
          <p:cNvPr id="6" name="Slide Number Placeholder 5">
            <a:extLst>
              <a:ext uri="{FF2B5EF4-FFF2-40B4-BE49-F238E27FC236}">
                <a16:creationId xmlns:a16="http://schemas.microsoft.com/office/drawing/2014/main" id="{1D40043F-CED4-C9D2-0BCE-6BC9B3480C65}"/>
              </a:ext>
            </a:extLst>
          </p:cNvPr>
          <p:cNvSpPr>
            <a:spLocks noGrp="1"/>
          </p:cNvSpPr>
          <p:nvPr>
            <p:ph type="sldNum" sz="quarter" idx="7"/>
          </p:nvPr>
        </p:nvSpPr>
        <p:spPr>
          <a:xfrm>
            <a:off x="7699248" y="7027545"/>
            <a:ext cx="2459482" cy="377825"/>
          </a:xfrm>
          <a:prstGeom prst="rect">
            <a:avLst/>
          </a:prstGeom>
        </p:spPr>
        <p:txBody>
          <a:bodyPr vert="horz" lIns="0" tIns="0" rIns="0" bIns="0" rtlCol="0" anchor="ctr"/>
          <a:lstStyle>
            <a:defPPr>
              <a:defRPr kern="0"/>
            </a:defPPr>
            <a:lvl1pPr algn="r">
              <a:defRPr sz="1600">
                <a:solidFill>
                  <a:schemeClr val="tx1">
                    <a:tint val="75000"/>
                  </a:schemeClr>
                </a:solidFill>
              </a:defRPr>
            </a:lvl1pPr>
          </a:lstStyle>
          <a:p>
            <a:fld id="{B6F15528-21DE-4FAA-801E-634DDDAF4B2B}" type="slidenum">
              <a:rPr lang="en-IE" smtClean="0"/>
              <a:pPr/>
              <a:t>21</a:t>
            </a:fld>
            <a:endParaRPr lang="en-GB" dirty="0"/>
          </a:p>
        </p:txBody>
      </p:sp>
      <p:sp>
        <p:nvSpPr>
          <p:cNvPr id="7" name="TextBox 6">
            <a:extLst>
              <a:ext uri="{FF2B5EF4-FFF2-40B4-BE49-F238E27FC236}">
                <a16:creationId xmlns:a16="http://schemas.microsoft.com/office/drawing/2014/main" id="{0651D465-0F31-B485-FB70-258D84F9661F}"/>
              </a:ext>
            </a:extLst>
          </p:cNvPr>
          <p:cNvSpPr txBox="1"/>
          <p:nvPr/>
        </p:nvSpPr>
        <p:spPr>
          <a:xfrm>
            <a:off x="739043" y="3400425"/>
            <a:ext cx="5346700" cy="2585323"/>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p>
          <a:p>
            <a:pPr marL="0" marR="0">
              <a:buNone/>
            </a:pP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a:t>
            </a:r>
          </a:p>
          <a:p>
            <a:pPr marL="0" marR="0">
              <a:buNone/>
            </a:pPr>
            <a:r>
              <a:rPr lang="en-IE" sz="1800" dirty="0" err="1">
                <a:solidFill>
                  <a:srgbClr val="006464"/>
                </a:solidFill>
                <a:effectLst/>
                <a:latin typeface="Menlo" panose="020B0609030804020204" pitchFamily="49" charset="0"/>
              </a:rPr>
              <a:t>club_name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clubs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LIKE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'Crist%'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999530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5174" y="796872"/>
            <a:ext cx="9223059" cy="671464"/>
          </a:xfrm>
          <a:prstGeom prst="rect">
            <a:avLst/>
          </a:prstGeom>
        </p:spPr>
        <p:txBody>
          <a:bodyPr vert="horz" wrap="square" lIns="0" tIns="76833" rIns="0" bIns="0" rtlCol="0" anchor="ctr">
            <a:spAutoFit/>
          </a:bodyPr>
          <a:lstStyle/>
          <a:p>
            <a:pPr marL="154951">
              <a:lnSpc>
                <a:spcPct val="100000"/>
              </a:lnSpc>
              <a:spcBef>
                <a:spcPts val="96"/>
              </a:spcBef>
            </a:pPr>
            <a:r>
              <a:rPr lang="pt-BR" spc="-10" dirty="0"/>
              <a:t>LEFT JOIN</a:t>
            </a:r>
            <a:endParaRPr spc="-10"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idx="1"/>
          </p:nvPr>
        </p:nvSpPr>
        <p:spPr>
          <a:xfrm>
            <a:off x="735174" y="2013260"/>
            <a:ext cx="9568690" cy="2377765"/>
          </a:xfrm>
        </p:spPr>
        <p:txBody>
          <a:bodyPr>
            <a:normAutofit lnSpcReduction="10000"/>
          </a:bodyPr>
          <a:lstStyle/>
          <a:p>
            <a:r>
              <a:rPr lang="en-IE" dirty="0"/>
              <a:t>The LEFT JOIN will always return all records from the left table, even when no matches are in the right table.</a:t>
            </a:r>
          </a:p>
          <a:p>
            <a:r>
              <a:rPr lang="en-IE" dirty="0"/>
              <a:t>For records with no matching values in the right table, the output contains NULL values.</a:t>
            </a:r>
          </a:p>
        </p:txBody>
      </p:sp>
      <p:sp>
        <p:nvSpPr>
          <p:cNvPr id="2" name="Slide Number Placeholder 1">
            <a:extLst>
              <a:ext uri="{FF2B5EF4-FFF2-40B4-BE49-F238E27FC236}">
                <a16:creationId xmlns:a16="http://schemas.microsoft.com/office/drawing/2014/main" id="{672957FE-27BD-C066-84FA-66ABAA5BAD1E}"/>
              </a:ext>
            </a:extLst>
          </p:cNvPr>
          <p:cNvSpPr>
            <a:spLocks noGrp="1"/>
          </p:cNvSpPr>
          <p:nvPr>
            <p:ph type="sldNum" sz="quarter" idx="12"/>
          </p:nvPr>
        </p:nvSpPr>
        <p:spPr/>
        <p:txBody>
          <a:bodyPr/>
          <a:lstStyle/>
          <a:p>
            <a:fld id="{1AE971F0-0CD2-4C47-8087-EBCE9716EA84}" type="slidenum">
              <a:rPr lang="en-GB" smtClean="0"/>
              <a:pPr/>
              <a:t>22</a:t>
            </a:fld>
            <a:endParaRPr lang="en-GB" dirty="0"/>
          </a:p>
        </p:txBody>
      </p:sp>
      <p:sp>
        <p:nvSpPr>
          <p:cNvPr id="7" name="Slide Number Placeholder 1">
            <a:extLst>
              <a:ext uri="{FF2B5EF4-FFF2-40B4-BE49-F238E27FC236}">
                <a16:creationId xmlns:a16="http://schemas.microsoft.com/office/drawing/2014/main" id="{B7B25E18-CE12-F2DD-EC2E-0F600EE5BB36}"/>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22</a:t>
            </a:fld>
            <a:endParaRPr lang="en-SI" sz="1985">
              <a:solidFill>
                <a:prstClr val="black">
                  <a:tint val="75000"/>
                </a:prstClr>
              </a:solidFill>
            </a:endParaRPr>
          </a:p>
        </p:txBody>
      </p:sp>
      <p:pic>
        <p:nvPicPr>
          <p:cNvPr id="5" name="object 6">
            <a:extLst>
              <a:ext uri="{FF2B5EF4-FFF2-40B4-BE49-F238E27FC236}">
                <a16:creationId xmlns:a16="http://schemas.microsoft.com/office/drawing/2014/main" id="{FE43CCB4-01A4-01F5-82AA-4D0CA865DF34}"/>
              </a:ext>
            </a:extLst>
          </p:cNvPr>
          <p:cNvPicPr/>
          <p:nvPr/>
        </p:nvPicPr>
        <p:blipFill>
          <a:blip r:embed="rId2" cstate="print"/>
          <a:stretch>
            <a:fillRect/>
          </a:stretch>
        </p:blipFill>
        <p:spPr>
          <a:xfrm>
            <a:off x="5651500" y="4402390"/>
            <a:ext cx="3963493" cy="2226839"/>
          </a:xfrm>
          <a:prstGeom prst="rect">
            <a:avLst/>
          </a:prstGeom>
        </p:spPr>
      </p:pic>
    </p:spTree>
    <p:extLst>
      <p:ext uri="{BB962C8B-B14F-4D97-AF65-F5344CB8AC3E}">
        <p14:creationId xmlns:p14="http://schemas.microsoft.com/office/powerpoint/2010/main" val="1611929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5174" y="796872"/>
            <a:ext cx="9223059" cy="671464"/>
          </a:xfrm>
          <a:prstGeom prst="rect">
            <a:avLst/>
          </a:prstGeom>
        </p:spPr>
        <p:txBody>
          <a:bodyPr vert="horz" wrap="square" lIns="0" tIns="76833" rIns="0" bIns="0" rtlCol="0" anchor="ctr">
            <a:spAutoFit/>
          </a:bodyPr>
          <a:lstStyle/>
          <a:p>
            <a:pPr marL="154951">
              <a:lnSpc>
                <a:spcPct val="100000"/>
              </a:lnSpc>
              <a:spcBef>
                <a:spcPts val="96"/>
              </a:spcBef>
            </a:pPr>
            <a:r>
              <a:rPr lang="pt-BR" dirty="0"/>
              <a:t>LEFT JOIN</a:t>
            </a:r>
            <a:endParaRPr spc="-10" dirty="0"/>
          </a:p>
        </p:txBody>
      </p:sp>
      <p:sp>
        <p:nvSpPr>
          <p:cNvPr id="4" name="Slide Number Placeholder 1">
            <a:extLst>
              <a:ext uri="{FF2B5EF4-FFF2-40B4-BE49-F238E27FC236}">
                <a16:creationId xmlns:a16="http://schemas.microsoft.com/office/drawing/2014/main" id="{9D95A0C5-6816-1BB5-5BBD-2DB98CB7761F}"/>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23</a:t>
            </a:fld>
            <a:endParaRPr lang="en-SI" sz="1985">
              <a:solidFill>
                <a:prstClr val="black">
                  <a:tint val="75000"/>
                </a:prstClr>
              </a:solidFill>
            </a:endParaRPr>
          </a:p>
        </p:txBody>
      </p:sp>
      <p:pic>
        <p:nvPicPr>
          <p:cNvPr id="5" name="Picture 4">
            <a:extLst>
              <a:ext uri="{FF2B5EF4-FFF2-40B4-BE49-F238E27FC236}">
                <a16:creationId xmlns:a16="http://schemas.microsoft.com/office/drawing/2014/main" id="{D90E7DB4-8484-C52B-C23B-7121DDC9B620}"/>
              </a:ext>
            </a:extLst>
          </p:cNvPr>
          <p:cNvPicPr>
            <a:picLocks noChangeAspect="1"/>
          </p:cNvPicPr>
          <p:nvPr/>
        </p:nvPicPr>
        <p:blipFill>
          <a:blip r:embed="rId2">
            <a:extLst>
              <a:ext uri="{28A0092B-C50C-407E-A947-70E740481C1C}">
                <a14:useLocalDpi xmlns:a14="http://schemas.microsoft.com/office/drawing/2010/main" val="0"/>
              </a:ext>
            </a:extLst>
          </a:blip>
          <a:srcRect b="14667"/>
          <a:stretch>
            <a:fillRect/>
          </a:stretch>
        </p:blipFill>
        <p:spPr>
          <a:xfrm>
            <a:off x="305135" y="1468336"/>
            <a:ext cx="10412338" cy="5029200"/>
          </a:xfrm>
          <a:prstGeom prst="rect">
            <a:avLst/>
          </a:prstGeom>
        </p:spPr>
      </p:pic>
      <p:sp>
        <p:nvSpPr>
          <p:cNvPr id="9" name="TextBox 8">
            <a:extLst>
              <a:ext uri="{FF2B5EF4-FFF2-40B4-BE49-F238E27FC236}">
                <a16:creationId xmlns:a16="http://schemas.microsoft.com/office/drawing/2014/main" id="{54AC9364-ACF2-2B7F-90CE-710FE9752A97}"/>
              </a:ext>
            </a:extLst>
          </p:cNvPr>
          <p:cNvSpPr txBox="1"/>
          <p:nvPr/>
        </p:nvSpPr>
        <p:spPr>
          <a:xfrm>
            <a:off x="343235" y="5915025"/>
            <a:ext cx="6096000" cy="1015663"/>
          </a:xfrm>
          <a:prstGeom prst="rect">
            <a:avLst/>
          </a:prstGeom>
          <a:noFill/>
        </p:spPr>
        <p:txBody>
          <a:bodyPr wrap="square">
            <a:spAutoFit/>
          </a:bodyPr>
          <a:lstStyle/>
          <a:p>
            <a:pPr algn="l" rtl="0"/>
            <a:r>
              <a:rPr lang="en-IE" sz="2000" dirty="0"/>
              <a:t>1,553 players in our database have no contract. I can see that doing a left join between players and players_ contracts.</a:t>
            </a:r>
          </a:p>
        </p:txBody>
      </p:sp>
      <p:sp>
        <p:nvSpPr>
          <p:cNvPr id="11" name="TextBox 10">
            <a:extLst>
              <a:ext uri="{FF2B5EF4-FFF2-40B4-BE49-F238E27FC236}">
                <a16:creationId xmlns:a16="http://schemas.microsoft.com/office/drawing/2014/main" id="{95BAA79E-CF31-E89D-D913-A9DA341FB335}"/>
              </a:ext>
            </a:extLst>
          </p:cNvPr>
          <p:cNvSpPr txBox="1"/>
          <p:nvPr/>
        </p:nvSpPr>
        <p:spPr>
          <a:xfrm>
            <a:off x="4525010" y="541831"/>
            <a:ext cx="5359400" cy="923330"/>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players </a:t>
            </a: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wage </a:t>
            </a:r>
            <a:r>
              <a:rPr lang="en-IE" sz="1800" b="1" dirty="0">
                <a:solidFill>
                  <a:srgbClr val="800000"/>
                </a:solidFill>
                <a:effectLst/>
                <a:latin typeface="Menlo" panose="020B0609030804020204" pitchFamily="49" charset="0"/>
              </a:rPr>
              <a:t>IS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043113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349D5-FB6A-E14A-31D5-CD5B5391253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E3E6157-83DC-A715-9B47-616060EAD68C}"/>
              </a:ext>
            </a:extLst>
          </p:cNvPr>
          <p:cNvSpPr txBox="1">
            <a:spLocks noGrp="1"/>
          </p:cNvSpPr>
          <p:nvPr>
            <p:ph type="title"/>
          </p:nvPr>
        </p:nvSpPr>
        <p:spPr>
          <a:xfrm>
            <a:off x="735174" y="796872"/>
            <a:ext cx="9223059" cy="671464"/>
          </a:xfrm>
          <a:prstGeom prst="rect">
            <a:avLst/>
          </a:prstGeom>
        </p:spPr>
        <p:txBody>
          <a:bodyPr vert="horz" wrap="square" lIns="0" tIns="76833" rIns="0" bIns="0" rtlCol="0" anchor="ctr">
            <a:spAutoFit/>
          </a:bodyPr>
          <a:lstStyle/>
          <a:p>
            <a:pPr marL="154951">
              <a:lnSpc>
                <a:spcPct val="100000"/>
              </a:lnSpc>
              <a:spcBef>
                <a:spcPts val="96"/>
              </a:spcBef>
            </a:pPr>
            <a:r>
              <a:rPr lang="pt-BR" dirty="0"/>
              <a:t>LEFT JOIN</a:t>
            </a:r>
            <a:endParaRPr spc="-10" dirty="0"/>
          </a:p>
        </p:txBody>
      </p:sp>
      <p:sp>
        <p:nvSpPr>
          <p:cNvPr id="2" name="Slide Number Placeholder 1">
            <a:extLst>
              <a:ext uri="{FF2B5EF4-FFF2-40B4-BE49-F238E27FC236}">
                <a16:creationId xmlns:a16="http://schemas.microsoft.com/office/drawing/2014/main" id="{2BBDB052-2EA1-C017-CFF7-747E4F677E8C}"/>
              </a:ext>
            </a:extLst>
          </p:cNvPr>
          <p:cNvSpPr>
            <a:spLocks noGrp="1"/>
          </p:cNvSpPr>
          <p:nvPr>
            <p:ph type="sldNum" sz="quarter" idx="12"/>
          </p:nvPr>
        </p:nvSpPr>
        <p:spPr/>
        <p:txBody>
          <a:bodyPr/>
          <a:lstStyle/>
          <a:p>
            <a:fld id="{1AE971F0-0CD2-4C47-8087-EBCE9716EA84}" type="slidenum">
              <a:rPr lang="en-GB" smtClean="0"/>
              <a:pPr/>
              <a:t>24</a:t>
            </a:fld>
            <a:endParaRPr lang="en-GB" dirty="0"/>
          </a:p>
        </p:txBody>
      </p:sp>
      <p:sp>
        <p:nvSpPr>
          <p:cNvPr id="4" name="Slide Number Placeholder 1">
            <a:extLst>
              <a:ext uri="{FF2B5EF4-FFF2-40B4-BE49-F238E27FC236}">
                <a16:creationId xmlns:a16="http://schemas.microsoft.com/office/drawing/2014/main" id="{03F90045-CE24-521F-F572-641E0813B8BB}"/>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24</a:t>
            </a:fld>
            <a:endParaRPr lang="en-SI" sz="1985">
              <a:solidFill>
                <a:prstClr val="black">
                  <a:tint val="75000"/>
                </a:prstClr>
              </a:solidFill>
            </a:endParaRPr>
          </a:p>
        </p:txBody>
      </p:sp>
      <p:sp>
        <p:nvSpPr>
          <p:cNvPr id="7" name="TextBox 6">
            <a:extLst>
              <a:ext uri="{FF2B5EF4-FFF2-40B4-BE49-F238E27FC236}">
                <a16:creationId xmlns:a16="http://schemas.microsoft.com/office/drawing/2014/main" id="{099B8053-214A-833C-63BF-A54F9F7CF3B6}"/>
              </a:ext>
            </a:extLst>
          </p:cNvPr>
          <p:cNvSpPr txBox="1"/>
          <p:nvPr/>
        </p:nvSpPr>
        <p:spPr>
          <a:xfrm>
            <a:off x="920750" y="2105025"/>
            <a:ext cx="5346700" cy="2031325"/>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p>
          <a:p>
            <a:pPr marL="0" marR="0">
              <a:buNone/>
            </a:pP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a:t>
            </a:r>
          </a:p>
          <a:p>
            <a:pPr marL="0" marR="0">
              <a:buNone/>
            </a:pPr>
            <a:r>
              <a:rPr lang="en-IE" sz="1800" dirty="0">
                <a:solidFill>
                  <a:srgbClr val="006464"/>
                </a:solidFill>
                <a:effectLst/>
                <a:latin typeface="Menlo" panose="020B0609030804020204" pitchFamily="49" charset="0"/>
              </a:rPr>
              <a:t>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wage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256253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72864" y="1498176"/>
            <a:ext cx="10055436" cy="4214921"/>
          </a:xfrm>
          <a:prstGeom prst="rect">
            <a:avLst/>
          </a:prstGeom>
        </p:spPr>
        <p:txBody>
          <a:bodyPr vert="horz" lIns="91440" tIns="45720" rIns="91440" bIns="45720" rtlCol="0">
            <a:normAutofit/>
          </a:bodyPr>
          <a:lstStyle>
            <a:lvl1pPr marL="200505" indent="-200505" algn="l" defTabSz="802020" rtl="0" eaLnBrk="1" latinLnBrk="0" hangingPunct="1">
              <a:lnSpc>
                <a:spcPct val="150000"/>
              </a:lnSpc>
              <a:spcBef>
                <a:spcPts val="877"/>
              </a:spcBef>
              <a:buFont typeface="Arial" panose="020B0604020202020204" pitchFamily="34" charset="0"/>
              <a:buChar char="•"/>
              <a:defRPr sz="2456" kern="1200">
                <a:solidFill>
                  <a:schemeClr val="tx1"/>
                </a:solidFill>
                <a:latin typeface="+mn-lt"/>
                <a:ea typeface="+mn-ea"/>
                <a:cs typeface="+mn-cs"/>
              </a:defRPr>
            </a:lvl1pPr>
            <a:lvl2pPr marL="601515" indent="-200505" algn="l" defTabSz="802020" rtl="0" eaLnBrk="1" latinLnBrk="0" hangingPunct="1">
              <a:lnSpc>
                <a:spcPct val="150000"/>
              </a:lnSpc>
              <a:spcBef>
                <a:spcPts val="439"/>
              </a:spcBef>
              <a:buFont typeface="Arial" panose="020B0604020202020204" pitchFamily="34" charset="0"/>
              <a:buChar char="•"/>
              <a:defRPr sz="2456" kern="1200">
                <a:solidFill>
                  <a:schemeClr val="tx1"/>
                </a:solidFill>
                <a:latin typeface="+mn-lt"/>
                <a:ea typeface="+mn-ea"/>
                <a:cs typeface="+mn-cs"/>
              </a:defRPr>
            </a:lvl2pPr>
            <a:lvl3pPr marL="1002525" indent="-200505" algn="l" defTabSz="802020" rtl="0" eaLnBrk="1" latinLnBrk="0" hangingPunct="1">
              <a:lnSpc>
                <a:spcPct val="150000"/>
              </a:lnSpc>
              <a:spcBef>
                <a:spcPts val="439"/>
              </a:spcBef>
              <a:buFont typeface="Arial" panose="020B0604020202020204" pitchFamily="34" charset="0"/>
              <a:buChar char="•"/>
              <a:defRPr sz="2105" kern="1200">
                <a:solidFill>
                  <a:schemeClr val="tx1"/>
                </a:solidFill>
                <a:latin typeface="+mn-lt"/>
                <a:ea typeface="+mn-ea"/>
                <a:cs typeface="+mn-cs"/>
              </a:defRPr>
            </a:lvl3pPr>
            <a:lvl4pPr marL="1403535"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4pPr>
            <a:lvl5pPr marL="1804546"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5pPr>
            <a:lvl6pPr marL="220555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56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57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58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a:lstStyle>
          <a:p>
            <a:r>
              <a:rPr lang="en-GB" dirty="0"/>
              <a:t>The RIGHT JOIN will always return all records from the right table, even when there are no matches in the left table.</a:t>
            </a:r>
          </a:p>
          <a:p>
            <a:r>
              <a:rPr lang="en-GB" dirty="0"/>
              <a:t>For records with no matching values in the left table, the output contains NULL values.</a:t>
            </a:r>
          </a:p>
        </p:txBody>
      </p:sp>
      <p:sp>
        <p:nvSpPr>
          <p:cNvPr id="8" name="object 3">
            <a:extLst>
              <a:ext uri="{FF2B5EF4-FFF2-40B4-BE49-F238E27FC236}">
                <a16:creationId xmlns:a16="http://schemas.microsoft.com/office/drawing/2014/main" id="{08357DB2-AE36-CC1D-1692-0257EA8B24BD}"/>
              </a:ext>
            </a:extLst>
          </p:cNvPr>
          <p:cNvSpPr txBox="1">
            <a:spLocks/>
          </p:cNvSpPr>
          <p:nvPr/>
        </p:nvSpPr>
        <p:spPr>
          <a:xfrm>
            <a:off x="735171" y="504168"/>
            <a:ext cx="9223059" cy="671592"/>
          </a:xfrm>
          <a:prstGeom prst="rect">
            <a:avLst/>
          </a:prstGeom>
        </p:spPr>
        <p:txBody>
          <a:bodyPr vert="horz" wrap="square" lIns="0" tIns="76833" rIns="0" bIns="0" rtlCol="0" anchor="ctr">
            <a:spAutoFit/>
          </a:bodyPr>
          <a:lstStyle>
            <a:lvl1pPr algn="l" defTabSz="727312" rtl="0" eaLnBrk="1" latinLnBrk="0" hangingPunct="1">
              <a:lnSpc>
                <a:spcPct val="90000"/>
              </a:lnSpc>
              <a:spcBef>
                <a:spcPct val="0"/>
              </a:spcBef>
              <a:buNone/>
              <a:defRPr sz="3500" b="1" kern="1200">
                <a:solidFill>
                  <a:srgbClr val="004C6C"/>
                </a:solidFill>
                <a:latin typeface="+mj-lt"/>
                <a:ea typeface="+mj-ea"/>
                <a:cs typeface="+mj-cs"/>
              </a:defRPr>
            </a:lvl1pPr>
          </a:lstStyle>
          <a:p>
            <a:pPr marL="154951" defTabSz="802080">
              <a:lnSpc>
                <a:spcPct val="100000"/>
              </a:lnSpc>
              <a:spcBef>
                <a:spcPts val="96"/>
              </a:spcBef>
              <a:defRPr/>
            </a:pPr>
            <a:r>
              <a:rPr lang="pt-BR" sz="3860" spc="-10" dirty="0">
                <a:latin typeface="Helvetica"/>
              </a:rPr>
              <a:t>RIGHT JOIN</a:t>
            </a:r>
          </a:p>
        </p:txBody>
      </p:sp>
      <p:pic>
        <p:nvPicPr>
          <p:cNvPr id="2" name="object 6">
            <a:extLst>
              <a:ext uri="{FF2B5EF4-FFF2-40B4-BE49-F238E27FC236}">
                <a16:creationId xmlns:a16="http://schemas.microsoft.com/office/drawing/2014/main" id="{259D5F0C-37C2-F7AA-B6DA-5849200857D4}"/>
              </a:ext>
            </a:extLst>
          </p:cNvPr>
          <p:cNvPicPr/>
          <p:nvPr/>
        </p:nvPicPr>
        <p:blipFill>
          <a:blip r:embed="rId2" cstate="print"/>
          <a:stretch>
            <a:fillRect/>
          </a:stretch>
        </p:blipFill>
        <p:spPr>
          <a:xfrm>
            <a:off x="4992289" y="4204293"/>
            <a:ext cx="2668351" cy="1831220"/>
          </a:xfrm>
          <a:prstGeom prst="rect">
            <a:avLst/>
          </a:prstGeom>
        </p:spPr>
      </p:pic>
    </p:spTree>
    <p:extLst>
      <p:ext uri="{BB962C8B-B14F-4D97-AF65-F5344CB8AC3E}">
        <p14:creationId xmlns:p14="http://schemas.microsoft.com/office/powerpoint/2010/main" val="4277801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DC6D0-52D6-7FC2-C6A3-26B63F86DD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4B30E5F-434A-1D16-5B55-5560E278A7F9}"/>
              </a:ext>
            </a:extLst>
          </p:cNvPr>
          <p:cNvSpPr txBox="1">
            <a:spLocks noGrp="1"/>
          </p:cNvSpPr>
          <p:nvPr>
            <p:ph type="title"/>
          </p:nvPr>
        </p:nvSpPr>
        <p:spPr>
          <a:xfrm>
            <a:off x="735174" y="796872"/>
            <a:ext cx="9223059" cy="671464"/>
          </a:xfrm>
          <a:prstGeom prst="rect">
            <a:avLst/>
          </a:prstGeom>
        </p:spPr>
        <p:txBody>
          <a:bodyPr vert="horz" wrap="square" lIns="0" tIns="76833" rIns="0" bIns="0" rtlCol="0" anchor="ctr">
            <a:spAutoFit/>
          </a:bodyPr>
          <a:lstStyle/>
          <a:p>
            <a:pPr marL="154951">
              <a:lnSpc>
                <a:spcPct val="100000"/>
              </a:lnSpc>
              <a:spcBef>
                <a:spcPts val="96"/>
              </a:spcBef>
            </a:pPr>
            <a:r>
              <a:rPr lang="pt-BR" dirty="0"/>
              <a:t>RIGHT JOIN</a:t>
            </a:r>
            <a:endParaRPr spc="-10" dirty="0"/>
          </a:p>
        </p:txBody>
      </p:sp>
      <p:sp>
        <p:nvSpPr>
          <p:cNvPr id="4" name="Slide Number Placeholder 1">
            <a:extLst>
              <a:ext uri="{FF2B5EF4-FFF2-40B4-BE49-F238E27FC236}">
                <a16:creationId xmlns:a16="http://schemas.microsoft.com/office/drawing/2014/main" id="{E35F5D0D-FA2E-4ADE-015C-447D41A122C4}"/>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26</a:t>
            </a:fld>
            <a:endParaRPr lang="en-SI" sz="1985">
              <a:solidFill>
                <a:prstClr val="black">
                  <a:tint val="75000"/>
                </a:prstClr>
              </a:solidFill>
            </a:endParaRPr>
          </a:p>
        </p:txBody>
      </p:sp>
      <p:pic>
        <p:nvPicPr>
          <p:cNvPr id="5" name="Picture 4">
            <a:extLst>
              <a:ext uri="{FF2B5EF4-FFF2-40B4-BE49-F238E27FC236}">
                <a16:creationId xmlns:a16="http://schemas.microsoft.com/office/drawing/2014/main" id="{FC41EEF6-4D3A-F1FC-5FEA-87C417A7F8B1}"/>
              </a:ext>
            </a:extLst>
          </p:cNvPr>
          <p:cNvPicPr>
            <a:picLocks noChangeAspect="1"/>
          </p:cNvPicPr>
          <p:nvPr/>
        </p:nvPicPr>
        <p:blipFill>
          <a:blip r:embed="rId2">
            <a:extLst>
              <a:ext uri="{28A0092B-C50C-407E-A947-70E740481C1C}">
                <a14:useLocalDpi xmlns:a14="http://schemas.microsoft.com/office/drawing/2010/main" val="0"/>
              </a:ext>
            </a:extLst>
          </a:blip>
          <a:srcRect b="14667"/>
          <a:stretch>
            <a:fillRect/>
          </a:stretch>
        </p:blipFill>
        <p:spPr>
          <a:xfrm>
            <a:off x="305135" y="1468336"/>
            <a:ext cx="10412338" cy="5029200"/>
          </a:xfrm>
          <a:prstGeom prst="rect">
            <a:avLst/>
          </a:prstGeom>
        </p:spPr>
      </p:pic>
      <p:sp>
        <p:nvSpPr>
          <p:cNvPr id="9" name="TextBox 8">
            <a:extLst>
              <a:ext uri="{FF2B5EF4-FFF2-40B4-BE49-F238E27FC236}">
                <a16:creationId xmlns:a16="http://schemas.microsoft.com/office/drawing/2014/main" id="{5A8D228E-8764-35D8-33AA-19F2B5D80358}"/>
              </a:ext>
            </a:extLst>
          </p:cNvPr>
          <p:cNvSpPr txBox="1"/>
          <p:nvPr/>
        </p:nvSpPr>
        <p:spPr>
          <a:xfrm>
            <a:off x="343235" y="5915025"/>
            <a:ext cx="6096000" cy="707886"/>
          </a:xfrm>
          <a:prstGeom prst="rect">
            <a:avLst/>
          </a:prstGeom>
          <a:noFill/>
        </p:spPr>
        <p:txBody>
          <a:bodyPr wrap="square">
            <a:spAutoFit/>
          </a:bodyPr>
          <a:lstStyle/>
          <a:p>
            <a:pPr algn="l" rtl="0"/>
            <a:r>
              <a:rPr lang="en-IE" sz="2000" dirty="0"/>
              <a:t>441 players in our database have no info on the table </a:t>
            </a:r>
            <a:r>
              <a:rPr lang="en-IE" sz="2000" dirty="0" err="1"/>
              <a:t>player_attributes</a:t>
            </a:r>
            <a:r>
              <a:rPr lang="en-IE" sz="2000" dirty="0"/>
              <a:t>.</a:t>
            </a:r>
          </a:p>
        </p:txBody>
      </p:sp>
      <p:sp>
        <p:nvSpPr>
          <p:cNvPr id="6" name="TextBox 5">
            <a:extLst>
              <a:ext uri="{FF2B5EF4-FFF2-40B4-BE49-F238E27FC236}">
                <a16:creationId xmlns:a16="http://schemas.microsoft.com/office/drawing/2014/main" id="{4ECC5245-7064-FE86-1462-6E80C37947E3}"/>
              </a:ext>
            </a:extLst>
          </p:cNvPr>
          <p:cNvSpPr txBox="1"/>
          <p:nvPr/>
        </p:nvSpPr>
        <p:spPr>
          <a:xfrm>
            <a:off x="4525010" y="465149"/>
            <a:ext cx="5359400" cy="1200329"/>
          </a:xfrm>
          <a:prstGeom prst="rect">
            <a:avLst/>
          </a:prstGeom>
          <a:noFill/>
        </p:spPr>
        <p:txBody>
          <a:bodyPr wrap="square">
            <a:spAutoFit/>
          </a:bodyPr>
          <a:lstStyle/>
          <a:p>
            <a:pPr algn="l" rtl="0"/>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player_attributes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RIGHT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players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weak_foot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IS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a:t>
            </a:r>
            <a:r>
              <a:rPr lang="en-IE" sz="1800" dirty="0">
                <a:solidFill>
                  <a:srgbClr val="FF0000"/>
                </a:solidFill>
                <a:effectLst/>
                <a:latin typeface="Menlo" panose="020B0609030804020204" pitchFamily="49" charset="0"/>
              </a:rPr>
              <a:t>;</a:t>
            </a:r>
            <a:endParaRPr lang="en-IE" dirty="0"/>
          </a:p>
        </p:txBody>
      </p:sp>
    </p:spTree>
    <p:extLst>
      <p:ext uri="{BB962C8B-B14F-4D97-AF65-F5344CB8AC3E}">
        <p14:creationId xmlns:p14="http://schemas.microsoft.com/office/powerpoint/2010/main" val="233199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AB92E-2EE9-9690-DC97-FB9A55589C5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BC204BA-BBA3-145A-94EB-460EDABE9D0A}"/>
              </a:ext>
            </a:extLst>
          </p:cNvPr>
          <p:cNvSpPr txBox="1">
            <a:spLocks noGrp="1"/>
          </p:cNvSpPr>
          <p:nvPr>
            <p:ph type="title"/>
          </p:nvPr>
        </p:nvSpPr>
        <p:spPr>
          <a:xfrm>
            <a:off x="735174" y="796872"/>
            <a:ext cx="9223059" cy="671464"/>
          </a:xfrm>
          <a:prstGeom prst="rect">
            <a:avLst/>
          </a:prstGeom>
        </p:spPr>
        <p:txBody>
          <a:bodyPr vert="horz" wrap="square" lIns="0" tIns="76833" rIns="0" bIns="0" rtlCol="0" anchor="ctr">
            <a:spAutoFit/>
          </a:bodyPr>
          <a:lstStyle/>
          <a:p>
            <a:pPr marL="154951">
              <a:lnSpc>
                <a:spcPct val="100000"/>
              </a:lnSpc>
              <a:spcBef>
                <a:spcPts val="96"/>
              </a:spcBef>
            </a:pPr>
            <a:r>
              <a:rPr lang="pt-BR" dirty="0"/>
              <a:t>RIGHT JOIN</a:t>
            </a:r>
            <a:endParaRPr spc="-10" dirty="0"/>
          </a:p>
        </p:txBody>
      </p:sp>
      <p:sp>
        <p:nvSpPr>
          <p:cNvPr id="2" name="Slide Number Placeholder 1">
            <a:extLst>
              <a:ext uri="{FF2B5EF4-FFF2-40B4-BE49-F238E27FC236}">
                <a16:creationId xmlns:a16="http://schemas.microsoft.com/office/drawing/2014/main" id="{BB72391A-41B7-1037-8E99-179D9C3F467F}"/>
              </a:ext>
            </a:extLst>
          </p:cNvPr>
          <p:cNvSpPr>
            <a:spLocks noGrp="1"/>
          </p:cNvSpPr>
          <p:nvPr>
            <p:ph type="sldNum" sz="quarter" idx="12"/>
          </p:nvPr>
        </p:nvSpPr>
        <p:spPr/>
        <p:txBody>
          <a:bodyPr/>
          <a:lstStyle/>
          <a:p>
            <a:fld id="{1AE971F0-0CD2-4C47-8087-EBCE9716EA84}" type="slidenum">
              <a:rPr lang="en-GB" smtClean="0"/>
              <a:pPr/>
              <a:t>27</a:t>
            </a:fld>
            <a:endParaRPr lang="en-GB" dirty="0"/>
          </a:p>
        </p:txBody>
      </p:sp>
      <p:sp>
        <p:nvSpPr>
          <p:cNvPr id="4" name="Slide Number Placeholder 1">
            <a:extLst>
              <a:ext uri="{FF2B5EF4-FFF2-40B4-BE49-F238E27FC236}">
                <a16:creationId xmlns:a16="http://schemas.microsoft.com/office/drawing/2014/main" id="{05FF71F9-FDBC-F9AC-5808-EA65E8D9882C}"/>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27</a:t>
            </a:fld>
            <a:endParaRPr lang="en-SI" sz="1985">
              <a:solidFill>
                <a:prstClr val="black">
                  <a:tint val="75000"/>
                </a:prstClr>
              </a:solidFill>
            </a:endParaRPr>
          </a:p>
        </p:txBody>
      </p:sp>
      <p:sp>
        <p:nvSpPr>
          <p:cNvPr id="6" name="TextBox 5">
            <a:extLst>
              <a:ext uri="{FF2B5EF4-FFF2-40B4-BE49-F238E27FC236}">
                <a16:creationId xmlns:a16="http://schemas.microsoft.com/office/drawing/2014/main" id="{2196D24C-505C-FD5D-A181-0B18ABE084A6}"/>
              </a:ext>
            </a:extLst>
          </p:cNvPr>
          <p:cNvSpPr txBox="1"/>
          <p:nvPr/>
        </p:nvSpPr>
        <p:spPr>
          <a:xfrm>
            <a:off x="927100" y="2105025"/>
            <a:ext cx="5346700" cy="1754326"/>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weak_foot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player_attributes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RIGHT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players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weak_foot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388611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FBA95-6014-3634-0BCE-356A52F854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798716-44CA-1459-2DDF-A84A83E5A6F5}"/>
              </a:ext>
            </a:extLst>
          </p:cNvPr>
          <p:cNvSpPr>
            <a:spLocks noGrp="1"/>
          </p:cNvSpPr>
          <p:nvPr>
            <p:ph type="sldNum" sz="quarter" idx="12"/>
          </p:nvPr>
        </p:nvSpPr>
        <p:spPr/>
        <p:txBody>
          <a:bodyPr/>
          <a:lstStyle/>
          <a:p>
            <a:fld id="{1AE971F0-0CD2-4C47-8087-EBCE9716EA84}" type="slidenum">
              <a:rPr lang="en-GB" smtClean="0"/>
              <a:pPr/>
              <a:t>28</a:t>
            </a:fld>
            <a:endParaRPr lang="en-GB" dirty="0"/>
          </a:p>
        </p:txBody>
      </p:sp>
      <p:sp>
        <p:nvSpPr>
          <p:cNvPr id="4" name="Slide Number Placeholder 1">
            <a:extLst>
              <a:ext uri="{FF2B5EF4-FFF2-40B4-BE49-F238E27FC236}">
                <a16:creationId xmlns:a16="http://schemas.microsoft.com/office/drawing/2014/main" id="{1BF9D414-A18F-7EB2-F2F6-52E7342B2A4E}"/>
              </a:ext>
            </a:extLst>
          </p:cNvPr>
          <p:cNvSpPr txBox="1">
            <a:spLocks/>
          </p:cNvSpPr>
          <p:nvPr/>
        </p:nvSpPr>
        <p:spPr>
          <a:xfrm>
            <a:off x="7565136" y="7033454"/>
            <a:ext cx="2319274" cy="305468"/>
          </a:xfrm>
          <a:prstGeom prst="rect">
            <a:avLst/>
          </a:prstGeom>
        </p:spPr>
        <p:txBody>
          <a:bodyPr wrap="square" lIns="0" tIns="0" rIns="0" bIns="0">
            <a:spAutoFit/>
          </a:bodyPr>
          <a:lstStyle>
            <a:defPPr>
              <a:defRPr kern="0"/>
            </a:defPPr>
            <a:lvl1pPr algn="r">
              <a:defRPr>
                <a:solidFill>
                  <a:schemeClr val="tx1">
                    <a:tint val="75000"/>
                  </a:schemeClr>
                </a:solidFill>
              </a:defRPr>
            </a:lvl1pPr>
          </a:lstStyle>
          <a:p>
            <a:pPr defTabSz="1008400">
              <a:defRPr/>
            </a:pPr>
            <a:fld id="{B6F15528-21DE-4FAA-801E-634DDDAF4B2B}" type="slidenum">
              <a:rPr lang="en-SI" sz="1985">
                <a:solidFill>
                  <a:prstClr val="black">
                    <a:tint val="75000"/>
                  </a:prstClr>
                </a:solidFill>
              </a:rPr>
              <a:pPr defTabSz="1008400">
                <a:defRPr/>
              </a:pPr>
              <a:t>28</a:t>
            </a:fld>
            <a:endParaRPr lang="en-SI" sz="1985">
              <a:solidFill>
                <a:prstClr val="black">
                  <a:tint val="75000"/>
                </a:prstClr>
              </a:solidFill>
            </a:endParaRPr>
          </a:p>
        </p:txBody>
      </p:sp>
      <p:pic>
        <p:nvPicPr>
          <p:cNvPr id="8" name="Picture 8" descr="Vevox Product Update I September 2023">
            <a:extLst>
              <a:ext uri="{FF2B5EF4-FFF2-40B4-BE49-F238E27FC236}">
                <a16:creationId xmlns:a16="http://schemas.microsoft.com/office/drawing/2014/main" id="{A7D6FDA2-B803-6514-44F8-046CEBD67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47" y="840454"/>
            <a:ext cx="9106569" cy="5875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742703"/>
      </p:ext>
    </p:extLst>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2.xml><?xml version="1.0" encoding="utf-8"?>
<a:theme xmlns:a="http://schemas.openxmlformats.org/drawingml/2006/main" name="TU Dublin">
  <a:themeElements>
    <a:clrScheme name="TU Dublin Presentation0000oo">
      <a:dk1>
        <a:srgbClr val="004C6C"/>
      </a:dk1>
      <a:lt1>
        <a:srgbClr val="FFFFFF"/>
      </a:lt1>
      <a:dk2>
        <a:srgbClr val="452A64"/>
      </a:dk2>
      <a:lt2>
        <a:srgbClr val="EEECE1"/>
      </a:lt2>
      <a:accent1>
        <a:srgbClr val="004C6C"/>
      </a:accent1>
      <a:accent2>
        <a:srgbClr val="B60057"/>
      </a:accent2>
      <a:accent3>
        <a:srgbClr val="CFC600"/>
      </a:accent3>
      <a:accent4>
        <a:srgbClr val="837EBA"/>
      </a:accent4>
      <a:accent5>
        <a:srgbClr val="2856A3"/>
      </a:accent5>
      <a:accent6>
        <a:srgbClr val="F0823C"/>
      </a:accent6>
      <a:hlink>
        <a:srgbClr val="00A9B7"/>
      </a:hlink>
      <a:folHlink>
        <a:srgbClr val="CE122C"/>
      </a:folHlink>
    </a:clrScheme>
    <a:fontScheme name="TUDublin">
      <a:majorFont>
        <a:latin typeface="Prophet"/>
        <a:ea typeface=""/>
        <a:cs typeface=""/>
      </a:majorFont>
      <a:minorFont>
        <a:latin typeface="Visuel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U Dublin blue" id="{6D57FD24-6AFF-7F41-B61B-15129C67D53B}" vid="{5494679D-FC2E-284F-BAB5-6633A551CA7A}"/>
    </a:ext>
  </a:extLst>
</a:theme>
</file>

<file path=ppt/theme/theme3.xml><?xml version="1.0" encoding="utf-8"?>
<a:theme xmlns:a="http://schemas.openxmlformats.org/drawingml/2006/main" name="Custom Design">
  <a:themeElements>
    <a:clrScheme name="TU Dublin Presentation0000oo">
      <a:dk1>
        <a:srgbClr val="004C6C"/>
      </a:dk1>
      <a:lt1>
        <a:srgbClr val="FFFFFF"/>
      </a:lt1>
      <a:dk2>
        <a:srgbClr val="452A64"/>
      </a:dk2>
      <a:lt2>
        <a:srgbClr val="EEECE1"/>
      </a:lt2>
      <a:accent1>
        <a:srgbClr val="004C6C"/>
      </a:accent1>
      <a:accent2>
        <a:srgbClr val="B60057"/>
      </a:accent2>
      <a:accent3>
        <a:srgbClr val="CFC600"/>
      </a:accent3>
      <a:accent4>
        <a:srgbClr val="837EBA"/>
      </a:accent4>
      <a:accent5>
        <a:srgbClr val="2856A3"/>
      </a:accent5>
      <a:accent6>
        <a:srgbClr val="F0823C"/>
      </a:accent6>
      <a:hlink>
        <a:srgbClr val="00A9B7"/>
      </a:hlink>
      <a:folHlink>
        <a:srgbClr val="CE122C"/>
      </a:folHlink>
    </a:clrScheme>
    <a:fontScheme name="TUDublin">
      <a:majorFont>
        <a:latin typeface="Prophet"/>
        <a:ea typeface=""/>
        <a:cs typeface=""/>
      </a:majorFont>
      <a:minorFont>
        <a:latin typeface="Visue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6317cb-e948-4e5f-8cec-dabc8e2fd5da}" enabled="0" method="" siteId="{766317cb-e948-4e5f-8cec-dabc8e2fd5da}" removed="1"/>
</clbl:labelList>
</file>

<file path=docProps/app.xml><?xml version="1.0" encoding="utf-8"?>
<Properties xmlns="http://schemas.openxmlformats.org/officeDocument/2006/extended-properties" xmlns:vt="http://schemas.openxmlformats.org/officeDocument/2006/docPropsVTypes">
  <Template/>
  <TotalTime>1094</TotalTime>
  <Words>1483</Words>
  <Application>Microsoft Macintosh PowerPoint</Application>
  <PresentationFormat>Custom</PresentationFormat>
  <Paragraphs>166</Paragraphs>
  <Slides>28</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28</vt:i4>
      </vt:variant>
    </vt:vector>
  </HeadingPairs>
  <TitlesOfParts>
    <vt:vector size="37" baseType="lpstr">
      <vt:lpstr>Prophet</vt:lpstr>
      <vt:lpstr>Visuelt</vt:lpstr>
      <vt:lpstr>Arial</vt:lpstr>
      <vt:lpstr>Calibri</vt:lpstr>
      <vt:lpstr>Helvetica</vt:lpstr>
      <vt:lpstr>Menlo</vt:lpstr>
      <vt:lpstr>1_Office Theme</vt:lpstr>
      <vt:lpstr>TU Dublin</vt:lpstr>
      <vt:lpstr>Custom Design</vt:lpstr>
      <vt:lpstr>JOINs  Dr Mariana Rocha School of Computer Science</vt:lpstr>
      <vt:lpstr>Learning Objectives</vt:lpstr>
      <vt:lpstr>Importing a CSV file</vt:lpstr>
      <vt:lpstr>Create the database</vt:lpstr>
      <vt:lpstr>Import the data</vt:lpstr>
      <vt:lpstr>PowerPoint Presentation</vt:lpstr>
      <vt:lpstr>JOINS</vt:lpstr>
      <vt:lpstr>JOINs</vt:lpstr>
      <vt:lpstr>Joins</vt:lpstr>
      <vt:lpstr>Joins</vt:lpstr>
      <vt:lpstr>INNER JOIN</vt:lpstr>
      <vt:lpstr>INNER JOIN - SYNTAX</vt:lpstr>
      <vt:lpstr>INNER JOIN – SYNTAX – Table Order</vt:lpstr>
      <vt:lpstr>PowerPoint Presentation</vt:lpstr>
      <vt:lpstr>PowerPoint Presentation</vt:lpstr>
      <vt:lpstr>INNER JOIN – SYNTAX – ON clause</vt:lpstr>
      <vt:lpstr>INNER JOIN – more than 2 tables</vt:lpstr>
      <vt:lpstr>INNER JOIN – more than 2 tables</vt:lpstr>
      <vt:lpstr>INNER JOIN – Adding condition</vt:lpstr>
      <vt:lpstr>INNER JOIN – Combining conditions</vt:lpstr>
      <vt:lpstr>INNER JOIN – Combining conditions</vt:lpstr>
      <vt:lpstr>LEFT JOIN</vt:lpstr>
      <vt:lpstr>LEFT JOIN</vt:lpstr>
      <vt:lpstr>LEFT JOIN</vt:lpstr>
      <vt:lpstr>PowerPoint Presentation</vt:lpstr>
      <vt:lpstr>RIGHT JOIN</vt:lpstr>
      <vt:lpstr>RIGHT JOIN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Relational Databases and SQL</dc:title>
  <cp:lastModifiedBy>Mariana Rocha</cp:lastModifiedBy>
  <cp:revision>45</cp:revision>
  <dcterms:created xsi:type="dcterms:W3CDTF">2023-09-08T07:22:53Z</dcterms:created>
  <dcterms:modified xsi:type="dcterms:W3CDTF">2025-10-07T09:59:21Z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2022-09-06T00:00:00Z</vt:filetime>
  </property>
  <property fmtid="{D5CDD505-2E9C-101B-9397-08002B2CF9AE}" pid="3" name="Creator">
    <vt:lpwstr>Acrobat PDFMaker 15 for PowerPoint</vt:lpwstr>
  </property>
  <property fmtid="{D5CDD505-2E9C-101B-9397-08002B2CF9AE}" pid="4" name="LastSaved">
    <vt:filetime>2023-09-08T00:00:00Z</vt:filetime>
  </property>
  <property fmtid="{D5CDD505-2E9C-101B-9397-08002B2CF9AE}" pid="5" name="Producer">
    <vt:lpwstr>macOS Version 11.5.2 (Build 20G95) Quartz PDFContext</vt:lpwstr>
  </property>
</Properties>
</file>