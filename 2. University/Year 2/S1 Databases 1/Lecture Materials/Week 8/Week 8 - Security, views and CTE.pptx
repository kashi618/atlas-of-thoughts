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328" r:id="rId2"/>
    <p:sldId id="346" r:id="rId3"/>
    <p:sldId id="347" r:id="rId4"/>
    <p:sldId id="348" r:id="rId5"/>
    <p:sldId id="349" r:id="rId6"/>
    <p:sldId id="386" r:id="rId7"/>
    <p:sldId id="387" r:id="rId8"/>
    <p:sldId id="388" r:id="rId9"/>
    <p:sldId id="389" r:id="rId10"/>
    <p:sldId id="380" r:id="rId11"/>
    <p:sldId id="390" r:id="rId12"/>
    <p:sldId id="391" r:id="rId13"/>
    <p:sldId id="392" r:id="rId14"/>
    <p:sldId id="393" r:id="rId15"/>
    <p:sldId id="394" r:id="rId16"/>
    <p:sldId id="395" r:id="rId17"/>
    <p:sldId id="399" r:id="rId18"/>
    <p:sldId id="400" r:id="rId19"/>
    <p:sldId id="401" r:id="rId20"/>
    <p:sldId id="402" r:id="rId21"/>
    <p:sldId id="396" r:id="rId22"/>
    <p:sldId id="397" r:id="rId23"/>
    <p:sldId id="403" r:id="rId24"/>
    <p:sldId id="404" r:id="rId25"/>
    <p:sldId id="405" r:id="rId26"/>
    <p:sldId id="406" r:id="rId27"/>
    <p:sldId id="408" r:id="rId28"/>
    <p:sldId id="407" r:id="rId29"/>
    <p:sldId id="409" r:id="rId30"/>
    <p:sldId id="410" r:id="rId31"/>
    <p:sldId id="411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92727D-B622-B548-8AEA-F6F61176974E}" v="23" dt="2025-10-31T13:30:25.831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81"/>
  </p:normalViewPr>
  <p:slideViewPr>
    <p:cSldViewPr snapToGrid="0">
      <p:cViewPr varScale="1">
        <p:scale>
          <a:sx n="111" d="100"/>
          <a:sy n="111" d="100"/>
        </p:scale>
        <p:origin x="13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a Rocha" userId="0a3173bd-d0ed-4c32-8e4c-b90c820606c5" providerId="ADAL" clId="{DCC3A51D-31E8-5BC6-970B-354B54D5302A}"/>
    <pc:docChg chg="undo custSel addSld delSld modSld sldOrd modMainMaster">
      <pc:chgData name="Mariana Rocha" userId="0a3173bd-d0ed-4c32-8e4c-b90c820606c5" providerId="ADAL" clId="{DCC3A51D-31E8-5BC6-970B-354B54D5302A}" dt="2025-11-03T09:08:39.979" v="2674" actId="20577"/>
      <pc:docMkLst>
        <pc:docMk/>
      </pc:docMkLst>
      <pc:sldChg chg="modSp add mod">
        <pc:chgData name="Mariana Rocha" userId="0a3173bd-d0ed-4c32-8e4c-b90c820606c5" providerId="ADAL" clId="{DCC3A51D-31E8-5BC6-970B-354B54D5302A}" dt="2025-11-03T09:08:39.979" v="2674" actId="20577"/>
        <pc:sldMkLst>
          <pc:docMk/>
          <pc:sldMk cId="0" sldId="328"/>
        </pc:sldMkLst>
        <pc:spChg chg="mod">
          <ac:chgData name="Mariana Rocha" userId="0a3173bd-d0ed-4c32-8e4c-b90c820606c5" providerId="ADAL" clId="{DCC3A51D-31E8-5BC6-970B-354B54D5302A}" dt="2025-11-03T09:08:39.979" v="2674" actId="20577"/>
          <ac:spMkLst>
            <pc:docMk/>
            <pc:sldMk cId="0" sldId="328"/>
            <ac:spMk id="26" creationId="{2ABE34C9-C9F3-88B9-7DC7-48B60D3134CC}"/>
          </ac:spMkLst>
        </pc:spChg>
      </pc:sldChg>
      <pc:sldChg chg="addSp delSp modSp new mod">
        <pc:chgData name="Mariana Rocha" userId="0a3173bd-d0ed-4c32-8e4c-b90c820606c5" providerId="ADAL" clId="{DCC3A51D-31E8-5BC6-970B-354B54D5302A}" dt="2025-10-30T14:31:25.797" v="108" actId="20577"/>
        <pc:sldMkLst>
          <pc:docMk/>
          <pc:sldMk cId="156915857" sldId="346"/>
        </pc:sldMkLst>
        <pc:spChg chg="mod">
          <ac:chgData name="Mariana Rocha" userId="0a3173bd-d0ed-4c32-8e4c-b90c820606c5" providerId="ADAL" clId="{DCC3A51D-31E8-5BC6-970B-354B54D5302A}" dt="2025-10-30T14:31:21.005" v="106" actId="255"/>
          <ac:spMkLst>
            <pc:docMk/>
            <pc:sldMk cId="156915857" sldId="346"/>
            <ac:spMk id="2" creationId="{9B43B800-BCA0-6C75-E197-FB83DE703477}"/>
          </ac:spMkLst>
        </pc:spChg>
        <pc:spChg chg="add mod">
          <ac:chgData name="Mariana Rocha" userId="0a3173bd-d0ed-4c32-8e4c-b90c820606c5" providerId="ADAL" clId="{DCC3A51D-31E8-5BC6-970B-354B54D5302A}" dt="2025-10-30T14:31:25.797" v="108" actId="20577"/>
          <ac:spMkLst>
            <pc:docMk/>
            <pc:sldMk cId="156915857" sldId="346"/>
            <ac:spMk id="5" creationId="{C5A7A4A0-7383-7D1B-2BC0-C6FF8D62C2DB}"/>
          </ac:spMkLst>
        </pc:spChg>
      </pc:sldChg>
      <pc:sldChg chg="modSp add mod">
        <pc:chgData name="Mariana Rocha" userId="0a3173bd-d0ed-4c32-8e4c-b90c820606c5" providerId="ADAL" clId="{DCC3A51D-31E8-5BC6-970B-354B54D5302A}" dt="2025-10-30T14:32:35.425" v="156" actId="21"/>
        <pc:sldMkLst>
          <pc:docMk/>
          <pc:sldMk cId="328754464" sldId="347"/>
        </pc:sldMkLst>
        <pc:spChg chg="mod">
          <ac:chgData name="Mariana Rocha" userId="0a3173bd-d0ed-4c32-8e4c-b90c820606c5" providerId="ADAL" clId="{DCC3A51D-31E8-5BC6-970B-354B54D5302A}" dt="2025-10-30T14:32:12.350" v="146" actId="20577"/>
          <ac:spMkLst>
            <pc:docMk/>
            <pc:sldMk cId="328754464" sldId="347"/>
            <ac:spMk id="2" creationId="{E3C0DA42-5D3A-FE87-EFF8-37C9488AEE10}"/>
          </ac:spMkLst>
        </pc:spChg>
        <pc:spChg chg="mod">
          <ac:chgData name="Mariana Rocha" userId="0a3173bd-d0ed-4c32-8e4c-b90c820606c5" providerId="ADAL" clId="{DCC3A51D-31E8-5BC6-970B-354B54D5302A}" dt="2025-10-30T14:32:35.425" v="156" actId="21"/>
          <ac:spMkLst>
            <pc:docMk/>
            <pc:sldMk cId="328754464" sldId="347"/>
            <ac:spMk id="5" creationId="{DFB67B9A-CC65-185A-4313-7C93D5500660}"/>
          </ac:spMkLst>
        </pc:spChg>
      </pc:sldChg>
      <pc:sldChg chg="modSp add mod">
        <pc:chgData name="Mariana Rocha" userId="0a3173bd-d0ed-4c32-8e4c-b90c820606c5" providerId="ADAL" clId="{DCC3A51D-31E8-5BC6-970B-354B54D5302A}" dt="2025-10-30T14:33:53.506" v="267" actId="1035"/>
        <pc:sldMkLst>
          <pc:docMk/>
          <pc:sldMk cId="3263468701" sldId="348"/>
        </pc:sldMkLst>
        <pc:spChg chg="mod">
          <ac:chgData name="Mariana Rocha" userId="0a3173bd-d0ed-4c32-8e4c-b90c820606c5" providerId="ADAL" clId="{DCC3A51D-31E8-5BC6-970B-354B54D5302A}" dt="2025-10-30T14:32:56.297" v="174" actId="20577"/>
          <ac:spMkLst>
            <pc:docMk/>
            <pc:sldMk cId="3263468701" sldId="348"/>
            <ac:spMk id="2" creationId="{DB306421-D80B-F260-9ADF-BC00F225A67E}"/>
          </ac:spMkLst>
        </pc:spChg>
        <pc:spChg chg="mod">
          <ac:chgData name="Mariana Rocha" userId="0a3173bd-d0ed-4c32-8e4c-b90c820606c5" providerId="ADAL" clId="{DCC3A51D-31E8-5BC6-970B-354B54D5302A}" dt="2025-10-30T14:33:53.506" v="267" actId="1035"/>
          <ac:spMkLst>
            <pc:docMk/>
            <pc:sldMk cId="3263468701" sldId="348"/>
            <ac:spMk id="5" creationId="{3B7536E4-147C-4493-228C-10241973EF6A}"/>
          </ac:spMkLst>
        </pc:spChg>
      </pc:sldChg>
      <pc:sldChg chg="modSp add mod">
        <pc:chgData name="Mariana Rocha" userId="0a3173bd-d0ed-4c32-8e4c-b90c820606c5" providerId="ADAL" clId="{DCC3A51D-31E8-5BC6-970B-354B54D5302A}" dt="2025-10-30T14:34:53.840" v="279" actId="20577"/>
        <pc:sldMkLst>
          <pc:docMk/>
          <pc:sldMk cId="3025289971" sldId="349"/>
        </pc:sldMkLst>
        <pc:spChg chg="mod">
          <ac:chgData name="Mariana Rocha" userId="0a3173bd-d0ed-4c32-8e4c-b90c820606c5" providerId="ADAL" clId="{DCC3A51D-31E8-5BC6-970B-354B54D5302A}" dt="2025-10-30T14:34:20.203" v="273" actId="20577"/>
          <ac:spMkLst>
            <pc:docMk/>
            <pc:sldMk cId="3025289971" sldId="349"/>
            <ac:spMk id="2" creationId="{769923B8-BF89-534B-EA4D-BC9D9C9AEFE6}"/>
          </ac:spMkLst>
        </pc:spChg>
        <pc:spChg chg="mod">
          <ac:chgData name="Mariana Rocha" userId="0a3173bd-d0ed-4c32-8e4c-b90c820606c5" providerId="ADAL" clId="{DCC3A51D-31E8-5BC6-970B-354B54D5302A}" dt="2025-10-30T14:34:53.840" v="279" actId="20577"/>
          <ac:spMkLst>
            <pc:docMk/>
            <pc:sldMk cId="3025289971" sldId="349"/>
            <ac:spMk id="5" creationId="{C9D7C180-EA1B-763A-27C6-8E2C481C3605}"/>
          </ac:spMkLst>
        </pc:spChg>
      </pc:sldChg>
      <pc:sldChg chg="add">
        <pc:chgData name="Mariana Rocha" userId="0a3173bd-d0ed-4c32-8e4c-b90c820606c5" providerId="ADAL" clId="{DCC3A51D-31E8-5BC6-970B-354B54D5302A}" dt="2025-10-30T14:36:48.138" v="280"/>
        <pc:sldMkLst>
          <pc:docMk/>
          <pc:sldMk cId="2799346220" sldId="380"/>
        </pc:sldMkLst>
      </pc:sldChg>
      <pc:sldChg chg="modSp add mod">
        <pc:chgData name="Mariana Rocha" userId="0a3173bd-d0ed-4c32-8e4c-b90c820606c5" providerId="ADAL" clId="{DCC3A51D-31E8-5BC6-970B-354B54D5302A}" dt="2025-10-30T14:37:38.438" v="307" actId="20577"/>
        <pc:sldMkLst>
          <pc:docMk/>
          <pc:sldMk cId="1984610162" sldId="386"/>
        </pc:sldMkLst>
        <pc:spChg chg="mod">
          <ac:chgData name="Mariana Rocha" userId="0a3173bd-d0ed-4c32-8e4c-b90c820606c5" providerId="ADAL" clId="{DCC3A51D-31E8-5BC6-970B-354B54D5302A}" dt="2025-10-30T14:37:23.978" v="299" actId="20577"/>
          <ac:spMkLst>
            <pc:docMk/>
            <pc:sldMk cId="1984610162" sldId="386"/>
            <ac:spMk id="2" creationId="{C6025178-E8DC-632B-A69A-C8897C7EEC5E}"/>
          </ac:spMkLst>
        </pc:spChg>
        <pc:spChg chg="mod">
          <ac:chgData name="Mariana Rocha" userId="0a3173bd-d0ed-4c32-8e4c-b90c820606c5" providerId="ADAL" clId="{DCC3A51D-31E8-5BC6-970B-354B54D5302A}" dt="2025-10-30T14:37:38.438" v="307" actId="20577"/>
          <ac:spMkLst>
            <pc:docMk/>
            <pc:sldMk cId="1984610162" sldId="386"/>
            <ac:spMk id="5" creationId="{F47DBF95-6632-2A17-B520-43F1DF13ECD3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30T14:38:23.216" v="326" actId="1076"/>
        <pc:sldMkLst>
          <pc:docMk/>
          <pc:sldMk cId="369247049" sldId="387"/>
        </pc:sldMkLst>
        <pc:spChg chg="mod">
          <ac:chgData name="Mariana Rocha" userId="0a3173bd-d0ed-4c32-8e4c-b90c820606c5" providerId="ADAL" clId="{DCC3A51D-31E8-5BC6-970B-354B54D5302A}" dt="2025-10-30T14:38:23.216" v="326" actId="1076"/>
          <ac:spMkLst>
            <pc:docMk/>
            <pc:sldMk cId="369247049" sldId="387"/>
            <ac:spMk id="2" creationId="{B1FE4D90-4031-0B42-60A7-F13CF9E4F4BA}"/>
          </ac:spMkLst>
        </pc:spChg>
        <pc:spChg chg="add mod">
          <ac:chgData name="Mariana Rocha" userId="0a3173bd-d0ed-4c32-8e4c-b90c820606c5" providerId="ADAL" clId="{DCC3A51D-31E8-5BC6-970B-354B54D5302A}" dt="2025-10-30T14:38:14.833" v="325"/>
          <ac:spMkLst>
            <pc:docMk/>
            <pc:sldMk cId="369247049" sldId="387"/>
            <ac:spMk id="3" creationId="{9C9D87D7-6B35-D8AD-18BE-903AF793415A}"/>
          </ac:spMkLst>
        </pc:spChg>
        <pc:spChg chg="add mod">
          <ac:chgData name="Mariana Rocha" userId="0a3173bd-d0ed-4c32-8e4c-b90c820606c5" providerId="ADAL" clId="{DCC3A51D-31E8-5BC6-970B-354B54D5302A}" dt="2025-10-30T14:38:14.833" v="325"/>
          <ac:spMkLst>
            <pc:docMk/>
            <pc:sldMk cId="369247049" sldId="387"/>
            <ac:spMk id="4" creationId="{45676F4F-9D1D-4C63-5A9F-0CD70FFB2D20}"/>
          </ac:spMkLst>
        </pc:spChg>
        <pc:spChg chg="add mod">
          <ac:chgData name="Mariana Rocha" userId="0a3173bd-d0ed-4c32-8e4c-b90c820606c5" providerId="ADAL" clId="{DCC3A51D-31E8-5BC6-970B-354B54D5302A}" dt="2025-10-30T14:38:14.833" v="325"/>
          <ac:spMkLst>
            <pc:docMk/>
            <pc:sldMk cId="369247049" sldId="387"/>
            <ac:spMk id="6" creationId="{C0FBD451-A03C-2244-6F9A-193C3C02063A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30T14:39:52.470" v="349" actId="1076"/>
        <pc:sldMkLst>
          <pc:docMk/>
          <pc:sldMk cId="2265701955" sldId="388"/>
        </pc:sldMkLst>
        <pc:spChg chg="mod">
          <ac:chgData name="Mariana Rocha" userId="0a3173bd-d0ed-4c32-8e4c-b90c820606c5" providerId="ADAL" clId="{DCC3A51D-31E8-5BC6-970B-354B54D5302A}" dt="2025-10-30T14:39:34.087" v="346" actId="20577"/>
          <ac:spMkLst>
            <pc:docMk/>
            <pc:sldMk cId="2265701955" sldId="388"/>
            <ac:spMk id="2" creationId="{DDE7038A-45D0-DE52-F987-3785833A2C92}"/>
          </ac:spMkLst>
        </pc:spChg>
        <pc:spChg chg="add mod">
          <ac:chgData name="Mariana Rocha" userId="0a3173bd-d0ed-4c32-8e4c-b90c820606c5" providerId="ADAL" clId="{DCC3A51D-31E8-5BC6-970B-354B54D5302A}" dt="2025-10-30T14:39:52.470" v="349" actId="1076"/>
          <ac:spMkLst>
            <pc:docMk/>
            <pc:sldMk cId="2265701955" sldId="388"/>
            <ac:spMk id="5" creationId="{59AE560B-2B48-8EF4-5051-24D802385934}"/>
          </ac:spMkLst>
        </pc:spChg>
        <pc:spChg chg="add mod">
          <ac:chgData name="Mariana Rocha" userId="0a3173bd-d0ed-4c32-8e4c-b90c820606c5" providerId="ADAL" clId="{DCC3A51D-31E8-5BC6-970B-354B54D5302A}" dt="2025-10-30T14:39:47.929" v="348" actId="1076"/>
          <ac:spMkLst>
            <pc:docMk/>
            <pc:sldMk cId="2265701955" sldId="388"/>
            <ac:spMk id="7" creationId="{B81FC5CA-8CF3-D614-5F12-4BBBC9ED6520}"/>
          </ac:spMkLst>
        </pc:spChg>
      </pc:sldChg>
      <pc:sldChg chg="modSp add mod">
        <pc:chgData name="Mariana Rocha" userId="0a3173bd-d0ed-4c32-8e4c-b90c820606c5" providerId="ADAL" clId="{DCC3A51D-31E8-5BC6-970B-354B54D5302A}" dt="2025-10-30T14:41:11.541" v="374" actId="20577"/>
        <pc:sldMkLst>
          <pc:docMk/>
          <pc:sldMk cId="1448024860" sldId="389"/>
        </pc:sldMkLst>
        <pc:spChg chg="mod">
          <ac:chgData name="Mariana Rocha" userId="0a3173bd-d0ed-4c32-8e4c-b90c820606c5" providerId="ADAL" clId="{DCC3A51D-31E8-5BC6-970B-354B54D5302A}" dt="2025-10-30T14:41:11.541" v="374" actId="20577"/>
          <ac:spMkLst>
            <pc:docMk/>
            <pc:sldMk cId="1448024860" sldId="389"/>
            <ac:spMk id="2" creationId="{1A712D43-20A5-9DFE-4025-C91316A608AE}"/>
          </ac:spMkLst>
        </pc:spChg>
        <pc:spChg chg="mod">
          <ac:chgData name="Mariana Rocha" userId="0a3173bd-d0ed-4c32-8e4c-b90c820606c5" providerId="ADAL" clId="{DCC3A51D-31E8-5BC6-970B-354B54D5302A}" dt="2025-10-30T14:41:07.035" v="354" actId="20577"/>
          <ac:spMkLst>
            <pc:docMk/>
            <pc:sldMk cId="1448024860" sldId="389"/>
            <ac:spMk id="5" creationId="{0DF651DD-A3CE-FA07-C914-CFFA5725443C}"/>
          </ac:spMkLst>
        </pc:spChg>
      </pc:sldChg>
      <pc:sldChg chg="modSp add mod ord">
        <pc:chgData name="Mariana Rocha" userId="0a3173bd-d0ed-4c32-8e4c-b90c820606c5" providerId="ADAL" clId="{DCC3A51D-31E8-5BC6-970B-354B54D5302A}" dt="2025-10-30T14:42:31.850" v="419" actId="21"/>
        <pc:sldMkLst>
          <pc:docMk/>
          <pc:sldMk cId="418363655" sldId="390"/>
        </pc:sldMkLst>
        <pc:spChg chg="mod">
          <ac:chgData name="Mariana Rocha" userId="0a3173bd-d0ed-4c32-8e4c-b90c820606c5" providerId="ADAL" clId="{DCC3A51D-31E8-5BC6-970B-354B54D5302A}" dt="2025-10-30T14:42:07.758" v="410" actId="20577"/>
          <ac:spMkLst>
            <pc:docMk/>
            <pc:sldMk cId="418363655" sldId="390"/>
            <ac:spMk id="2" creationId="{CC7A5491-4065-8972-3C2E-65D3BED01168}"/>
          </ac:spMkLst>
        </pc:spChg>
        <pc:spChg chg="mod">
          <ac:chgData name="Mariana Rocha" userId="0a3173bd-d0ed-4c32-8e4c-b90c820606c5" providerId="ADAL" clId="{DCC3A51D-31E8-5BC6-970B-354B54D5302A}" dt="2025-10-30T14:42:31.850" v="419" actId="21"/>
          <ac:spMkLst>
            <pc:docMk/>
            <pc:sldMk cId="418363655" sldId="390"/>
            <ac:spMk id="5" creationId="{1D6E6BAD-8F82-A5B4-4467-F24F889E54EC}"/>
          </ac:spMkLst>
        </pc:spChg>
      </pc:sldChg>
      <pc:sldChg chg="modSp add mod">
        <pc:chgData name="Mariana Rocha" userId="0a3173bd-d0ed-4c32-8e4c-b90c820606c5" providerId="ADAL" clId="{DCC3A51D-31E8-5BC6-970B-354B54D5302A}" dt="2025-10-30T14:55:09.976" v="703" actId="20577"/>
        <pc:sldMkLst>
          <pc:docMk/>
          <pc:sldMk cId="615028607" sldId="391"/>
        </pc:sldMkLst>
        <pc:spChg chg="mod">
          <ac:chgData name="Mariana Rocha" userId="0a3173bd-d0ed-4c32-8e4c-b90c820606c5" providerId="ADAL" clId="{DCC3A51D-31E8-5BC6-970B-354B54D5302A}" dt="2025-10-30T14:42:51.852" v="447" actId="20577"/>
          <ac:spMkLst>
            <pc:docMk/>
            <pc:sldMk cId="615028607" sldId="391"/>
            <ac:spMk id="2" creationId="{BE9204B7-8B60-ACF3-3F55-4047D28F93A1}"/>
          </ac:spMkLst>
        </pc:spChg>
        <pc:spChg chg="mod">
          <ac:chgData name="Mariana Rocha" userId="0a3173bd-d0ed-4c32-8e4c-b90c820606c5" providerId="ADAL" clId="{DCC3A51D-31E8-5BC6-970B-354B54D5302A}" dt="2025-10-30T14:55:09.976" v="703" actId="20577"/>
          <ac:spMkLst>
            <pc:docMk/>
            <pc:sldMk cId="615028607" sldId="391"/>
            <ac:spMk id="5" creationId="{58674DF8-651F-556C-8A4F-FD429B7A47A9}"/>
          </ac:spMkLst>
        </pc:spChg>
      </pc:sldChg>
      <pc:sldChg chg="addSp modSp add mod">
        <pc:chgData name="Mariana Rocha" userId="0a3173bd-d0ed-4c32-8e4c-b90c820606c5" providerId="ADAL" clId="{DCC3A51D-31E8-5BC6-970B-354B54D5302A}" dt="2025-10-31T10:45:53.899" v="821" actId="20577"/>
        <pc:sldMkLst>
          <pc:docMk/>
          <pc:sldMk cId="2056779467" sldId="392"/>
        </pc:sldMkLst>
        <pc:spChg chg="mod">
          <ac:chgData name="Mariana Rocha" userId="0a3173bd-d0ed-4c32-8e4c-b90c820606c5" providerId="ADAL" clId="{DCC3A51D-31E8-5BC6-970B-354B54D5302A}" dt="2025-10-30T14:44:04.959" v="486" actId="20577"/>
          <ac:spMkLst>
            <pc:docMk/>
            <pc:sldMk cId="2056779467" sldId="392"/>
            <ac:spMk id="2" creationId="{76CE00DF-2BBF-B140-A820-9033CC4C4A15}"/>
          </ac:spMkLst>
        </pc:spChg>
        <pc:spChg chg="add mod">
          <ac:chgData name="Mariana Rocha" userId="0a3173bd-d0ed-4c32-8e4c-b90c820606c5" providerId="ADAL" clId="{DCC3A51D-31E8-5BC6-970B-354B54D5302A}" dt="2025-10-31T10:45:53.899" v="821" actId="20577"/>
          <ac:spMkLst>
            <pc:docMk/>
            <pc:sldMk cId="2056779467" sldId="392"/>
            <ac:spMk id="4" creationId="{CE1F09C2-B0E8-E3C8-41BA-EE09B63E378F}"/>
          </ac:spMkLst>
        </pc:spChg>
        <pc:spChg chg="mod">
          <ac:chgData name="Mariana Rocha" userId="0a3173bd-d0ed-4c32-8e4c-b90c820606c5" providerId="ADAL" clId="{DCC3A51D-31E8-5BC6-970B-354B54D5302A}" dt="2025-10-31T10:45:36.031" v="808" actId="20577"/>
          <ac:spMkLst>
            <pc:docMk/>
            <pc:sldMk cId="2056779467" sldId="392"/>
            <ac:spMk id="5" creationId="{DE914E97-1C43-7DD3-91CF-B12293D25238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31T10:46:30.953" v="883" actId="20577"/>
        <pc:sldMkLst>
          <pc:docMk/>
          <pc:sldMk cId="1253867630" sldId="393"/>
        </pc:sldMkLst>
        <pc:spChg chg="mod">
          <ac:chgData name="Mariana Rocha" userId="0a3173bd-d0ed-4c32-8e4c-b90c820606c5" providerId="ADAL" clId="{DCC3A51D-31E8-5BC6-970B-354B54D5302A}" dt="2025-10-30T14:46:53.989" v="523" actId="20577"/>
          <ac:spMkLst>
            <pc:docMk/>
            <pc:sldMk cId="1253867630" sldId="393"/>
            <ac:spMk id="2" creationId="{5848DA8F-4D7C-043C-38F2-B2A752ABAEF2}"/>
          </ac:spMkLst>
        </pc:spChg>
        <pc:spChg chg="mod">
          <ac:chgData name="Mariana Rocha" userId="0a3173bd-d0ed-4c32-8e4c-b90c820606c5" providerId="ADAL" clId="{DCC3A51D-31E8-5BC6-970B-354B54D5302A}" dt="2025-10-31T10:46:30.953" v="883" actId="20577"/>
          <ac:spMkLst>
            <pc:docMk/>
            <pc:sldMk cId="1253867630" sldId="393"/>
            <ac:spMk id="5" creationId="{CB6434AF-49AD-E3BF-2F2C-E4C3A50F1369}"/>
          </ac:spMkLst>
        </pc:spChg>
        <pc:spChg chg="add mod">
          <ac:chgData name="Mariana Rocha" userId="0a3173bd-d0ed-4c32-8e4c-b90c820606c5" providerId="ADAL" clId="{DCC3A51D-31E8-5BC6-970B-354B54D5302A}" dt="2025-10-31T10:46:02.830" v="847" actId="20577"/>
          <ac:spMkLst>
            <pc:docMk/>
            <pc:sldMk cId="1253867630" sldId="393"/>
            <ac:spMk id="6" creationId="{96BD2269-FE01-D0D1-6376-C923FFC1B5B0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31T10:46:25.961" v="871" actId="20577"/>
        <pc:sldMkLst>
          <pc:docMk/>
          <pc:sldMk cId="2778100218" sldId="394"/>
        </pc:sldMkLst>
        <pc:spChg chg="mod">
          <ac:chgData name="Mariana Rocha" userId="0a3173bd-d0ed-4c32-8e4c-b90c820606c5" providerId="ADAL" clId="{DCC3A51D-31E8-5BC6-970B-354B54D5302A}" dt="2025-10-30T14:48:24.240" v="556" actId="20577"/>
          <ac:spMkLst>
            <pc:docMk/>
            <pc:sldMk cId="2778100218" sldId="394"/>
            <ac:spMk id="2" creationId="{DE630730-925A-446A-89EA-B179B65F2358}"/>
          </ac:spMkLst>
        </pc:spChg>
        <pc:spChg chg="add mod">
          <ac:chgData name="Mariana Rocha" userId="0a3173bd-d0ed-4c32-8e4c-b90c820606c5" providerId="ADAL" clId="{DCC3A51D-31E8-5BC6-970B-354B54D5302A}" dt="2025-10-31T10:46:18.056" v="859" actId="20577"/>
          <ac:spMkLst>
            <pc:docMk/>
            <pc:sldMk cId="2778100218" sldId="394"/>
            <ac:spMk id="4" creationId="{95CD56AA-2AD1-A653-7748-59EBC0000A5B}"/>
          </ac:spMkLst>
        </pc:spChg>
        <pc:spChg chg="mod">
          <ac:chgData name="Mariana Rocha" userId="0a3173bd-d0ed-4c32-8e4c-b90c820606c5" providerId="ADAL" clId="{DCC3A51D-31E8-5BC6-970B-354B54D5302A}" dt="2025-10-31T10:46:25.961" v="871" actId="20577"/>
          <ac:spMkLst>
            <pc:docMk/>
            <pc:sldMk cId="2778100218" sldId="394"/>
            <ac:spMk id="5" creationId="{FE7A6F88-DED5-08D8-C14E-132A720C1552}"/>
          </ac:spMkLst>
        </pc:spChg>
      </pc:sldChg>
      <pc:sldChg chg="delSp modSp add mod">
        <pc:chgData name="Mariana Rocha" userId="0a3173bd-d0ed-4c32-8e4c-b90c820606c5" providerId="ADAL" clId="{DCC3A51D-31E8-5BC6-970B-354B54D5302A}" dt="2025-10-30T14:50:04.930" v="619" actId="15"/>
        <pc:sldMkLst>
          <pc:docMk/>
          <pc:sldMk cId="1160270887" sldId="395"/>
        </pc:sldMkLst>
        <pc:spChg chg="mod">
          <ac:chgData name="Mariana Rocha" userId="0a3173bd-d0ed-4c32-8e4c-b90c820606c5" providerId="ADAL" clId="{DCC3A51D-31E8-5BC6-970B-354B54D5302A}" dt="2025-10-30T14:49:32.799" v="603" actId="20577"/>
          <ac:spMkLst>
            <pc:docMk/>
            <pc:sldMk cId="1160270887" sldId="395"/>
            <ac:spMk id="2" creationId="{74103C39-1707-76DD-34EF-E376EC44BF33}"/>
          </ac:spMkLst>
        </pc:spChg>
        <pc:spChg chg="mod">
          <ac:chgData name="Mariana Rocha" userId="0a3173bd-d0ed-4c32-8e4c-b90c820606c5" providerId="ADAL" clId="{DCC3A51D-31E8-5BC6-970B-354B54D5302A}" dt="2025-10-30T14:50:04.930" v="619" actId="15"/>
          <ac:spMkLst>
            <pc:docMk/>
            <pc:sldMk cId="1160270887" sldId="395"/>
            <ac:spMk id="5" creationId="{903E878C-6605-0B95-F94D-629DE0F908C9}"/>
          </ac:spMkLst>
        </pc:spChg>
      </pc:sldChg>
      <pc:sldChg chg="modSp add mod">
        <pc:chgData name="Mariana Rocha" userId="0a3173bd-d0ed-4c32-8e4c-b90c820606c5" providerId="ADAL" clId="{DCC3A51D-31E8-5BC6-970B-354B54D5302A}" dt="2025-10-30T14:51:12.025" v="663" actId="1076"/>
        <pc:sldMkLst>
          <pc:docMk/>
          <pc:sldMk cId="1662059530" sldId="396"/>
        </pc:sldMkLst>
        <pc:spChg chg="mod">
          <ac:chgData name="Mariana Rocha" userId="0a3173bd-d0ed-4c32-8e4c-b90c820606c5" providerId="ADAL" clId="{DCC3A51D-31E8-5BC6-970B-354B54D5302A}" dt="2025-10-30T14:50:33.177" v="648" actId="20577"/>
          <ac:spMkLst>
            <pc:docMk/>
            <pc:sldMk cId="1662059530" sldId="396"/>
            <ac:spMk id="2" creationId="{02A49A82-18D7-0FCF-D215-6270E2944377}"/>
          </ac:spMkLst>
        </pc:spChg>
        <pc:spChg chg="mod">
          <ac:chgData name="Mariana Rocha" userId="0a3173bd-d0ed-4c32-8e4c-b90c820606c5" providerId="ADAL" clId="{DCC3A51D-31E8-5BC6-970B-354B54D5302A}" dt="2025-10-30T14:51:12.025" v="663" actId="1076"/>
          <ac:spMkLst>
            <pc:docMk/>
            <pc:sldMk cId="1662059530" sldId="396"/>
            <ac:spMk id="5" creationId="{8D557BEF-0BDF-097C-5D48-39EDA6853930}"/>
          </ac:spMkLst>
        </pc:spChg>
      </pc:sldChg>
      <pc:sldChg chg="modSp add mod">
        <pc:chgData name="Mariana Rocha" userId="0a3173bd-d0ed-4c32-8e4c-b90c820606c5" providerId="ADAL" clId="{DCC3A51D-31E8-5BC6-970B-354B54D5302A}" dt="2025-10-30T14:52:05.440" v="685" actId="20577"/>
        <pc:sldMkLst>
          <pc:docMk/>
          <pc:sldMk cId="4023452407" sldId="397"/>
        </pc:sldMkLst>
        <pc:spChg chg="mod">
          <ac:chgData name="Mariana Rocha" userId="0a3173bd-d0ed-4c32-8e4c-b90c820606c5" providerId="ADAL" clId="{DCC3A51D-31E8-5BC6-970B-354B54D5302A}" dt="2025-10-30T14:52:05.440" v="685" actId="20577"/>
          <ac:spMkLst>
            <pc:docMk/>
            <pc:sldMk cId="4023452407" sldId="397"/>
            <ac:spMk id="5" creationId="{10AAE421-26FC-1B93-D077-012EECD7EDB3}"/>
          </ac:spMkLst>
        </pc:spChg>
      </pc:sldChg>
      <pc:sldChg chg="modSp add mod">
        <pc:chgData name="Mariana Rocha" userId="0a3173bd-d0ed-4c32-8e4c-b90c820606c5" providerId="ADAL" clId="{DCC3A51D-31E8-5BC6-970B-354B54D5302A}" dt="2025-10-31T11:47:51.621" v="1102" actId="20577"/>
        <pc:sldMkLst>
          <pc:docMk/>
          <pc:sldMk cId="3177573606" sldId="399"/>
        </pc:sldMkLst>
        <pc:spChg chg="mod">
          <ac:chgData name="Mariana Rocha" userId="0a3173bd-d0ed-4c32-8e4c-b90c820606c5" providerId="ADAL" clId="{DCC3A51D-31E8-5BC6-970B-354B54D5302A}" dt="2025-10-31T10:47:57.962" v="894" actId="20577"/>
          <ac:spMkLst>
            <pc:docMk/>
            <pc:sldMk cId="3177573606" sldId="399"/>
            <ac:spMk id="2" creationId="{55F98D0D-4E96-B6BE-D669-2D8C2B52FA2B}"/>
          </ac:spMkLst>
        </pc:spChg>
        <pc:spChg chg="mod">
          <ac:chgData name="Mariana Rocha" userId="0a3173bd-d0ed-4c32-8e4c-b90c820606c5" providerId="ADAL" clId="{DCC3A51D-31E8-5BC6-970B-354B54D5302A}" dt="2025-10-31T11:47:51.621" v="1102" actId="20577"/>
          <ac:spMkLst>
            <pc:docMk/>
            <pc:sldMk cId="3177573606" sldId="399"/>
            <ac:spMk id="5" creationId="{726F59E4-5218-E80C-D1B7-1F28A02235AA}"/>
          </ac:spMkLst>
        </pc:spChg>
      </pc:sldChg>
      <pc:sldChg chg="addSp delSp modSp add mod ord">
        <pc:chgData name="Mariana Rocha" userId="0a3173bd-d0ed-4c32-8e4c-b90c820606c5" providerId="ADAL" clId="{DCC3A51D-31E8-5BC6-970B-354B54D5302A}" dt="2025-10-31T11:57:01.219" v="1129" actId="20578"/>
        <pc:sldMkLst>
          <pc:docMk/>
          <pc:sldMk cId="4257109636" sldId="400"/>
        </pc:sldMkLst>
        <pc:spChg chg="add mod">
          <ac:chgData name="Mariana Rocha" userId="0a3173bd-d0ed-4c32-8e4c-b90c820606c5" providerId="ADAL" clId="{DCC3A51D-31E8-5BC6-970B-354B54D5302A}" dt="2025-10-31T11:48:43.243" v="1127" actId="1076"/>
          <ac:spMkLst>
            <pc:docMk/>
            <pc:sldMk cId="4257109636" sldId="400"/>
            <ac:spMk id="7" creationId="{C8EA3F91-ABDB-EE67-A9FF-275F81B42CA8}"/>
          </ac:spMkLst>
        </pc:spChg>
      </pc:sldChg>
      <pc:sldChg chg="modSp add mod">
        <pc:chgData name="Mariana Rocha" userId="0a3173bd-d0ed-4c32-8e4c-b90c820606c5" providerId="ADAL" clId="{DCC3A51D-31E8-5BC6-970B-354B54D5302A}" dt="2025-10-31T11:57:22.705" v="1158" actId="15"/>
        <pc:sldMkLst>
          <pc:docMk/>
          <pc:sldMk cId="890664210" sldId="401"/>
        </pc:sldMkLst>
        <pc:spChg chg="mod">
          <ac:chgData name="Mariana Rocha" userId="0a3173bd-d0ed-4c32-8e4c-b90c820606c5" providerId="ADAL" clId="{DCC3A51D-31E8-5BC6-970B-354B54D5302A}" dt="2025-10-31T11:57:08.910" v="1148" actId="20577"/>
          <ac:spMkLst>
            <pc:docMk/>
            <pc:sldMk cId="890664210" sldId="401"/>
            <ac:spMk id="2" creationId="{85046AF3-A15E-C8E3-30D1-5B1ABB4C1621}"/>
          </ac:spMkLst>
        </pc:spChg>
        <pc:spChg chg="mod">
          <ac:chgData name="Mariana Rocha" userId="0a3173bd-d0ed-4c32-8e4c-b90c820606c5" providerId="ADAL" clId="{DCC3A51D-31E8-5BC6-970B-354B54D5302A}" dt="2025-10-31T11:57:22.705" v="1158" actId="15"/>
          <ac:spMkLst>
            <pc:docMk/>
            <pc:sldMk cId="890664210" sldId="401"/>
            <ac:spMk id="5" creationId="{F9B84FB6-AE4E-4141-95FE-3D2F6B5D6BDE}"/>
          </ac:spMkLst>
        </pc:spChg>
      </pc:sldChg>
      <pc:sldChg chg="modSp add mod">
        <pc:chgData name="Mariana Rocha" userId="0a3173bd-d0ed-4c32-8e4c-b90c820606c5" providerId="ADAL" clId="{DCC3A51D-31E8-5BC6-970B-354B54D5302A}" dt="2025-10-31T12:54:37.292" v="1357" actId="108"/>
        <pc:sldMkLst>
          <pc:docMk/>
          <pc:sldMk cId="3506580535" sldId="402"/>
        </pc:sldMkLst>
        <pc:spChg chg="mod">
          <ac:chgData name="Mariana Rocha" userId="0a3173bd-d0ed-4c32-8e4c-b90c820606c5" providerId="ADAL" clId="{DCC3A51D-31E8-5BC6-970B-354B54D5302A}" dt="2025-10-31T12:54:37.292" v="1357" actId="108"/>
          <ac:spMkLst>
            <pc:docMk/>
            <pc:sldMk cId="3506580535" sldId="402"/>
            <ac:spMk id="5" creationId="{4795FBF3-8FE0-5105-DB94-4A1D956B9E82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31T13:06:53.617" v="1591" actId="1076"/>
        <pc:sldMkLst>
          <pc:docMk/>
          <pc:sldMk cId="2095224531" sldId="403"/>
        </pc:sldMkLst>
        <pc:spChg chg="mod">
          <ac:chgData name="Mariana Rocha" userId="0a3173bd-d0ed-4c32-8e4c-b90c820606c5" providerId="ADAL" clId="{DCC3A51D-31E8-5BC6-970B-354B54D5302A}" dt="2025-10-31T13:06:01.079" v="1389" actId="20577"/>
          <ac:spMkLst>
            <pc:docMk/>
            <pc:sldMk cId="2095224531" sldId="403"/>
            <ac:spMk id="2" creationId="{D78306C6-DACD-9506-DD38-B3FAF8758278}"/>
          </ac:spMkLst>
        </pc:spChg>
        <pc:spChg chg="mod">
          <ac:chgData name="Mariana Rocha" userId="0a3173bd-d0ed-4c32-8e4c-b90c820606c5" providerId="ADAL" clId="{DCC3A51D-31E8-5BC6-970B-354B54D5302A}" dt="2025-10-31T13:06:43.292" v="1587" actId="20577"/>
          <ac:spMkLst>
            <pc:docMk/>
            <pc:sldMk cId="2095224531" sldId="403"/>
            <ac:spMk id="5" creationId="{EB7ACD76-308A-8D8C-F9EE-F5FE5D1E2848}"/>
          </ac:spMkLst>
        </pc:spChg>
        <pc:spChg chg="add mod">
          <ac:chgData name="Mariana Rocha" userId="0a3173bd-d0ed-4c32-8e4c-b90c820606c5" providerId="ADAL" clId="{DCC3A51D-31E8-5BC6-970B-354B54D5302A}" dt="2025-10-31T13:06:53.617" v="1591" actId="1076"/>
          <ac:spMkLst>
            <pc:docMk/>
            <pc:sldMk cId="2095224531" sldId="403"/>
            <ac:spMk id="7" creationId="{F6AE0232-3B55-24D3-03DB-383C1A2D55C0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31T13:11:57.938" v="1829" actId="255"/>
        <pc:sldMkLst>
          <pc:docMk/>
          <pc:sldMk cId="3957063419" sldId="404"/>
        </pc:sldMkLst>
        <pc:spChg chg="mod">
          <ac:chgData name="Mariana Rocha" userId="0a3173bd-d0ed-4c32-8e4c-b90c820606c5" providerId="ADAL" clId="{DCC3A51D-31E8-5BC6-970B-354B54D5302A}" dt="2025-10-31T13:07:32.387" v="1606" actId="20577"/>
          <ac:spMkLst>
            <pc:docMk/>
            <pc:sldMk cId="3957063419" sldId="404"/>
            <ac:spMk id="2" creationId="{9E3DEFB5-8602-1F25-3A22-87CC63BA7999}"/>
          </ac:spMkLst>
        </pc:spChg>
        <pc:spChg chg="add mod">
          <ac:chgData name="Mariana Rocha" userId="0a3173bd-d0ed-4c32-8e4c-b90c820606c5" providerId="ADAL" clId="{DCC3A51D-31E8-5BC6-970B-354B54D5302A}" dt="2025-10-31T13:11:57.938" v="1829" actId="255"/>
          <ac:spMkLst>
            <pc:docMk/>
            <pc:sldMk cId="3957063419" sldId="404"/>
            <ac:spMk id="4" creationId="{5435B713-4044-33C0-6241-DC34257F1B81}"/>
          </ac:spMkLst>
        </pc:spChg>
        <pc:spChg chg="mod">
          <ac:chgData name="Mariana Rocha" userId="0a3173bd-d0ed-4c32-8e4c-b90c820606c5" providerId="ADAL" clId="{DCC3A51D-31E8-5BC6-970B-354B54D5302A}" dt="2025-10-31T13:11:51.080" v="1827" actId="255"/>
          <ac:spMkLst>
            <pc:docMk/>
            <pc:sldMk cId="3957063419" sldId="404"/>
            <ac:spMk id="5" creationId="{43E239A0-B847-4825-23EF-35CDB0336FCE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31T13:14:17.206" v="1952" actId="1076"/>
        <pc:sldMkLst>
          <pc:docMk/>
          <pc:sldMk cId="244602868" sldId="405"/>
        </pc:sldMkLst>
        <pc:spChg chg="mod">
          <ac:chgData name="Mariana Rocha" userId="0a3173bd-d0ed-4c32-8e4c-b90c820606c5" providerId="ADAL" clId="{DCC3A51D-31E8-5BC6-970B-354B54D5302A}" dt="2025-10-31T13:13:36.961" v="1844" actId="20577"/>
          <ac:spMkLst>
            <pc:docMk/>
            <pc:sldMk cId="244602868" sldId="405"/>
            <ac:spMk id="2" creationId="{BC65B546-54BB-D1C7-A877-2AFB4FF17D5F}"/>
          </ac:spMkLst>
        </pc:spChg>
        <pc:spChg chg="mod">
          <ac:chgData name="Mariana Rocha" userId="0a3173bd-d0ed-4c32-8e4c-b90c820606c5" providerId="ADAL" clId="{DCC3A51D-31E8-5BC6-970B-354B54D5302A}" dt="2025-10-31T13:13:56.533" v="1946" actId="20577"/>
          <ac:spMkLst>
            <pc:docMk/>
            <pc:sldMk cId="244602868" sldId="405"/>
            <ac:spMk id="5" creationId="{B1F5FC35-FF4F-0065-D894-B4505E95CC67}"/>
          </ac:spMkLst>
        </pc:spChg>
        <pc:spChg chg="add mod">
          <ac:chgData name="Mariana Rocha" userId="0a3173bd-d0ed-4c32-8e4c-b90c820606c5" providerId="ADAL" clId="{DCC3A51D-31E8-5BC6-970B-354B54D5302A}" dt="2025-10-31T13:14:17.206" v="1952" actId="1076"/>
          <ac:spMkLst>
            <pc:docMk/>
            <pc:sldMk cId="244602868" sldId="405"/>
            <ac:spMk id="6" creationId="{51AF278F-63AA-E7D1-2EF3-AE0F880BF460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31T13:16:20.284" v="2088" actId="14100"/>
        <pc:sldMkLst>
          <pc:docMk/>
          <pc:sldMk cId="3454343487" sldId="406"/>
        </pc:sldMkLst>
        <pc:spChg chg="mod">
          <ac:chgData name="Mariana Rocha" userId="0a3173bd-d0ed-4c32-8e4c-b90c820606c5" providerId="ADAL" clId="{DCC3A51D-31E8-5BC6-970B-354B54D5302A}" dt="2025-10-31T13:15:46.743" v="1970" actId="20577"/>
          <ac:spMkLst>
            <pc:docMk/>
            <pc:sldMk cId="3454343487" sldId="406"/>
            <ac:spMk id="2" creationId="{F5DC312B-E2D3-96DB-E95B-8AFC222C66A9}"/>
          </ac:spMkLst>
        </pc:spChg>
        <pc:spChg chg="add mod">
          <ac:chgData name="Mariana Rocha" userId="0a3173bd-d0ed-4c32-8e4c-b90c820606c5" providerId="ADAL" clId="{DCC3A51D-31E8-5BC6-970B-354B54D5302A}" dt="2025-10-31T13:16:20.284" v="2088" actId="14100"/>
          <ac:spMkLst>
            <pc:docMk/>
            <pc:sldMk cId="3454343487" sldId="406"/>
            <ac:spMk id="4" creationId="{D86CEA1E-ED60-FF96-3336-A5240008A1F5}"/>
          </ac:spMkLst>
        </pc:spChg>
        <pc:spChg chg="mod">
          <ac:chgData name="Mariana Rocha" userId="0a3173bd-d0ed-4c32-8e4c-b90c820606c5" providerId="ADAL" clId="{DCC3A51D-31E8-5BC6-970B-354B54D5302A}" dt="2025-10-31T13:16:06.591" v="2081" actId="20577"/>
          <ac:spMkLst>
            <pc:docMk/>
            <pc:sldMk cId="3454343487" sldId="406"/>
            <ac:spMk id="5" creationId="{A7140F01-7CF5-7C25-C9F7-33C94EBB6F03}"/>
          </ac:spMkLst>
        </pc:spChg>
      </pc:sldChg>
      <pc:sldChg chg="addSp delSp modSp add mod ord">
        <pc:chgData name="Mariana Rocha" userId="0a3173bd-d0ed-4c32-8e4c-b90c820606c5" providerId="ADAL" clId="{DCC3A51D-31E8-5BC6-970B-354B54D5302A}" dt="2025-10-31T13:25:20.020" v="2353" actId="20578"/>
        <pc:sldMkLst>
          <pc:docMk/>
          <pc:sldMk cId="692964430" sldId="407"/>
        </pc:sldMkLst>
        <pc:spChg chg="mod">
          <ac:chgData name="Mariana Rocha" userId="0a3173bd-d0ed-4c32-8e4c-b90c820606c5" providerId="ADAL" clId="{DCC3A51D-31E8-5BC6-970B-354B54D5302A}" dt="2025-10-31T13:22:07.895" v="2316" actId="20577"/>
          <ac:spMkLst>
            <pc:docMk/>
            <pc:sldMk cId="692964430" sldId="407"/>
            <ac:spMk id="2" creationId="{B9CD62E0-5469-849B-6403-EB2378AD52E1}"/>
          </ac:spMkLst>
        </pc:spChg>
        <pc:spChg chg="mod">
          <ac:chgData name="Mariana Rocha" userId="0a3173bd-d0ed-4c32-8e4c-b90c820606c5" providerId="ADAL" clId="{DCC3A51D-31E8-5BC6-970B-354B54D5302A}" dt="2025-10-31T13:20:31.418" v="2301" actId="20577"/>
          <ac:spMkLst>
            <pc:docMk/>
            <pc:sldMk cId="692964430" sldId="407"/>
            <ac:spMk id="5" creationId="{ACCD4E87-55DA-DA54-3206-4DFE175D6700}"/>
          </ac:spMkLst>
        </pc:spChg>
        <pc:spChg chg="add mod">
          <ac:chgData name="Mariana Rocha" userId="0a3173bd-d0ed-4c32-8e4c-b90c820606c5" providerId="ADAL" clId="{DCC3A51D-31E8-5BC6-970B-354B54D5302A}" dt="2025-10-31T13:20:58.104" v="2303" actId="1076"/>
          <ac:spMkLst>
            <pc:docMk/>
            <pc:sldMk cId="692964430" sldId="407"/>
            <ac:spMk id="6" creationId="{4ABE1621-2534-C5DD-B65B-E4C374E1103A}"/>
          </ac:spMkLst>
        </pc:spChg>
      </pc:sldChg>
      <pc:sldChg chg="delSp modSp add mod">
        <pc:chgData name="Mariana Rocha" userId="0a3173bd-d0ed-4c32-8e4c-b90c820606c5" providerId="ADAL" clId="{DCC3A51D-31E8-5BC6-970B-354B54D5302A}" dt="2025-10-31T13:26:14.167" v="2472" actId="20577"/>
        <pc:sldMkLst>
          <pc:docMk/>
          <pc:sldMk cId="2064630205" sldId="408"/>
        </pc:sldMkLst>
        <pc:spChg chg="mod">
          <ac:chgData name="Mariana Rocha" userId="0a3173bd-d0ed-4c32-8e4c-b90c820606c5" providerId="ADAL" clId="{DCC3A51D-31E8-5BC6-970B-354B54D5302A}" dt="2025-10-31T13:25:37.451" v="2382" actId="20577"/>
          <ac:spMkLst>
            <pc:docMk/>
            <pc:sldMk cId="2064630205" sldId="408"/>
            <ac:spMk id="2" creationId="{17130CC0-23D3-6CF6-7F5C-0272BD5CBF97}"/>
          </ac:spMkLst>
        </pc:spChg>
        <pc:spChg chg="mod">
          <ac:chgData name="Mariana Rocha" userId="0a3173bd-d0ed-4c32-8e4c-b90c820606c5" providerId="ADAL" clId="{DCC3A51D-31E8-5BC6-970B-354B54D5302A}" dt="2025-10-31T13:26:14.167" v="2472" actId="20577"/>
          <ac:spMkLst>
            <pc:docMk/>
            <pc:sldMk cId="2064630205" sldId="408"/>
            <ac:spMk id="5" creationId="{B170A8E1-B358-3609-F138-AEB4A57610F4}"/>
          </ac:spMkLst>
        </pc:spChg>
      </pc:sldChg>
      <pc:sldChg chg="modSp add mod">
        <pc:chgData name="Mariana Rocha" userId="0a3173bd-d0ed-4c32-8e4c-b90c820606c5" providerId="ADAL" clId="{DCC3A51D-31E8-5BC6-970B-354B54D5302A}" dt="2025-10-31T13:27:58.177" v="2612" actId="21"/>
        <pc:sldMkLst>
          <pc:docMk/>
          <pc:sldMk cId="3469812340" sldId="409"/>
        </pc:sldMkLst>
        <pc:spChg chg="mod">
          <ac:chgData name="Mariana Rocha" userId="0a3173bd-d0ed-4c32-8e4c-b90c820606c5" providerId="ADAL" clId="{DCC3A51D-31E8-5BC6-970B-354B54D5302A}" dt="2025-10-31T13:26:54.315" v="2511" actId="404"/>
          <ac:spMkLst>
            <pc:docMk/>
            <pc:sldMk cId="3469812340" sldId="409"/>
            <ac:spMk id="2" creationId="{B3E0AE15-9290-76F7-6FE6-FC2B636A62B8}"/>
          </ac:spMkLst>
        </pc:spChg>
        <pc:spChg chg="mod">
          <ac:chgData name="Mariana Rocha" userId="0a3173bd-d0ed-4c32-8e4c-b90c820606c5" providerId="ADAL" clId="{DCC3A51D-31E8-5BC6-970B-354B54D5302A}" dt="2025-10-31T13:27:58.177" v="2612" actId="21"/>
          <ac:spMkLst>
            <pc:docMk/>
            <pc:sldMk cId="3469812340" sldId="409"/>
            <ac:spMk id="5" creationId="{BDA28B3E-291F-D2A6-B133-2E4F6B074F73}"/>
          </ac:spMkLst>
        </pc:spChg>
      </pc:sldChg>
      <pc:sldChg chg="modSp add mod">
        <pc:chgData name="Mariana Rocha" userId="0a3173bd-d0ed-4c32-8e4c-b90c820606c5" providerId="ADAL" clId="{DCC3A51D-31E8-5BC6-970B-354B54D5302A}" dt="2025-10-31T13:28:16.646" v="2623" actId="15"/>
        <pc:sldMkLst>
          <pc:docMk/>
          <pc:sldMk cId="1767449907" sldId="410"/>
        </pc:sldMkLst>
        <pc:spChg chg="mod">
          <ac:chgData name="Mariana Rocha" userId="0a3173bd-d0ed-4c32-8e4c-b90c820606c5" providerId="ADAL" clId="{DCC3A51D-31E8-5BC6-970B-354B54D5302A}" dt="2025-10-31T13:28:16.646" v="2623" actId="15"/>
          <ac:spMkLst>
            <pc:docMk/>
            <pc:sldMk cId="1767449907" sldId="410"/>
            <ac:spMk id="5" creationId="{D08E428A-8752-FA4E-3520-3DC25A3C2FCB}"/>
          </ac:spMkLst>
        </pc:spChg>
      </pc:sldChg>
      <pc:sldChg chg="addSp delSp modSp add mod">
        <pc:chgData name="Mariana Rocha" userId="0a3173bd-d0ed-4c32-8e4c-b90c820606c5" providerId="ADAL" clId="{DCC3A51D-31E8-5BC6-970B-354B54D5302A}" dt="2025-10-31T13:30:43.225" v="2667" actId="20577"/>
        <pc:sldMkLst>
          <pc:docMk/>
          <pc:sldMk cId="201514916" sldId="411"/>
        </pc:sldMkLst>
        <pc:spChg chg="add mod">
          <ac:chgData name="Mariana Rocha" userId="0a3173bd-d0ed-4c32-8e4c-b90c820606c5" providerId="ADAL" clId="{DCC3A51D-31E8-5BC6-970B-354B54D5302A}" dt="2025-10-31T13:30:33.103" v="2665" actId="20577"/>
          <ac:spMkLst>
            <pc:docMk/>
            <pc:sldMk cId="201514916" sldId="411"/>
            <ac:spMk id="7" creationId="{1A0888F1-9B86-35B6-0D7B-3D3AE2BF6551}"/>
          </ac:spMkLst>
        </pc:spChg>
        <pc:graphicFrameChg chg="add mod modGraphic">
          <ac:chgData name="Mariana Rocha" userId="0a3173bd-d0ed-4c32-8e4c-b90c820606c5" providerId="ADAL" clId="{DCC3A51D-31E8-5BC6-970B-354B54D5302A}" dt="2025-10-31T13:30:43.225" v="2667" actId="20577"/>
          <ac:graphicFrameMkLst>
            <pc:docMk/>
            <pc:sldMk cId="201514916" sldId="411"/>
            <ac:graphicFrameMk id="3" creationId="{FB4BE154-D03D-E3B0-F9AF-A5C8A40211C9}"/>
          </ac:graphicFrameMkLst>
        </pc:graphicFrameChg>
      </pc:sldChg>
      <pc:sldMasterChg chg="modSp modSldLayout">
        <pc:chgData name="Mariana Rocha" userId="0a3173bd-d0ed-4c32-8e4c-b90c820606c5" providerId="ADAL" clId="{DCC3A51D-31E8-5BC6-970B-354B54D5302A}" dt="2025-10-30T14:28:57.502" v="1"/>
        <pc:sldMasterMkLst>
          <pc:docMk/>
          <pc:sldMasterMk cId="983344132" sldId="2147483660"/>
        </pc:sldMasterMkLst>
        <pc:spChg chg="mod">
          <ac:chgData name="Mariana Rocha" userId="0a3173bd-d0ed-4c32-8e4c-b90c820606c5" providerId="ADAL" clId="{DCC3A51D-31E8-5BC6-970B-354B54D5302A}" dt="2025-10-30T14:28:57.502" v="1"/>
          <ac:spMkLst>
            <pc:docMk/>
            <pc:sldMasterMk cId="983344132" sldId="2147483660"/>
            <ac:spMk id="2" creationId="{27E0A642-ABE6-FE0E-2BD1-AB0BC48CE28E}"/>
          </ac:spMkLst>
        </pc:spChg>
        <pc:spChg chg="mod">
          <ac:chgData name="Mariana Rocha" userId="0a3173bd-d0ed-4c32-8e4c-b90c820606c5" providerId="ADAL" clId="{DCC3A51D-31E8-5BC6-970B-354B54D5302A}" dt="2025-10-30T14:28:57.502" v="1"/>
          <ac:spMkLst>
            <pc:docMk/>
            <pc:sldMasterMk cId="983344132" sldId="2147483660"/>
            <ac:spMk id="3" creationId="{E9047573-978D-7FA9-0D26-40779E9769A3}"/>
          </ac:spMkLst>
        </pc:spChg>
        <pc:spChg chg="mod">
          <ac:chgData name="Mariana Rocha" userId="0a3173bd-d0ed-4c32-8e4c-b90c820606c5" providerId="ADAL" clId="{DCC3A51D-31E8-5BC6-970B-354B54D5302A}" dt="2025-10-30T14:28:57.502" v="1"/>
          <ac:spMkLst>
            <pc:docMk/>
            <pc:sldMasterMk cId="983344132" sldId="2147483660"/>
            <ac:spMk id="4" creationId="{56631032-3BBA-DDD8-39F1-68FB671B8D3D}"/>
          </ac:spMkLst>
        </pc:spChg>
        <pc:spChg chg="mod">
          <ac:chgData name="Mariana Rocha" userId="0a3173bd-d0ed-4c32-8e4c-b90c820606c5" providerId="ADAL" clId="{DCC3A51D-31E8-5BC6-970B-354B54D5302A}" dt="2025-10-30T14:28:57.502" v="1"/>
          <ac:spMkLst>
            <pc:docMk/>
            <pc:sldMasterMk cId="983344132" sldId="2147483660"/>
            <ac:spMk id="5" creationId="{B8C0B08B-CD62-82DF-7BC9-CCDE7E5B639E}"/>
          </ac:spMkLst>
        </pc:spChg>
        <pc:spChg chg="mod">
          <ac:chgData name="Mariana Rocha" userId="0a3173bd-d0ed-4c32-8e4c-b90c820606c5" providerId="ADAL" clId="{DCC3A51D-31E8-5BC6-970B-354B54D5302A}" dt="2025-10-30T14:28:57.502" v="1"/>
          <ac:spMkLst>
            <pc:docMk/>
            <pc:sldMasterMk cId="983344132" sldId="2147483660"/>
            <ac:spMk id="6" creationId="{02D453A8-267C-532B-1CCE-A59D105FDAE1}"/>
          </ac:spMkLst>
        </pc:sp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4173972607" sldId="2147483661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4173972607" sldId="2147483661"/>
              <ac:spMk id="2" creationId="{5141317E-4B72-DDFC-3395-0AFCCE2FD98E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4173972607" sldId="2147483661"/>
              <ac:spMk id="3" creationId="{7DC926A8-BE5E-DB34-24F4-F8937FEFA617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739020989" sldId="2147483662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739020989" sldId="2147483662"/>
              <ac:spMk id="7" creationId="{96B007DB-BAC0-B5F7-CD3D-D722F4B0FC67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2620944884" sldId="2147483663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2620944884" sldId="2147483663"/>
              <ac:spMk id="10" creationId="{71D05262-A873-B471-8864-15D00174DECC}"/>
            </ac:spMkLst>
          </pc:spChg>
          <pc:picChg chg="mod">
            <ac:chgData name="Mariana Rocha" userId="0a3173bd-d0ed-4c32-8e4c-b90c820606c5" providerId="ADAL" clId="{DCC3A51D-31E8-5BC6-970B-354B54D5302A}" dt="2025-10-30T14:28:57.502" v="1"/>
            <ac:picMkLst>
              <pc:docMk/>
              <pc:sldMasterMk cId="983344132" sldId="2147483660"/>
              <pc:sldLayoutMk cId="2620944884" sldId="2147483663"/>
              <ac:picMk id="8" creationId="{BBC1D34B-9075-8D03-3A5C-E7D33712D62A}"/>
            </ac:picMkLst>
          </pc:pic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1890901924" sldId="2147483664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890901924" sldId="2147483664"/>
              <ac:spMk id="2" creationId="{C5824196-08E0-BC7A-8733-4E756A5FA64A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890901924" sldId="2147483664"/>
              <ac:spMk id="3" creationId="{43DD4156-1D08-F755-3CB7-F04B4CB23105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3372962424" sldId="2147483665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3372962424" sldId="2147483665"/>
              <ac:spMk id="2" creationId="{C5824196-08E0-BC7A-8733-4E756A5FA64A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3372962424" sldId="2147483665"/>
              <ac:spMk id="8" creationId="{459A2BA5-1AB5-DB59-3C54-16713B4E4270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4015701588" sldId="2147483666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4015701588" sldId="2147483666"/>
              <ac:spMk id="3" creationId="{15761E7E-A789-0692-DCFA-73EB3A13A57D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4015701588" sldId="2147483666"/>
              <ac:spMk id="4" creationId="{8C5CDC2F-840C-693F-493D-EB4B70B8294B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4015701588" sldId="2147483666"/>
              <ac:spMk id="8" creationId="{9B0BE543-0448-3A4C-5F33-EAD956CEEC4F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4230674053" sldId="2147483667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4230674053" sldId="2147483667"/>
              <ac:spMk id="2" creationId="{8C23E5D6-F819-DF80-8C6A-FE0FD23685EF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4230674053" sldId="2147483667"/>
              <ac:spMk id="3" creationId="{40634751-4015-7A9E-A494-E4825F6D8AC9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4230674053" sldId="2147483667"/>
              <ac:spMk id="4" creationId="{7DD0E5A5-4B18-9989-88ED-D6B31265D2DA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4230674053" sldId="2147483667"/>
              <ac:spMk id="5" creationId="{27685D65-C667-2456-E06F-F0E68B2E5CEA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4230674053" sldId="2147483667"/>
              <ac:spMk id="6" creationId="{C944F890-33E6-BD4B-978A-E4B20968B85C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4230674053" sldId="2147483667"/>
              <ac:spMk id="10" creationId="{3A557A7C-8356-9C4D-0FD4-A2809BBA22A6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267191999" sldId="2147483668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267191999" sldId="2147483668"/>
              <ac:spMk id="6" creationId="{28C00E1A-F73B-4343-8C36-A161A0EDF3C9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1957372722" sldId="2147483670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957372722" sldId="2147483670"/>
              <ac:spMk id="5" creationId="{EAE7D552-8819-237B-3DDB-43E0C64CD7BE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850705485" sldId="2147483671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850705485" sldId="2147483671"/>
              <ac:spMk id="5" creationId="{EAE7D552-8819-237B-3DDB-43E0C64CD7BE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850705485" sldId="2147483671"/>
              <ac:spMk id="6" creationId="{E3987EB5-615F-0E93-F4DF-C88794473E91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2789955683" sldId="2147483672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2789955683" sldId="2147483672"/>
              <ac:spMk id="5" creationId="{EAE7D552-8819-237B-3DDB-43E0C64CD7BE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3495477808" sldId="2147483673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3495477808" sldId="2147483673"/>
              <ac:spMk id="5" creationId="{EAE7D552-8819-237B-3DDB-43E0C64CD7BE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1143273088" sldId="2147483674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143273088" sldId="2147483674"/>
              <ac:spMk id="5" creationId="{EAE7D552-8819-237B-3DDB-43E0C64CD7BE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143273088" sldId="2147483674"/>
              <ac:spMk id="6" creationId="{E3987EB5-615F-0E93-F4DF-C88794473E91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2723982738" sldId="2147483675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2723982738" sldId="2147483675"/>
              <ac:spMk id="5" creationId="{EAE7D552-8819-237B-3DDB-43E0C64CD7BE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894016968" sldId="2147483676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894016968" sldId="2147483676"/>
              <ac:spMk id="5" creationId="{EAE7D552-8819-237B-3DDB-43E0C64CD7BE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3248799552" sldId="2147483677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3248799552" sldId="2147483677"/>
              <ac:spMk id="5" creationId="{EAE7D552-8819-237B-3DDB-43E0C64CD7BE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3248799552" sldId="2147483677"/>
              <ac:spMk id="6" creationId="{E3987EB5-615F-0E93-F4DF-C88794473E91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997582517" sldId="2147483678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997582517" sldId="2147483678"/>
              <ac:spMk id="5" creationId="{EAE7D552-8819-237B-3DDB-43E0C64CD7BE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24023276" sldId="2147483679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24023276" sldId="2147483679"/>
              <ac:spMk id="5" creationId="{EAE7D552-8819-237B-3DDB-43E0C64CD7BE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298494112" sldId="2147483680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298494112" sldId="2147483680"/>
              <ac:spMk id="5" creationId="{EAE7D552-8819-237B-3DDB-43E0C64CD7BE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298494112" sldId="2147483680"/>
              <ac:spMk id="6" creationId="{E3987EB5-615F-0E93-F4DF-C88794473E91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1951877104" sldId="2147483681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951877104" sldId="2147483681"/>
              <ac:spMk id="5" creationId="{EAE7D552-8819-237B-3DDB-43E0C64CD7BE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3338351376" sldId="2147483683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3338351376" sldId="2147483683"/>
              <ac:spMk id="2" creationId="{DFE483EC-461E-3DF8-7723-85858B62097E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3338351376" sldId="2147483683"/>
              <ac:spMk id="3" creationId="{5ED0BA06-04AB-09B5-645C-2091343E99D4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3338351376" sldId="2147483683"/>
              <ac:spMk id="4" creationId="{5FD91B3F-7C7C-73B9-77CB-A11B1FCF8579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3338351376" sldId="2147483683"/>
              <ac:spMk id="8" creationId="{AB3F2E4F-D69A-C303-0281-6BB8BC65FA1A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1759691607" sldId="2147483684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759691607" sldId="2147483684"/>
              <ac:spMk id="2" creationId="{232FAE3E-C2EA-DDE4-4229-9EB50F2F1449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759691607" sldId="2147483684"/>
              <ac:spMk id="3" creationId="{D6131BBD-51CD-4DC2-4A60-8A48EA6C6A50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759691607" sldId="2147483684"/>
              <ac:spMk id="4" creationId="{683B0D01-09EF-1E92-D338-9CD0EBA943D7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759691607" sldId="2147483684"/>
              <ac:spMk id="8" creationId="{854395A0-EB10-01E3-39B4-075A8ACEABC7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960443160" sldId="2147483685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960443160" sldId="2147483685"/>
              <ac:spMk id="7" creationId="{85A1A4EC-146B-3381-63D1-52F3C15CB004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2147570701" sldId="2147483686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2147570701" sldId="2147483686"/>
              <ac:spMk id="2" creationId="{E2FFD24A-02C7-3C15-C6A2-2FE1816ED4EA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2147570701" sldId="2147483686"/>
              <ac:spMk id="3" creationId="{607E5EB9-6E42-B9D7-5671-A15D13E20108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2147570701" sldId="2147483686"/>
              <ac:spMk id="7" creationId="{C9213BEA-D64A-CDAB-CB01-CACA6AEFB654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572446588" sldId="2147483688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572446588" sldId="2147483688"/>
              <ac:spMk id="2" creationId="{E04802EA-7E2B-54DE-73DF-FFE8006943BC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2475127382" sldId="2147483689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2475127382" sldId="2147483689"/>
              <ac:spMk id="2" creationId="{E04802EA-7E2B-54DE-73DF-FFE8006943BC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1183108801" sldId="2147483690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183108801" sldId="2147483690"/>
              <ac:spMk id="2" creationId="{E04802EA-7E2B-54DE-73DF-FFE8006943BC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1918967853" sldId="2147483691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918967853" sldId="2147483691"/>
              <ac:spMk id="3" creationId="{00000000-0000-0000-0000-000000000000}"/>
            </ac:spMkLst>
          </pc:spChg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918967853" sldId="2147483691"/>
              <ac:spMk id="4" creationId="{00000000-0000-0000-0000-000000000000}"/>
            </ac:spMkLst>
          </pc:spChg>
        </pc:sldLayoutChg>
        <pc:sldLayoutChg chg="modSp">
          <pc:chgData name="Mariana Rocha" userId="0a3173bd-d0ed-4c32-8e4c-b90c820606c5" providerId="ADAL" clId="{DCC3A51D-31E8-5BC6-970B-354B54D5302A}" dt="2025-10-30T14:28:57.502" v="1"/>
          <pc:sldLayoutMkLst>
            <pc:docMk/>
            <pc:sldMasterMk cId="983344132" sldId="2147483660"/>
            <pc:sldLayoutMk cId="114408151" sldId="2147483692"/>
          </pc:sldLayoutMkLst>
          <pc:spChg chg="mod">
            <ac:chgData name="Mariana Rocha" userId="0a3173bd-d0ed-4c32-8e4c-b90c820606c5" providerId="ADAL" clId="{DCC3A51D-31E8-5BC6-970B-354B54D5302A}" dt="2025-10-30T14:28:57.502" v="1"/>
            <ac:spMkLst>
              <pc:docMk/>
              <pc:sldMasterMk cId="983344132" sldId="2147483660"/>
              <pc:sldLayoutMk cId="114408151" sldId="2147483692"/>
              <ac:spMk id="2" creationId="{E04802EA-7E2B-54DE-73DF-FFE8006943BC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317E-4B72-DDFC-3395-0AFCCE2FD9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926A8-BE5E-DB34-24F4-F8937FEFA6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00" indent="0" algn="ctr">
              <a:buNone/>
              <a:defRPr sz="1125"/>
            </a:lvl2pPr>
            <a:lvl3pPr marL="514399" indent="0" algn="ctr">
              <a:buNone/>
              <a:defRPr sz="1013"/>
            </a:lvl3pPr>
            <a:lvl4pPr marL="771599" indent="0" algn="ctr">
              <a:buNone/>
              <a:defRPr sz="900"/>
            </a:lvl4pPr>
            <a:lvl5pPr marL="1028798" indent="0" algn="ctr">
              <a:buNone/>
              <a:defRPr sz="900"/>
            </a:lvl5pPr>
            <a:lvl6pPr marL="1285997" indent="0" algn="ctr">
              <a:buNone/>
              <a:defRPr sz="900"/>
            </a:lvl6pPr>
            <a:lvl7pPr marL="1543197" indent="0" algn="ctr">
              <a:buNone/>
              <a:defRPr sz="900"/>
            </a:lvl7pPr>
            <a:lvl8pPr marL="1800396" indent="0" algn="ctr">
              <a:buNone/>
              <a:defRPr sz="900"/>
            </a:lvl8pPr>
            <a:lvl9pPr marL="2057597" indent="0" algn="ctr">
              <a:buNone/>
              <a:defRPr sz="9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AE87C-D5AB-C13D-F314-AE2B2F130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E1232-B827-66CE-45E4-0AC0EE014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97826-01BA-CB0F-0792-6716C4805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3972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6B007DB-BAC0-B5F7-CD3D-D722F4B0FC67}"/>
              </a:ext>
            </a:extLst>
          </p:cNvPr>
          <p:cNvSpPr/>
          <p:nvPr userDrawn="1"/>
        </p:nvSpPr>
        <p:spPr>
          <a:xfrm>
            <a:off x="0" y="6311901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45A55-EFF2-43B6-B7BF-52DAEFC6D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9020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CE980-C7F7-E4BB-3D60-AC4227DD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DE508-9D0D-1A12-5055-B8C9BE346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0AB5E-027B-22C7-C21B-F11F469E4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86FA1-5E26-507E-BD6D-3316D06DE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Graphic 7" descr="The following is a quote: ">
            <a:extLst>
              <a:ext uri="{FF2B5EF4-FFF2-40B4-BE49-F238E27FC236}">
                <a16:creationId xmlns:a16="http://schemas.microsoft.com/office/drawing/2014/main" id="{BBC1D34B-9075-8D03-3A5C-E7D33712D62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545" y="1825628"/>
            <a:ext cx="1563272" cy="208436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1D05262-A873-B471-8864-15D00174DE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57400" y="2147888"/>
            <a:ext cx="6457950" cy="379571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620944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1" cy="2852737"/>
          </a:xfrm>
        </p:spPr>
        <p:txBody>
          <a:bodyPr anchor="b"/>
          <a:lstStyle>
            <a:lvl1pPr>
              <a:defRPr sz="3376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D4156-1D08-F755-3CB7-F04B4CB23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1" cy="150018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200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99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99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98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99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19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396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59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0901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24196-08E0-BC7A-8733-4E756A5FA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4816549"/>
            <a:ext cx="7886701" cy="1223851"/>
          </a:xfrm>
        </p:spPr>
        <p:txBody>
          <a:bodyPr anchor="b">
            <a:normAutofit/>
          </a:bodyPr>
          <a:lstStyle>
            <a:lvl1pPr algn="ctr">
              <a:defRPr sz="3038">
                <a:solidFill>
                  <a:schemeClr val="accent3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864EA-CCA9-EB4F-A84F-BE9D5F986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BAC42-79B8-8591-472D-39FDD982E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9DDDC1-A48D-40A0-07DA-F99E091C3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59A2BA5-1AB5-DB59-3C54-16713B4E427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65736" y="712789"/>
            <a:ext cx="5095875" cy="41037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72962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0BE543-0448-3A4C-5F33-EAD956CEEC4F}"/>
              </a:ext>
            </a:extLst>
          </p:cNvPr>
          <p:cNvSpPr/>
          <p:nvPr userDrawn="1"/>
        </p:nvSpPr>
        <p:spPr>
          <a:xfrm>
            <a:off x="0" y="6311901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9FF7AA-B49C-D561-FA47-CB24D2FBF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61E7E-A789-0692-DCFA-73EB3A13A5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6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5CDC2F-840C-693F-493D-EB4B70B829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2" y="1825626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13D37-E198-0C87-31DE-C825CE017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55D9D-23CD-C2B7-2CB9-63A7B666A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84A3F-2DEF-A695-73CD-C8A79EDD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701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557A7C-8356-9C4D-0FD4-A2809BBA22A6}"/>
              </a:ext>
            </a:extLst>
          </p:cNvPr>
          <p:cNvSpPr/>
          <p:nvPr userDrawn="1"/>
        </p:nvSpPr>
        <p:spPr>
          <a:xfrm>
            <a:off x="0" y="6311901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23E5D6-F819-DF80-8C6A-FE0FD236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1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34751-4015-7A9E-A494-E4825F6D8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3" y="1681164"/>
            <a:ext cx="3868340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00" indent="0">
              <a:buNone/>
              <a:defRPr sz="1125" b="1"/>
            </a:lvl2pPr>
            <a:lvl3pPr marL="514399" indent="0">
              <a:buNone/>
              <a:defRPr sz="1013" b="1"/>
            </a:lvl3pPr>
            <a:lvl4pPr marL="771599" indent="0">
              <a:buNone/>
              <a:defRPr sz="900" b="1"/>
            </a:lvl4pPr>
            <a:lvl5pPr marL="1028798" indent="0">
              <a:buNone/>
              <a:defRPr sz="900" b="1"/>
            </a:lvl5pPr>
            <a:lvl6pPr marL="1285997" indent="0">
              <a:buNone/>
              <a:defRPr sz="900" b="1"/>
            </a:lvl6pPr>
            <a:lvl7pPr marL="1543197" indent="0">
              <a:buNone/>
              <a:defRPr sz="900" b="1"/>
            </a:lvl7pPr>
            <a:lvl8pPr marL="1800396" indent="0">
              <a:buNone/>
              <a:defRPr sz="900" b="1"/>
            </a:lvl8pPr>
            <a:lvl9pPr marL="2057597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5A5-4B18-9989-88ED-D6B31265D2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3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85D65-C667-2456-E06F-F0E68B2E5C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4"/>
            <a:ext cx="3887391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00" indent="0">
              <a:buNone/>
              <a:defRPr sz="1125" b="1"/>
            </a:lvl2pPr>
            <a:lvl3pPr marL="514399" indent="0">
              <a:buNone/>
              <a:defRPr sz="1013" b="1"/>
            </a:lvl3pPr>
            <a:lvl4pPr marL="771599" indent="0">
              <a:buNone/>
              <a:defRPr sz="900" b="1"/>
            </a:lvl4pPr>
            <a:lvl5pPr marL="1028798" indent="0">
              <a:buNone/>
              <a:defRPr sz="900" b="1"/>
            </a:lvl5pPr>
            <a:lvl6pPr marL="1285997" indent="0">
              <a:buNone/>
              <a:defRPr sz="900" b="1"/>
            </a:lvl6pPr>
            <a:lvl7pPr marL="1543197" indent="0">
              <a:buNone/>
              <a:defRPr sz="900" b="1"/>
            </a:lvl7pPr>
            <a:lvl8pPr marL="1800396" indent="0">
              <a:buNone/>
              <a:defRPr sz="900" b="1"/>
            </a:lvl8pPr>
            <a:lvl9pPr marL="2057597" indent="0">
              <a:buNone/>
              <a:defRPr sz="9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44F890-33E6-BD4B-978A-E4B20968B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6AA7C-81D8-7C95-3E01-76956024F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830B1-02EA-A7DB-8FCF-32C06C3E0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80A6F-5EBE-2DCC-8CCB-9F05EA66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674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8C00E1A-F73B-4343-8C36-A161A0EDF3C9}"/>
              </a:ext>
            </a:extLst>
          </p:cNvPr>
          <p:cNvSpPr/>
          <p:nvPr userDrawn="1"/>
        </p:nvSpPr>
        <p:spPr>
          <a:xfrm>
            <a:off x="0" y="6311901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CD2DC0-0D4F-4B0E-7C43-380735648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78B6D-6F61-EF5E-B5CC-F72AA235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A9D98-33BD-A8E4-155E-07D8B622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4C4ED-AE87-B167-6C8F-8D62A01C4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91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5843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1" y="0"/>
            <a:ext cx="295603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</p:spTree>
    <p:extLst>
      <p:ext uri="{BB962C8B-B14F-4D97-AF65-F5344CB8AC3E}">
        <p14:creationId xmlns:p14="http://schemas.microsoft.com/office/powerpoint/2010/main" val="1957372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1" y="0"/>
            <a:ext cx="295603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</p:spTree>
    <p:extLst>
      <p:ext uri="{BB962C8B-B14F-4D97-AF65-F5344CB8AC3E}">
        <p14:creationId xmlns:p14="http://schemas.microsoft.com/office/powerpoint/2010/main" val="850705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4" y="0"/>
            <a:ext cx="287019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</p:spTree>
    <p:extLst>
      <p:ext uri="{BB962C8B-B14F-4D97-AF65-F5344CB8AC3E}">
        <p14:creationId xmlns:p14="http://schemas.microsoft.com/office/powerpoint/2010/main" val="2789955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1" y="0"/>
            <a:ext cx="29560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</p:spTree>
    <p:extLst>
      <p:ext uri="{BB962C8B-B14F-4D97-AF65-F5344CB8AC3E}">
        <p14:creationId xmlns:p14="http://schemas.microsoft.com/office/powerpoint/2010/main" val="3495477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5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1" y="0"/>
            <a:ext cx="295603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</p:spTree>
    <p:extLst>
      <p:ext uri="{BB962C8B-B14F-4D97-AF65-F5344CB8AC3E}">
        <p14:creationId xmlns:p14="http://schemas.microsoft.com/office/powerpoint/2010/main" val="11432730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6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4" y="0"/>
            <a:ext cx="2870194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</p:spTree>
    <p:extLst>
      <p:ext uri="{BB962C8B-B14F-4D97-AF65-F5344CB8AC3E}">
        <p14:creationId xmlns:p14="http://schemas.microsoft.com/office/powerpoint/2010/main" val="2723982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7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1" y="0"/>
            <a:ext cx="295603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</p:spTree>
    <p:extLst>
      <p:ext uri="{BB962C8B-B14F-4D97-AF65-F5344CB8AC3E}">
        <p14:creationId xmlns:p14="http://schemas.microsoft.com/office/powerpoint/2010/main" val="894016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8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1" y="0"/>
            <a:ext cx="295603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</p:spTree>
    <p:extLst>
      <p:ext uri="{BB962C8B-B14F-4D97-AF65-F5344CB8AC3E}">
        <p14:creationId xmlns:p14="http://schemas.microsoft.com/office/powerpoint/2010/main" val="32487995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4" y="0"/>
            <a:ext cx="287019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</p:spTree>
    <p:extLst>
      <p:ext uri="{BB962C8B-B14F-4D97-AF65-F5344CB8AC3E}">
        <p14:creationId xmlns:p14="http://schemas.microsoft.com/office/powerpoint/2010/main" val="9975825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0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1" y="0"/>
            <a:ext cx="295603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</p:spTree>
    <p:extLst>
      <p:ext uri="{BB962C8B-B14F-4D97-AF65-F5344CB8AC3E}">
        <p14:creationId xmlns:p14="http://schemas.microsoft.com/office/powerpoint/2010/main" val="24023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1" y="0"/>
            <a:ext cx="295603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987EB5-615F-0E93-F4DF-C88794473E91}"/>
              </a:ext>
            </a:extLst>
          </p:cNvPr>
          <p:cNvSpPr/>
          <p:nvPr userDrawn="1"/>
        </p:nvSpPr>
        <p:spPr>
          <a:xfrm>
            <a:off x="2956034" y="0"/>
            <a:ext cx="3231933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</p:spTree>
    <p:extLst>
      <p:ext uri="{BB962C8B-B14F-4D97-AF65-F5344CB8AC3E}">
        <p14:creationId xmlns:p14="http://schemas.microsoft.com/office/powerpoint/2010/main" val="298494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E7D552-8819-237B-3DDB-43E0C64CD7BE}"/>
              </a:ext>
            </a:extLst>
          </p:cNvPr>
          <p:cNvSpPr/>
          <p:nvPr userDrawn="1"/>
        </p:nvSpPr>
        <p:spPr>
          <a:xfrm>
            <a:off x="6267894" y="0"/>
            <a:ext cx="2870194" cy="6858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</p:spTree>
    <p:extLst>
      <p:ext uri="{BB962C8B-B14F-4D97-AF65-F5344CB8AC3E}">
        <p14:creationId xmlns:p14="http://schemas.microsoft.com/office/powerpoint/2010/main" val="19518771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w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DD81B3-DF2D-90A5-75B5-5F66A4EEC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500BE0-7239-DF9F-8152-6A89D5FD4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27DB2-2307-A467-49D2-43198D1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59512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B3F2E4F-D69A-C303-0281-6BB8BC65FA1A}"/>
              </a:ext>
            </a:extLst>
          </p:cNvPr>
          <p:cNvSpPr/>
          <p:nvPr userDrawn="1"/>
        </p:nvSpPr>
        <p:spPr>
          <a:xfrm>
            <a:off x="0" y="6311901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E483EC-461E-3DF8-7723-85858B620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1"/>
            <a:ext cx="2949179" cy="16002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0BA06-04AB-09B5-645C-2091343E99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1801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D91B3F-7C7C-73B9-77CB-A11B1FCF85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9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200" indent="0">
              <a:buNone/>
              <a:defRPr sz="788"/>
            </a:lvl2pPr>
            <a:lvl3pPr marL="514399" indent="0">
              <a:buNone/>
              <a:defRPr sz="675"/>
            </a:lvl3pPr>
            <a:lvl4pPr marL="771599" indent="0">
              <a:buNone/>
              <a:defRPr sz="563"/>
            </a:lvl4pPr>
            <a:lvl5pPr marL="1028798" indent="0">
              <a:buNone/>
              <a:defRPr sz="563"/>
            </a:lvl5pPr>
            <a:lvl6pPr marL="1285997" indent="0">
              <a:buNone/>
              <a:defRPr sz="563"/>
            </a:lvl6pPr>
            <a:lvl7pPr marL="1543197" indent="0">
              <a:buNone/>
              <a:defRPr sz="563"/>
            </a:lvl7pPr>
            <a:lvl8pPr marL="1800396" indent="0">
              <a:buNone/>
              <a:defRPr sz="563"/>
            </a:lvl8pPr>
            <a:lvl9pPr marL="2057597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F290-2545-0C2B-78A6-D50CE3D0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117D-2169-6E39-149C-5FBECD5E7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83838A-4F66-F529-E239-3AE7FBED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83513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54395A0-EB10-01E3-39B4-075A8ACEABC7}"/>
              </a:ext>
            </a:extLst>
          </p:cNvPr>
          <p:cNvSpPr/>
          <p:nvPr userDrawn="1"/>
        </p:nvSpPr>
        <p:spPr>
          <a:xfrm>
            <a:off x="0" y="6311901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2FAE3E-C2EA-DDE4-4229-9EB50F2F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1"/>
            <a:ext cx="2949179" cy="16002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131BBD-51CD-4DC2-4A60-8A48EA6C6A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1801"/>
            </a:lvl1pPr>
            <a:lvl2pPr marL="257200" indent="0">
              <a:buNone/>
              <a:defRPr sz="1575"/>
            </a:lvl2pPr>
            <a:lvl3pPr marL="514399" indent="0">
              <a:buNone/>
              <a:defRPr sz="1350"/>
            </a:lvl3pPr>
            <a:lvl4pPr marL="771599" indent="0">
              <a:buNone/>
              <a:defRPr sz="1125"/>
            </a:lvl4pPr>
            <a:lvl5pPr marL="1028798" indent="0">
              <a:buNone/>
              <a:defRPr sz="1125"/>
            </a:lvl5pPr>
            <a:lvl6pPr marL="1285997" indent="0">
              <a:buNone/>
              <a:defRPr sz="1125"/>
            </a:lvl6pPr>
            <a:lvl7pPr marL="1543197" indent="0">
              <a:buNone/>
              <a:defRPr sz="1125"/>
            </a:lvl7pPr>
            <a:lvl8pPr marL="1800396" indent="0">
              <a:buNone/>
              <a:defRPr sz="1125"/>
            </a:lvl8pPr>
            <a:lvl9pPr marL="2057597" indent="0">
              <a:buNone/>
              <a:defRPr sz="1125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B0D01-09EF-1E92-D338-9CD0EBA943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1"/>
            <a:ext cx="2949179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200" indent="0">
              <a:buNone/>
              <a:defRPr sz="788"/>
            </a:lvl2pPr>
            <a:lvl3pPr marL="514399" indent="0">
              <a:buNone/>
              <a:defRPr sz="675"/>
            </a:lvl3pPr>
            <a:lvl4pPr marL="771599" indent="0">
              <a:buNone/>
              <a:defRPr sz="563"/>
            </a:lvl4pPr>
            <a:lvl5pPr marL="1028798" indent="0">
              <a:buNone/>
              <a:defRPr sz="563"/>
            </a:lvl5pPr>
            <a:lvl6pPr marL="1285997" indent="0">
              <a:buNone/>
              <a:defRPr sz="563"/>
            </a:lvl6pPr>
            <a:lvl7pPr marL="1543197" indent="0">
              <a:buNone/>
              <a:defRPr sz="563"/>
            </a:lvl7pPr>
            <a:lvl8pPr marL="1800396" indent="0">
              <a:buNone/>
              <a:defRPr sz="563"/>
            </a:lvl8pPr>
            <a:lvl9pPr marL="2057597" indent="0">
              <a:buNone/>
              <a:defRPr sz="563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20126-F846-16D0-EBDD-34D48607E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4FC57-C801-AEF4-1D0A-E095B6450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51B0C-275C-33D2-9A96-4D0314E6E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6916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A1A4EC-146B-3381-63D1-52F3C15CB004}"/>
              </a:ext>
            </a:extLst>
          </p:cNvPr>
          <p:cNvSpPr/>
          <p:nvPr userDrawn="1"/>
        </p:nvSpPr>
        <p:spPr>
          <a:xfrm>
            <a:off x="0" y="6311901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BEF132-B0C4-CEBA-D9BB-A90CC2A6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5F3702-713A-C951-9CCF-955488BC6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34A4F3-ECB2-56FC-3055-081257812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849C6-D413-92F0-6B5F-27BB8AC75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9A6DE-F917-5ECB-80DB-4C5C9924B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04431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9213BEA-D64A-CDAB-CB01-CACA6AEFB654}"/>
              </a:ext>
            </a:extLst>
          </p:cNvPr>
          <p:cNvSpPr/>
          <p:nvPr userDrawn="1"/>
        </p:nvSpPr>
        <p:spPr>
          <a:xfrm>
            <a:off x="0" y="6311901"/>
            <a:ext cx="9144000" cy="546100"/>
          </a:xfrm>
          <a:prstGeom prst="rect">
            <a:avLst/>
          </a:prstGeom>
          <a:solidFill>
            <a:srgbClr val="00A9B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 sz="1154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FFD24A-02C7-3C15-C6A2-2FE1816ED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E5EB9-6E42-B9D7-5671-A15D13E201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BCAA2-15B7-B922-2788-5986E5EEA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D40C5-A7B5-0CB8-7A77-77280AC6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DA6257-1CC9-8C66-1C48-A645172DC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971F0-0CD2-4C47-8087-EBCE9716EA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75707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5508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929" y="286769"/>
            <a:ext cx="7189877" cy="4329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4465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929" y="286769"/>
            <a:ext cx="7189877" cy="43295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273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929" y="286769"/>
            <a:ext cx="7189877" cy="4748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088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15" b="0" i="0">
                <a:solidFill>
                  <a:srgbClr val="464653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1" y="1577341"/>
            <a:ext cx="3977640" cy="3284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1" y="1577341"/>
            <a:ext cx="3977640" cy="3284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89678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802EA-7E2B-54DE-73DF-FFE800694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931" y="286772"/>
            <a:ext cx="7189877" cy="47485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08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E0A642-ABE6-FE0E-2BD1-AB0BC48CE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1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47573-978D-7FA9-0D26-40779E976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6"/>
            <a:ext cx="788670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631032-3BBA-DDD8-39F1-68FB671B8D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882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B08B-CD62-82DF-7BC9-CCDE7E5B63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2" y="6388250"/>
            <a:ext cx="3086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453A8-267C-532B-1CCE-A59D105FDA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2" y="63882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fld id="{1AE971F0-0CD2-4C47-8087-EBCE9716EA8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3344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hf hdr="0" ftr="0" dt="0"/>
  <p:txStyles>
    <p:titleStyle>
      <a:lvl1pPr algn="l" defTabSz="514399" rtl="0" eaLnBrk="1" latinLnBrk="0" hangingPunct="1">
        <a:lnSpc>
          <a:spcPct val="90000"/>
        </a:lnSpc>
        <a:spcBef>
          <a:spcPct val="0"/>
        </a:spcBef>
        <a:buNone/>
        <a:defRPr sz="2475" b="1" kern="1200">
          <a:solidFill>
            <a:srgbClr val="004C6C"/>
          </a:solidFill>
          <a:latin typeface="+mj-lt"/>
          <a:ea typeface="+mj-ea"/>
          <a:cs typeface="+mj-cs"/>
        </a:defRPr>
      </a:lvl1pPr>
    </p:titleStyle>
    <p:bodyStyle>
      <a:lvl1pPr marL="128600" indent="-128600" algn="l" defTabSz="514399" rtl="0" eaLnBrk="1" latinLnBrk="0" hangingPunct="1">
        <a:lnSpc>
          <a:spcPct val="15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99" indent="-128600" algn="l" defTabSz="514399" rtl="0" eaLnBrk="1" latinLnBrk="0" hangingPunct="1">
        <a:lnSpc>
          <a:spcPct val="150000"/>
        </a:lnSpc>
        <a:spcBef>
          <a:spcPts val="281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2pPr>
      <a:lvl3pPr marL="642999" indent="-128600" algn="l" defTabSz="514399" rtl="0" eaLnBrk="1" latinLnBrk="0" hangingPunct="1">
        <a:lnSpc>
          <a:spcPct val="15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900199" indent="-128600" algn="l" defTabSz="514399" rtl="0" eaLnBrk="1" latinLnBrk="0" hangingPunct="1">
        <a:lnSpc>
          <a:spcPct val="15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57399" indent="-128600" algn="l" defTabSz="514399" rtl="0" eaLnBrk="1" latinLnBrk="0" hangingPunct="1">
        <a:lnSpc>
          <a:spcPct val="15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14598" indent="-128600" algn="l" defTabSz="514399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797" indent="-128600" algn="l" defTabSz="514399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996" indent="-128600" algn="l" defTabSz="514399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196" indent="-128600" algn="l" defTabSz="514399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9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00" algn="l" defTabSz="51439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99" algn="l" defTabSz="51439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99" algn="l" defTabSz="51439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98" algn="l" defTabSz="51439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997" algn="l" defTabSz="51439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197" algn="l" defTabSz="51439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396" algn="l" defTabSz="51439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597" algn="l" defTabSz="514399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acksplaining.com/lessons/sql-injection/start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25">
            <a:extLst>
              <a:ext uri="{FF2B5EF4-FFF2-40B4-BE49-F238E27FC236}">
                <a16:creationId xmlns:a16="http://schemas.microsoft.com/office/drawing/2014/main" id="{2ABE34C9-C9F3-88B9-7DC7-48B60D31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33" y="2386454"/>
            <a:ext cx="8294531" cy="1824456"/>
          </a:xfrm>
        </p:spPr>
        <p:txBody>
          <a:bodyPr vert="horz" wrap="square" lIns="73609" tIns="36806" rIns="73609" bIns="36806" rtlCol="0" anchor="ctr">
            <a:normAutofit/>
          </a:bodyPr>
          <a:lstStyle/>
          <a:p>
            <a:r>
              <a:rPr lang="en-IE" sz="2736">
                <a:latin typeface="Helvetica" pitchFamily="2" charset="0"/>
              </a:rPr>
              <a:t>Security</a:t>
            </a:r>
            <a:r>
              <a:rPr lang="en-IE" sz="2736" dirty="0">
                <a:latin typeface="Helvetica" pitchFamily="2" charset="0"/>
              </a:rPr>
              <a:t>, views and CTEs</a:t>
            </a:r>
            <a:br>
              <a:rPr lang="en-IE" sz="2394" dirty="0">
                <a:latin typeface="Helvetica" pitchFamily="2" charset="0"/>
              </a:rPr>
            </a:br>
            <a:br>
              <a:rPr lang="en-IE" sz="2394" dirty="0">
                <a:latin typeface="Helvetica" pitchFamily="2" charset="0"/>
              </a:rPr>
            </a:br>
            <a:r>
              <a:rPr lang="en-IE" sz="2394" dirty="0">
                <a:latin typeface="Helvetica" pitchFamily="2" charset="0"/>
              </a:rPr>
              <a:t>Dr Mariana Rocha</a:t>
            </a:r>
            <a:br>
              <a:rPr lang="en-IE" sz="2394" dirty="0">
                <a:latin typeface="Helvetica" pitchFamily="2" charset="0"/>
              </a:rPr>
            </a:br>
            <a:r>
              <a:rPr lang="en-IE" sz="2394" dirty="0">
                <a:latin typeface="Helvetica" pitchFamily="2" charset="0"/>
              </a:rPr>
              <a:t>School of Computer Science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8E066B0-7223-D5C8-AC47-4AE5F2157F6E}"/>
              </a:ext>
            </a:extLst>
          </p:cNvPr>
          <p:cNvSpPr txBox="1"/>
          <p:nvPr/>
        </p:nvSpPr>
        <p:spPr>
          <a:xfrm>
            <a:off x="542357" y="4885927"/>
            <a:ext cx="4467146" cy="396727"/>
          </a:xfrm>
          <a:prstGeom prst="rect">
            <a:avLst/>
          </a:prstGeom>
          <a:noFill/>
        </p:spPr>
        <p:txBody>
          <a:bodyPr wrap="none" lIns="73609" tIns="36806" rIns="73609" bIns="36806" rtlCol="0" anchor="t">
            <a:spAutoFit/>
          </a:bodyPr>
          <a:lstStyle/>
          <a:p>
            <a:r>
              <a:rPr lang="en-US" sz="2095" dirty="0">
                <a:latin typeface="Helvetica" pitchFamily="2" charset="0"/>
                <a:cs typeface="Open sans"/>
              </a:rPr>
              <a:t>CPMU 2007 Databases 1, Lecture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3B800-BCA0-6C75-E197-FB83DE703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Learning outcomes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A7A4A0-7383-7D1B-2BC0-C6FF8D62C2DB}"/>
              </a:ext>
            </a:extLst>
          </p:cNvPr>
          <p:cNvSpPr txBox="1"/>
          <p:nvPr/>
        </p:nvSpPr>
        <p:spPr>
          <a:xfrm>
            <a:off x="827589" y="2035060"/>
            <a:ext cx="76877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200" dirty="0"/>
              <a:t>Understand why database security is essential in a relational database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200" dirty="0"/>
              <a:t>Understand how security and integrity controls are implemented in PostgreSQL.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200" dirty="0"/>
              <a:t>Evaluate how views and common table expressions (CTEs) can support secure, efficient, and modular query design.</a:t>
            </a:r>
          </a:p>
        </p:txBody>
      </p:sp>
    </p:spTree>
    <p:extLst>
      <p:ext uri="{BB962C8B-B14F-4D97-AF65-F5344CB8AC3E}">
        <p14:creationId xmlns:p14="http://schemas.microsoft.com/office/powerpoint/2010/main" val="156915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330B4-AB2E-CF72-B8AF-0213E0F17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0DA42-5D3A-FE87-EFF8-37C9488AE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Why database security is essential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67B9A-CC65-185A-4313-7C93D5500660}"/>
              </a:ext>
            </a:extLst>
          </p:cNvPr>
          <p:cNvSpPr txBox="1"/>
          <p:nvPr/>
        </p:nvSpPr>
        <p:spPr>
          <a:xfrm>
            <a:off x="827589" y="2035060"/>
            <a:ext cx="768776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Database security protects the organisation’s most valuable asset: its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200" dirty="0"/>
              <a:t>Losing or corrupting data can lead to financial losses, reputational damage, or even legal 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200" dirty="0"/>
              <a:t>Security ensures that data is accessed only by authorized users and remains accurate and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200" dirty="0"/>
              <a:t>We often describe this using the CIA Triad: Confidentiality, Integrity, and Availability.</a:t>
            </a:r>
          </a:p>
        </p:txBody>
      </p:sp>
    </p:spTree>
    <p:extLst>
      <p:ext uri="{BB962C8B-B14F-4D97-AF65-F5344CB8AC3E}">
        <p14:creationId xmlns:p14="http://schemas.microsoft.com/office/powerpoint/2010/main" val="3287544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33A38-5C45-EFEE-3C57-4C4F3AF06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421-D80B-F260-9ADF-BC00F225A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CIA Triad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7536E4-147C-4493-228C-10241973EF6A}"/>
              </a:ext>
            </a:extLst>
          </p:cNvPr>
          <p:cNvSpPr txBox="1"/>
          <p:nvPr/>
        </p:nvSpPr>
        <p:spPr>
          <a:xfrm>
            <a:off x="827589" y="1653094"/>
            <a:ext cx="768776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Confidentiality: Only authorised users should see the data. For example, a student database should not allow other students to see personal details.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Integrity: Data must remain accurate and consistent. For example, we must prevent duplicate IDs or negative salaries.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Availability: Authorised users must access data when needed. For example, databases must recover quickly after a crash.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</p:txBody>
      </p:sp>
    </p:spTree>
    <p:extLst>
      <p:ext uri="{BB962C8B-B14F-4D97-AF65-F5344CB8AC3E}">
        <p14:creationId xmlns:p14="http://schemas.microsoft.com/office/powerpoint/2010/main" val="3263468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FE6AD-9395-7A5B-B37A-2853BDD2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923B8-BF89-534B-EA4D-BC9D9C9AE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Common threats to databases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D7C180-EA1B-763A-27C6-8E2C481C3605}"/>
              </a:ext>
            </a:extLst>
          </p:cNvPr>
          <p:cNvSpPr txBox="1"/>
          <p:nvPr/>
        </p:nvSpPr>
        <p:spPr>
          <a:xfrm>
            <a:off x="827589" y="1653094"/>
            <a:ext cx="76877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E" sz="2200" dirty="0"/>
              <a:t>Databases face many security risks:</a:t>
            </a:r>
          </a:p>
          <a:p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Unauthorised access or privilege misuse.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SQL injection attacks.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Accidental data deletion or corruption.</a:t>
            </a:r>
          </a:p>
          <a:p>
            <a:endParaRPr lang="en-IE" sz="2200" dirty="0"/>
          </a:p>
          <a:p>
            <a:r>
              <a:rPr lang="en-IE" sz="2200" dirty="0"/>
              <a:t>Loss of availability due to hardware failure or ransomware.</a:t>
            </a:r>
          </a:p>
          <a:p>
            <a:r>
              <a:rPr lang="en-IE" sz="2200" dirty="0"/>
              <a:t>Therefore, every database must include preventive and recovery measures.</a:t>
            </a:r>
          </a:p>
        </p:txBody>
      </p:sp>
    </p:spTree>
    <p:extLst>
      <p:ext uri="{BB962C8B-B14F-4D97-AF65-F5344CB8AC3E}">
        <p14:creationId xmlns:p14="http://schemas.microsoft.com/office/powerpoint/2010/main" val="302528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4F5D7-5419-FA57-3C14-484620865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25178-E8DC-632B-A69A-C8897C7EE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SQL injections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7DBF95-6632-2A17-B520-43F1DF13ECD3}"/>
              </a:ext>
            </a:extLst>
          </p:cNvPr>
          <p:cNvSpPr txBox="1"/>
          <p:nvPr/>
        </p:nvSpPr>
        <p:spPr>
          <a:xfrm>
            <a:off x="827589" y="1653094"/>
            <a:ext cx="76877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SQL Injection is a common web security vulnerability where an attacker manipulates SQL queries by injecting malicious input.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Attackers gain unauthorised access to the database, being able to retrieve, modify, or delete sensitive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SQL Injection commonly occurs when user input is directly embedded in SQL queries without proper sanitisation, allowing attackers to execute arbitrary SQL commands. </a:t>
            </a:r>
          </a:p>
        </p:txBody>
      </p:sp>
    </p:spTree>
    <p:extLst>
      <p:ext uri="{BB962C8B-B14F-4D97-AF65-F5344CB8AC3E}">
        <p14:creationId xmlns:p14="http://schemas.microsoft.com/office/powerpoint/2010/main" val="1984610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F1BC-7277-F01E-0AB5-6E21EC5FB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E4D90-4031-0B42-60A7-F13CF9E4F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22" y="0"/>
            <a:ext cx="7886701" cy="1325563"/>
          </a:xfrm>
        </p:spPr>
        <p:txBody>
          <a:bodyPr>
            <a:normAutofit/>
          </a:bodyPr>
          <a:lstStyle/>
          <a:p>
            <a:r>
              <a:rPr lang="en-IE" sz="3500" dirty="0"/>
              <a:t>SQL injections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C9D87D7-6B35-D8AD-18BE-903AF793415A}"/>
              </a:ext>
            </a:extLst>
          </p:cNvPr>
          <p:cNvSpPr txBox="1">
            <a:spLocks/>
          </p:cNvSpPr>
          <p:nvPr/>
        </p:nvSpPr>
        <p:spPr>
          <a:xfrm>
            <a:off x="236668" y="1101870"/>
            <a:ext cx="8570675" cy="5517912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128600" indent="-128600" algn="l" defTabSz="514399" rtl="0" eaLnBrk="1" latinLnBrk="0" hangingPunct="1">
              <a:lnSpc>
                <a:spcPct val="15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85799" indent="-128600" algn="l" defTabSz="514399" rtl="0" eaLnBrk="1" latinLnBrk="0" hangingPunct="1">
              <a:lnSpc>
                <a:spcPct val="15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57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2999" indent="-128600" algn="l" defTabSz="514399" rtl="0" eaLnBrk="1" latinLnBrk="0" hangingPunct="1">
              <a:lnSpc>
                <a:spcPct val="15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00199" indent="-128600" algn="l" defTabSz="514399" rtl="0" eaLnBrk="1" latinLnBrk="0" hangingPunct="1">
              <a:lnSpc>
                <a:spcPct val="15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57399" indent="-128600" algn="l" defTabSz="514399" rtl="0" eaLnBrk="1" latinLnBrk="0" hangingPunct="1">
              <a:lnSpc>
                <a:spcPct val="15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12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4598" indent="-128600" algn="l" defTabSz="514399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797" indent="-128600" algn="l" defTabSz="514399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996" indent="-128600" algn="l" defTabSz="514399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6196" indent="-128600" algn="l" defTabSz="514399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E" sz="2400"/>
              <a:t>The following example is prone to SQL injection:</a:t>
            </a:r>
          </a:p>
          <a:p>
            <a:endParaRPr lang="en-IE" sz="2400"/>
          </a:p>
          <a:p>
            <a:endParaRPr lang="en-IE" sz="2400"/>
          </a:p>
          <a:p>
            <a:r>
              <a:rPr lang="en-IE" sz="2400"/>
              <a:t>The attacker can log in as any user without the need for a password by adding the comment sequence (--) to remove the password check from the WHERE clause of the query. </a:t>
            </a:r>
          </a:p>
          <a:p>
            <a:r>
              <a:rPr lang="en-IE" sz="2400"/>
              <a:t>For example, submitting the username admin-- and a blank password results in the following query:</a:t>
            </a:r>
          </a:p>
          <a:p>
            <a:endParaRPr lang="en-IE" sz="2400"/>
          </a:p>
          <a:p>
            <a:endParaRPr lang="en-IE" sz="2400"/>
          </a:p>
          <a:p>
            <a:r>
              <a:rPr lang="en-IE" sz="2400"/>
              <a:t>This query returns the data from user whose username is admin and successfully logs the attacker in as that user. </a:t>
            </a:r>
            <a:endParaRPr lang="en-IE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76F4F-9D1D-4C63-5A9F-0CD70FFB2D20}"/>
              </a:ext>
            </a:extLst>
          </p:cNvPr>
          <p:cNvSpPr txBox="1"/>
          <p:nvPr/>
        </p:nvSpPr>
        <p:spPr>
          <a:xfrm>
            <a:off x="428323" y="1515671"/>
            <a:ext cx="7782025" cy="9233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users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username = </a:t>
            </a:r>
            <a:r>
              <a:rPr lang="en-GB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''' || </a:t>
            </a:r>
            <a:r>
              <a:rPr lang="en-GB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user_input_username</a:t>
            </a:r>
            <a:r>
              <a:rPr lang="en-GB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|| '''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password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GB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''' || </a:t>
            </a:r>
            <a:r>
              <a:rPr lang="en-GB" b="0" dirty="0" err="1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user_input_password</a:t>
            </a:r>
            <a:r>
              <a:rPr lang="en-GB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|| '''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BD451-A03C-2244-6F9A-193C3C02063A}"/>
              </a:ext>
            </a:extLst>
          </p:cNvPr>
          <p:cNvSpPr txBox="1"/>
          <p:nvPr/>
        </p:nvSpPr>
        <p:spPr>
          <a:xfrm>
            <a:off x="428322" y="4713780"/>
            <a:ext cx="7688423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*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users </a:t>
            </a:r>
            <a:r>
              <a:rPr lang="en-GB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GB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username = </a:t>
            </a:r>
            <a:r>
              <a:rPr lang="en-GB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'admin'</a:t>
            </a:r>
            <a:r>
              <a:rPr lang="en-GB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--' AND password = ''</a:t>
            </a:r>
            <a:endParaRPr lang="en-GB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47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077E9-7460-546E-AA11-E037C4BE5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7038A-45D0-DE52-F987-3785833A2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322" y="0"/>
            <a:ext cx="7886701" cy="1325563"/>
          </a:xfrm>
        </p:spPr>
        <p:txBody>
          <a:bodyPr>
            <a:normAutofit/>
          </a:bodyPr>
          <a:lstStyle/>
          <a:p>
            <a:r>
              <a:rPr lang="en-IE" sz="3500" dirty="0"/>
              <a:t>SQL injections – safe 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E560B-2B48-8EF4-5051-24D802385934}"/>
              </a:ext>
            </a:extLst>
          </p:cNvPr>
          <p:cNvSpPr txBox="1"/>
          <p:nvPr/>
        </p:nvSpPr>
        <p:spPr>
          <a:xfrm>
            <a:off x="184117" y="1049978"/>
            <a:ext cx="870933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000" dirty="0"/>
              <a:t>This query is secure because it is parameterised -- it uses placeholders instead of directly concatenating user input into the query.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000" dirty="0"/>
              <a:t>The </a:t>
            </a:r>
            <a:r>
              <a:rPr lang="en-IE" sz="2000" dirty="0" err="1"/>
              <a:t>user_input_name</a:t>
            </a:r>
            <a:r>
              <a:rPr lang="en-IE" sz="2000" dirty="0"/>
              <a:t> and </a:t>
            </a:r>
            <a:r>
              <a:rPr lang="en-IE" sz="2000" dirty="0" err="1"/>
              <a:t>user_input_password</a:t>
            </a:r>
            <a:r>
              <a:rPr lang="en-IE" sz="2000" dirty="0"/>
              <a:t> variables are directly passed to the WHERE clause. PostgreSQL treats these variables as data, not as part of the SQL syntax.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E" sz="2000" dirty="0"/>
              <a:t>The query is pre-parsed by PostgreSQL, and variables are substituted securely.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FC5CA-8CF3-D614-5F12-4BBBC9ED6520}"/>
              </a:ext>
            </a:extLst>
          </p:cNvPr>
          <p:cNvSpPr txBox="1"/>
          <p:nvPr/>
        </p:nvSpPr>
        <p:spPr>
          <a:xfrm>
            <a:off x="428322" y="3429000"/>
            <a:ext cx="8465127" cy="304698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GB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BEGIN</a:t>
            </a:r>
            <a:endParaRPr lang="en-GB" sz="16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6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-- Secure query using placeholders and parameters</a:t>
            </a:r>
            <a:endParaRPr lang="en-GB" sz="16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EXECUTE </a:t>
            </a:r>
            <a:r>
              <a:rPr lang="en-GB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'SELECT * FROM users WHERE username = $1 AND password = $2'</a:t>
            </a:r>
            <a:endParaRPr lang="en-GB" sz="16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INTO</a:t>
            </a:r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result</a:t>
            </a:r>
          </a:p>
          <a:p>
            <a:r>
              <a:rPr lang="en-GB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user_input_username</a:t>
            </a:r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GB" sz="1600" b="0" dirty="0" err="1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user_input_password</a:t>
            </a:r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b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r>
              <a:rPr lang="en-GB" sz="1600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-- Output the result</a:t>
            </a:r>
            <a:endParaRPr lang="en-GB" sz="16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result &gt; </a:t>
            </a:r>
            <a:r>
              <a:rPr lang="en-GB" sz="1600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THEN</a:t>
            </a:r>
            <a:endParaRPr lang="en-GB" sz="16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RAISE NOTICE </a:t>
            </a:r>
            <a:r>
              <a:rPr lang="en-GB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'Authentication successful!'</a:t>
            </a:r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ELSE</a:t>
            </a:r>
          </a:p>
          <a:p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RAISE NOTICE </a:t>
            </a:r>
            <a:r>
              <a:rPr lang="en-GB" sz="160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'Authentication failed!'</a:t>
            </a:r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GB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END</a:t>
            </a:r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GB" sz="160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GB" sz="1600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2657019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3D4FD-C4A3-559B-D86E-BC2626F4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12D43-20A5-9DFE-4025-C91316A60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SQL injections – vulnerable query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651DD-A3CE-FA07-C914-CFFA5725443C}"/>
              </a:ext>
            </a:extLst>
          </p:cNvPr>
          <p:cNvSpPr txBox="1"/>
          <p:nvPr/>
        </p:nvSpPr>
        <p:spPr>
          <a:xfrm>
            <a:off x="827589" y="1653094"/>
            <a:ext cx="768776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Check the </a:t>
            </a:r>
            <a:r>
              <a:rPr lang="en-IE" sz="2200" dirty="0" err="1"/>
              <a:t>sql_injection.sql</a:t>
            </a:r>
            <a:r>
              <a:rPr lang="en-IE" sz="2200" dirty="0"/>
              <a:t> example</a:t>
            </a:r>
          </a:p>
        </p:txBody>
      </p:sp>
    </p:spTree>
    <p:extLst>
      <p:ext uri="{BB962C8B-B14F-4D97-AF65-F5344CB8AC3E}">
        <p14:creationId xmlns:p14="http://schemas.microsoft.com/office/powerpoint/2010/main" val="1448024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82D99-D256-50FD-CA70-A85DB582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82859105-6C0E-3DCF-E9C8-243A7E8233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6668" y="238218"/>
            <a:ext cx="7880078" cy="743395"/>
          </a:xfrm>
          <a:prstGeom prst="rect">
            <a:avLst/>
          </a:prstGeom>
        </p:spPr>
        <p:txBody>
          <a:bodyPr vert="horz" wrap="square" lIns="0" tIns="65645" rIns="0" bIns="0" rtlCol="0" anchor="ctr">
            <a:spAutoFit/>
          </a:bodyPr>
          <a:lstStyle/>
          <a:p>
            <a:pPr marL="132383">
              <a:lnSpc>
                <a:spcPct val="100000"/>
              </a:lnSpc>
              <a:spcBef>
                <a:spcPts val="81"/>
              </a:spcBef>
            </a:pPr>
            <a:r>
              <a:rPr lang="pt-BR" b="1" spc="-9" dirty="0"/>
              <a:t>SQL </a:t>
            </a:r>
            <a:r>
              <a:rPr lang="pt-BR" b="1" spc="-9" dirty="0" err="1"/>
              <a:t>Injections</a:t>
            </a:r>
            <a:endParaRPr b="1" spc="-9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FE428B-2EE0-ED05-A57F-EC947A3A5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668" y="2479964"/>
            <a:ext cx="8570675" cy="4139818"/>
          </a:xfrm>
        </p:spPr>
        <p:txBody>
          <a:bodyPr>
            <a:normAutofit/>
          </a:bodyPr>
          <a:lstStyle/>
          <a:p>
            <a:r>
              <a:rPr lang="en-IE" sz="2400" dirty="0"/>
              <a:t>Access the following website to simulate an SQL injection:</a:t>
            </a:r>
          </a:p>
          <a:p>
            <a:pPr marL="0" indent="0">
              <a:buNone/>
            </a:pPr>
            <a:r>
              <a:rPr lang="en-IE" sz="2400" dirty="0">
                <a:hlinkClick r:id="rId2"/>
              </a:rPr>
              <a:t>https://www.hacksplaining.com/lessons/sql-injection/start</a:t>
            </a:r>
            <a:endParaRPr lang="en-IE" sz="2400" dirty="0"/>
          </a:p>
          <a:p>
            <a:pPr marL="0" indent="0">
              <a:buNone/>
            </a:pP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2799346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9990-4EE4-6D2C-CE04-016D61F2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A5491-4065-8972-3C2E-65D3BED01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Legal and regulatory obligations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6E6BAD-8F82-A5B4-4467-F24F889E54EC}"/>
              </a:ext>
            </a:extLst>
          </p:cNvPr>
          <p:cNvSpPr txBox="1"/>
          <p:nvPr/>
        </p:nvSpPr>
        <p:spPr>
          <a:xfrm>
            <a:off x="827589" y="1653094"/>
            <a:ext cx="768776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In Europe, database systems must comply with: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200" dirty="0"/>
              <a:t>GDPR (2018) – requires data protection, consent, and breach notification.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200" dirty="0"/>
              <a:t>Data Protection Act (2018) – enforces how personal data is stored and processed.	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200" dirty="0"/>
              <a:t>Database administrators are legally responsible for ensuring compliance, logging, and auditability.</a:t>
            </a:r>
          </a:p>
        </p:txBody>
      </p:sp>
    </p:spTree>
    <p:extLst>
      <p:ext uri="{BB962C8B-B14F-4D97-AF65-F5344CB8AC3E}">
        <p14:creationId xmlns:p14="http://schemas.microsoft.com/office/powerpoint/2010/main" val="4183636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D1504-B81D-80EF-6C35-7F49A3983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204B7-8B60-ACF3-3F55-4047D28F9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Security in a DBMS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674DF8-651F-556C-8A4F-FD429B7A47A9}"/>
              </a:ext>
            </a:extLst>
          </p:cNvPr>
          <p:cNvSpPr txBox="1"/>
          <p:nvPr/>
        </p:nvSpPr>
        <p:spPr>
          <a:xfrm>
            <a:off x="827589" y="1653094"/>
            <a:ext cx="7687761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Security mechanisms are built into all relational database management systems. These include: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200" dirty="0"/>
              <a:t>Authentication (checking user identity)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200" dirty="0"/>
              <a:t>Authorisation and access control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200" dirty="0"/>
              <a:t>Integrity constraints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200" dirty="0"/>
              <a:t>Views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200" dirty="0"/>
              <a:t>Backup and recovery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200" dirty="0"/>
              <a:t>Encryption and auditing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PostgreSQL supports all these through SQL commands and configuration files.</a:t>
            </a:r>
          </a:p>
        </p:txBody>
      </p:sp>
    </p:spTree>
    <p:extLst>
      <p:ext uri="{BB962C8B-B14F-4D97-AF65-F5344CB8AC3E}">
        <p14:creationId xmlns:p14="http://schemas.microsoft.com/office/powerpoint/2010/main" val="615028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907EF-7322-237C-FBEA-7B01F47CF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E00DF-2BBF-B140-A820-9033CC4C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Authentication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14E97-1C43-7DD3-91CF-B12293D25238}"/>
              </a:ext>
            </a:extLst>
          </p:cNvPr>
          <p:cNvSpPr txBox="1"/>
          <p:nvPr/>
        </p:nvSpPr>
        <p:spPr>
          <a:xfrm>
            <a:off x="827589" y="1653094"/>
            <a:ext cx="7687761" cy="44935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Authentication verifies who is trying to connect.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PostgreSQL supports: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200" dirty="0"/>
              <a:t>Password-based login (default)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200" dirty="0"/>
              <a:t>Peer authentication (local OS user)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E" sz="2200" dirty="0"/>
              <a:t>Enterprise-level authentication systems that work as servers holding people’s details.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This creates a new user role with login privileges.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1F09C2-B0E8-E3C8-41BA-EE09B63E378F}"/>
              </a:ext>
            </a:extLst>
          </p:cNvPr>
          <p:cNvSpPr txBox="1"/>
          <p:nvPr/>
        </p:nvSpPr>
        <p:spPr>
          <a:xfrm>
            <a:off x="1209554" y="4558575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ROLE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dirty="0" err="1">
                <a:solidFill>
                  <a:srgbClr val="000000"/>
                </a:solidFill>
                <a:latin typeface="Menlo" panose="020B0609030804020204" pitchFamily="49" charset="0"/>
              </a:rPr>
              <a:t>mariana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LOGIN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PASSWORD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IE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StrongPass</a:t>
            </a:r>
            <a:r>
              <a:rPr lang="en-IE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!</a:t>
            </a:r>
            <a:r>
              <a:rPr lang="en-IE" b="0" dirty="0">
                <a:solidFill>
                  <a:srgbClr val="E21F1F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56779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01816-F6FD-880B-A8B4-AD5546FC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8DA8F-4D7C-043C-38F2-B2A752AB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Authentication – access control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434AF-49AD-E3BF-2F2C-E4C3A50F1369}"/>
              </a:ext>
            </a:extLst>
          </p:cNvPr>
          <p:cNvSpPr txBox="1"/>
          <p:nvPr/>
        </p:nvSpPr>
        <p:spPr>
          <a:xfrm>
            <a:off x="827589" y="1653094"/>
            <a:ext cx="7687761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Authorization defines what an authenticated user can 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Privileges include: SELECT, INSERT, UPDATE, DELETE, REFERENCES,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endParaRPr lang="en-IE" sz="2200" dirty="0"/>
          </a:p>
          <a:p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This gives Mariana permission to read and add records, but not delete them.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BD2269-FE01-D0D1-6376-C923FFC1B5B0}"/>
              </a:ext>
            </a:extLst>
          </p:cNvPr>
          <p:cNvSpPr txBox="1"/>
          <p:nvPr/>
        </p:nvSpPr>
        <p:spPr>
          <a:xfrm>
            <a:off x="1140106" y="3561308"/>
            <a:ext cx="73752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GRANT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INSERT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employees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TO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dirty="0" err="1">
                <a:solidFill>
                  <a:srgbClr val="000000"/>
                </a:solidFill>
                <a:latin typeface="Menlo" panose="020B0609030804020204" pitchFamily="49" charset="0"/>
              </a:rPr>
              <a:t>mariana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REVOKE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DELETE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employees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IE" dirty="0" err="1">
                <a:solidFill>
                  <a:srgbClr val="000000"/>
                </a:solidFill>
                <a:latin typeface="Menlo" panose="020B0609030804020204" pitchFamily="49" charset="0"/>
              </a:rPr>
              <a:t>mariana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pPr>
              <a:buNone/>
            </a:pPr>
            <a:b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867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F2D2E-151B-26EA-F1A1-6848DB0B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30730-925A-446A-89EA-B179B65F2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Roles and privileges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7A6F88-DED5-08D8-C14E-132A720C1552}"/>
              </a:ext>
            </a:extLst>
          </p:cNvPr>
          <p:cNvSpPr txBox="1"/>
          <p:nvPr/>
        </p:nvSpPr>
        <p:spPr>
          <a:xfrm>
            <a:off x="827589" y="1653094"/>
            <a:ext cx="7687761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Roles can represent individuals or groups.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You can create a role, assign privileges, and grant that role to multiple users: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E" sz="2200" dirty="0"/>
              <a:t>Mariana now inherits all privileges from the manager role.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5CD56AA-2AD1-A653-7748-59EBC0000A5B}"/>
              </a:ext>
            </a:extLst>
          </p:cNvPr>
          <p:cNvSpPr txBox="1"/>
          <p:nvPr/>
        </p:nvSpPr>
        <p:spPr>
          <a:xfrm>
            <a:off x="1053296" y="2978657"/>
            <a:ext cx="70374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ROLE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manager;</a:t>
            </a:r>
          </a:p>
          <a:p>
            <a:pPr>
              <a:buNone/>
            </a:pP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GRANT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UPDATE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employees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TO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manager;</a:t>
            </a:r>
          </a:p>
          <a:p>
            <a:pPr>
              <a:buNone/>
            </a:pP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GRANT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manager </a:t>
            </a:r>
            <a:r>
              <a:rPr lang="en-IE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TO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dirty="0" err="1">
                <a:solidFill>
                  <a:srgbClr val="000000"/>
                </a:solidFill>
                <a:latin typeface="Menlo" panose="020B0609030804020204" pitchFamily="49" charset="0"/>
              </a:rPr>
              <a:t>mariana</a:t>
            </a:r>
            <a:r>
              <a:rPr lang="en-IE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7781002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3B9B3-F65A-05B3-0850-783F16174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03C39-1707-76DD-34EF-E376EC44B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Integrity constraints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E878C-6605-0B95-F94D-629DE0F908C9}"/>
              </a:ext>
            </a:extLst>
          </p:cNvPr>
          <p:cNvSpPr txBox="1"/>
          <p:nvPr/>
        </p:nvSpPr>
        <p:spPr>
          <a:xfrm>
            <a:off x="827589" y="1653094"/>
            <a:ext cx="7687761" cy="3597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Integrity controls ensure data remains valid.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PostgreSQL uses: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PRIMARY KEY – enforces unique identification.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FOREIGN KEY – maintains referential integrity.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CHECK – ensures logical conditions are met.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NOT NULL – prevents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1160270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F59BB-0AF5-C3F3-494D-6E027049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98D0D-4E96-B6BE-D669-2D8C2B52F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Encryption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6F59E4-5218-E80C-D1B7-1F28A02235AA}"/>
              </a:ext>
            </a:extLst>
          </p:cNvPr>
          <p:cNvSpPr txBox="1"/>
          <p:nvPr/>
        </p:nvSpPr>
        <p:spPr>
          <a:xfrm>
            <a:off x="827589" y="1653094"/>
            <a:ext cx="7687761" cy="4105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PostgreSQL has also a module named </a:t>
            </a:r>
            <a:r>
              <a:rPr lang="en-IE" sz="2200" dirty="0" err="1"/>
              <a:t>pgcrypto</a:t>
            </a:r>
            <a:r>
              <a:rPr lang="en-IE" sz="2200" dirty="0"/>
              <a:t> that protects data stored in the database itself, protecting data at rest. </a:t>
            </a:r>
          </a:p>
          <a:p>
            <a:pPr>
              <a:lnSpc>
                <a:spcPct val="150000"/>
              </a:lnSpc>
            </a:pPr>
            <a:endParaRPr lang="en-IE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Secure Sockets Layer (SSL connections) encrypts all data sent across the network: the password, the queries, and the data returned. This protects the data in transit.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sz="2200" dirty="0"/>
          </a:p>
        </p:txBody>
      </p:sp>
    </p:spTree>
    <p:extLst>
      <p:ext uri="{BB962C8B-B14F-4D97-AF65-F5344CB8AC3E}">
        <p14:creationId xmlns:p14="http://schemas.microsoft.com/office/powerpoint/2010/main" val="3177573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BB317-C62C-DFF3-FE1B-581FB1141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8EA3F91-ABDB-EE67-A9FF-275F81B42CA8}"/>
              </a:ext>
            </a:extLst>
          </p:cNvPr>
          <p:cNvSpPr txBox="1"/>
          <p:nvPr/>
        </p:nvSpPr>
        <p:spPr>
          <a:xfrm>
            <a:off x="405113" y="428178"/>
            <a:ext cx="8611565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6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Enable the </a:t>
            </a:r>
            <a:r>
              <a:rPr lang="en-IE" sz="160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pgcrypto</a:t>
            </a:r>
            <a:r>
              <a:rPr lang="en-IE" sz="16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extension (run once per database)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EXTENSION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EXISTS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pgcrypto</a:t>
            </a:r>
            <a:r>
              <a:rPr lang="en-IE" sz="16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demo table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DROP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TABLE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EXISTS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secure_customers</a:t>
            </a:r>
            <a:r>
              <a:rPr lang="en-IE" sz="16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TABLE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secure_customers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</a:p>
          <a:p>
            <a:pPr marL="0" marR="0">
              <a:buNone/>
            </a:pP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id SERIAL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PRIMARY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KEY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full_name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TEXT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NULL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national_id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BYTEA </a:t>
            </a:r>
            <a:r>
              <a:rPr lang="en-IE" sz="16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this column will store encrypted data, BYTEA stores arbitrary strings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6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INSERT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INTO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secure_customers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full_name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national_id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VALUES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6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'Alice Murphy'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6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convert_to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6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'123456789'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6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'UTF8'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</a:t>
            </a:r>
            <a:r>
              <a:rPr lang="en-IE" sz="16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--making sure the value is converted into </a:t>
            </a:r>
            <a:r>
              <a:rPr lang="en-IE" sz="1600" dirty="0" err="1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bytea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View the plain text 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id,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full_name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6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convert_from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national_id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6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'UTF8'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national_id_plain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secure_customers</a:t>
            </a:r>
            <a:r>
              <a:rPr lang="en-IE" sz="1600" dirty="0">
                <a:solidFill>
                  <a:srgbClr val="FF0000"/>
                </a:solidFill>
                <a:latin typeface="Menlo" panose="020B0609030804020204" pitchFamily="49" charset="0"/>
              </a:rPr>
              <a:t>;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Encrypt the data using a symmetric key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UPDATE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secure_customers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national_id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pgp_sym_encrypt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IE" sz="16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'123456789'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6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'mysecretkey123'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-IE" sz="16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--this function takes the data and a key to encrypt, the same key is used to decrypt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full_name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6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'Alice Murphy'</a:t>
            </a:r>
            <a:r>
              <a:rPr lang="en-IE" sz="16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id,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full_name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national_id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secure_customers</a:t>
            </a:r>
            <a:r>
              <a:rPr lang="en-IE" sz="16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109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6C3AE-4AAF-D66F-738F-6769BA9B5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46AF3-A15E-C8E3-30D1-5B1ABB4C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Backup and recovery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B84FB6-AE4E-4141-95FE-3D2F6B5D6BDE}"/>
              </a:ext>
            </a:extLst>
          </p:cNvPr>
          <p:cNvSpPr txBox="1"/>
          <p:nvPr/>
        </p:nvSpPr>
        <p:spPr>
          <a:xfrm>
            <a:off x="827589" y="1653094"/>
            <a:ext cx="7687761" cy="3597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A backup is a copy of your database data and structure that can be restored if something goes wrong.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Without backups, you risk permanent data loss from: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Hardware failures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Accidental DROP TABLE or DELETE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Software corruption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Ransomware or malicious attacks</a:t>
            </a:r>
          </a:p>
        </p:txBody>
      </p:sp>
    </p:spTree>
    <p:extLst>
      <p:ext uri="{BB962C8B-B14F-4D97-AF65-F5344CB8AC3E}">
        <p14:creationId xmlns:p14="http://schemas.microsoft.com/office/powerpoint/2010/main" val="890664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6DFD5-2A5B-5937-B985-BD21B855F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11FC3-3E08-86D1-C829-FDD3C1AB9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Backup and recovery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95FBF3-8FE0-5105-DB94-4A1D956B9E82}"/>
              </a:ext>
            </a:extLst>
          </p:cNvPr>
          <p:cNvSpPr txBox="1"/>
          <p:nvPr/>
        </p:nvSpPr>
        <p:spPr>
          <a:xfrm>
            <a:off x="827589" y="1653094"/>
            <a:ext cx="7687761" cy="48444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If we want to create a backup of the football database, we can fun the following in the terminal:</a:t>
            </a:r>
          </a:p>
          <a:p>
            <a:pPr>
              <a:lnSpc>
                <a:spcPct val="150000"/>
              </a:lnSpc>
            </a:pPr>
            <a:endParaRPr lang="en-IE" dirty="0"/>
          </a:p>
          <a:p>
            <a:pPr>
              <a:lnSpc>
                <a:spcPct val="150000"/>
              </a:lnSpc>
            </a:pPr>
            <a:r>
              <a:rPr lang="en-IE" dirty="0" err="1"/>
              <a:t>pg_dump</a:t>
            </a:r>
            <a:r>
              <a:rPr lang="en-IE" dirty="0"/>
              <a:t> -h localhost -p 54321 -U </a:t>
            </a:r>
            <a:r>
              <a:rPr lang="en-IE" dirty="0" err="1"/>
              <a:t>postgres</a:t>
            </a:r>
            <a:r>
              <a:rPr lang="en-IE" dirty="0"/>
              <a:t> -d </a:t>
            </a:r>
            <a:r>
              <a:rPr lang="en-IE" dirty="0" err="1"/>
              <a:t>postgres</a:t>
            </a:r>
            <a:r>
              <a:rPr lang="en-IE" dirty="0"/>
              <a:t> -n football -v -f </a:t>
            </a:r>
            <a:r>
              <a:rPr lang="en-IE" dirty="0" err="1"/>
              <a:t>football_backup.sql</a:t>
            </a:r>
            <a:endParaRPr lang="en-IE" dirty="0"/>
          </a:p>
          <a:p>
            <a:pPr>
              <a:lnSpc>
                <a:spcPct val="150000"/>
              </a:lnSpc>
            </a:pPr>
            <a:endParaRPr lang="en-IE" sz="2200" dirty="0"/>
          </a:p>
          <a:p>
            <a:pPr>
              <a:lnSpc>
                <a:spcPct val="150000"/>
              </a:lnSpc>
            </a:pPr>
            <a:r>
              <a:rPr lang="en-IE" dirty="0"/>
              <a:t>ls -</a:t>
            </a:r>
            <a:r>
              <a:rPr lang="en-IE" dirty="0" err="1"/>
              <a:t>lh</a:t>
            </a:r>
            <a:r>
              <a:rPr lang="en-IE" dirty="0"/>
              <a:t> </a:t>
            </a:r>
            <a:r>
              <a:rPr lang="en-IE" dirty="0" err="1"/>
              <a:t>football_backup.sql</a:t>
            </a:r>
            <a:endParaRPr lang="en-IE" dirty="0"/>
          </a:p>
          <a:p>
            <a:pPr>
              <a:lnSpc>
                <a:spcPct val="150000"/>
              </a:lnSpc>
            </a:pPr>
            <a:endParaRPr lang="en-IE" sz="2200" dirty="0"/>
          </a:p>
          <a:p>
            <a:pPr>
              <a:lnSpc>
                <a:spcPct val="150000"/>
              </a:lnSpc>
            </a:pPr>
            <a:endParaRPr lang="en-IE" sz="2200" dirty="0"/>
          </a:p>
          <a:p>
            <a:pPr>
              <a:lnSpc>
                <a:spcPct val="150000"/>
              </a:lnSpc>
            </a:pPr>
            <a:endParaRPr lang="en-IE" sz="2200" dirty="0"/>
          </a:p>
        </p:txBody>
      </p:sp>
    </p:spTree>
    <p:extLst>
      <p:ext uri="{BB962C8B-B14F-4D97-AF65-F5344CB8AC3E}">
        <p14:creationId xmlns:p14="http://schemas.microsoft.com/office/powerpoint/2010/main" val="3506580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6F4-672B-8820-51C1-B423F2B1C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49A82-18D7-0FCF-D215-6270E294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Views for security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57BEF-0BDF-097C-5D48-39EDA6853930}"/>
              </a:ext>
            </a:extLst>
          </p:cNvPr>
          <p:cNvSpPr txBox="1"/>
          <p:nvPr/>
        </p:nvSpPr>
        <p:spPr>
          <a:xfrm>
            <a:off x="413794" y="1861438"/>
            <a:ext cx="8316411" cy="2582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A database view is a logical or virtual table based on a query.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It is useful to think of a view as a stored query.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It helps to avoid writing the same query over and over </a:t>
            </a:r>
            <a:r>
              <a:rPr lang="en-IE" sz="2200" dirty="0" err="1"/>
              <a:t>agai</a:t>
            </a:r>
            <a:endParaRPr lang="en-IE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Useful ways of presenting different information to different users.</a:t>
            </a:r>
          </a:p>
        </p:txBody>
      </p:sp>
    </p:spTree>
    <p:extLst>
      <p:ext uri="{BB962C8B-B14F-4D97-AF65-F5344CB8AC3E}">
        <p14:creationId xmlns:p14="http://schemas.microsoft.com/office/powerpoint/2010/main" val="1662059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93431-DFEF-589F-CD44-18202177D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F01BC-12B8-9FB6-C9CB-8F8A6257D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Views for security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AAE421-26FC-1B93-D077-012EECD7EDB3}"/>
              </a:ext>
            </a:extLst>
          </p:cNvPr>
          <p:cNvSpPr txBox="1"/>
          <p:nvPr/>
        </p:nvSpPr>
        <p:spPr>
          <a:xfrm>
            <a:off x="332771" y="1456324"/>
            <a:ext cx="8316411" cy="5121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The view is called a virtual table. It does not store a table physically --  instead, it represents a complex query, avoiding the need to rewrite it many times.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Think about the complex JOINS we have encountered before. If you need to write those joins many times, instead of copying and pasting the code, you can create and recall a 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Views can also be helpful in complying with specific needs of specific users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sz="2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sz="2200" dirty="0"/>
          </a:p>
        </p:txBody>
      </p:sp>
    </p:spTree>
    <p:extLst>
      <p:ext uri="{BB962C8B-B14F-4D97-AF65-F5344CB8AC3E}">
        <p14:creationId xmlns:p14="http://schemas.microsoft.com/office/powerpoint/2010/main" val="4023452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1089C-B873-3F7B-A158-A23EB813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06C6-DACD-9506-DD38-B3FAF8758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Views for different roles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ACD76-308A-8D8C-F9EE-F5FE5D1E2848}"/>
              </a:ext>
            </a:extLst>
          </p:cNvPr>
          <p:cNvSpPr txBox="1"/>
          <p:nvPr/>
        </p:nvSpPr>
        <p:spPr>
          <a:xfrm>
            <a:off x="332771" y="1456324"/>
            <a:ext cx="8316411" cy="2582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Considering the football database, we can have different people accessing the same data with different needs.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200" dirty="0"/>
              <a:t>We can protect our data and make the access easier by creating roles and views: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sz="2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AE0232-3B55-24D3-03DB-383C1A2D55C0}"/>
              </a:ext>
            </a:extLst>
          </p:cNvPr>
          <p:cNvSpPr txBox="1"/>
          <p:nvPr/>
        </p:nvSpPr>
        <p:spPr>
          <a:xfrm>
            <a:off x="827590" y="3924348"/>
            <a:ext cx="457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 Example roles 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ROLE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analyst NOLOGIN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ROLE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hr_payroll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NOLOGIN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ROLE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coach NOLOGIN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ROLE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public_web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NOLOGIN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224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AE614-CAA7-F9C1-2603-C3A82E7EE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EFB5-8602-1F25-3A22-87CC63BA7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Public rosters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E239A0-B847-4825-23EF-35CDB0336FCE}"/>
              </a:ext>
            </a:extLst>
          </p:cNvPr>
          <p:cNvSpPr txBox="1"/>
          <p:nvPr/>
        </p:nvSpPr>
        <p:spPr>
          <a:xfrm>
            <a:off x="332771" y="1456324"/>
            <a:ext cx="8316411" cy="2355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Consider basic data about the players that anyone can see: name, nationality, </a:t>
            </a:r>
            <a:r>
              <a:rPr lang="en-IE" sz="2000" dirty="0" err="1"/>
              <a:t>preferred_foot</a:t>
            </a:r>
            <a:r>
              <a:rPr lang="en-IE" sz="2000" dirty="0"/>
              <a:t> and club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We can create a view and associate it with specific roles, so they can see that data when they login.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35B713-4044-33C0-6241-DC34257F1B81}"/>
              </a:ext>
            </a:extLst>
          </p:cNvPr>
          <p:cNvSpPr txBox="1"/>
          <p:nvPr/>
        </p:nvSpPr>
        <p:spPr>
          <a:xfrm>
            <a:off x="367496" y="3555016"/>
            <a:ext cx="840900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REPLACE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VIEW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view_public_rosters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AS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p.player_id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p.player_name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p.nationality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p.preferred_foot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c.club_name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football.players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</a:t>
            </a: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football.player_contracts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pc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football.clubs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 marL="0" marR="0">
              <a:buNone/>
            </a:pPr>
            <a:r>
              <a:rPr lang="en-IE" sz="160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--grant to specific roles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GRANT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v_public_rosters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TO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public_web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analyst, coach</a:t>
            </a:r>
            <a:r>
              <a:rPr lang="en-IE" sz="16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634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9D8A9-6D42-E766-FFC7-977C5B9DF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B546-54BB-D1C7-A877-2AFB4FF17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HR and Payroll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F5FC35-FF4F-0065-D894-B4505E95CC67}"/>
              </a:ext>
            </a:extLst>
          </p:cNvPr>
          <p:cNvSpPr txBox="1"/>
          <p:nvPr/>
        </p:nvSpPr>
        <p:spPr>
          <a:xfrm>
            <a:off x="332771" y="1456324"/>
            <a:ext cx="8316411" cy="97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Some users might need to know how much money the players make and other info on their contracts.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AF278F-63AA-E7D1-2EF3-AE0F880BF460}"/>
              </a:ext>
            </a:extLst>
          </p:cNvPr>
          <p:cNvSpPr txBox="1"/>
          <p:nvPr/>
        </p:nvSpPr>
        <p:spPr>
          <a:xfrm>
            <a:off x="628651" y="2612490"/>
            <a:ext cx="78867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REPLACE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VIEW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v_hr_contracts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AS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pc.player_contract_id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pc.player_id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pc.club_id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pc.joined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pc.contract_valid_until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pc.jersey_number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pc.value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pc.wage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pc.release_clause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football.player_contracts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pc</a:t>
            </a:r>
            <a:r>
              <a:rPr lang="en-IE" sz="16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</a:p>
          <a:p>
            <a:pPr marL="0" marR="0">
              <a:buNone/>
            </a:pPr>
            <a:b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GRANT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INSERT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UPDATE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DELETE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v_hr_contracts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TO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hr_payroll</a:t>
            </a:r>
            <a:r>
              <a:rPr lang="en-IE" sz="16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028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4A129-E71C-4A9B-62E5-E6C9929F0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C312B-E2D3-96DB-E95B-8AFC222C6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Coach and analyst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140F01-7CF5-7C25-C9F7-33C94EBB6F03}"/>
              </a:ext>
            </a:extLst>
          </p:cNvPr>
          <p:cNvSpPr txBox="1"/>
          <p:nvPr/>
        </p:nvSpPr>
        <p:spPr>
          <a:xfrm>
            <a:off x="332771" y="1456324"/>
            <a:ext cx="8316411" cy="97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The coach and the analyst might need to know details about the players, but nothing about their salaries.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6CEA1E-ED60-FF96-3336-A5240008A1F5}"/>
              </a:ext>
            </a:extLst>
          </p:cNvPr>
          <p:cNvSpPr txBox="1"/>
          <p:nvPr/>
        </p:nvSpPr>
        <p:spPr>
          <a:xfrm>
            <a:off x="398603" y="2549107"/>
            <a:ext cx="8513904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CREATE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OR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REPLACE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VIEW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v_coach_scout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AS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p.player_id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p.player_name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</a:t>
            </a:r>
            <a:r>
              <a:rPr lang="en-IE" sz="16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age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p.nationality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pa.overall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pa.potential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pa.</a:t>
            </a:r>
            <a:r>
              <a:rPr lang="en-IE" sz="1600" b="1" dirty="0" err="1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"position</a:t>
            </a:r>
            <a:r>
              <a:rPr lang="en-IE" sz="1600" b="1" dirty="0">
                <a:solidFill>
                  <a:srgbClr val="000080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pa.preferred_foot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 marL="0" marR="0">
              <a:buNone/>
            </a:pP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pa.body_type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football.players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</a:t>
            </a: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LEFT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football.player_attributes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pa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USING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-IE" sz="16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b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GRANT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SELECT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ON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football.v_coach_scout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6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TO</a:t>
            </a:r>
            <a:r>
              <a:rPr lang="en-IE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coach, analyst</a:t>
            </a:r>
            <a:r>
              <a:rPr lang="en-IE" sz="16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3434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48395-875B-A3A3-5F99-4F82D34E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30CC0-23D3-6CF6-7F5C-0272BD5CB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Changing data through 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0A8E1-B358-3609-F138-AEB4A57610F4}"/>
              </a:ext>
            </a:extLst>
          </p:cNvPr>
          <p:cNvSpPr txBox="1"/>
          <p:nvPr/>
        </p:nvSpPr>
        <p:spPr>
          <a:xfrm>
            <a:off x="332771" y="1456324"/>
            <a:ext cx="8316411" cy="3279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Even though the view is not the physical table, just a virtual version of it, we still can use it to insert and delete data from the original table.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This is done using an insert or update statements on the view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Doing this through a view makes the process more secure and simple to the user.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2064630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41CDF-8901-A85A-370F-F4B7658DD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D62E0-5469-849B-6403-EB2378AD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500" dirty="0"/>
              <a:t>Update through views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D4E87-55DA-DA54-3206-4DFE175D6700}"/>
              </a:ext>
            </a:extLst>
          </p:cNvPr>
          <p:cNvSpPr txBox="1"/>
          <p:nvPr/>
        </p:nvSpPr>
        <p:spPr>
          <a:xfrm>
            <a:off x="332771" y="1456324"/>
            <a:ext cx="8316411" cy="9709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When we created a view to HR, we granted the possibility of updating the data through the view.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E1621-2534-C5DD-B65B-E4C374E1103A}"/>
              </a:ext>
            </a:extLst>
          </p:cNvPr>
          <p:cNvSpPr txBox="1"/>
          <p:nvPr/>
        </p:nvSpPr>
        <p:spPr>
          <a:xfrm>
            <a:off x="943337" y="3429000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UPDATE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v_hr_contracts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SET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wage =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14000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WHERE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player_id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999999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pPr marL="0" marR="0">
              <a:buNone/>
            </a:pPr>
            <a:r>
              <a:rPr lang="en-IE" sz="1800" b="1" dirty="0">
                <a:solidFill>
                  <a:srgbClr val="800000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IE" sz="1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club_id</a:t>
            </a:r>
            <a:r>
              <a:rPr lang="en-IE" sz="1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IE" sz="1800" dirty="0">
                <a:solidFill>
                  <a:srgbClr val="008000"/>
                </a:solidFill>
                <a:effectLst/>
                <a:latin typeface="Menlo" panose="020B0609030804020204" pitchFamily="49" charset="0"/>
              </a:rPr>
              <a:t>'CL4'</a:t>
            </a:r>
            <a:r>
              <a:rPr lang="en-IE" sz="1800" dirty="0">
                <a:solidFill>
                  <a:srgbClr val="FF0000"/>
                </a:solidFill>
                <a:effectLst/>
                <a:latin typeface="Menlo" panose="020B0609030804020204" pitchFamily="49" charset="0"/>
              </a:rPr>
              <a:t>;</a:t>
            </a:r>
            <a:endParaRPr lang="en-IE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9644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82BF4-6A7A-D53C-FF08-348069C63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0AE15-9290-76F7-6FE6-FC2B636A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200" dirty="0"/>
              <a:t>Can I always update through a view?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A28B3E-291F-D2A6-B133-2E4F6B074F73}"/>
              </a:ext>
            </a:extLst>
          </p:cNvPr>
          <p:cNvSpPr txBox="1"/>
          <p:nvPr/>
        </p:nvSpPr>
        <p:spPr>
          <a:xfrm>
            <a:off x="332771" y="1456324"/>
            <a:ext cx="8316411" cy="4202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Even though updating data through a view can be handy, PostgreSQL does not always allow that.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This is a security measure. Consider that views are often used by other users, mainly non-developers, and might combine multiple tables and attributes to allow the user to retrieve the information required.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However, for more complex views (involving joins, for example), users might try to insert duplicated or incorrect data, damaging the integrity of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4698123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2F83-818E-8545-7F21-DFDE526A8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8BBD2-2B03-AA0B-0CB2-599EDD8AE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sz="3200" dirty="0"/>
              <a:t>Can I always update through a view?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8E428A-8752-FA4E-3520-3DC25A3C2FCB}"/>
              </a:ext>
            </a:extLst>
          </p:cNvPr>
          <p:cNvSpPr txBox="1"/>
          <p:nvPr/>
        </p:nvSpPr>
        <p:spPr>
          <a:xfrm>
            <a:off x="332771" y="1456324"/>
            <a:ext cx="8316411" cy="3740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IE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You can only insert, delete and update views that: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Are based on one single base table (not a join).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Don’t use aggregates, DISTINCT, GROUP BY, HAVING, UNION, or set operations.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E" sz="2000" dirty="0"/>
              <a:t>Include all mandatory (NOT NULL) columns from the base table, or those have defaults.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E" sz="2000" dirty="0"/>
          </a:p>
        </p:txBody>
      </p:sp>
    </p:spTree>
    <p:extLst>
      <p:ext uri="{BB962C8B-B14F-4D97-AF65-F5344CB8AC3E}">
        <p14:creationId xmlns:p14="http://schemas.microsoft.com/office/powerpoint/2010/main" val="17674499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1C0E3-79F0-9734-2595-865383EC5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B4BE154-D03D-E3B0-F9AF-A5C8A4021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35955"/>
              </p:ext>
            </p:extLst>
          </p:nvPr>
        </p:nvGraphicFramePr>
        <p:xfrm>
          <a:off x="204364" y="1221708"/>
          <a:ext cx="8735271" cy="4937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330492">
                  <a:extLst>
                    <a:ext uri="{9D8B030D-6E8A-4147-A177-3AD203B41FA5}">
                      <a16:colId xmlns:a16="http://schemas.microsoft.com/office/drawing/2014/main" val="2921860205"/>
                    </a:ext>
                  </a:extLst>
                </a:gridCol>
                <a:gridCol w="3275635">
                  <a:extLst>
                    <a:ext uri="{9D8B030D-6E8A-4147-A177-3AD203B41FA5}">
                      <a16:colId xmlns:a16="http://schemas.microsoft.com/office/drawing/2014/main" val="2474972724"/>
                    </a:ext>
                  </a:extLst>
                </a:gridCol>
                <a:gridCol w="3129144">
                  <a:extLst>
                    <a:ext uri="{9D8B030D-6E8A-4147-A177-3AD203B41FA5}">
                      <a16:colId xmlns:a16="http://schemas.microsoft.com/office/drawing/2014/main" val="18672208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Aspect</a:t>
                      </a:r>
                      <a:endParaRPr lang="en-IE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 dirty="0"/>
                        <a:t>Advantages</a:t>
                      </a:r>
                      <a:endParaRPr lang="en-I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Disadvantages</a:t>
                      </a:r>
                      <a:endParaRPr lang="en-IE" sz="18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82677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Security</a:t>
                      </a:r>
                      <a:endParaRPr lang="en-IE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Restricts access to specific columns or rows, users see only what they need.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Complex permission setup if many views are needed.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9823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Simplicity</a:t>
                      </a:r>
                      <a:endParaRPr lang="en-IE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Hides complicated joins or schemas, easier for non-technical users.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Users may not understand that they’re not seeing the full dataset.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512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Abstraction / Maintenance</a:t>
                      </a:r>
                      <a:endParaRPr lang="en-IE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Insulates users and apps from table changes — only the view must be updated.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Requires extra management when schema evolves (must refresh or re-create views).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2409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/>
                        <a:t>Performance</a:t>
                      </a:r>
                      <a:endParaRPr lang="en-IE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/>
                        <a:t>Can improve query speed if based on frequently used filters or columns.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May slow queries if nested or based on complex joins, not automatically indexed.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03111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b="1" dirty="0"/>
                        <a:t>Control &amp; Business Logic</a:t>
                      </a:r>
                      <a:endParaRPr lang="en-IE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Views can enforce business rules or simplify restricted inserts.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E" sz="1800" dirty="0"/>
                        <a:t>Advanced logic (triggers, rules) increases complexity and maintenance overhead.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0520506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1A0888F1-9B86-35B6-0D7B-3D3AE2BF6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58" y="35750"/>
            <a:ext cx="7886701" cy="1325563"/>
          </a:xfrm>
        </p:spPr>
        <p:txBody>
          <a:bodyPr>
            <a:normAutofit/>
          </a:bodyPr>
          <a:lstStyle/>
          <a:p>
            <a:r>
              <a:rPr lang="en-IE" sz="3200" dirty="0"/>
              <a:t>Views: pros and cons</a:t>
            </a:r>
          </a:p>
        </p:txBody>
      </p:sp>
    </p:spTree>
    <p:extLst>
      <p:ext uri="{BB962C8B-B14F-4D97-AF65-F5344CB8AC3E}">
        <p14:creationId xmlns:p14="http://schemas.microsoft.com/office/powerpoint/2010/main" val="20151491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U D SoC">
      <a:dk1>
        <a:sysClr val="windowText" lastClr="000000"/>
      </a:dk1>
      <a:lt1>
        <a:srgbClr val="FAFBFD"/>
      </a:lt1>
      <a:dk2>
        <a:srgbClr val="004C6C"/>
      </a:dk2>
      <a:lt2>
        <a:srgbClr val="FAFBFD"/>
      </a:lt2>
      <a:accent1>
        <a:srgbClr val="00A9B7"/>
      </a:accent1>
      <a:accent2>
        <a:srgbClr val="EB5793"/>
      </a:accent2>
      <a:accent3>
        <a:srgbClr val="B60057"/>
      </a:accent3>
      <a:accent4>
        <a:srgbClr val="CFC600"/>
      </a:accent4>
      <a:accent5>
        <a:srgbClr val="F49D6C"/>
      </a:accent5>
      <a:accent6>
        <a:srgbClr val="E94A41"/>
      </a:accent6>
      <a:hlink>
        <a:srgbClr val="6359A6"/>
      </a:hlink>
      <a:folHlink>
        <a:srgbClr val="837EBA"/>
      </a:folHlink>
    </a:clrScheme>
    <a:fontScheme name="Custom 3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ssibleTemplate.pptx" id="{1030AF13-11A2-4D30-B9C0-58BDD3310C62}" vid="{869673E2-E34F-41F3-930E-D246E22106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1385</TotalTime>
  <Words>2270</Words>
  <Application>Microsoft Macintosh PowerPoint</Application>
  <PresentationFormat>On-screen Show (4:3)</PresentationFormat>
  <Paragraphs>267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Helvetica</vt:lpstr>
      <vt:lpstr>Menlo</vt:lpstr>
      <vt:lpstr>Times New Roman</vt:lpstr>
      <vt:lpstr>1_Office Theme</vt:lpstr>
      <vt:lpstr>Security, views and CTEs  Dr Mariana Rocha School of Computer Science</vt:lpstr>
      <vt:lpstr>Learning outcomes</vt:lpstr>
      <vt:lpstr>Why database security is essential</vt:lpstr>
      <vt:lpstr>CIA Triad</vt:lpstr>
      <vt:lpstr>Common threats to databases</vt:lpstr>
      <vt:lpstr>SQL injections</vt:lpstr>
      <vt:lpstr>SQL injections</vt:lpstr>
      <vt:lpstr>SQL injections – safe query</vt:lpstr>
      <vt:lpstr>SQL injections – vulnerable query</vt:lpstr>
      <vt:lpstr>SQL Injections</vt:lpstr>
      <vt:lpstr>Legal and regulatory obligations</vt:lpstr>
      <vt:lpstr>Security in a DBMS</vt:lpstr>
      <vt:lpstr>Authentication</vt:lpstr>
      <vt:lpstr>Authentication – access control</vt:lpstr>
      <vt:lpstr>Roles and privileges</vt:lpstr>
      <vt:lpstr>Integrity constraints</vt:lpstr>
      <vt:lpstr>Encryption</vt:lpstr>
      <vt:lpstr>PowerPoint Presentation</vt:lpstr>
      <vt:lpstr>Backup and recovery</vt:lpstr>
      <vt:lpstr>Backup and recovery</vt:lpstr>
      <vt:lpstr>Views for security</vt:lpstr>
      <vt:lpstr>Views for security</vt:lpstr>
      <vt:lpstr>Views for different roles</vt:lpstr>
      <vt:lpstr>Public rosters</vt:lpstr>
      <vt:lpstr>HR and Payroll</vt:lpstr>
      <vt:lpstr>Coach and analyst</vt:lpstr>
      <vt:lpstr>Changing data through view</vt:lpstr>
      <vt:lpstr>Update through views</vt:lpstr>
      <vt:lpstr>Can I always update through a view?</vt:lpstr>
      <vt:lpstr>Can I always update through a view?</vt:lpstr>
      <vt:lpstr>Views: pros and cons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Mariana Rocha</dc:creator>
  <cp:lastModifiedBy>Mariana Rocha</cp:lastModifiedBy>
  <cp:revision>1</cp:revision>
  <dcterms:created xsi:type="dcterms:W3CDTF">2025-10-29T10:35:25Z</dcterms:created>
  <dcterms:modified xsi:type="dcterms:W3CDTF">2025-11-03T09:08:41Z</dcterms:modified>
</cp:coreProperties>
</file>