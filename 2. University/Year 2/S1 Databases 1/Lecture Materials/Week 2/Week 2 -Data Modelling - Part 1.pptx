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2">
  <p:sldMasterIdLst>
    <p:sldMasterId id="2147483693" r:id="rId1"/>
  </p:sldMasterIdLst>
  <p:notesMasterIdLst>
    <p:notesMasterId r:id="rId39"/>
  </p:notesMasterIdLst>
  <p:handoutMasterIdLst>
    <p:handoutMasterId r:id="rId40"/>
  </p:handoutMasterIdLst>
  <p:sldIdLst>
    <p:sldId id="256" r:id="rId2"/>
    <p:sldId id="494" r:id="rId3"/>
    <p:sldId id="504" r:id="rId4"/>
    <p:sldId id="305" r:id="rId5"/>
    <p:sldId id="575" r:id="rId6"/>
    <p:sldId id="623" r:id="rId7"/>
    <p:sldId id="508" r:id="rId8"/>
    <p:sldId id="626" r:id="rId9"/>
    <p:sldId id="512" r:id="rId10"/>
    <p:sldId id="513" r:id="rId11"/>
    <p:sldId id="483" r:id="rId12"/>
    <p:sldId id="541" r:id="rId13"/>
    <p:sldId id="590" r:id="rId14"/>
    <p:sldId id="497" r:id="rId15"/>
    <p:sldId id="485" r:id="rId16"/>
    <p:sldId id="527" r:id="rId17"/>
    <p:sldId id="529" r:id="rId18"/>
    <p:sldId id="537" r:id="rId19"/>
    <p:sldId id="530" r:id="rId20"/>
    <p:sldId id="532" r:id="rId21"/>
    <p:sldId id="534" r:id="rId22"/>
    <p:sldId id="491" r:id="rId23"/>
    <p:sldId id="486" r:id="rId24"/>
    <p:sldId id="613" r:id="rId25"/>
    <p:sldId id="346" r:id="rId26"/>
    <p:sldId id="615" r:id="rId27"/>
    <p:sldId id="616" r:id="rId28"/>
    <p:sldId id="617" r:id="rId29"/>
    <p:sldId id="618" r:id="rId30"/>
    <p:sldId id="619" r:id="rId31"/>
    <p:sldId id="627" r:id="rId32"/>
    <p:sldId id="498" r:id="rId33"/>
    <p:sldId id="502" r:id="rId34"/>
    <p:sldId id="628" r:id="rId35"/>
    <p:sldId id="579" r:id="rId36"/>
    <p:sldId id="622" r:id="rId37"/>
    <p:sldId id="609" r:id="rId38"/>
  </p:sldIdLst>
  <p:sldSz cx="9144000" cy="6858000" type="screen4x3"/>
  <p:notesSz cx="6797675" cy="992822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45">
          <p15:clr>
            <a:srgbClr val="A4A3A4"/>
          </p15:clr>
        </p15:guide>
        <p15:guide id="2" pos="285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760383-E0A2-8647-AF80-D06966CB7E28}" v="50" dt="2025-09-03T10:42:36.052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67"/>
    <p:restoredTop sz="96170" autoAdjust="0"/>
  </p:normalViewPr>
  <p:slideViewPr>
    <p:cSldViewPr>
      <p:cViewPr varScale="1">
        <p:scale>
          <a:sx n="118" d="100"/>
          <a:sy n="118" d="100"/>
        </p:scale>
        <p:origin x="135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531"/>
    </p:cViewPr>
  </p:sorterViewPr>
  <p:notesViewPr>
    <p:cSldViewPr>
      <p:cViewPr>
        <p:scale>
          <a:sx n="66" d="100"/>
          <a:sy n="66" d="100"/>
        </p:scale>
        <p:origin x="-1906" y="-58"/>
      </p:cViewPr>
      <p:guideLst>
        <p:guide orient="horz" pos="2345"/>
        <p:guide pos="285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undo custSel addSld delSld modSld sldOrd">
      <pc:chgData name="Mariana Rocha" userId="0a3173bd-d0ed-4c32-8e4c-b90c820606c5" providerId="ADAL" clId="{DCC3A51D-31E8-5BC6-970B-354B54D5302A}" dt="2025-09-03T11:19:21.961" v="1570" actId="2696"/>
      <pc:docMkLst>
        <pc:docMk/>
      </pc:docMkLst>
      <pc:sldChg chg="modSp add mod setBg">
        <pc:chgData name="Mariana Rocha" userId="0a3173bd-d0ed-4c32-8e4c-b90c820606c5" providerId="ADAL" clId="{DCC3A51D-31E8-5BC6-970B-354B54D5302A}" dt="2025-09-03T11:11:24.675" v="1568" actId="20577"/>
        <pc:sldMkLst>
          <pc:docMk/>
          <pc:sldMk cId="0" sldId="256"/>
        </pc:sldMkLst>
        <pc:spChg chg="mod">
          <ac:chgData name="Mariana Rocha" userId="0a3173bd-d0ed-4c32-8e4c-b90c820606c5" providerId="ADAL" clId="{DCC3A51D-31E8-5BC6-970B-354B54D5302A}" dt="2025-09-03T11:11:24.675" v="1568" actId="20577"/>
          <ac:spMkLst>
            <pc:docMk/>
            <pc:sldMk cId="0" sldId="256"/>
            <ac:spMk id="26" creationId="{2ABE34C9-C9F3-88B9-7DC7-48B60D3134CC}"/>
          </ac:spMkLst>
        </pc:spChg>
        <pc:spChg chg="mod">
          <ac:chgData name="Mariana Rocha" userId="0a3173bd-d0ed-4c32-8e4c-b90c820606c5" providerId="ADAL" clId="{DCC3A51D-31E8-5BC6-970B-354B54D5302A}" dt="2025-09-01T12:31:51.132" v="59" actId="20577"/>
          <ac:spMkLst>
            <pc:docMk/>
            <pc:sldMk cId="0" sldId="256"/>
            <ac:spMk id="28" creationId="{F8E066B0-7223-D5C8-AC47-4AE5F2157F6E}"/>
          </ac:spMkLst>
        </pc:spChg>
      </pc:sldChg>
      <pc:sldChg chg="del">
        <pc:chgData name="Mariana Rocha" userId="0a3173bd-d0ed-4c32-8e4c-b90c820606c5" providerId="ADAL" clId="{DCC3A51D-31E8-5BC6-970B-354B54D5302A}" dt="2025-09-01T12:30:49.770" v="2" actId="2696"/>
        <pc:sldMkLst>
          <pc:docMk/>
          <pc:sldMk cId="0" sldId="258"/>
        </pc:sldMkLst>
      </pc:sldChg>
      <pc:sldChg chg="delSp modSp mod">
        <pc:chgData name="Mariana Rocha" userId="0a3173bd-d0ed-4c32-8e4c-b90c820606c5" providerId="ADAL" clId="{DCC3A51D-31E8-5BC6-970B-354B54D5302A}" dt="2025-09-01T12:36:09.341" v="191" actId="478"/>
        <pc:sldMkLst>
          <pc:docMk/>
          <pc:sldMk cId="0" sldId="305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0" sldId="305"/>
            <ac:spMk id="2" creationId="{D5D8F6D5-BAA1-4DA3-338E-96F6CCB97C95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0" sldId="305"/>
            <ac:spMk id="12290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6:07.466" v="190" actId="15"/>
          <ac:spMkLst>
            <pc:docMk/>
            <pc:sldMk cId="0" sldId="305"/>
            <ac:spMk id="56323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3T10:27:27.091" v="1090" actId="20577"/>
        <pc:sldMkLst>
          <pc:docMk/>
          <pc:sldMk cId="3677084158" sldId="346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677084158" sldId="346"/>
            <ac:spMk id="2" creationId="{B24B8C7D-CE62-E0BF-10F7-F751BB07DD24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677084158" sldId="346"/>
            <ac:spMk id="23554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27:27.091" v="1090" actId="20577"/>
          <ac:spMkLst>
            <pc:docMk/>
            <pc:sldMk cId="3677084158" sldId="346"/>
            <ac:spMk id="23555" creationId="{00000000-0000-0000-0000-000000000000}"/>
          </ac:spMkLst>
        </pc:spChg>
      </pc:sldChg>
      <pc:sldChg chg="modSp del">
        <pc:chgData name="Mariana Rocha" userId="0a3173bd-d0ed-4c32-8e4c-b90c820606c5" providerId="ADAL" clId="{DCC3A51D-31E8-5BC6-970B-354B54D5302A}" dt="2025-09-03T10:30:40.342" v="1177" actId="2696"/>
        <pc:sldMkLst>
          <pc:docMk/>
          <pc:sldMk cId="2354793310" sldId="471"/>
        </pc:sldMkLst>
      </pc:sldChg>
      <pc:sldChg chg="modSp del mod">
        <pc:chgData name="Mariana Rocha" userId="0a3173bd-d0ed-4c32-8e4c-b90c820606c5" providerId="ADAL" clId="{DCC3A51D-31E8-5BC6-970B-354B54D5302A}" dt="2025-09-01T12:35:16.435" v="99" actId="2696"/>
        <pc:sldMkLst>
          <pc:docMk/>
          <pc:sldMk cId="2154823310" sldId="476"/>
        </pc:sldMkLst>
      </pc:sldChg>
      <pc:sldChg chg="modSp">
        <pc:chgData name="Mariana Rocha" userId="0a3173bd-d0ed-4c32-8e4c-b90c820606c5" providerId="ADAL" clId="{DCC3A51D-31E8-5BC6-970B-354B54D5302A}" dt="2025-09-01T12:34:27.271" v="60"/>
        <pc:sldMkLst>
          <pc:docMk/>
          <pc:sldMk cId="3652515160" sldId="483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652515160" sldId="483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652515160" sldId="483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652515160" sldId="483"/>
            <ac:spMk id="4" creationId="{B546E386-388B-647D-661D-90309696CF25}"/>
          </ac:spMkLst>
        </pc:spChg>
      </pc:sldChg>
      <pc:sldChg chg="modSp mod">
        <pc:chgData name="Mariana Rocha" userId="0a3173bd-d0ed-4c32-8e4c-b90c820606c5" providerId="ADAL" clId="{DCC3A51D-31E8-5BC6-970B-354B54D5302A}" dt="2025-09-01T12:34:27.905" v="73" actId="27636"/>
        <pc:sldMkLst>
          <pc:docMk/>
          <pc:sldMk cId="2638698232" sldId="485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638698232" sldId="485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905" v="73" actId="27636"/>
          <ac:spMkLst>
            <pc:docMk/>
            <pc:sldMk cId="2638698232" sldId="485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638698232" sldId="485"/>
            <ac:spMk id="4" creationId="{2D23FC7C-B80C-8A96-9F31-46927F4A85BE}"/>
          </ac:spMkLst>
        </pc:spChg>
      </pc:sldChg>
      <pc:sldChg chg="addSp delSp modSp mod">
        <pc:chgData name="Mariana Rocha" userId="0a3173bd-d0ed-4c32-8e4c-b90c820606c5" providerId="ADAL" clId="{DCC3A51D-31E8-5BC6-970B-354B54D5302A}" dt="2025-09-03T10:26:46.899" v="1082" actId="1076"/>
        <pc:sldMkLst>
          <pc:docMk/>
          <pc:sldMk cId="763363392" sldId="486"/>
        </pc:sldMkLst>
        <pc:spChg chg="mod">
          <ac:chgData name="Mariana Rocha" userId="0a3173bd-d0ed-4c32-8e4c-b90c820606c5" providerId="ADAL" clId="{DCC3A51D-31E8-5BC6-970B-354B54D5302A}" dt="2025-09-03T10:26:46.899" v="1082" actId="1076"/>
          <ac:spMkLst>
            <pc:docMk/>
            <pc:sldMk cId="763363392" sldId="486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20:20.991" v="885" actId="108"/>
          <ac:spMkLst>
            <pc:docMk/>
            <pc:sldMk cId="763363392" sldId="486"/>
            <ac:spMk id="3" creationId="{771401CD-CEA1-E9DC-010C-AD1FB9F8B46B}"/>
          </ac:spMkLst>
        </pc:spChg>
        <pc:spChg chg="add del mod">
          <ac:chgData name="Mariana Rocha" userId="0a3173bd-d0ed-4c32-8e4c-b90c820606c5" providerId="ADAL" clId="{DCC3A51D-31E8-5BC6-970B-354B54D5302A}" dt="2025-09-03T10:19:32.269" v="879" actId="478"/>
          <ac:spMkLst>
            <pc:docMk/>
            <pc:sldMk cId="763363392" sldId="486"/>
            <ac:spMk id="5" creationId="{D40B2E77-31D4-B15D-DC54-9EF42E11CFE8}"/>
          </ac:spMkLst>
        </pc:spChg>
        <pc:spChg chg="del mod">
          <ac:chgData name="Mariana Rocha" userId="0a3173bd-d0ed-4c32-8e4c-b90c820606c5" providerId="ADAL" clId="{DCC3A51D-31E8-5BC6-970B-354B54D5302A}" dt="2025-09-03T10:19:28.796" v="878" actId="478"/>
          <ac:spMkLst>
            <pc:docMk/>
            <pc:sldMk cId="763363392" sldId="486"/>
            <ac:spMk id="2560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26:44.727" v="1081" actId="1076"/>
          <ac:spMkLst>
            <pc:docMk/>
            <pc:sldMk cId="763363392" sldId="486"/>
            <ac:spMk id="25603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3T10:19:12.616" v="876" actId="255"/>
        <pc:sldMkLst>
          <pc:docMk/>
          <pc:sldMk cId="1887754694" sldId="491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887754694" sldId="491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19:12.616" v="876" actId="255"/>
          <ac:spMkLst>
            <pc:docMk/>
            <pc:sldMk cId="1887754694" sldId="491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887754694" sldId="491"/>
            <ac:spMk id="4" creationId="{C6699575-1069-E010-26BB-E5B89AFC1699}"/>
          </ac:spMkLst>
        </pc:spChg>
      </pc:sldChg>
      <pc:sldChg chg="modSp mod">
        <pc:chgData name="Mariana Rocha" userId="0a3173bd-d0ed-4c32-8e4c-b90c820606c5" providerId="ADAL" clId="{DCC3A51D-31E8-5BC6-970B-354B54D5302A}" dt="2025-09-03T09:39:41.720" v="444" actId="403"/>
        <pc:sldMkLst>
          <pc:docMk/>
          <pc:sldMk cId="1644812173" sldId="494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644812173" sldId="494"/>
            <ac:spMk id="2" creationId="{5DA8AF56-2322-E8C5-3F1A-4CD74F86EDA2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644812173" sldId="494"/>
            <ac:spMk id="5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39:41.720" v="444" actId="403"/>
          <ac:spMkLst>
            <pc:docMk/>
            <pc:sldMk cId="1644812173" sldId="494"/>
            <ac:spMk id="6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3T10:12:42.942" v="616" actId="14100"/>
        <pc:sldMkLst>
          <pc:docMk/>
          <pc:sldMk cId="274232614" sldId="497"/>
        </pc:sldMkLst>
        <pc:spChg chg="mod">
          <ac:chgData name="Mariana Rocha" userId="0a3173bd-d0ed-4c32-8e4c-b90c820606c5" providerId="ADAL" clId="{DCC3A51D-31E8-5BC6-970B-354B54D5302A}" dt="2025-09-03T10:12:02.563" v="604" actId="20577"/>
          <ac:spMkLst>
            <pc:docMk/>
            <pc:sldMk cId="274232614" sldId="497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74232614" sldId="497"/>
            <ac:spMk id="3" creationId="{DC69D2E4-E1CF-58CA-C4C2-03CD6866EE8D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74232614" sldId="497"/>
            <ac:spMk id="5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12:42.942" v="616" actId="14100"/>
          <ac:spMkLst>
            <pc:docMk/>
            <pc:sldMk cId="274232614" sldId="497"/>
            <ac:spMk id="6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3T10:39:10.639" v="1512" actId="255"/>
        <pc:sldMkLst>
          <pc:docMk/>
          <pc:sldMk cId="3884256214" sldId="498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884256214" sldId="498"/>
            <ac:spMk id="2" creationId="{1952CA89-E20C-DD1E-BE6B-7352DE9F308C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884256214" sldId="498"/>
            <ac:spMk id="1536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39:10.639" v="1512" actId="255"/>
          <ac:spMkLst>
            <pc:docMk/>
            <pc:sldMk cId="3884256214" sldId="498"/>
            <ac:spMk id="15363" creationId="{00000000-0000-0000-0000-000000000000}"/>
          </ac:spMkLst>
        </pc:spChg>
      </pc:sldChg>
      <pc:sldChg chg="modSp">
        <pc:chgData name="Mariana Rocha" userId="0a3173bd-d0ed-4c32-8e4c-b90c820606c5" providerId="ADAL" clId="{DCC3A51D-31E8-5BC6-970B-354B54D5302A}" dt="2025-09-01T12:34:27.271" v="60"/>
        <pc:sldMkLst>
          <pc:docMk/>
          <pc:sldMk cId="2463458634" sldId="502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463458634" sldId="502"/>
            <ac:spMk id="2" creationId="{30534DB0-588C-9CFD-6DBF-072D3DA8DC75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463458634" sldId="502"/>
            <ac:spMk id="1536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463458634" sldId="502"/>
            <ac:spMk id="15363" creationId="{00000000-0000-0000-0000-000000000000}"/>
          </ac:spMkLst>
        </pc:spChg>
      </pc:sldChg>
      <pc:sldChg chg="modSp">
        <pc:chgData name="Mariana Rocha" userId="0a3173bd-d0ed-4c32-8e4c-b90c820606c5" providerId="ADAL" clId="{DCC3A51D-31E8-5BC6-970B-354B54D5302A}" dt="2025-09-03T09:46:00.409" v="540" actId="1076"/>
        <pc:sldMkLst>
          <pc:docMk/>
          <pc:sldMk cId="851312697" sldId="504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851312697" sldId="504"/>
            <ac:spMk id="2" creationId="{37717167-5138-029D-7676-4F5B093EBAA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18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19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2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25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26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3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38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44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45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851312697" sldId="504"/>
            <ac:spMk id="392270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6:00.409" v="540" actId="1076"/>
          <ac:spMkLst>
            <pc:docMk/>
            <pc:sldMk cId="851312697" sldId="504"/>
            <ac:spMk id="392280" creationId="{00000000-0000-0000-0000-000000000000}"/>
          </ac:spMkLst>
        </pc:spChg>
      </pc:sldChg>
      <pc:sldChg chg="addSp delSp modSp mod ord">
        <pc:chgData name="Mariana Rocha" userId="0a3173bd-d0ed-4c32-8e4c-b90c820606c5" providerId="ADAL" clId="{DCC3A51D-31E8-5BC6-970B-354B54D5302A}" dt="2025-09-03T09:41:57.869" v="467" actId="20577"/>
        <pc:sldMkLst>
          <pc:docMk/>
          <pc:sldMk cId="2872013784" sldId="508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872013784" sldId="508"/>
            <ac:spMk id="2" creationId="{63D1C0F3-B05F-3120-DC2C-3D1B8292B050}"/>
          </ac:spMkLst>
        </pc:spChg>
        <pc:spChg chg="mod">
          <ac:chgData name="Mariana Rocha" userId="0a3173bd-d0ed-4c32-8e4c-b90c820606c5" providerId="ADAL" clId="{DCC3A51D-31E8-5BC6-970B-354B54D5302A}" dt="2025-09-03T09:41:57.869" v="467" actId="20577"/>
          <ac:spMkLst>
            <pc:docMk/>
            <pc:sldMk cId="2872013784" sldId="508"/>
            <ac:spMk id="4" creationId="{00000000-0000-0000-0000-000000000000}"/>
          </ac:spMkLst>
        </pc:spChg>
        <pc:picChg chg="add del mod">
          <ac:chgData name="Mariana Rocha" userId="0a3173bd-d0ed-4c32-8e4c-b90c820606c5" providerId="ADAL" clId="{DCC3A51D-31E8-5BC6-970B-354B54D5302A}" dt="2025-09-03T09:41:31.933" v="449" actId="478"/>
          <ac:picMkLst>
            <pc:docMk/>
            <pc:sldMk cId="2872013784" sldId="508"/>
            <ac:picMk id="6" creationId="{4C4F2AD4-E5BB-0D27-F425-74A60D97CE1E}"/>
          </ac:picMkLst>
        </pc:picChg>
        <pc:picChg chg="add mod">
          <ac:chgData name="Mariana Rocha" userId="0a3173bd-d0ed-4c32-8e4c-b90c820606c5" providerId="ADAL" clId="{DCC3A51D-31E8-5BC6-970B-354B54D5302A}" dt="2025-09-03T09:41:51.336" v="451" actId="1076"/>
          <ac:picMkLst>
            <pc:docMk/>
            <pc:sldMk cId="2872013784" sldId="508"/>
            <ac:picMk id="8" creationId="{9D337068-812D-A282-8823-E3453C2696BC}"/>
          </ac:picMkLst>
        </pc:picChg>
      </pc:sldChg>
      <pc:sldChg chg="modSp mod">
        <pc:chgData name="Mariana Rocha" userId="0a3173bd-d0ed-4c32-8e4c-b90c820606c5" providerId="ADAL" clId="{DCC3A51D-31E8-5BC6-970B-354B54D5302A}" dt="2025-09-03T09:50:13.942" v="546" actId="14100"/>
        <pc:sldMkLst>
          <pc:docMk/>
          <pc:sldMk cId="4025572412" sldId="512"/>
        </pc:sldMkLst>
        <pc:spChg chg="mod">
          <ac:chgData name="Mariana Rocha" userId="0a3173bd-d0ed-4c32-8e4c-b90c820606c5" providerId="ADAL" clId="{DCC3A51D-31E8-5BC6-970B-354B54D5302A}" dt="2025-09-03T09:50:13.942" v="546" actId="14100"/>
          <ac:spMkLst>
            <pc:docMk/>
            <pc:sldMk cId="4025572412" sldId="512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4025572412" sldId="512"/>
            <ac:spMk id="3" creationId="{A297F8C0-F4A2-5A02-A615-87284B56F4CC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4025572412" sldId="512"/>
            <ac:spMk id="32770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09:49:21.177" v="541" actId="1076"/>
          <ac:spMkLst>
            <pc:docMk/>
            <pc:sldMk cId="4025572412" sldId="512"/>
            <ac:spMk id="32771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1T12:34:27.695" v="67" actId="27636"/>
        <pc:sldMkLst>
          <pc:docMk/>
          <pc:sldMk cId="325029609" sldId="513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25029609" sldId="513"/>
            <ac:spMk id="2" creationId="{1C713E38-B817-C673-79BB-B00DEC821D38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25029609" sldId="513"/>
            <ac:spMk id="5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695" v="67" actId="27636"/>
          <ac:spMkLst>
            <pc:docMk/>
            <pc:sldMk cId="325029609" sldId="513"/>
            <ac:spMk id="6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3T10:13:28.235" v="622" actId="1076"/>
        <pc:sldMkLst>
          <pc:docMk/>
          <pc:sldMk cId="2751296758" sldId="527"/>
        </pc:sldMkLst>
        <pc:spChg chg="mod">
          <ac:chgData name="Mariana Rocha" userId="0a3173bd-d0ed-4c32-8e4c-b90c820606c5" providerId="ADAL" clId="{DCC3A51D-31E8-5BC6-970B-354B54D5302A}" dt="2025-09-03T10:13:25.323" v="621" actId="1076"/>
          <ac:spMkLst>
            <pc:docMk/>
            <pc:sldMk cId="2751296758" sldId="527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13:28.235" v="622" actId="1076"/>
          <ac:spMkLst>
            <pc:docMk/>
            <pc:sldMk cId="2751296758" sldId="527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751296758" sldId="527"/>
            <ac:spMk id="4" creationId="{F0098BEF-78AD-25F2-AB05-1AB1412BA61C}"/>
          </ac:spMkLst>
        </pc:spChg>
      </pc:sldChg>
      <pc:sldChg chg="modSp mod">
        <pc:chgData name="Mariana Rocha" userId="0a3173bd-d0ed-4c32-8e4c-b90c820606c5" providerId="ADAL" clId="{DCC3A51D-31E8-5BC6-970B-354B54D5302A}" dt="2025-09-03T10:15:05.060" v="651" actId="1076"/>
        <pc:sldMkLst>
          <pc:docMk/>
          <pc:sldMk cId="1445273300" sldId="529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445273300" sldId="529"/>
            <ac:spMk id="2" creationId="{AFECF024-8E11-4CE8-1F11-4C8B6A6B3A53}"/>
          </ac:spMkLst>
        </pc:spChg>
        <pc:spChg chg="mod">
          <ac:chgData name="Mariana Rocha" userId="0a3173bd-d0ed-4c32-8e4c-b90c820606c5" providerId="ADAL" clId="{DCC3A51D-31E8-5BC6-970B-354B54D5302A}" dt="2025-09-03T10:15:05.060" v="651" actId="1076"/>
          <ac:spMkLst>
            <pc:docMk/>
            <pc:sldMk cId="1445273300" sldId="529"/>
            <ac:spMk id="14340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14:20.433" v="643" actId="1076"/>
          <ac:spMkLst>
            <pc:docMk/>
            <pc:sldMk cId="1445273300" sldId="529"/>
            <ac:spMk id="17410" creationId="{00000000-0000-0000-0000-000000000000}"/>
          </ac:spMkLst>
        </pc:spChg>
      </pc:sldChg>
      <pc:sldChg chg="addSp delSp modSp mod">
        <pc:chgData name="Mariana Rocha" userId="0a3173bd-d0ed-4c32-8e4c-b90c820606c5" providerId="ADAL" clId="{DCC3A51D-31E8-5BC6-970B-354B54D5302A}" dt="2025-09-03T10:17:38.621" v="772"/>
        <pc:sldMkLst>
          <pc:docMk/>
          <pc:sldMk cId="3958893536" sldId="530"/>
        </pc:sldMkLst>
        <pc:spChg chg="del mod">
          <ac:chgData name="Mariana Rocha" userId="0a3173bd-d0ed-4c32-8e4c-b90c820606c5" providerId="ADAL" clId="{DCC3A51D-31E8-5BC6-970B-354B54D5302A}" dt="2025-09-03T10:17:35.565" v="770" actId="478"/>
          <ac:spMkLst>
            <pc:docMk/>
            <pc:sldMk cId="3958893536" sldId="530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17:14.045" v="768" actId="108"/>
          <ac:spMkLst>
            <pc:docMk/>
            <pc:sldMk cId="3958893536" sldId="530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958893536" sldId="530"/>
            <ac:spMk id="4" creationId="{CFD4E093-D610-CEBF-0DFB-373D8AEB1537}"/>
          </ac:spMkLst>
        </pc:spChg>
        <pc:spChg chg="add del mod">
          <ac:chgData name="Mariana Rocha" userId="0a3173bd-d0ed-4c32-8e4c-b90c820606c5" providerId="ADAL" clId="{DCC3A51D-31E8-5BC6-970B-354B54D5302A}" dt="2025-09-03T10:17:38.175" v="771" actId="478"/>
          <ac:spMkLst>
            <pc:docMk/>
            <pc:sldMk cId="3958893536" sldId="530"/>
            <ac:spMk id="6" creationId="{E1353068-3591-A966-1F28-326FB4A3BA8E}"/>
          </ac:spMkLst>
        </pc:spChg>
        <pc:spChg chg="add mod">
          <ac:chgData name="Mariana Rocha" userId="0a3173bd-d0ed-4c32-8e4c-b90c820606c5" providerId="ADAL" clId="{DCC3A51D-31E8-5BC6-970B-354B54D5302A}" dt="2025-09-03T10:17:38.621" v="772"/>
          <ac:spMkLst>
            <pc:docMk/>
            <pc:sldMk cId="3958893536" sldId="530"/>
            <ac:spMk id="7" creationId="{4EDDB533-E9A5-E96D-CF48-1EB387257280}"/>
          </ac:spMkLst>
        </pc:spChg>
      </pc:sldChg>
      <pc:sldChg chg="modSp">
        <pc:chgData name="Mariana Rocha" userId="0a3173bd-d0ed-4c32-8e4c-b90c820606c5" providerId="ADAL" clId="{DCC3A51D-31E8-5BC6-970B-354B54D5302A}" dt="2025-09-01T12:34:27.271" v="60"/>
        <pc:sldMkLst>
          <pc:docMk/>
          <pc:sldMk cId="2271719818" sldId="532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271719818" sldId="532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271719818" sldId="532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271719818" sldId="532"/>
            <ac:spMk id="4" creationId="{2A8EFB5A-67AE-BFF1-2707-364954727059}"/>
          </ac:spMkLst>
        </pc:spChg>
      </pc:sldChg>
      <pc:sldChg chg="addSp delSp modSp mod">
        <pc:chgData name="Mariana Rocha" userId="0a3173bd-d0ed-4c32-8e4c-b90c820606c5" providerId="ADAL" clId="{DCC3A51D-31E8-5BC6-970B-354B54D5302A}" dt="2025-09-03T10:18:07.764" v="777" actId="113"/>
        <pc:sldMkLst>
          <pc:docMk/>
          <pc:sldMk cId="3781624300" sldId="534"/>
        </pc:sldMkLst>
        <pc:spChg chg="del mod">
          <ac:chgData name="Mariana Rocha" userId="0a3173bd-d0ed-4c32-8e4c-b90c820606c5" providerId="ADAL" clId="{DCC3A51D-31E8-5BC6-970B-354B54D5302A}" dt="2025-09-03T10:17:45.611" v="773" actId="478"/>
          <ac:spMkLst>
            <pc:docMk/>
            <pc:sldMk cId="3781624300" sldId="534"/>
            <ac:spMk id="2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18:07.764" v="777" actId="113"/>
          <ac:spMkLst>
            <pc:docMk/>
            <pc:sldMk cId="3781624300" sldId="534"/>
            <ac:spMk id="3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781624300" sldId="534"/>
            <ac:spMk id="4" creationId="{DC1AF905-E707-F81D-6C7D-9148CD91804F}"/>
          </ac:spMkLst>
        </pc:spChg>
        <pc:spChg chg="add del mod">
          <ac:chgData name="Mariana Rocha" userId="0a3173bd-d0ed-4c32-8e4c-b90c820606c5" providerId="ADAL" clId="{DCC3A51D-31E8-5BC6-970B-354B54D5302A}" dt="2025-09-03T10:17:47.738" v="774" actId="478"/>
          <ac:spMkLst>
            <pc:docMk/>
            <pc:sldMk cId="3781624300" sldId="534"/>
            <ac:spMk id="6" creationId="{F9CA440B-3CEF-9EE3-4ED7-DD2E72AAA938}"/>
          </ac:spMkLst>
        </pc:spChg>
        <pc:spChg chg="add mod">
          <ac:chgData name="Mariana Rocha" userId="0a3173bd-d0ed-4c32-8e4c-b90c820606c5" providerId="ADAL" clId="{DCC3A51D-31E8-5BC6-970B-354B54D5302A}" dt="2025-09-03T10:17:48.220" v="775"/>
          <ac:spMkLst>
            <pc:docMk/>
            <pc:sldMk cId="3781624300" sldId="534"/>
            <ac:spMk id="7" creationId="{E8026FC8-368B-13E3-1084-0E2E52157CA8}"/>
          </ac:spMkLst>
        </pc:spChg>
      </pc:sldChg>
      <pc:sldChg chg="modSp mod">
        <pc:chgData name="Mariana Rocha" userId="0a3173bd-d0ed-4c32-8e4c-b90c820606c5" providerId="ADAL" clId="{DCC3A51D-31E8-5BC6-970B-354B54D5302A}" dt="2025-09-03T10:15:24.533" v="676" actId="20577"/>
        <pc:sldMkLst>
          <pc:docMk/>
          <pc:sldMk cId="3806305903" sldId="537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806305903" sldId="537"/>
            <ac:spMk id="2" creationId="{381B4AA3-EB32-AD29-4072-1814A00EA475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806305903" sldId="537"/>
            <ac:spMk id="5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15:24.533" v="676" actId="20577"/>
          <ac:spMkLst>
            <pc:docMk/>
            <pc:sldMk cId="3806305903" sldId="537"/>
            <ac:spMk id="6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3T10:09:20.502" v="556" actId="20577"/>
        <pc:sldMkLst>
          <pc:docMk/>
          <pc:sldMk cId="1334612232" sldId="541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334612232" sldId="541"/>
            <ac:spMk id="2" creationId="{930DDF72-0AC2-5BFF-8B3A-37A3101D574B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334612232" sldId="541"/>
            <ac:spMk id="8194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09:20.502" v="556" actId="20577"/>
          <ac:spMkLst>
            <pc:docMk/>
            <pc:sldMk cId="1334612232" sldId="541"/>
            <ac:spMk id="8195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1T12:37:15.761" v="232" actId="20577"/>
        <pc:sldMkLst>
          <pc:docMk/>
          <pc:sldMk cId="813084722" sldId="575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813084722" sldId="575"/>
            <ac:spMk id="2" creationId="{5DD8D45C-6E4C-C0DD-9B3B-0F804506FF8B}"/>
          </ac:spMkLst>
        </pc:spChg>
        <pc:spChg chg="mod">
          <ac:chgData name="Mariana Rocha" userId="0a3173bd-d0ed-4c32-8e4c-b90c820606c5" providerId="ADAL" clId="{DCC3A51D-31E8-5BC6-970B-354B54D5302A}" dt="2025-09-01T12:37:15.761" v="232" actId="20577"/>
          <ac:spMkLst>
            <pc:docMk/>
            <pc:sldMk cId="813084722" sldId="575"/>
            <ac:spMk id="4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813084722" sldId="575"/>
            <ac:spMk id="16386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3T10:39:56.417" v="1525" actId="1035"/>
        <pc:sldMkLst>
          <pc:docMk/>
          <pc:sldMk cId="2022581883" sldId="579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022581883" sldId="579"/>
            <ac:spMk id="2" creationId="{D2CC5749-AAD7-D3BF-99C1-60DD8DD69CBC}"/>
          </ac:spMkLst>
        </pc:spChg>
        <pc:spChg chg="mod">
          <ac:chgData name="Mariana Rocha" userId="0a3173bd-d0ed-4c32-8e4c-b90c820606c5" providerId="ADAL" clId="{DCC3A51D-31E8-5BC6-970B-354B54D5302A}" dt="2025-09-03T10:39:53.418" v="1521" actId="14100"/>
          <ac:spMkLst>
            <pc:docMk/>
            <pc:sldMk cId="2022581883" sldId="579"/>
            <ac:spMk id="172034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3T10:39:56.417" v="1525" actId="1035"/>
          <ac:spMkLst>
            <pc:docMk/>
            <pc:sldMk cId="2022581883" sldId="579"/>
            <ac:spMk id="172035" creationId="{00000000-0000-0000-0000-000000000000}"/>
          </ac:spMkLst>
        </pc:spChg>
      </pc:sldChg>
      <pc:sldChg chg="modSp mod">
        <pc:chgData name="Mariana Rocha" userId="0a3173bd-d0ed-4c32-8e4c-b90c820606c5" providerId="ADAL" clId="{DCC3A51D-31E8-5BC6-970B-354B54D5302A}" dt="2025-09-01T12:34:27.793" v="69" actId="27636"/>
        <pc:sldMkLst>
          <pc:docMk/>
          <pc:sldMk cId="836415063" sldId="590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836415063" sldId="590"/>
            <ac:spMk id="2" creationId="{7C303CBC-1F21-29E7-EB2D-E7E481E9D9C9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836415063" sldId="590"/>
            <ac:spMk id="5" creationId="{00000000-0000-0000-0000-000000000000}"/>
          </ac:spMkLst>
        </pc:spChg>
        <pc:spChg chg="mod">
          <ac:chgData name="Mariana Rocha" userId="0a3173bd-d0ed-4c32-8e4c-b90c820606c5" providerId="ADAL" clId="{DCC3A51D-31E8-5BC6-970B-354B54D5302A}" dt="2025-09-01T12:34:27.793" v="69" actId="27636"/>
          <ac:spMkLst>
            <pc:docMk/>
            <pc:sldMk cId="836415063" sldId="590"/>
            <ac:spMk id="6" creationId="{00000000-0000-0000-0000-000000000000}"/>
          </ac:spMkLst>
        </pc:spChg>
      </pc:sldChg>
      <pc:sldChg chg="modSp del mod">
        <pc:chgData name="Mariana Rocha" userId="0a3173bd-d0ed-4c32-8e4c-b90c820606c5" providerId="ADAL" clId="{DCC3A51D-31E8-5BC6-970B-354B54D5302A}" dt="2025-09-01T12:46:13.676" v="403" actId="2696"/>
        <pc:sldMkLst>
          <pc:docMk/>
          <pc:sldMk cId="1985210715" sldId="592"/>
        </pc:sldMkLst>
      </pc:sldChg>
      <pc:sldChg chg="modSp">
        <pc:chgData name="Mariana Rocha" userId="0a3173bd-d0ed-4c32-8e4c-b90c820606c5" providerId="ADAL" clId="{DCC3A51D-31E8-5BC6-970B-354B54D5302A}" dt="2025-09-01T12:34:27.271" v="60"/>
        <pc:sldMkLst>
          <pc:docMk/>
          <pc:sldMk cId="160684565" sldId="609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60684565" sldId="609"/>
            <ac:spMk id="2" creationId="{9EB892AC-B275-47B0-A6B9-1D4669B84A44}"/>
          </ac:spMkLst>
        </pc:spChg>
      </pc:sldChg>
      <pc:sldChg chg="modSp del mod setBg">
        <pc:chgData name="Mariana Rocha" userId="0a3173bd-d0ed-4c32-8e4c-b90c820606c5" providerId="ADAL" clId="{DCC3A51D-31E8-5BC6-970B-354B54D5302A}" dt="2025-09-03T09:43:53.861" v="537" actId="2696"/>
        <pc:sldMkLst>
          <pc:docMk/>
          <pc:sldMk cId="1579789609" sldId="611"/>
        </pc:sldMkLst>
      </pc:sldChg>
      <pc:sldChg chg="del">
        <pc:chgData name="Mariana Rocha" userId="0a3173bd-d0ed-4c32-8e4c-b90c820606c5" providerId="ADAL" clId="{DCC3A51D-31E8-5BC6-970B-354B54D5302A}" dt="2025-09-03T11:19:21.961" v="1570" actId="2696"/>
        <pc:sldMkLst>
          <pc:docMk/>
          <pc:sldMk cId="622669878" sldId="612"/>
        </pc:sldMkLst>
      </pc:sldChg>
      <pc:sldChg chg="modSp">
        <pc:chgData name="Mariana Rocha" userId="0a3173bd-d0ed-4c32-8e4c-b90c820606c5" providerId="ADAL" clId="{DCC3A51D-31E8-5BC6-970B-354B54D5302A}" dt="2025-09-01T12:34:27.271" v="60"/>
        <pc:sldMkLst>
          <pc:docMk/>
          <pc:sldMk cId="846115667" sldId="613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846115667" sldId="613"/>
            <ac:spMk id="2" creationId="{27D57DE0-8327-2324-0693-BD550D2A2762}"/>
          </ac:spMkLst>
        </pc:spChg>
      </pc:sldChg>
      <pc:sldChg chg="modSp mod">
        <pc:chgData name="Mariana Rocha" userId="0a3173bd-d0ed-4c32-8e4c-b90c820606c5" providerId="ADAL" clId="{DCC3A51D-31E8-5BC6-970B-354B54D5302A}" dt="2025-09-03T10:28:34.727" v="1109" actId="14100"/>
        <pc:sldMkLst>
          <pc:docMk/>
          <pc:sldMk cId="4113652594" sldId="615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4113652594" sldId="615"/>
            <ac:spMk id="2" creationId="{F110F84F-1830-F214-0D66-7914F17B1E99}"/>
          </ac:spMkLst>
        </pc:spChg>
        <pc:spChg chg="mod">
          <ac:chgData name="Mariana Rocha" userId="0a3173bd-d0ed-4c32-8e4c-b90c820606c5" providerId="ADAL" clId="{DCC3A51D-31E8-5BC6-970B-354B54D5302A}" dt="2025-09-03T10:28:22.845" v="1101" actId="1076"/>
          <ac:spMkLst>
            <pc:docMk/>
            <pc:sldMk cId="4113652594" sldId="615"/>
            <ac:spMk id="23554" creationId="{9CB587BF-C3C9-433F-6408-6CAE24F0B43B}"/>
          </ac:spMkLst>
        </pc:spChg>
        <pc:spChg chg="mod">
          <ac:chgData name="Mariana Rocha" userId="0a3173bd-d0ed-4c32-8e4c-b90c820606c5" providerId="ADAL" clId="{DCC3A51D-31E8-5BC6-970B-354B54D5302A}" dt="2025-09-03T10:28:34.727" v="1109" actId="14100"/>
          <ac:spMkLst>
            <pc:docMk/>
            <pc:sldMk cId="4113652594" sldId="615"/>
            <ac:spMk id="23555" creationId="{6F295CDF-AB50-B54B-B941-E8B0EB9CEDD6}"/>
          </ac:spMkLst>
        </pc:spChg>
      </pc:sldChg>
      <pc:sldChg chg="modSp mod">
        <pc:chgData name="Mariana Rocha" userId="0a3173bd-d0ed-4c32-8e4c-b90c820606c5" providerId="ADAL" clId="{DCC3A51D-31E8-5BC6-970B-354B54D5302A}" dt="2025-09-03T10:28:57.246" v="1132" actId="20577"/>
        <pc:sldMkLst>
          <pc:docMk/>
          <pc:sldMk cId="2209407111" sldId="616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209407111" sldId="616"/>
            <ac:spMk id="2" creationId="{25F3C602-9736-7E52-848B-D63CDE6BB3BE}"/>
          </ac:spMkLst>
        </pc:spChg>
        <pc:spChg chg="mod">
          <ac:chgData name="Mariana Rocha" userId="0a3173bd-d0ed-4c32-8e4c-b90c820606c5" providerId="ADAL" clId="{DCC3A51D-31E8-5BC6-970B-354B54D5302A}" dt="2025-09-03T10:28:57.246" v="1132" actId="20577"/>
          <ac:spMkLst>
            <pc:docMk/>
            <pc:sldMk cId="2209407111" sldId="616"/>
            <ac:spMk id="23554" creationId="{21BE6E6A-DF36-BC7B-E544-39B14E493055}"/>
          </ac:spMkLst>
        </pc:spChg>
        <pc:spChg chg="mod">
          <ac:chgData name="Mariana Rocha" userId="0a3173bd-d0ed-4c32-8e4c-b90c820606c5" providerId="ADAL" clId="{DCC3A51D-31E8-5BC6-970B-354B54D5302A}" dt="2025-09-03T10:28:48.472" v="1126" actId="27636"/>
          <ac:spMkLst>
            <pc:docMk/>
            <pc:sldMk cId="2209407111" sldId="616"/>
            <ac:spMk id="23555" creationId="{14D77171-9F71-DDCB-2119-A1529C7FA64D}"/>
          </ac:spMkLst>
        </pc:spChg>
      </pc:sldChg>
      <pc:sldChg chg="modSp mod">
        <pc:chgData name="Mariana Rocha" userId="0a3173bd-d0ed-4c32-8e4c-b90c820606c5" providerId="ADAL" clId="{DCC3A51D-31E8-5BC6-970B-354B54D5302A}" dt="2025-09-03T10:29:21.291" v="1146" actId="27636"/>
        <pc:sldMkLst>
          <pc:docMk/>
          <pc:sldMk cId="3874399970" sldId="617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874399970" sldId="617"/>
            <ac:spMk id="2" creationId="{A3D42CB4-A904-3647-1BC1-4D4690447076}"/>
          </ac:spMkLst>
        </pc:spChg>
        <pc:spChg chg="mod">
          <ac:chgData name="Mariana Rocha" userId="0a3173bd-d0ed-4c32-8e4c-b90c820606c5" providerId="ADAL" clId="{DCC3A51D-31E8-5BC6-970B-354B54D5302A}" dt="2025-09-03T10:29:07.442" v="1138" actId="20577"/>
          <ac:spMkLst>
            <pc:docMk/>
            <pc:sldMk cId="3874399970" sldId="617"/>
            <ac:spMk id="23554" creationId="{984D2AB9-C354-CC0B-FEE4-42CE027A74F7}"/>
          </ac:spMkLst>
        </pc:spChg>
        <pc:spChg chg="mod">
          <ac:chgData name="Mariana Rocha" userId="0a3173bd-d0ed-4c32-8e4c-b90c820606c5" providerId="ADAL" clId="{DCC3A51D-31E8-5BC6-970B-354B54D5302A}" dt="2025-09-03T10:29:21.291" v="1146" actId="27636"/>
          <ac:spMkLst>
            <pc:docMk/>
            <pc:sldMk cId="3874399970" sldId="617"/>
            <ac:spMk id="23555" creationId="{C77B9E50-1E29-E7CD-0EA3-8499545B77E9}"/>
          </ac:spMkLst>
        </pc:spChg>
      </pc:sldChg>
      <pc:sldChg chg="modSp mod">
        <pc:chgData name="Mariana Rocha" userId="0a3173bd-d0ed-4c32-8e4c-b90c820606c5" providerId="ADAL" clId="{DCC3A51D-31E8-5BC6-970B-354B54D5302A}" dt="2025-09-03T10:29:42.936" v="1166" actId="27636"/>
        <pc:sldMkLst>
          <pc:docMk/>
          <pc:sldMk cId="3609908609" sldId="618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3609908609" sldId="618"/>
            <ac:spMk id="2" creationId="{A6025D4E-702D-C142-CFCA-657B1A7522BD}"/>
          </ac:spMkLst>
        </pc:spChg>
        <pc:spChg chg="mod">
          <ac:chgData name="Mariana Rocha" userId="0a3173bd-d0ed-4c32-8e4c-b90c820606c5" providerId="ADAL" clId="{DCC3A51D-31E8-5BC6-970B-354B54D5302A}" dt="2025-09-03T10:29:28.600" v="1152" actId="20577"/>
          <ac:spMkLst>
            <pc:docMk/>
            <pc:sldMk cId="3609908609" sldId="618"/>
            <ac:spMk id="23554" creationId="{91EC0FDB-3AA2-F8D6-CD4B-E1174A9D9764}"/>
          </ac:spMkLst>
        </pc:spChg>
        <pc:spChg chg="mod">
          <ac:chgData name="Mariana Rocha" userId="0a3173bd-d0ed-4c32-8e4c-b90c820606c5" providerId="ADAL" clId="{DCC3A51D-31E8-5BC6-970B-354B54D5302A}" dt="2025-09-03T10:29:42.936" v="1166" actId="27636"/>
          <ac:spMkLst>
            <pc:docMk/>
            <pc:sldMk cId="3609908609" sldId="618"/>
            <ac:spMk id="23555" creationId="{E0C7BF27-25C1-2944-C53D-34CB19FF6C1B}"/>
          </ac:spMkLst>
        </pc:spChg>
      </pc:sldChg>
      <pc:sldChg chg="modSp mod">
        <pc:chgData name="Mariana Rocha" userId="0a3173bd-d0ed-4c32-8e4c-b90c820606c5" providerId="ADAL" clId="{DCC3A51D-31E8-5BC6-970B-354B54D5302A}" dt="2025-09-03T10:30:21.644" v="1174" actId="113"/>
        <pc:sldMkLst>
          <pc:docMk/>
          <pc:sldMk cId="2565871381" sldId="619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565871381" sldId="619"/>
            <ac:spMk id="2" creationId="{6D7E4B6C-EF65-BF7F-CB13-26FF31FDEE7D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2565871381" sldId="619"/>
            <ac:spMk id="23554" creationId="{E311EAAA-C1EE-893E-4B69-D8EA68988E10}"/>
          </ac:spMkLst>
        </pc:spChg>
        <pc:spChg chg="mod">
          <ac:chgData name="Mariana Rocha" userId="0a3173bd-d0ed-4c32-8e4c-b90c820606c5" providerId="ADAL" clId="{DCC3A51D-31E8-5BC6-970B-354B54D5302A}" dt="2025-09-03T10:30:21.644" v="1174" actId="113"/>
          <ac:spMkLst>
            <pc:docMk/>
            <pc:sldMk cId="2565871381" sldId="619"/>
            <ac:spMk id="23555" creationId="{EFC8978D-DAD9-77E3-87E7-A98FB3D1692C}"/>
          </ac:spMkLst>
        </pc:spChg>
      </pc:sldChg>
      <pc:sldChg chg="modSp del mod">
        <pc:chgData name="Mariana Rocha" userId="0a3173bd-d0ed-4c32-8e4c-b90c820606c5" providerId="ADAL" clId="{DCC3A51D-31E8-5BC6-970B-354B54D5302A}" dt="2025-09-03T10:30:40.340" v="1176" actId="2696"/>
        <pc:sldMkLst>
          <pc:docMk/>
          <pc:sldMk cId="807707476" sldId="620"/>
        </pc:sldMkLst>
      </pc:sldChg>
      <pc:sldChg chg="modSp del">
        <pc:chgData name="Mariana Rocha" userId="0a3173bd-d0ed-4c32-8e4c-b90c820606c5" providerId="ADAL" clId="{DCC3A51D-31E8-5BC6-970B-354B54D5302A}" dt="2025-09-03T10:30:40.316" v="1175" actId="2696"/>
        <pc:sldMkLst>
          <pc:docMk/>
          <pc:sldMk cId="2616767839" sldId="621"/>
        </pc:sldMkLst>
      </pc:sldChg>
      <pc:sldChg chg="modSp mod">
        <pc:chgData name="Mariana Rocha" userId="0a3173bd-d0ed-4c32-8e4c-b90c820606c5" providerId="ADAL" clId="{DCC3A51D-31E8-5BC6-970B-354B54D5302A}" dt="2025-09-01T12:34:28.824" v="89" actId="27636"/>
        <pc:sldMkLst>
          <pc:docMk/>
          <pc:sldMk cId="1960475529" sldId="622"/>
        </pc:sldMkLst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960475529" sldId="622"/>
            <ac:spMk id="2" creationId="{090A5C96-E43A-FFFD-3C50-016E91F024A6}"/>
          </ac:spMkLst>
        </pc:spChg>
        <pc:spChg chg="mod">
          <ac:chgData name="Mariana Rocha" userId="0a3173bd-d0ed-4c32-8e4c-b90c820606c5" providerId="ADAL" clId="{DCC3A51D-31E8-5BC6-970B-354B54D5302A}" dt="2025-09-01T12:34:27.271" v="60"/>
          <ac:spMkLst>
            <pc:docMk/>
            <pc:sldMk cId="1960475529" sldId="622"/>
            <ac:spMk id="172034" creationId="{F0009273-8BF0-7809-5904-A8A009223FED}"/>
          </ac:spMkLst>
        </pc:spChg>
        <pc:spChg chg="mod">
          <ac:chgData name="Mariana Rocha" userId="0a3173bd-d0ed-4c32-8e4c-b90c820606c5" providerId="ADAL" clId="{DCC3A51D-31E8-5BC6-970B-354B54D5302A}" dt="2025-09-01T12:34:28.824" v="89" actId="27636"/>
          <ac:spMkLst>
            <pc:docMk/>
            <pc:sldMk cId="1960475529" sldId="622"/>
            <ac:spMk id="172035" creationId="{45B26D45-F6C4-2621-2438-F5B9240705FE}"/>
          </ac:spMkLst>
        </pc:spChg>
      </pc:sldChg>
      <pc:sldChg chg="modSp add mod">
        <pc:chgData name="Mariana Rocha" userId="0a3173bd-d0ed-4c32-8e4c-b90c820606c5" providerId="ADAL" clId="{DCC3A51D-31E8-5BC6-970B-354B54D5302A}" dt="2025-09-01T12:46:00.532" v="402" actId="20577"/>
        <pc:sldMkLst>
          <pc:docMk/>
          <pc:sldMk cId="1146328737" sldId="623"/>
        </pc:sldMkLst>
        <pc:spChg chg="mod">
          <ac:chgData name="Mariana Rocha" userId="0a3173bd-d0ed-4c32-8e4c-b90c820606c5" providerId="ADAL" clId="{DCC3A51D-31E8-5BC6-970B-354B54D5302A}" dt="2025-09-01T12:46:00.532" v="402" actId="20577"/>
          <ac:spMkLst>
            <pc:docMk/>
            <pc:sldMk cId="1146328737" sldId="623"/>
            <ac:spMk id="4" creationId="{F507AACA-90FC-FD07-ADA9-BDF32295BD81}"/>
          </ac:spMkLst>
        </pc:spChg>
        <pc:spChg chg="mod">
          <ac:chgData name="Mariana Rocha" userId="0a3173bd-d0ed-4c32-8e4c-b90c820606c5" providerId="ADAL" clId="{DCC3A51D-31E8-5BC6-970B-354B54D5302A}" dt="2025-09-01T12:39:37.386" v="261" actId="20577"/>
          <ac:spMkLst>
            <pc:docMk/>
            <pc:sldMk cId="1146328737" sldId="623"/>
            <ac:spMk id="16386" creationId="{303D6DAE-D027-3EDB-1339-5C54E012130F}"/>
          </ac:spMkLst>
        </pc:spChg>
      </pc:sldChg>
      <pc:sldChg chg="addSp delSp modSp add del mod">
        <pc:chgData name="Mariana Rocha" userId="0a3173bd-d0ed-4c32-8e4c-b90c820606c5" providerId="ADAL" clId="{DCC3A51D-31E8-5BC6-970B-354B54D5302A}" dt="2025-09-03T09:42:07.451" v="482" actId="2696"/>
        <pc:sldMkLst>
          <pc:docMk/>
          <pc:sldMk cId="3012167078" sldId="624"/>
        </pc:sldMkLst>
      </pc:sldChg>
      <pc:sldChg chg="addSp delSp modSp add del mod">
        <pc:chgData name="Mariana Rocha" userId="0a3173bd-d0ed-4c32-8e4c-b90c820606c5" providerId="ADAL" clId="{DCC3A51D-31E8-5BC6-970B-354B54D5302A}" dt="2025-09-03T11:19:21.504" v="1569" actId="2696"/>
        <pc:sldMkLst>
          <pc:docMk/>
          <pc:sldMk cId="1861832311" sldId="625"/>
        </pc:sldMkLst>
        <pc:spChg chg="mod">
          <ac:chgData name="Mariana Rocha" userId="0a3173bd-d0ed-4c32-8e4c-b90c820606c5" providerId="ADAL" clId="{DCC3A51D-31E8-5BC6-970B-354B54D5302A}" dt="2025-09-03T09:42:46.595" v="507" actId="20577"/>
          <ac:spMkLst>
            <pc:docMk/>
            <pc:sldMk cId="1861832311" sldId="625"/>
            <ac:spMk id="4" creationId="{2019775A-ABA7-BABE-4695-27E1C6D3FB13}"/>
          </ac:spMkLst>
        </pc:spChg>
        <pc:spChg chg="del">
          <ac:chgData name="Mariana Rocha" userId="0a3173bd-d0ed-4c32-8e4c-b90c820606c5" providerId="ADAL" clId="{DCC3A51D-31E8-5BC6-970B-354B54D5302A}" dt="2025-09-03T09:42:38.390" v="485" actId="478"/>
          <ac:spMkLst>
            <pc:docMk/>
            <pc:sldMk cId="1861832311" sldId="625"/>
            <ac:spMk id="5" creationId="{1B15C5E9-3352-34CD-1042-F28004E16DCA}"/>
          </ac:spMkLst>
        </pc:spChg>
        <pc:spChg chg="add mod">
          <ac:chgData name="Mariana Rocha" userId="0a3173bd-d0ed-4c32-8e4c-b90c820606c5" providerId="ADAL" clId="{DCC3A51D-31E8-5BC6-970B-354B54D5302A}" dt="2025-09-03T09:43:50.864" v="536" actId="12"/>
          <ac:spMkLst>
            <pc:docMk/>
            <pc:sldMk cId="1861832311" sldId="625"/>
            <ac:spMk id="6" creationId="{138285DC-A981-E5F3-DDC3-017DA82BA706}"/>
          </ac:spMkLst>
        </pc:spChg>
        <pc:picChg chg="del">
          <ac:chgData name="Mariana Rocha" userId="0a3173bd-d0ed-4c32-8e4c-b90c820606c5" providerId="ADAL" clId="{DCC3A51D-31E8-5BC6-970B-354B54D5302A}" dt="2025-09-03T09:42:35.688" v="484" actId="478"/>
          <ac:picMkLst>
            <pc:docMk/>
            <pc:sldMk cId="1861832311" sldId="625"/>
            <ac:picMk id="1026" creationId="{F3DBBA8D-0CCF-E2A1-498F-B55E437F0FA5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09-03T09:42:03.997" v="481" actId="20577"/>
        <pc:sldMkLst>
          <pc:docMk/>
          <pc:sldMk cId="628610705" sldId="626"/>
        </pc:sldMkLst>
        <pc:spChg chg="mod">
          <ac:chgData name="Mariana Rocha" userId="0a3173bd-d0ed-4c32-8e4c-b90c820606c5" providerId="ADAL" clId="{DCC3A51D-31E8-5BC6-970B-354B54D5302A}" dt="2025-09-03T09:42:03.997" v="481" actId="20577"/>
          <ac:spMkLst>
            <pc:docMk/>
            <pc:sldMk cId="628610705" sldId="626"/>
            <ac:spMk id="4" creationId="{0225BEF4-A1AF-9131-AB22-B1A49CFF4001}"/>
          </ac:spMkLst>
        </pc:spChg>
        <pc:picChg chg="add mod">
          <ac:chgData name="Mariana Rocha" userId="0a3173bd-d0ed-4c32-8e4c-b90c820606c5" providerId="ADAL" clId="{DCC3A51D-31E8-5BC6-970B-354B54D5302A}" dt="2025-09-03T09:39:05.432" v="443" actId="1076"/>
          <ac:picMkLst>
            <pc:docMk/>
            <pc:sldMk cId="628610705" sldId="626"/>
            <ac:picMk id="5" creationId="{FC12191A-A2EF-E760-8B16-54D30C59B475}"/>
          </ac:picMkLst>
        </pc:picChg>
        <pc:picChg chg="del">
          <ac:chgData name="Mariana Rocha" userId="0a3173bd-d0ed-4c32-8e4c-b90c820606c5" providerId="ADAL" clId="{DCC3A51D-31E8-5BC6-970B-354B54D5302A}" dt="2025-09-03T09:39:03.237" v="442" actId="478"/>
          <ac:picMkLst>
            <pc:docMk/>
            <pc:sldMk cId="628610705" sldId="626"/>
            <ac:picMk id="6" creationId="{A345605D-4FEF-DE5D-3358-FE68D2083031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09-03T10:37:11.995" v="1214" actId="1076"/>
        <pc:sldMkLst>
          <pc:docMk/>
          <pc:sldMk cId="1951348419" sldId="627"/>
        </pc:sldMkLst>
        <pc:spChg chg="add del mod">
          <ac:chgData name="Mariana Rocha" userId="0a3173bd-d0ed-4c32-8e4c-b90c820606c5" providerId="ADAL" clId="{DCC3A51D-31E8-5BC6-970B-354B54D5302A}" dt="2025-09-03T10:31:22.471" v="1212" actId="478"/>
          <ac:spMkLst>
            <pc:docMk/>
            <pc:sldMk cId="1951348419" sldId="627"/>
            <ac:spMk id="4" creationId="{06E1F9EA-1E83-0BBE-93D6-B742B9C96384}"/>
          </ac:spMkLst>
        </pc:spChg>
        <pc:spChg chg="mod">
          <ac:chgData name="Mariana Rocha" userId="0a3173bd-d0ed-4c32-8e4c-b90c820606c5" providerId="ADAL" clId="{DCC3A51D-31E8-5BC6-970B-354B54D5302A}" dt="2025-09-03T10:31:18.202" v="1210" actId="20577"/>
          <ac:spMkLst>
            <pc:docMk/>
            <pc:sldMk cId="1951348419" sldId="627"/>
            <ac:spMk id="23554" creationId="{4A75FB96-70F0-E869-1371-AEFF9474E011}"/>
          </ac:spMkLst>
        </pc:spChg>
        <pc:spChg chg="del">
          <ac:chgData name="Mariana Rocha" userId="0a3173bd-d0ed-4c32-8e4c-b90c820606c5" providerId="ADAL" clId="{DCC3A51D-31E8-5BC6-970B-354B54D5302A}" dt="2025-09-03T10:31:21.172" v="1211" actId="478"/>
          <ac:spMkLst>
            <pc:docMk/>
            <pc:sldMk cId="1951348419" sldId="627"/>
            <ac:spMk id="23555" creationId="{AA662328-CA3E-58B3-54CC-F30504A0B5FC}"/>
          </ac:spMkLst>
        </pc:spChg>
        <pc:picChg chg="add mod">
          <ac:chgData name="Mariana Rocha" userId="0a3173bd-d0ed-4c32-8e4c-b90c820606c5" providerId="ADAL" clId="{DCC3A51D-31E8-5BC6-970B-354B54D5302A}" dt="2025-09-03T10:37:11.995" v="1214" actId="1076"/>
          <ac:picMkLst>
            <pc:docMk/>
            <pc:sldMk cId="1951348419" sldId="627"/>
            <ac:picMk id="6" creationId="{E5F472AA-97BB-5C38-B1D0-7C2E37D86C29}"/>
          </ac:picMkLst>
        </pc:picChg>
      </pc:sldChg>
      <pc:sldChg chg="addSp delSp modSp add mod">
        <pc:chgData name="Mariana Rocha" userId="0a3173bd-d0ed-4c32-8e4c-b90c820606c5" providerId="ADAL" clId="{DCC3A51D-31E8-5BC6-970B-354B54D5302A}" dt="2025-09-03T10:42:41.288" v="1558" actId="1076"/>
        <pc:sldMkLst>
          <pc:docMk/>
          <pc:sldMk cId="1845861010" sldId="628"/>
        </pc:sldMkLst>
        <pc:spChg chg="add del mod">
          <ac:chgData name="Mariana Rocha" userId="0a3173bd-d0ed-4c32-8e4c-b90c820606c5" providerId="ADAL" clId="{DCC3A51D-31E8-5BC6-970B-354B54D5302A}" dt="2025-09-03T10:40:21.726" v="1545" actId="478"/>
          <ac:spMkLst>
            <pc:docMk/>
            <pc:sldMk cId="1845861010" sldId="628"/>
            <ac:spMk id="4" creationId="{517CA52C-2AE9-D6C7-1117-BFA248FADF0E}"/>
          </ac:spMkLst>
        </pc:spChg>
        <pc:spChg chg="mod">
          <ac:chgData name="Mariana Rocha" userId="0a3173bd-d0ed-4c32-8e4c-b90c820606c5" providerId="ADAL" clId="{DCC3A51D-31E8-5BC6-970B-354B54D5302A}" dt="2025-09-03T10:40:18.152" v="1543" actId="20577"/>
          <ac:spMkLst>
            <pc:docMk/>
            <pc:sldMk cId="1845861010" sldId="628"/>
            <ac:spMk id="15362" creationId="{BE9CC76C-5C89-9DEF-A16C-EA7D4A230979}"/>
          </ac:spMkLst>
        </pc:spChg>
        <pc:spChg chg="del">
          <ac:chgData name="Mariana Rocha" userId="0a3173bd-d0ed-4c32-8e4c-b90c820606c5" providerId="ADAL" clId="{DCC3A51D-31E8-5BC6-970B-354B54D5302A}" dt="2025-09-03T10:40:20.919" v="1544" actId="478"/>
          <ac:spMkLst>
            <pc:docMk/>
            <pc:sldMk cId="1845861010" sldId="628"/>
            <ac:spMk id="15363" creationId="{C840BEE7-FA40-ED5B-F3C6-7739097CE470}"/>
          </ac:spMkLst>
        </pc:spChg>
        <pc:picChg chg="add del mod">
          <ac:chgData name="Mariana Rocha" userId="0a3173bd-d0ed-4c32-8e4c-b90c820606c5" providerId="ADAL" clId="{DCC3A51D-31E8-5BC6-970B-354B54D5302A}" dt="2025-09-03T10:41:21.559" v="1549" actId="478"/>
          <ac:picMkLst>
            <pc:docMk/>
            <pc:sldMk cId="1845861010" sldId="628"/>
            <ac:picMk id="6" creationId="{4F011E66-5E09-3EFA-4999-2287A9F26486}"/>
          </ac:picMkLst>
        </pc:picChg>
        <pc:picChg chg="add del mod">
          <ac:chgData name="Mariana Rocha" userId="0a3173bd-d0ed-4c32-8e4c-b90c820606c5" providerId="ADAL" clId="{DCC3A51D-31E8-5BC6-970B-354B54D5302A}" dt="2025-09-03T10:42:28.507" v="1554" actId="478"/>
          <ac:picMkLst>
            <pc:docMk/>
            <pc:sldMk cId="1845861010" sldId="628"/>
            <ac:picMk id="8" creationId="{4F804D6C-2431-70B0-3C29-0AB48F108F81}"/>
          </ac:picMkLst>
        </pc:picChg>
        <pc:picChg chg="add mod">
          <ac:chgData name="Mariana Rocha" userId="0a3173bd-d0ed-4c32-8e4c-b90c820606c5" providerId="ADAL" clId="{DCC3A51D-31E8-5BC6-970B-354B54D5302A}" dt="2025-09-03T10:42:41.288" v="1558" actId="1076"/>
          <ac:picMkLst>
            <pc:docMk/>
            <pc:sldMk cId="1845861010" sldId="628"/>
            <ac:picMk id="10" creationId="{ADB8724B-74B4-DEB5-E06B-1018E77437A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6510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GB" altLang="en-US" dirty="0"/>
              <a:t>K268/1 BSc Information Technology - Information Systems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16510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1" smtClean="0">
                <a:latin typeface="Arial" charset="0"/>
              </a:defRPr>
            </a:lvl1pPr>
          </a:lstStyle>
          <a:p>
            <a:pPr>
              <a:defRPr/>
            </a:pPr>
            <a:fld id="{CA0BA55E-588D-5C41-B199-ADCD788B7AC7}" type="datetime3">
              <a:rPr lang="en-US" altLang="en-US" smtClean="0"/>
              <a:t>3 September 2025</a:t>
            </a:fld>
            <a:endParaRPr lang="en-GB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50813" y="9267825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267825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E0902D66-5517-49B6-B853-4F5461235F18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814305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00" i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GB" altLang="en-US" dirty="0"/>
              <a:t>K268/1 BSc Information Technology - Information Systems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i="1" smtClean="0">
                <a:latin typeface="Arial" charset="0"/>
              </a:defRPr>
            </a:lvl1pPr>
          </a:lstStyle>
          <a:p>
            <a:pPr>
              <a:defRPr/>
            </a:pPr>
            <a:fld id="{6F1C7607-B062-6B4A-BE5D-8754B9E9F29A}" type="datetime3">
              <a:rPr lang="en-US" altLang="en-US" smtClean="0"/>
              <a:t>3 September 2025</a:t>
            </a:fld>
            <a:endParaRPr lang="en-GB" altLang="en-US" dirty="0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50888"/>
            <a:ext cx="4946650" cy="37099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Click to edit Master text styles</a:t>
            </a:r>
          </a:p>
          <a:p>
            <a:pPr lvl="1"/>
            <a:r>
              <a:rPr lang="en-GB" altLang="en-US" noProof="0"/>
              <a:t>Second level</a:t>
            </a:r>
          </a:p>
          <a:p>
            <a:pPr lvl="2"/>
            <a:r>
              <a:rPr lang="en-GB" altLang="en-US" noProof="0"/>
              <a:t>Third level</a:t>
            </a:r>
          </a:p>
          <a:p>
            <a:pPr lvl="3"/>
            <a:r>
              <a:rPr lang="en-GB" altLang="en-US" noProof="0"/>
              <a:t>Fourth level</a:t>
            </a:r>
          </a:p>
          <a:p>
            <a:pPr lvl="4"/>
            <a:r>
              <a:rPr lang="en-GB" alt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000" i="1" smtClean="0">
                <a:latin typeface="Arial" charset="0"/>
              </a:defRPr>
            </a:lvl1pPr>
          </a:lstStyle>
          <a:p>
            <a:pPr>
              <a:defRPr/>
            </a:pPr>
            <a:endParaRPr lang="en-GB" altLang="en-US" dirty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i="1" smtClean="0">
                <a:latin typeface="Arial" charset="0"/>
              </a:defRPr>
            </a:lvl1pPr>
          </a:lstStyle>
          <a:p>
            <a:pPr>
              <a:defRPr/>
            </a:pPr>
            <a:fld id="{C5484AF1-1D12-4674-9EBF-8A2EF05D5570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7614936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2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32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Data Models</a:t>
            </a:r>
          </a:p>
          <a:p>
            <a:pPr lvl="1"/>
            <a:r>
              <a:rPr lang="en-US" altLang="en-US" dirty="0"/>
              <a:t>Models are a cornerstone of design. Engineers build a model of a car to work out any details before putting it into production. In the same manner, system designers develop models to explore ideas and improve the understanding of database design.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299E9FEE-D08E-ED49-A06F-DE912D356982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1721435D-9569-4473-BCFB-177E9516CF1D}" type="slidenum">
              <a:rPr lang="en-GB" altLang="en-US" sz="1000">
                <a:latin typeface="Arial" pitchFamily="34" charset="0"/>
              </a:rPr>
              <a:pPr/>
              <a:t>9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0BD1F7-DFC4-4128-8A52-3402924B5302}" type="slidenum">
              <a:rPr lang="en-IE" smtClean="0"/>
              <a:pPr/>
              <a:t>12</a:t>
            </a:fld>
            <a:endParaRPr lang="en-IE" dirty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0443" y="9430090"/>
            <a:ext cx="2945659" cy="496412"/>
          </a:xfrm>
          <a:prstGeom prst="rect">
            <a:avLst/>
          </a:prstGeom>
          <a:noFill/>
        </p:spPr>
        <p:txBody>
          <a:bodyPr lIns="92985" tIns="46493" rIns="92985" bIns="46493"/>
          <a:lstStyle/>
          <a:p>
            <a:fld id="{7755861C-D5A0-47FC-BCD8-6F7699C3D0D9}" type="slidenum">
              <a:rPr lang="en-IE" smtClean="0"/>
              <a:pPr/>
              <a:t>17</a:t>
            </a:fld>
            <a:endParaRPr lang="en-IE" dirty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8648390-B9F0-4747-A01E-2775A3CF679D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71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D487B569-6022-493C-A8B8-80987E73D75D}" type="slidenum">
              <a:rPr lang="en-GB" altLang="en-US" sz="1000">
                <a:latin typeface="Arial" pitchFamily="34" charset="0"/>
              </a:rPr>
              <a:pPr/>
              <a:t>23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71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>
                <a:latin typeface="Arial" pitchFamily="34" charset="0"/>
              </a:rPr>
              <a:t>Bold, underlined verb phrases define business relationships between two entities</a:t>
            </a:r>
          </a:p>
          <a:p>
            <a:endParaRPr lang="en-GB" altLang="en-US" dirty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0668-E3D9-50D9-EC5B-64F7AFE2C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BB2E74B-FB7E-532C-A44E-BEBEFDDC80A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2FDB98A-CD7E-35E0-5EAC-14CF0A8EC95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8F2E5EC-7979-3C44-A9AC-13E4C392AAEB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7D8E558E-290A-779A-9046-9FFA8C1AF5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4AC1926-85CF-476D-97CB-5FD74B3C2E34}" type="slidenum">
              <a:rPr lang="en-GB" altLang="en-US" sz="1000">
                <a:latin typeface="Arial" pitchFamily="34" charset="0"/>
              </a:rPr>
              <a:pPr/>
              <a:t>24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DD671995-18D7-2F17-860C-5F28E5000E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B1A675F8-2D6A-78A8-8E07-E8662C7C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>
                <a:latin typeface="Arial" pitchFamily="34" charset="0"/>
              </a:rPr>
              <a:t>Entities don’t exist in isolation. The things they represent interact with and impact one another to support business mission so we introduce the concept of a relationship</a:t>
            </a:r>
          </a:p>
          <a:p>
            <a:endParaRPr lang="en-GB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652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8F2E5EC-7979-3C44-A9AC-13E4C392AAEB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4AC1926-85CF-476D-97CB-5FD74B3C2E34}" type="slidenum">
              <a:rPr lang="en-GB" altLang="en-US" sz="1000">
                <a:latin typeface="Arial" pitchFamily="34" charset="0"/>
              </a:rPr>
              <a:pPr/>
              <a:t>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>
                <a:latin typeface="Arial" pitchFamily="34" charset="0"/>
              </a:rPr>
              <a:t>Entities don’t exist in isolation. The things they represent interact with and impact one another to support business mission so we introduce the concept of a relationship</a:t>
            </a:r>
          </a:p>
          <a:p>
            <a:endParaRPr lang="en-GB" altLang="en-US" dirty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C03AF-3D9E-0E32-4808-202061417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D9291675-4F11-4A1A-D66F-30A91A5889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2E91A4F-A984-A94B-1DDB-58B66531501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8F2E5EC-7979-3C44-A9AC-13E4C392AAEB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4963302A-194A-03EC-41B1-23EA13D46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4AC1926-85CF-476D-97CB-5FD74B3C2E34}" type="slidenum">
              <a:rPr lang="en-GB" altLang="en-US" sz="1000">
                <a:latin typeface="Arial" pitchFamily="34" charset="0"/>
              </a:rPr>
              <a:pPr/>
              <a:t>26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78324B96-4135-A335-5509-3D178ECCEC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ACB26CED-2BF1-7BBF-3DF6-E271C928B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>
                <a:latin typeface="Arial" pitchFamily="34" charset="0"/>
              </a:rPr>
              <a:t>Entities don’t exist in isolation. The things they represent interact with and impact one another to support business mission so we introduce the concept of a relationship</a:t>
            </a:r>
          </a:p>
          <a:p>
            <a:endParaRPr lang="en-GB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866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1527-7091-FB3B-19B0-FE83F598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4849015E-05E0-5E33-B9F1-31EF5621BE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FA4E09C-78CC-ECB3-24AE-DED8E86DC69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8F2E5EC-7979-3C44-A9AC-13E4C392AAEB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5F94D3CB-CF62-090A-F1E4-2AF45E305E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4AC1926-85CF-476D-97CB-5FD74B3C2E34}" type="slidenum">
              <a:rPr lang="en-GB" altLang="en-US" sz="1000">
                <a:latin typeface="Arial" pitchFamily="34" charset="0"/>
              </a:rPr>
              <a:pPr/>
              <a:t>27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8780084D-91D0-5F8D-A33C-70E46C7DD5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50C19B50-E1DD-83ED-A90E-8154C00C8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>
                <a:latin typeface="Arial" pitchFamily="34" charset="0"/>
              </a:rPr>
              <a:t>Entities don’t exist in isolation. The things they represent interact with and impact one another to support business mission so we introduce the concept of a relationship</a:t>
            </a:r>
          </a:p>
          <a:p>
            <a:endParaRPr lang="en-GB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975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4051-00D3-FAD1-6FB9-82DC02749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429B1AC-CC2F-6C6B-D680-2F2A928F04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41721D6-F5AD-9058-E555-75076F913E9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8F2E5EC-7979-3C44-A9AC-13E4C392AAEB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9EDA19A4-AFAA-B53E-8021-EC9FFD805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4AC1926-85CF-476D-97CB-5FD74B3C2E34}" type="slidenum">
              <a:rPr lang="en-GB" altLang="en-US" sz="1000">
                <a:latin typeface="Arial" pitchFamily="34" charset="0"/>
              </a:rPr>
              <a:pPr/>
              <a:t>28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9922F546-1F2C-879F-18FA-60AEB9DD4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B4442E8C-79A8-7B6E-E975-A8B6229CA8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>
                <a:latin typeface="Arial" pitchFamily="34" charset="0"/>
              </a:rPr>
              <a:t>Entities don’t exist in isolation. The things they represent interact with and impact one another to support business mission so we introduce the concept of a relationship</a:t>
            </a:r>
          </a:p>
          <a:p>
            <a:endParaRPr lang="en-GB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420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72EFC-F57D-5004-AD4B-EA210110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782C0AD-C843-7997-968E-BF73090A5E9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509E526-237C-D918-D14B-5B0CB3118E6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8F2E5EC-7979-3C44-A9AC-13E4C392AAEB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ED279B02-4440-656D-C9EC-EDEB13D7B4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4AC1926-85CF-476D-97CB-5FD74B3C2E34}" type="slidenum">
              <a:rPr lang="en-GB" altLang="en-US" sz="1000">
                <a:latin typeface="Arial" pitchFamily="34" charset="0"/>
              </a:rPr>
              <a:pPr/>
              <a:t>29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2148E72D-2156-9F1A-CC77-98CF711AE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90FD7F12-79BA-44DD-0DF0-851914971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>
                <a:latin typeface="Arial" pitchFamily="34" charset="0"/>
              </a:rPr>
              <a:t>Entities don’t exist in isolation. The things they represent interact with and impact one another to support business mission so we introduce the concept of a relationship</a:t>
            </a:r>
          </a:p>
          <a:p>
            <a:endParaRPr lang="en-GB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08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8A02B-DC0C-EEB7-D78D-7F28CAF79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45455C4-35ED-9F2E-4AEB-336927722D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D81108D-4D31-BB4C-5331-7995125CBE9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8F2E5EC-7979-3C44-A9AC-13E4C392AAEB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236AA8EA-0D01-F974-2A33-EEAAC65E5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4AC1926-85CF-476D-97CB-5FD74B3C2E34}" type="slidenum">
              <a:rPr lang="en-GB" altLang="en-US" sz="1000">
                <a:latin typeface="Arial" pitchFamily="34" charset="0"/>
              </a:rPr>
              <a:pPr/>
              <a:t>30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3612C9DE-FB1B-7252-41AE-4B0425A52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A0EC67AC-491B-1F4E-D41D-0D030E8BA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>
                <a:latin typeface="Arial" pitchFamily="34" charset="0"/>
              </a:rPr>
              <a:t>Entities don’t exist in isolation. The things they represent interact with and impact one another to support business mission so we introduce the concept of a relationship</a:t>
            </a:r>
          </a:p>
          <a:p>
            <a:endParaRPr lang="en-GB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732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BD8B6-D5BE-3B9F-4C6B-436730CA1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C1A8958-C955-F89A-566F-D1279D5A99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GB" altLang="en-US" sz="1000" dirty="0">
                <a:latin typeface="Arial" pitchFamily="34" charset="0"/>
              </a:rPr>
              <a:t>K268/1 BSc Information Technology - Information Systems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146E009-B6E4-A931-576C-32F818EB9BD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8F2E5EC-7979-3C44-A9AC-13E4C392AAEB}" type="datetime3">
              <a:rPr lang="en-US" altLang="en-US" sz="1000" smtClean="0">
                <a:latin typeface="Arial" pitchFamily="34" charset="0"/>
              </a:rPr>
              <a:t>3 September 2025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AFE70AE6-344E-F26D-618F-79E278DA24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4AC1926-85CF-476D-97CB-5FD74B3C2E34}" type="slidenum">
              <a:rPr lang="en-GB" altLang="en-US" sz="1000">
                <a:latin typeface="Arial" pitchFamily="34" charset="0"/>
              </a:rPr>
              <a:pPr/>
              <a:t>31</a:t>
            </a:fld>
            <a:endParaRPr lang="en-GB" altLang="en-US" sz="1000" dirty="0">
              <a:latin typeface="Arial" pitchFamily="34" charset="0"/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C4A11CBD-6B87-84BD-48D4-3D028D8406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06AA7EA3-FA44-824C-CE80-3BCDDB4AE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GB" altLang="en-US" dirty="0">
                <a:latin typeface="Arial" pitchFamily="34" charset="0"/>
              </a:rPr>
              <a:t>Entities don’t exist in isolation. The things they represent interact with and impact one another to support business mission so we introduce the concept of a relationship</a:t>
            </a:r>
          </a:p>
          <a:p>
            <a:endParaRPr lang="en-GB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0012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96B78D-1768-4831-8D14-51DEA843B724}" type="slidenum">
              <a:rPr lang="en-US" altLang="en-US"/>
              <a:pPr/>
              <a:t>35</a:t>
            </a:fld>
            <a:endParaRPr lang="en-US" altLang="en-US" dirty="0"/>
          </a:p>
        </p:txBody>
      </p:sp>
      <p:sp>
        <p:nvSpPr>
          <p:cNvPr id="1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Teaching Notes</a:t>
            </a:r>
          </a:p>
          <a:p>
            <a:r>
              <a:rPr lang="en-US" altLang="en-US" dirty="0"/>
              <a:t>These concepts are illustrated on the next slide.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ECC0-8B38-DEA1-046B-D55DB250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7953295-810E-3654-77E6-9DEEFCF72A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96B78D-1768-4831-8D14-51DEA843B724}" type="slidenum">
              <a:rPr lang="en-US" altLang="en-US"/>
              <a:pPr/>
              <a:t>36</a:t>
            </a:fld>
            <a:endParaRPr lang="en-US" altLang="en-US" dirty="0"/>
          </a:p>
        </p:txBody>
      </p:sp>
      <p:sp>
        <p:nvSpPr>
          <p:cNvPr id="175106" name="Rectangle 2">
            <a:extLst>
              <a:ext uri="{FF2B5EF4-FFF2-40B4-BE49-F238E27FC236}">
                <a16:creationId xmlns:a16="http://schemas.microsoft.com/office/drawing/2014/main" id="{6445F1BA-C5A5-1404-26BB-597838ED8F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BF95C0EB-41BB-C470-9965-D587DCC90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Teaching Notes</a:t>
            </a:r>
          </a:p>
          <a:p>
            <a:r>
              <a:rPr lang="en-US" altLang="en-US" dirty="0"/>
              <a:t>These concepts are illustrated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1475334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4" indent="0" algn="ctr">
              <a:buNone/>
              <a:defRPr sz="1500"/>
            </a:lvl2pPr>
            <a:lvl3pPr marL="685807" indent="0" algn="ctr">
              <a:buNone/>
              <a:defRPr sz="1350"/>
            </a:lvl3pPr>
            <a:lvl4pPr marL="1028711" indent="0" algn="ctr">
              <a:buNone/>
              <a:defRPr sz="1200"/>
            </a:lvl4pPr>
            <a:lvl5pPr marL="1371615" indent="0" algn="ctr">
              <a:buNone/>
              <a:defRPr sz="1200"/>
            </a:lvl5pPr>
            <a:lvl6pPr marL="1714519" indent="0" algn="ctr">
              <a:buNone/>
              <a:defRPr sz="1200"/>
            </a:lvl6pPr>
            <a:lvl7pPr marL="2057423" indent="0" algn="ctr">
              <a:buNone/>
              <a:defRPr sz="1200"/>
            </a:lvl7pPr>
            <a:lvl8pPr marL="2400326" indent="0" algn="ctr">
              <a:buNone/>
              <a:defRPr sz="1200"/>
            </a:lvl8pPr>
            <a:lvl9pPr marL="274323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21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561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3545" y="1825626"/>
            <a:ext cx="1563272" cy="208436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7400" y="2147888"/>
            <a:ext cx="6457950" cy="3795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8336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1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2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2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3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835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4816548"/>
            <a:ext cx="7886700" cy="1223851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65735" y="712789"/>
            <a:ext cx="5095875" cy="4103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9135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6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1825626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1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4" indent="0">
              <a:buNone/>
              <a:defRPr sz="1500" b="1"/>
            </a:lvl2pPr>
            <a:lvl3pPr marL="685807" indent="0">
              <a:buNone/>
              <a:defRPr sz="1350" b="1"/>
            </a:lvl3pPr>
            <a:lvl4pPr marL="1028711" indent="0">
              <a:buNone/>
              <a:defRPr sz="1200" b="1"/>
            </a:lvl4pPr>
            <a:lvl5pPr marL="1371615" indent="0">
              <a:buNone/>
              <a:defRPr sz="1200" b="1"/>
            </a:lvl5pPr>
            <a:lvl6pPr marL="1714519" indent="0">
              <a:buNone/>
              <a:defRPr sz="1200" b="1"/>
            </a:lvl6pPr>
            <a:lvl7pPr marL="2057423" indent="0">
              <a:buNone/>
              <a:defRPr sz="1200" b="1"/>
            </a:lvl7pPr>
            <a:lvl8pPr marL="2400326" indent="0">
              <a:buNone/>
              <a:defRPr sz="1200" b="1"/>
            </a:lvl8pPr>
            <a:lvl9pPr marL="274323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4" indent="0">
              <a:buNone/>
              <a:defRPr sz="1500" b="1"/>
            </a:lvl2pPr>
            <a:lvl3pPr marL="685807" indent="0">
              <a:buNone/>
              <a:defRPr sz="1350" b="1"/>
            </a:lvl3pPr>
            <a:lvl4pPr marL="1028711" indent="0">
              <a:buNone/>
              <a:defRPr sz="1200" b="1"/>
            </a:lvl4pPr>
            <a:lvl5pPr marL="1371615" indent="0">
              <a:buNone/>
              <a:defRPr sz="1200" b="1"/>
            </a:lvl5pPr>
            <a:lvl6pPr marL="1714519" indent="0">
              <a:buNone/>
              <a:defRPr sz="1200" b="1"/>
            </a:lvl6pPr>
            <a:lvl7pPr marL="2057423" indent="0">
              <a:buNone/>
              <a:defRPr sz="1200" b="1"/>
            </a:lvl7pPr>
            <a:lvl8pPr marL="2400326" indent="0">
              <a:buNone/>
              <a:defRPr sz="1200" b="1"/>
            </a:lvl8pPr>
            <a:lvl9pPr marL="274323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47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01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508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3464330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3907779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2227474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2858246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311895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2497728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39714448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2714654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1791631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4049941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0" y="0"/>
            <a:ext cx="295603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24546587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3" y="0"/>
            <a:ext cx="287019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</p:spTree>
    <p:extLst>
      <p:ext uri="{BB962C8B-B14F-4D97-AF65-F5344CB8AC3E}">
        <p14:creationId xmlns:p14="http://schemas.microsoft.com/office/powerpoint/2010/main" val="6840678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9438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0"/>
            </a:lvl2pPr>
            <a:lvl3pPr marL="685807" indent="0">
              <a:buNone/>
              <a:defRPr sz="900"/>
            </a:lvl3pPr>
            <a:lvl4pPr marL="1028711" indent="0">
              <a:buNone/>
              <a:defRPr sz="750"/>
            </a:lvl4pPr>
            <a:lvl5pPr marL="1371615" indent="0">
              <a:buNone/>
              <a:defRPr sz="750"/>
            </a:lvl5pPr>
            <a:lvl6pPr marL="1714519" indent="0">
              <a:buNone/>
              <a:defRPr sz="750"/>
            </a:lvl6pPr>
            <a:lvl7pPr marL="2057423" indent="0">
              <a:buNone/>
              <a:defRPr sz="750"/>
            </a:lvl7pPr>
            <a:lvl8pPr marL="2400326" indent="0">
              <a:buNone/>
              <a:defRPr sz="750"/>
            </a:lvl8pPr>
            <a:lvl9pPr marL="274323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2902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4" indent="0">
              <a:buNone/>
              <a:defRPr sz="2100"/>
            </a:lvl2pPr>
            <a:lvl3pPr marL="685807" indent="0">
              <a:buNone/>
              <a:defRPr sz="1800"/>
            </a:lvl3pPr>
            <a:lvl4pPr marL="1028711" indent="0">
              <a:buNone/>
              <a:defRPr sz="1500"/>
            </a:lvl4pPr>
            <a:lvl5pPr marL="1371615" indent="0">
              <a:buNone/>
              <a:defRPr sz="1500"/>
            </a:lvl5pPr>
            <a:lvl6pPr marL="1714519" indent="0">
              <a:buNone/>
              <a:defRPr sz="1500"/>
            </a:lvl6pPr>
            <a:lvl7pPr marL="2057423" indent="0">
              <a:buNone/>
              <a:defRPr sz="1500"/>
            </a:lvl7pPr>
            <a:lvl8pPr marL="2400326" indent="0">
              <a:buNone/>
              <a:defRPr sz="1500"/>
            </a:lvl8pPr>
            <a:lvl9pPr marL="2743230" indent="0">
              <a:buNone/>
              <a:defRPr sz="15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4" indent="0">
              <a:buNone/>
              <a:defRPr sz="1050"/>
            </a:lvl2pPr>
            <a:lvl3pPr marL="685807" indent="0">
              <a:buNone/>
              <a:defRPr sz="900"/>
            </a:lvl3pPr>
            <a:lvl4pPr marL="1028711" indent="0">
              <a:buNone/>
              <a:defRPr sz="750"/>
            </a:lvl4pPr>
            <a:lvl5pPr marL="1371615" indent="0">
              <a:buNone/>
              <a:defRPr sz="750"/>
            </a:lvl5pPr>
            <a:lvl6pPr marL="1714519" indent="0">
              <a:buNone/>
              <a:defRPr sz="750"/>
            </a:lvl6pPr>
            <a:lvl7pPr marL="2057423" indent="0">
              <a:buNone/>
              <a:defRPr sz="750"/>
            </a:lvl7pPr>
            <a:lvl8pPr marL="2400326" indent="0">
              <a:buNone/>
              <a:defRPr sz="750"/>
            </a:lvl8pPr>
            <a:lvl9pPr marL="274323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730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681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311900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2052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0882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3936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7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6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882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1" y="6388249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1" y="63882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447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692" r:id="rId28"/>
  </p:sldLayoutIdLst>
  <p:hf sldNum="0" hdr="0" ftr="0" dt="0"/>
  <p:txStyles>
    <p:titleStyle>
      <a:lvl1pPr algn="l" defTabSz="685807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171452" indent="-171452" algn="l" defTabSz="685807" rtl="0" eaLnBrk="1" latinLnBrk="0" hangingPunct="1">
        <a:lnSpc>
          <a:spcPct val="15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5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9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3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67" indent="-171452" algn="l" defTabSz="685807" rtl="0" eaLnBrk="1" latinLnBrk="0" hangingPunct="1">
        <a:lnSpc>
          <a:spcPct val="15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71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75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78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82" indent="-171452" algn="l" defTabSz="68580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4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7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1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15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19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23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26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30" algn="l" defTabSz="68580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90" y="1800022"/>
            <a:ext cx="7886700" cy="2031406"/>
          </a:xfrm>
        </p:spPr>
        <p:txBody>
          <a:bodyPr vert="horz" wrap="square" lIns="78191" tIns="39095" rIns="78191" bIns="39095" numCol="1" rtlCol="0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IE" sz="3762" b="1" dirty="0">
                <a:solidFill>
                  <a:srgbClr val="002060"/>
                </a:solidFill>
                <a:latin typeface="Helvetica" pitchFamily="2" charset="0"/>
              </a:rPr>
              <a:t>Data modelling – Part 1</a:t>
            </a:r>
            <a:br>
              <a:rPr lang="en-IE" sz="3762" b="1" dirty="0">
                <a:solidFill>
                  <a:srgbClr val="002060"/>
                </a:solidFill>
                <a:latin typeface="Helvetica" pitchFamily="2" charset="0"/>
              </a:rPr>
            </a:br>
            <a:br>
              <a:rPr lang="en-IE" sz="3420" b="1" dirty="0">
                <a:solidFill>
                  <a:srgbClr val="002060"/>
                </a:solidFill>
                <a:latin typeface="Helvetica" pitchFamily="2" charset="0"/>
              </a:rPr>
            </a:br>
            <a:r>
              <a:rPr lang="en-IE" sz="3078" b="1" dirty="0">
                <a:solidFill>
                  <a:srgbClr val="002060"/>
                </a:solidFill>
                <a:latin typeface="Helvetica" pitchFamily="2" charset="0"/>
              </a:rPr>
              <a:t>Dr Mariana Rocha</a:t>
            </a:r>
            <a:br>
              <a:rPr lang="en-IE" sz="3078" b="1" dirty="0">
                <a:solidFill>
                  <a:srgbClr val="002060"/>
                </a:solidFill>
                <a:latin typeface="Helvetica" pitchFamily="2" charset="0"/>
              </a:rPr>
            </a:br>
            <a:r>
              <a:rPr lang="en-IE" sz="3078" b="1" dirty="0">
                <a:solidFill>
                  <a:srgbClr val="002060"/>
                </a:solidFill>
                <a:latin typeface="Helvetica" pitchFamily="2" charset="0"/>
              </a:rPr>
              <a:t>School of Computer Science</a:t>
            </a:r>
            <a:endParaRPr lang="en-IE" sz="3420" b="1" dirty="0">
              <a:solidFill>
                <a:srgbClr val="002060"/>
              </a:solidFill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628650" y="5253456"/>
            <a:ext cx="4732880" cy="421035"/>
          </a:xfrm>
          <a:prstGeom prst="rect">
            <a:avLst/>
          </a:prstGeom>
          <a:noFill/>
        </p:spPr>
        <p:txBody>
          <a:bodyPr wrap="none" lIns="78191" tIns="39095" rIns="78191" bIns="39095" rtlCol="0" anchor="t">
            <a:spAutoFit/>
          </a:bodyPr>
          <a:lstStyle/>
          <a:p>
            <a:r>
              <a:rPr lang="en-US" sz="2223" dirty="0">
                <a:latin typeface="Helvetica" pitchFamily="2" charset="0"/>
                <a:cs typeface="Open sans"/>
              </a:rPr>
              <a:t>CMPU 2007 Databases 1, Lecture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Models - Purpose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The objective of data modelling is to produce a model that:</a:t>
            </a:r>
          </a:p>
          <a:p>
            <a:pPr lvl="1"/>
            <a:r>
              <a:rPr lang="en-US" altLang="en-US" sz="2400" dirty="0"/>
              <a:t>can be understood by an end user, </a:t>
            </a:r>
          </a:p>
          <a:p>
            <a:pPr lvl="1"/>
            <a:r>
              <a:rPr lang="en-US" altLang="en-US" sz="2400" dirty="0"/>
              <a:t>contains sufficient detail for a developer to build a physical database.</a:t>
            </a:r>
          </a:p>
          <a:p>
            <a:pPr lvl="1"/>
            <a:endParaRPr lang="en-US" altLang="en-US" sz="2400" dirty="0"/>
          </a:p>
          <a:p>
            <a:endParaRPr lang="en-IE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A8AF56-2322-E8C5-3F1A-4CD74F86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4481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70" name="Rectangle 7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Data Models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717167-5138-029D-7676-4F5B093EB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D4B94-C6FB-4103-8348-86B39EDF9166}" type="slidenum">
              <a:rPr lang="en-GB" altLang="en-US" smtClean="0"/>
              <a:pPr>
                <a:defRPr/>
              </a:pPr>
              <a:t>3</a:t>
            </a:fld>
            <a:endParaRPr lang="en-GB" altLang="en-US" dirty="0"/>
          </a:p>
        </p:txBody>
      </p:sp>
      <p:grpSp>
        <p:nvGrpSpPr>
          <p:cNvPr id="392282" name="Group 90"/>
          <p:cNvGrpSpPr>
            <a:grpSpLocks/>
          </p:cNvGrpSpPr>
          <p:nvPr/>
        </p:nvGrpSpPr>
        <p:grpSpPr bwMode="auto">
          <a:xfrm>
            <a:off x="643660" y="1690689"/>
            <a:ext cx="7503474" cy="4442584"/>
            <a:chOff x="112" y="956"/>
            <a:chExt cx="5246" cy="3106"/>
          </a:xfrm>
        </p:grpSpPr>
        <p:sp>
          <p:nvSpPr>
            <p:cNvPr id="392277" name="Freeform 85"/>
            <p:cNvSpPr>
              <a:spLocks/>
            </p:cNvSpPr>
            <p:nvPr/>
          </p:nvSpPr>
          <p:spPr bwMode="auto">
            <a:xfrm>
              <a:off x="912" y="1200"/>
              <a:ext cx="768" cy="336"/>
            </a:xfrm>
            <a:custGeom>
              <a:avLst/>
              <a:gdLst>
                <a:gd name="T0" fmla="*/ 0 w 768"/>
                <a:gd name="T1" fmla="*/ 0 h 336"/>
                <a:gd name="T2" fmla="*/ 768 w 768"/>
                <a:gd name="T3" fmla="*/ 0 h 336"/>
                <a:gd name="T4" fmla="*/ 768 w 768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336">
                  <a:moveTo>
                    <a:pt x="0" y="0"/>
                  </a:moveTo>
                  <a:lnTo>
                    <a:pt x="768" y="0"/>
                  </a:lnTo>
                  <a:lnTo>
                    <a:pt x="768" y="33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 dirty="0"/>
            </a:p>
          </p:txBody>
        </p:sp>
        <p:sp>
          <p:nvSpPr>
            <p:cNvPr id="392278" name="Freeform 86"/>
            <p:cNvSpPr>
              <a:spLocks/>
            </p:cNvSpPr>
            <p:nvPr/>
          </p:nvSpPr>
          <p:spPr bwMode="auto">
            <a:xfrm>
              <a:off x="2496" y="1737"/>
              <a:ext cx="768" cy="288"/>
            </a:xfrm>
            <a:custGeom>
              <a:avLst/>
              <a:gdLst>
                <a:gd name="T0" fmla="*/ 0 w 768"/>
                <a:gd name="T1" fmla="*/ 0 h 336"/>
                <a:gd name="T2" fmla="*/ 768 w 768"/>
                <a:gd name="T3" fmla="*/ 0 h 336"/>
                <a:gd name="T4" fmla="*/ 768 w 768"/>
                <a:gd name="T5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68" h="336">
                  <a:moveTo>
                    <a:pt x="0" y="0"/>
                  </a:moveTo>
                  <a:lnTo>
                    <a:pt x="768" y="0"/>
                  </a:lnTo>
                  <a:lnTo>
                    <a:pt x="768" y="33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 dirty="0"/>
            </a:p>
          </p:txBody>
        </p:sp>
        <p:sp>
          <p:nvSpPr>
            <p:cNvPr id="392198" name="Rectangle 6"/>
            <p:cNvSpPr>
              <a:spLocks noChangeArrowheads="1"/>
            </p:cNvSpPr>
            <p:nvPr/>
          </p:nvSpPr>
          <p:spPr bwMode="auto">
            <a:xfrm>
              <a:off x="112" y="1833"/>
              <a:ext cx="1448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/>
                <a:t>Model of</a:t>
              </a:r>
              <a:br>
                <a:rPr lang="en-US" altLang="en-US" sz="2000" dirty="0"/>
              </a:br>
              <a:r>
                <a:rPr lang="en-US" altLang="en-US" sz="2000" dirty="0"/>
                <a:t>system</a:t>
              </a:r>
              <a:br>
                <a:rPr lang="en-US" altLang="en-US" sz="2000" dirty="0"/>
              </a:br>
              <a:r>
                <a:rPr lang="en-US" altLang="en-US" sz="2000" dirty="0"/>
                <a:t>in client’s</a:t>
              </a:r>
              <a:br>
                <a:rPr lang="en-US" altLang="en-US" sz="2000" dirty="0"/>
              </a:br>
              <a:r>
                <a:rPr lang="en-US" altLang="en-US" sz="2000" dirty="0"/>
                <a:t>mind</a:t>
              </a:r>
            </a:p>
          </p:txBody>
        </p:sp>
        <p:sp>
          <p:nvSpPr>
            <p:cNvPr id="392200" name="Line 8"/>
            <p:cNvSpPr>
              <a:spLocks noChangeShapeType="1"/>
            </p:cNvSpPr>
            <p:nvPr/>
          </p:nvSpPr>
          <p:spPr bwMode="auto">
            <a:xfrm>
              <a:off x="1991" y="1724"/>
              <a:ext cx="4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 dirty="0"/>
            </a:p>
          </p:txBody>
        </p:sp>
        <p:sp>
          <p:nvSpPr>
            <p:cNvPr id="392201" name="Freeform 9"/>
            <p:cNvSpPr>
              <a:spLocks/>
            </p:cNvSpPr>
            <p:nvPr/>
          </p:nvSpPr>
          <p:spPr bwMode="auto">
            <a:xfrm>
              <a:off x="2011" y="1607"/>
              <a:ext cx="146" cy="260"/>
            </a:xfrm>
            <a:custGeom>
              <a:avLst/>
              <a:gdLst>
                <a:gd name="T0" fmla="*/ 32 w 146"/>
                <a:gd name="T1" fmla="*/ 0 h 260"/>
                <a:gd name="T2" fmla="*/ 145 w 146"/>
                <a:gd name="T3" fmla="*/ 113 h 260"/>
                <a:gd name="T4" fmla="*/ 0 w 146"/>
                <a:gd name="T5" fmla="*/ 25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6" h="260">
                  <a:moveTo>
                    <a:pt x="32" y="0"/>
                  </a:moveTo>
                  <a:lnTo>
                    <a:pt x="145" y="113"/>
                  </a:lnTo>
                  <a:lnTo>
                    <a:pt x="0" y="259"/>
                  </a:lnTo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 dirty="0"/>
            </a:p>
          </p:txBody>
        </p:sp>
        <p:sp>
          <p:nvSpPr>
            <p:cNvPr id="392202" name="AutoShape 10"/>
            <p:cNvSpPr>
              <a:spLocks noChangeArrowheads="1"/>
            </p:cNvSpPr>
            <p:nvPr/>
          </p:nvSpPr>
          <p:spPr bwMode="blackWhite">
            <a:xfrm>
              <a:off x="1469" y="1549"/>
              <a:ext cx="571" cy="343"/>
            </a:xfrm>
            <a:prstGeom prst="roundRect">
              <a:avLst>
                <a:gd name="adj" fmla="val 12449"/>
              </a:avLst>
            </a:prstGeom>
            <a:solidFill>
              <a:srgbClr val="3399FF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endParaRPr lang="en-US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endParaRPr lang="en-US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92203" name="AutoShape 11"/>
            <p:cNvSpPr>
              <a:spLocks noChangeArrowheads="1"/>
            </p:cNvSpPr>
            <p:nvPr/>
          </p:nvSpPr>
          <p:spPr bwMode="blackWhite">
            <a:xfrm>
              <a:off x="2250" y="1549"/>
              <a:ext cx="342" cy="343"/>
            </a:xfrm>
            <a:prstGeom prst="roundRect">
              <a:avLst>
                <a:gd name="adj" fmla="val 12449"/>
              </a:avLst>
            </a:prstGeom>
            <a:solidFill>
              <a:srgbClr val="3399FF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endParaRPr lang="en-US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endParaRPr lang="en-US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92204" name="Rectangle 12"/>
            <p:cNvSpPr>
              <a:spLocks noChangeArrowheads="1"/>
            </p:cNvSpPr>
            <p:nvPr/>
          </p:nvSpPr>
          <p:spPr bwMode="auto">
            <a:xfrm>
              <a:off x="1469" y="2056"/>
              <a:ext cx="132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/>
                <a:t>Logical Model</a:t>
              </a:r>
            </a:p>
          </p:txBody>
        </p:sp>
        <p:sp>
          <p:nvSpPr>
            <p:cNvPr id="392206" name="Rectangle 14"/>
            <p:cNvSpPr>
              <a:spLocks noChangeArrowheads="1"/>
            </p:cNvSpPr>
            <p:nvPr/>
          </p:nvSpPr>
          <p:spPr bwMode="auto">
            <a:xfrm>
              <a:off x="4274" y="3616"/>
              <a:ext cx="1084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ctr"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/>
                <a:t>Tables on disk</a:t>
              </a:r>
            </a:p>
          </p:txBody>
        </p:sp>
        <p:sp>
          <p:nvSpPr>
            <p:cNvPr id="392208" name="Line 16"/>
            <p:cNvSpPr>
              <a:spLocks noChangeShapeType="1"/>
            </p:cNvSpPr>
            <p:nvPr/>
          </p:nvSpPr>
          <p:spPr bwMode="auto">
            <a:xfrm>
              <a:off x="3497" y="2214"/>
              <a:ext cx="41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 dirty="0"/>
            </a:p>
          </p:txBody>
        </p:sp>
        <p:sp>
          <p:nvSpPr>
            <p:cNvPr id="392209" name="Freeform 17"/>
            <p:cNvSpPr>
              <a:spLocks/>
            </p:cNvSpPr>
            <p:nvPr/>
          </p:nvSpPr>
          <p:spPr bwMode="auto">
            <a:xfrm>
              <a:off x="3517" y="2098"/>
              <a:ext cx="145" cy="257"/>
            </a:xfrm>
            <a:custGeom>
              <a:avLst/>
              <a:gdLst>
                <a:gd name="T0" fmla="*/ 32 w 145"/>
                <a:gd name="T1" fmla="*/ 0 h 257"/>
                <a:gd name="T2" fmla="*/ 144 w 145"/>
                <a:gd name="T3" fmla="*/ 112 h 257"/>
                <a:gd name="T4" fmla="*/ 0 w 145"/>
                <a:gd name="T5" fmla="*/ 256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257">
                  <a:moveTo>
                    <a:pt x="32" y="0"/>
                  </a:moveTo>
                  <a:lnTo>
                    <a:pt x="144" y="112"/>
                  </a:lnTo>
                  <a:lnTo>
                    <a:pt x="0" y="256"/>
                  </a:lnTo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 dirty="0"/>
            </a:p>
          </p:txBody>
        </p:sp>
        <p:sp>
          <p:nvSpPr>
            <p:cNvPr id="392210" name="AutoShape 18"/>
            <p:cNvSpPr>
              <a:spLocks noChangeArrowheads="1"/>
            </p:cNvSpPr>
            <p:nvPr/>
          </p:nvSpPr>
          <p:spPr bwMode="blackWhite">
            <a:xfrm>
              <a:off x="2981" y="2041"/>
              <a:ext cx="565" cy="339"/>
            </a:xfrm>
            <a:prstGeom prst="roundRect">
              <a:avLst>
                <a:gd name="adj" fmla="val 0"/>
              </a:avLst>
            </a:prstGeom>
            <a:solidFill>
              <a:srgbClr val="99CC99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endParaRPr lang="en-US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endParaRPr lang="en-US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92211" name="AutoShape 19"/>
            <p:cNvSpPr>
              <a:spLocks noChangeArrowheads="1"/>
            </p:cNvSpPr>
            <p:nvPr/>
          </p:nvSpPr>
          <p:spPr bwMode="blackWhite">
            <a:xfrm>
              <a:off x="3753" y="2041"/>
              <a:ext cx="338" cy="339"/>
            </a:xfrm>
            <a:prstGeom prst="roundRect">
              <a:avLst>
                <a:gd name="adj" fmla="val 0"/>
              </a:avLst>
            </a:prstGeom>
            <a:solidFill>
              <a:srgbClr val="99CC99"/>
            </a:solidFill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endParaRPr lang="en-US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algn="l" eaLnBrk="0" hangingPunct="0">
                <a:spcBef>
                  <a:spcPct val="0"/>
                </a:spcBef>
                <a:buClrTx/>
                <a:buFontTx/>
                <a:buNone/>
              </a:pPr>
              <a:endParaRPr lang="en-US" altLang="en-US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92213" name="Rectangle 21"/>
            <p:cNvSpPr>
              <a:spLocks noChangeArrowheads="1"/>
            </p:cNvSpPr>
            <p:nvPr/>
          </p:nvSpPr>
          <p:spPr bwMode="ltGray">
            <a:xfrm>
              <a:off x="4324" y="2845"/>
              <a:ext cx="800" cy="496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 dirty="0"/>
            </a:p>
          </p:txBody>
        </p:sp>
        <p:sp>
          <p:nvSpPr>
            <p:cNvPr id="392214" name="Oval 22"/>
            <p:cNvSpPr>
              <a:spLocks noChangeArrowheads="1"/>
            </p:cNvSpPr>
            <p:nvPr/>
          </p:nvSpPr>
          <p:spPr bwMode="ltGray">
            <a:xfrm>
              <a:off x="4324" y="2677"/>
              <a:ext cx="800" cy="31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 dirty="0"/>
            </a:p>
          </p:txBody>
        </p:sp>
        <p:sp>
          <p:nvSpPr>
            <p:cNvPr id="392215" name="Oval 23"/>
            <p:cNvSpPr>
              <a:spLocks noChangeArrowheads="1"/>
            </p:cNvSpPr>
            <p:nvPr/>
          </p:nvSpPr>
          <p:spPr bwMode="ltGray">
            <a:xfrm>
              <a:off x="4324" y="3186"/>
              <a:ext cx="800" cy="318"/>
            </a:xfrm>
            <a:prstGeom prst="ellipse">
              <a:avLst/>
            </a:pr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 dirty="0"/>
            </a:p>
          </p:txBody>
        </p:sp>
        <p:sp>
          <p:nvSpPr>
            <p:cNvPr id="392216" name="Rectangle 24"/>
            <p:cNvSpPr>
              <a:spLocks noChangeArrowheads="1"/>
            </p:cNvSpPr>
            <p:nvPr/>
          </p:nvSpPr>
          <p:spPr bwMode="auto">
            <a:xfrm>
              <a:off x="4377" y="2278"/>
              <a:ext cx="873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/>
                <a:t>Database</a:t>
              </a:r>
            </a:p>
            <a:p>
              <a:pPr algn="ctr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/>
                <a:t>server</a:t>
              </a:r>
            </a:p>
          </p:txBody>
        </p:sp>
        <p:grpSp>
          <p:nvGrpSpPr>
            <p:cNvPr id="392217" name="Group 25"/>
            <p:cNvGrpSpPr>
              <a:grpSpLocks/>
            </p:cNvGrpSpPr>
            <p:nvPr/>
          </p:nvGrpSpPr>
          <p:grpSpPr bwMode="auto">
            <a:xfrm>
              <a:off x="4414" y="3062"/>
              <a:ext cx="575" cy="347"/>
              <a:chOff x="4720" y="3062"/>
              <a:chExt cx="575" cy="347"/>
            </a:xfrm>
          </p:grpSpPr>
          <p:sp>
            <p:nvSpPr>
              <p:cNvPr id="392218" name="Rectangle 26"/>
              <p:cNvSpPr>
                <a:spLocks noChangeArrowheads="1"/>
              </p:cNvSpPr>
              <p:nvPr/>
            </p:nvSpPr>
            <p:spPr bwMode="blackWhite">
              <a:xfrm>
                <a:off x="4720" y="3062"/>
                <a:ext cx="162" cy="88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E" dirty="0"/>
              </a:p>
            </p:txBody>
          </p:sp>
          <p:sp>
            <p:nvSpPr>
              <p:cNvPr id="392219" name="Rectangle 27"/>
              <p:cNvSpPr>
                <a:spLocks noChangeArrowheads="1"/>
              </p:cNvSpPr>
              <p:nvPr/>
            </p:nvSpPr>
            <p:spPr bwMode="blackWhite">
              <a:xfrm>
                <a:off x="4927" y="3062"/>
                <a:ext cx="162" cy="88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E" dirty="0"/>
              </a:p>
            </p:txBody>
          </p:sp>
          <p:sp>
            <p:nvSpPr>
              <p:cNvPr id="392220" name="Rectangle 28"/>
              <p:cNvSpPr>
                <a:spLocks noChangeArrowheads="1"/>
              </p:cNvSpPr>
              <p:nvPr/>
            </p:nvSpPr>
            <p:spPr bwMode="blackWhite">
              <a:xfrm>
                <a:off x="5133" y="3062"/>
                <a:ext cx="162" cy="88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E" dirty="0"/>
              </a:p>
            </p:txBody>
          </p:sp>
          <p:sp>
            <p:nvSpPr>
              <p:cNvPr id="392221" name="Rectangle 29"/>
              <p:cNvSpPr>
                <a:spLocks noChangeArrowheads="1"/>
              </p:cNvSpPr>
              <p:nvPr/>
            </p:nvSpPr>
            <p:spPr bwMode="blackWhite">
              <a:xfrm>
                <a:off x="4721" y="3193"/>
                <a:ext cx="162" cy="88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E" dirty="0"/>
              </a:p>
            </p:txBody>
          </p:sp>
          <p:sp>
            <p:nvSpPr>
              <p:cNvPr id="392222" name="Rectangle 30"/>
              <p:cNvSpPr>
                <a:spLocks noChangeArrowheads="1"/>
              </p:cNvSpPr>
              <p:nvPr/>
            </p:nvSpPr>
            <p:spPr bwMode="blackWhite">
              <a:xfrm>
                <a:off x="4928" y="3193"/>
                <a:ext cx="162" cy="88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E" dirty="0"/>
              </a:p>
            </p:txBody>
          </p:sp>
          <p:sp>
            <p:nvSpPr>
              <p:cNvPr id="392223" name="Rectangle 31"/>
              <p:cNvSpPr>
                <a:spLocks noChangeArrowheads="1"/>
              </p:cNvSpPr>
              <p:nvPr/>
            </p:nvSpPr>
            <p:spPr bwMode="blackWhite">
              <a:xfrm>
                <a:off x="5134" y="3193"/>
                <a:ext cx="161" cy="88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E" dirty="0"/>
              </a:p>
            </p:txBody>
          </p:sp>
          <p:sp>
            <p:nvSpPr>
              <p:cNvPr id="392224" name="Rectangle 32"/>
              <p:cNvSpPr>
                <a:spLocks noChangeArrowheads="1"/>
              </p:cNvSpPr>
              <p:nvPr/>
            </p:nvSpPr>
            <p:spPr bwMode="blackWhite">
              <a:xfrm>
                <a:off x="4721" y="3321"/>
                <a:ext cx="162" cy="88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E" dirty="0"/>
              </a:p>
            </p:txBody>
          </p:sp>
          <p:sp>
            <p:nvSpPr>
              <p:cNvPr id="392225" name="Rectangle 33"/>
              <p:cNvSpPr>
                <a:spLocks noChangeArrowheads="1"/>
              </p:cNvSpPr>
              <p:nvPr/>
            </p:nvSpPr>
            <p:spPr bwMode="blackWhite">
              <a:xfrm>
                <a:off x="4928" y="3321"/>
                <a:ext cx="162" cy="88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E" dirty="0"/>
              </a:p>
            </p:txBody>
          </p:sp>
          <p:sp>
            <p:nvSpPr>
              <p:cNvPr id="392226" name="Rectangle 34"/>
              <p:cNvSpPr>
                <a:spLocks noChangeArrowheads="1"/>
              </p:cNvSpPr>
              <p:nvPr/>
            </p:nvSpPr>
            <p:spPr bwMode="blackWhite">
              <a:xfrm>
                <a:off x="5134" y="3321"/>
                <a:ext cx="161" cy="88"/>
              </a:xfrm>
              <a:prstGeom prst="rect">
                <a:avLst/>
              </a:prstGeom>
              <a:solidFill>
                <a:srgbClr val="FFCC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E" dirty="0"/>
              </a:p>
            </p:txBody>
          </p:sp>
        </p:grpSp>
        <p:grpSp>
          <p:nvGrpSpPr>
            <p:cNvPr id="392227" name="Group 35"/>
            <p:cNvGrpSpPr>
              <a:grpSpLocks/>
            </p:cNvGrpSpPr>
            <p:nvPr/>
          </p:nvGrpSpPr>
          <p:grpSpPr bwMode="auto">
            <a:xfrm>
              <a:off x="2979" y="2127"/>
              <a:ext cx="570" cy="171"/>
              <a:chOff x="3075" y="2127"/>
              <a:chExt cx="570" cy="171"/>
            </a:xfrm>
          </p:grpSpPr>
          <p:sp>
            <p:nvSpPr>
              <p:cNvPr id="392228" name="Line 36"/>
              <p:cNvSpPr>
                <a:spLocks noChangeShapeType="1"/>
              </p:cNvSpPr>
              <p:nvPr/>
            </p:nvSpPr>
            <p:spPr bwMode="auto">
              <a:xfrm>
                <a:off x="3075" y="2127"/>
                <a:ext cx="57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29" name="Line 37"/>
              <p:cNvSpPr>
                <a:spLocks noChangeShapeType="1"/>
              </p:cNvSpPr>
              <p:nvPr/>
            </p:nvSpPr>
            <p:spPr bwMode="auto">
              <a:xfrm>
                <a:off x="3075" y="2217"/>
                <a:ext cx="57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30" name="Line 38"/>
              <p:cNvSpPr>
                <a:spLocks noChangeShapeType="1"/>
              </p:cNvSpPr>
              <p:nvPr/>
            </p:nvSpPr>
            <p:spPr bwMode="auto">
              <a:xfrm>
                <a:off x="3075" y="2298"/>
                <a:ext cx="57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</p:grpSp>
        <p:grpSp>
          <p:nvGrpSpPr>
            <p:cNvPr id="392231" name="Group 39"/>
            <p:cNvGrpSpPr>
              <a:grpSpLocks/>
            </p:cNvGrpSpPr>
            <p:nvPr/>
          </p:nvGrpSpPr>
          <p:grpSpPr bwMode="auto">
            <a:xfrm>
              <a:off x="3759" y="2127"/>
              <a:ext cx="336" cy="171"/>
              <a:chOff x="3855" y="2127"/>
              <a:chExt cx="336" cy="171"/>
            </a:xfrm>
          </p:grpSpPr>
          <p:sp>
            <p:nvSpPr>
              <p:cNvPr id="392232" name="Line 40"/>
              <p:cNvSpPr>
                <a:spLocks noChangeShapeType="1"/>
              </p:cNvSpPr>
              <p:nvPr/>
            </p:nvSpPr>
            <p:spPr bwMode="auto">
              <a:xfrm>
                <a:off x="3855" y="2127"/>
                <a:ext cx="33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33" name="Line 41"/>
              <p:cNvSpPr>
                <a:spLocks noChangeShapeType="1"/>
              </p:cNvSpPr>
              <p:nvPr/>
            </p:nvSpPr>
            <p:spPr bwMode="auto">
              <a:xfrm>
                <a:off x="3855" y="2217"/>
                <a:ext cx="33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34" name="Line 42"/>
              <p:cNvSpPr>
                <a:spLocks noChangeShapeType="1"/>
              </p:cNvSpPr>
              <p:nvPr/>
            </p:nvSpPr>
            <p:spPr bwMode="auto">
              <a:xfrm>
                <a:off x="3855" y="2298"/>
                <a:ext cx="336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</p:grpSp>
        <p:grpSp>
          <p:nvGrpSpPr>
            <p:cNvPr id="392235" name="Group 43"/>
            <p:cNvGrpSpPr>
              <a:grpSpLocks/>
            </p:cNvGrpSpPr>
            <p:nvPr/>
          </p:nvGrpSpPr>
          <p:grpSpPr bwMode="auto">
            <a:xfrm>
              <a:off x="3841" y="2039"/>
              <a:ext cx="171" cy="336"/>
              <a:chOff x="3937" y="2039"/>
              <a:chExt cx="171" cy="336"/>
            </a:xfrm>
          </p:grpSpPr>
          <p:sp>
            <p:nvSpPr>
              <p:cNvPr id="392236" name="Line 44"/>
              <p:cNvSpPr>
                <a:spLocks noChangeShapeType="1"/>
              </p:cNvSpPr>
              <p:nvPr/>
            </p:nvSpPr>
            <p:spPr bwMode="auto">
              <a:xfrm>
                <a:off x="4108" y="2039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37" name="Line 45"/>
              <p:cNvSpPr>
                <a:spLocks noChangeShapeType="1"/>
              </p:cNvSpPr>
              <p:nvPr/>
            </p:nvSpPr>
            <p:spPr bwMode="auto">
              <a:xfrm>
                <a:off x="4018" y="2039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38" name="Line 46"/>
              <p:cNvSpPr>
                <a:spLocks noChangeShapeType="1"/>
              </p:cNvSpPr>
              <p:nvPr/>
            </p:nvSpPr>
            <p:spPr bwMode="auto">
              <a:xfrm>
                <a:off x="3937" y="2039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</p:grpSp>
        <p:grpSp>
          <p:nvGrpSpPr>
            <p:cNvPr id="392239" name="Group 47"/>
            <p:cNvGrpSpPr>
              <a:grpSpLocks/>
            </p:cNvGrpSpPr>
            <p:nvPr/>
          </p:nvGrpSpPr>
          <p:grpSpPr bwMode="auto">
            <a:xfrm>
              <a:off x="3061" y="2039"/>
              <a:ext cx="171" cy="336"/>
              <a:chOff x="3157" y="2039"/>
              <a:chExt cx="171" cy="336"/>
            </a:xfrm>
          </p:grpSpPr>
          <p:sp>
            <p:nvSpPr>
              <p:cNvPr id="392240" name="Line 48"/>
              <p:cNvSpPr>
                <a:spLocks noChangeShapeType="1"/>
              </p:cNvSpPr>
              <p:nvPr/>
            </p:nvSpPr>
            <p:spPr bwMode="auto">
              <a:xfrm>
                <a:off x="3328" y="2039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41" name="Line 49"/>
              <p:cNvSpPr>
                <a:spLocks noChangeShapeType="1"/>
              </p:cNvSpPr>
              <p:nvPr/>
            </p:nvSpPr>
            <p:spPr bwMode="auto">
              <a:xfrm>
                <a:off x="3238" y="2039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42" name="Line 50"/>
              <p:cNvSpPr>
                <a:spLocks noChangeShapeType="1"/>
              </p:cNvSpPr>
              <p:nvPr/>
            </p:nvSpPr>
            <p:spPr bwMode="auto">
              <a:xfrm>
                <a:off x="3157" y="2039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</p:grpSp>
        <p:grpSp>
          <p:nvGrpSpPr>
            <p:cNvPr id="392243" name="Group 51"/>
            <p:cNvGrpSpPr>
              <a:grpSpLocks/>
            </p:cNvGrpSpPr>
            <p:nvPr/>
          </p:nvGrpSpPr>
          <p:grpSpPr bwMode="auto">
            <a:xfrm>
              <a:off x="3307" y="2039"/>
              <a:ext cx="171" cy="336"/>
              <a:chOff x="3403" y="2039"/>
              <a:chExt cx="171" cy="336"/>
            </a:xfrm>
          </p:grpSpPr>
          <p:sp>
            <p:nvSpPr>
              <p:cNvPr id="392244" name="Line 52"/>
              <p:cNvSpPr>
                <a:spLocks noChangeShapeType="1"/>
              </p:cNvSpPr>
              <p:nvPr/>
            </p:nvSpPr>
            <p:spPr bwMode="auto">
              <a:xfrm>
                <a:off x="3574" y="2039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45" name="Line 53"/>
              <p:cNvSpPr>
                <a:spLocks noChangeShapeType="1"/>
              </p:cNvSpPr>
              <p:nvPr/>
            </p:nvSpPr>
            <p:spPr bwMode="auto">
              <a:xfrm>
                <a:off x="3484" y="2039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  <p:sp>
            <p:nvSpPr>
              <p:cNvPr id="392246" name="Line 54"/>
              <p:cNvSpPr>
                <a:spLocks noChangeShapeType="1"/>
              </p:cNvSpPr>
              <p:nvPr/>
            </p:nvSpPr>
            <p:spPr bwMode="auto">
              <a:xfrm>
                <a:off x="3403" y="2039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E" dirty="0"/>
              </a:p>
            </p:txBody>
          </p:sp>
        </p:grpSp>
        <p:sp>
          <p:nvSpPr>
            <p:cNvPr id="392279" name="Freeform 87"/>
            <p:cNvSpPr>
              <a:spLocks/>
            </p:cNvSpPr>
            <p:nvPr/>
          </p:nvSpPr>
          <p:spPr bwMode="auto">
            <a:xfrm>
              <a:off x="3264" y="2400"/>
              <a:ext cx="1056" cy="576"/>
            </a:xfrm>
            <a:custGeom>
              <a:avLst/>
              <a:gdLst>
                <a:gd name="T0" fmla="*/ 0 w 1248"/>
                <a:gd name="T1" fmla="*/ 0 h 576"/>
                <a:gd name="T2" fmla="*/ 0 w 1248"/>
                <a:gd name="T3" fmla="*/ 576 h 576"/>
                <a:gd name="T4" fmla="*/ 1248 w 124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48" h="576">
                  <a:moveTo>
                    <a:pt x="0" y="0"/>
                  </a:moveTo>
                  <a:lnTo>
                    <a:pt x="0" y="576"/>
                  </a:lnTo>
                  <a:lnTo>
                    <a:pt x="1248" y="57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E" dirty="0"/>
            </a:p>
          </p:txBody>
        </p:sp>
        <p:sp>
          <p:nvSpPr>
            <p:cNvPr id="392280" name="Rectangle 88"/>
            <p:cNvSpPr>
              <a:spLocks noChangeArrowheads="1"/>
            </p:cNvSpPr>
            <p:nvPr/>
          </p:nvSpPr>
          <p:spPr bwMode="white">
            <a:xfrm>
              <a:off x="3216" y="2540"/>
              <a:ext cx="96" cy="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E" dirty="0"/>
            </a:p>
          </p:txBody>
        </p:sp>
        <p:sp>
          <p:nvSpPr>
            <p:cNvPr id="392205" name="Rectangle 13"/>
            <p:cNvSpPr>
              <a:spLocks noChangeArrowheads="1"/>
            </p:cNvSpPr>
            <p:nvPr/>
          </p:nvSpPr>
          <p:spPr bwMode="auto">
            <a:xfrm>
              <a:off x="2651" y="2503"/>
              <a:ext cx="1583" cy="4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ctr" eaLnBrk="0" hangingPunct="0">
                <a:lnSpc>
                  <a:spcPct val="9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000" dirty="0"/>
                <a:t>Relational - Physical Model</a:t>
              </a:r>
            </a:p>
          </p:txBody>
        </p:sp>
        <p:pic>
          <p:nvPicPr>
            <p:cNvPr id="392281" name="Picture 89" descr="C:\temp\house041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" y="956"/>
              <a:ext cx="475" cy="8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5131269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The Entity-Relationship Model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300" dirty="0"/>
              <a:t>Relational databases use ERD models to represent the database considering:</a:t>
            </a:r>
          </a:p>
          <a:p>
            <a:pPr lvl="1"/>
            <a:r>
              <a:rPr lang="en-GB" altLang="en-US" dirty="0"/>
              <a:t>Entities involved (things about which data is to be stored)</a:t>
            </a:r>
          </a:p>
          <a:p>
            <a:pPr lvl="1"/>
            <a:r>
              <a:rPr lang="en-GB" altLang="en-US" dirty="0"/>
              <a:t>Relationships (or associations) among those entities and </a:t>
            </a:r>
          </a:p>
          <a:p>
            <a:pPr lvl="1"/>
            <a:r>
              <a:rPr lang="en-GB" altLang="en-US" dirty="0"/>
              <a:t>Attributes (properties) of both the entities and their relationships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8F6D5-BAA1-4DA3-338E-96F6CCB97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4</a:t>
            </a:fld>
            <a:endParaRPr lang="en-GB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ERD</a:t>
            </a:r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412776"/>
            <a:ext cx="7886700" cy="4351338"/>
          </a:xfrm>
        </p:spPr>
        <p:txBody>
          <a:bodyPr>
            <a:normAutofit fontScale="92500" lnSpcReduction="10000"/>
          </a:bodyPr>
          <a:lstStyle/>
          <a:p>
            <a:r>
              <a:rPr lang="en-IE" sz="2300" dirty="0"/>
              <a:t>Used to define the </a:t>
            </a:r>
            <a:r>
              <a:rPr lang="en-IE" sz="2300" b="1" dirty="0"/>
              <a:t>structure</a:t>
            </a:r>
            <a:r>
              <a:rPr lang="en-IE" sz="2300" dirty="0"/>
              <a:t> of entities and the pattern of </a:t>
            </a:r>
            <a:r>
              <a:rPr lang="en-IE" sz="2300" b="1" dirty="0"/>
              <a:t>relationships</a:t>
            </a:r>
            <a:r>
              <a:rPr lang="en-IE" sz="2300" dirty="0"/>
              <a:t> between them.</a:t>
            </a:r>
          </a:p>
          <a:p>
            <a:r>
              <a:rPr lang="en-IE" sz="2300" dirty="0"/>
              <a:t>When we </a:t>
            </a:r>
            <a:r>
              <a:rPr lang="en-IE" sz="2300" b="1" dirty="0"/>
              <a:t>implement </a:t>
            </a:r>
            <a:r>
              <a:rPr lang="en-IE" sz="2300" dirty="0"/>
              <a:t>that structure and pattern in a physical database, then we can </a:t>
            </a:r>
            <a:r>
              <a:rPr lang="en-IE" sz="2300" b="1" dirty="0"/>
              <a:t>populate </a:t>
            </a:r>
            <a:r>
              <a:rPr lang="en-IE" sz="2300" dirty="0"/>
              <a:t>it with </a:t>
            </a:r>
            <a:r>
              <a:rPr lang="en-IE" sz="2300" b="1" dirty="0"/>
              <a:t>data about the entity.</a:t>
            </a:r>
          </a:p>
          <a:p>
            <a:r>
              <a:rPr lang="en-IE" sz="2300" dirty="0"/>
              <a:t>The ERD is implementation-independent</a:t>
            </a:r>
          </a:p>
          <a:p>
            <a:pPr lvl="1"/>
            <a:r>
              <a:rPr lang="en-IE" dirty="0"/>
              <a:t>You can implement the same conceptual model in any relational database (PostgreSQL, Oracle etc.)</a:t>
            </a:r>
          </a:p>
          <a:p>
            <a:pPr lvl="1"/>
            <a:r>
              <a:rPr lang="en-IE" dirty="0"/>
              <a:t>There may be small implementation differences (for example, data types), but the structure and relationships will be the same.</a:t>
            </a:r>
          </a:p>
          <a:p>
            <a:endParaRPr lang="en-IE" sz="23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D8D45C-6E4C-C0DD-9B3B-0F804506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1308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01F9C-05A6-3995-2633-82F0E9D6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303D6DAE-D027-3EDB-1339-5C54E01213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ERD - entities</a:t>
            </a:r>
            <a:endParaRPr lang="en-US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7AACA-90FC-FD07-ADA9-BDF32295B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12776"/>
            <a:ext cx="7886700" cy="4351338"/>
          </a:xfrm>
        </p:spPr>
        <p:txBody>
          <a:bodyPr>
            <a:normAutofit/>
          </a:bodyPr>
          <a:lstStyle/>
          <a:p>
            <a:r>
              <a:rPr lang="en-IE" sz="2300" dirty="0"/>
              <a:t>The entities in a relational database are the tables.</a:t>
            </a:r>
          </a:p>
          <a:p>
            <a:r>
              <a:rPr lang="en-IE" dirty="0"/>
              <a:t>There are two types of entities:</a:t>
            </a:r>
          </a:p>
          <a:p>
            <a:pPr lvl="1"/>
            <a:r>
              <a:rPr lang="en-IE" dirty="0"/>
              <a:t>Strong entities: exist independently</a:t>
            </a:r>
          </a:p>
          <a:p>
            <a:pPr lvl="1"/>
            <a:r>
              <a:rPr lang="en-IE" dirty="0"/>
              <a:t>Weak entities: depend on another entity</a:t>
            </a:r>
          </a:p>
          <a:p>
            <a:endParaRPr lang="en-IE" dirty="0"/>
          </a:p>
          <a:p>
            <a:endParaRPr lang="en-IE" sz="23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DD9940-4A63-9835-D00F-3AAEE72F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14632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350" y="104626"/>
            <a:ext cx="7886700" cy="1325563"/>
          </a:xfrm>
        </p:spPr>
        <p:txBody>
          <a:bodyPr/>
          <a:lstStyle/>
          <a:p>
            <a:r>
              <a:rPr lang="en-IE" dirty="0"/>
              <a:t>ERD – Strong entity (transaction)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D1C0F3-B05F-3120-DC2C-3D1B8292B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D4B94-C6FB-4103-8348-86B39EDF9166}" type="slidenum">
              <a:rPr lang="en-GB" altLang="en-US" smtClean="0"/>
              <a:pPr>
                <a:defRPr/>
              </a:pPr>
              <a:t>7</a:t>
            </a:fld>
            <a:endParaRPr lang="en-GB" altLang="en-US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337068-812D-A282-8823-E3453C269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400" y="1124744"/>
            <a:ext cx="55626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13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3369F-9DD6-6210-F847-4BC0E9FD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25BEF4-A1AF-9131-AB22-B1A49CFF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50" y="104626"/>
            <a:ext cx="7886700" cy="1325563"/>
          </a:xfrm>
        </p:spPr>
        <p:txBody>
          <a:bodyPr/>
          <a:lstStyle/>
          <a:p>
            <a:r>
              <a:rPr lang="en-IE" dirty="0"/>
              <a:t>ERD – Weak entity (transaction)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CCD4F9-A423-0041-A537-A77CCBDE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D4B94-C6FB-4103-8348-86B39EDF9166}" type="slidenum">
              <a:rPr lang="en-GB" altLang="en-US" smtClean="0"/>
              <a:pPr>
                <a:defRPr/>
              </a:pPr>
              <a:t>8</a:t>
            </a:fld>
            <a:endParaRPr lang="en-GB" alt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C12191A-A2EF-E760-8B16-54D30C59B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1052736"/>
            <a:ext cx="58166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10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Step 1: Find the entities</a:t>
            </a:r>
            <a:endParaRPr lang="en-US" altLang="en-US" dirty="0"/>
          </a:p>
        </p:txBody>
      </p:sp>
      <p:sp>
        <p:nvSpPr>
          <p:cNvPr id="3277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half" idx="1"/>
          </p:nvPr>
        </p:nvSpPr>
        <p:spPr>
          <a:xfrm>
            <a:off x="101644" y="1333321"/>
            <a:ext cx="4536504" cy="4937760"/>
          </a:xfrm>
        </p:spPr>
        <p:txBody>
          <a:bodyPr>
            <a:normAutofit fontScale="77500" lnSpcReduction="20000"/>
          </a:bodyPr>
          <a:lstStyle/>
          <a:p>
            <a:r>
              <a:rPr lang="en-IE" altLang="en-US" sz="2200" dirty="0"/>
              <a:t>Discover the entities about which you need to store data</a:t>
            </a:r>
          </a:p>
          <a:p>
            <a:pPr lvl="1"/>
            <a:r>
              <a:rPr lang="en-IE" altLang="en-US" sz="2200" dirty="0"/>
              <a:t>Conduct Interviews and Document analysis</a:t>
            </a:r>
          </a:p>
          <a:p>
            <a:pPr lvl="1"/>
            <a:r>
              <a:rPr lang="en-IE" altLang="en-US" sz="2200" dirty="0"/>
              <a:t>Ask what things they would like to capture, store, produce information about</a:t>
            </a:r>
          </a:p>
          <a:p>
            <a:pPr lvl="1"/>
            <a:r>
              <a:rPr lang="en-IE" altLang="en-US" sz="2200" dirty="0"/>
              <a:t>Study forms, files, reports</a:t>
            </a:r>
          </a:p>
          <a:p>
            <a:pPr lvl="1"/>
            <a:r>
              <a:rPr lang="en-IE" altLang="en-US" sz="2200" dirty="0"/>
              <a:t>Identify key words</a:t>
            </a:r>
          </a:p>
          <a:p>
            <a:pPr lvl="1"/>
            <a:r>
              <a:rPr lang="en-IE" altLang="en-US" sz="2200" dirty="0"/>
              <a:t>Some identify event entities e.g. orders, payments etc.</a:t>
            </a:r>
          </a:p>
          <a:p>
            <a:pPr lvl="1"/>
            <a:r>
              <a:rPr lang="en-IE" altLang="en-US" sz="2200" dirty="0"/>
              <a:t>Look for relationships between things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638148" y="1412776"/>
            <a:ext cx="4188274" cy="4857628"/>
          </a:xfrm>
        </p:spPr>
        <p:txBody>
          <a:bodyPr>
            <a:normAutofit fontScale="77500" lnSpcReduction="20000"/>
          </a:bodyPr>
          <a:lstStyle/>
          <a:p>
            <a:r>
              <a:rPr lang="en-IE" altLang="en-US" sz="2200" dirty="0"/>
              <a:t>Find the pieces of data required and then group them into entities</a:t>
            </a:r>
          </a:p>
          <a:p>
            <a:r>
              <a:rPr lang="en-IE" altLang="en-US" sz="2200" dirty="0"/>
              <a:t>Give entities meaningful names</a:t>
            </a:r>
          </a:p>
          <a:p>
            <a:pPr lvl="1"/>
            <a:r>
              <a:rPr lang="en-IE" altLang="en-US" sz="2200" dirty="0"/>
              <a:t>Name with NOUNS</a:t>
            </a:r>
          </a:p>
          <a:p>
            <a:pPr lvl="1"/>
            <a:r>
              <a:rPr lang="en-IE" altLang="en-US" sz="2200" dirty="0"/>
              <a:t>Define them in business terms</a:t>
            </a:r>
          </a:p>
          <a:p>
            <a:endParaRPr lang="en-IE" altLang="en-US" sz="2200" dirty="0"/>
          </a:p>
          <a:p>
            <a:endParaRPr lang="en-IE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97F8C0-F4A2-5A02-A615-87284B56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D1DDF8-D564-49FC-8358-0C39D1FFDDAA}" type="slidenum">
              <a:rPr lang="en-GB" altLang="en-US" smtClean="0"/>
              <a:pPr>
                <a:defRPr/>
              </a:pPr>
              <a:t>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2557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E" dirty="0"/>
              <a:t>Local county councils organise football competitions for school children.</a:t>
            </a:r>
          </a:p>
          <a:p>
            <a:pPr lvl="1"/>
            <a:r>
              <a:rPr lang="en-IE" dirty="0"/>
              <a:t>Each local county council has a unique identifier and a name.</a:t>
            </a:r>
          </a:p>
          <a:p>
            <a:r>
              <a:rPr lang="en-IE" dirty="0"/>
              <a:t>Competitions are held on different dates for different age groups with fees and prizes. </a:t>
            </a:r>
          </a:p>
          <a:p>
            <a:pPr lvl="1"/>
            <a:r>
              <a:rPr lang="en-IE" dirty="0"/>
              <a:t>Each competition has a unique ID and a name.</a:t>
            </a:r>
          </a:p>
          <a:p>
            <a:r>
              <a:rPr lang="en-IE" dirty="0"/>
              <a:t>There are lots of teams who compete. </a:t>
            </a:r>
          </a:p>
          <a:p>
            <a:pPr lvl="1"/>
            <a:r>
              <a:rPr lang="en-IE" dirty="0"/>
              <a:t>Each team has a unique identifier,  a name and an age group.</a:t>
            </a:r>
          </a:p>
          <a:p>
            <a:endParaRPr lang="en-IE" dirty="0"/>
          </a:p>
          <a:p>
            <a:r>
              <a:rPr lang="en-IE" dirty="0"/>
              <a:t>What are the entities?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3E38-B817-C673-79BB-B00DEC82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25029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2: Allocate the attributes to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 dirty="0"/>
              <a:t>For each entity</a:t>
            </a:r>
          </a:p>
          <a:p>
            <a:pPr lvl="1"/>
            <a:r>
              <a:rPr lang="en-IE" altLang="en-US" dirty="0"/>
              <a:t>Identify its attributes</a:t>
            </a:r>
          </a:p>
          <a:p>
            <a:pPr lvl="1"/>
            <a:r>
              <a:rPr lang="en-IE" altLang="en-US" dirty="0"/>
              <a:t>Decide on a name for each (starting with lowercase)</a:t>
            </a:r>
          </a:p>
          <a:p>
            <a:pPr lvl="1"/>
            <a:r>
              <a:rPr lang="en-IE" altLang="en-US" dirty="0"/>
              <a:t>Identify the correct data type and size required for each</a:t>
            </a:r>
          </a:p>
          <a:p>
            <a:pPr lvl="1"/>
            <a:endParaRPr lang="en-US" altLang="en-US" dirty="0"/>
          </a:p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6E386-388B-647D-661D-90309696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52515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ym typeface="Wingdings 2" pitchFamily="18" charset="2"/>
              </a:rPr>
              <a:t>Data types Logical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 dirty="0">
                <a:sym typeface="Wingdings 2" pitchFamily="18" charset="2"/>
              </a:rPr>
              <a:t>These are different to the physical datatypes</a:t>
            </a:r>
          </a:p>
          <a:p>
            <a:pPr lvl="1"/>
            <a:r>
              <a:rPr lang="en-IE" dirty="0">
                <a:sym typeface="Wingdings 2" pitchFamily="18" charset="2"/>
              </a:rPr>
              <a:t>Characters or character strings (CHAR, VARCHAR)</a:t>
            </a:r>
          </a:p>
          <a:p>
            <a:pPr lvl="1"/>
            <a:r>
              <a:rPr lang="en-IE" dirty="0">
                <a:sym typeface="Wingdings 2" pitchFamily="18" charset="2"/>
              </a:rPr>
              <a:t>Numeric Data</a:t>
            </a:r>
          </a:p>
          <a:p>
            <a:pPr lvl="1"/>
            <a:r>
              <a:rPr lang="en-IE" dirty="0">
                <a:sym typeface="Wingdings 2" pitchFamily="18" charset="2"/>
              </a:rPr>
              <a:t>Data and time</a:t>
            </a:r>
          </a:p>
          <a:p>
            <a:pPr lvl="1"/>
            <a:r>
              <a:rPr lang="en-IE" dirty="0">
                <a:sym typeface="Wingdings 2" pitchFamily="18" charset="2"/>
              </a:rPr>
              <a:t>Binary</a:t>
            </a:r>
          </a:p>
          <a:p>
            <a:r>
              <a:rPr lang="en-US" altLang="zh-CN" dirty="0"/>
              <a:t>Each attribute can only be of one data type </a:t>
            </a:r>
          </a:p>
          <a:p>
            <a:r>
              <a:rPr lang="en-US" altLang="zh-CN" dirty="0"/>
              <a:t>At design stage, you need to clearly identify the data type </a:t>
            </a:r>
          </a:p>
          <a:p>
            <a:pPr lvl="1"/>
            <a:r>
              <a:rPr lang="en-US" altLang="zh-CN" dirty="0"/>
              <a:t>It will then be translated into the correct datatype in the relational model so that it can be correctly implemented in a physical database when it is built from the design</a:t>
            </a:r>
            <a:endParaRPr lang="zh-CN" altLang="en-US" dirty="0"/>
          </a:p>
          <a:p>
            <a:endParaRPr lang="en-IE" dirty="0">
              <a:sym typeface="Wingdings 2" pitchFamily="18" charset="2"/>
            </a:endParaRPr>
          </a:p>
          <a:p>
            <a:pPr lvl="1"/>
            <a:endParaRPr lang="en-IE" dirty="0">
              <a:sym typeface="Wingdings 2" pitchFamily="18" charset="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0DDF72-0AC2-5BFF-8B3A-37A3101D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34612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Our 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E" dirty="0"/>
              <a:t>Local county councils organise football competitions for school children.</a:t>
            </a:r>
          </a:p>
          <a:p>
            <a:pPr lvl="1"/>
            <a:r>
              <a:rPr lang="en-IE" dirty="0"/>
              <a:t>Each local county council has a unique identifier and a name.</a:t>
            </a:r>
          </a:p>
          <a:p>
            <a:r>
              <a:rPr lang="en-IE" dirty="0"/>
              <a:t>Competitions are held on different dates for different age groups with fees and prizes. </a:t>
            </a:r>
          </a:p>
          <a:p>
            <a:pPr lvl="1"/>
            <a:r>
              <a:rPr lang="en-IE" dirty="0"/>
              <a:t>Each competition has a unique ID and a name.</a:t>
            </a:r>
          </a:p>
          <a:p>
            <a:r>
              <a:rPr lang="en-IE" dirty="0"/>
              <a:t>There are lots of teams who compete. </a:t>
            </a:r>
          </a:p>
          <a:p>
            <a:pPr lvl="1"/>
            <a:r>
              <a:rPr lang="en-IE" dirty="0"/>
              <a:t>Each team has an ID, a name and an age group.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What are the attributes and their datatypes?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303CBC-1F21-29E7-EB2D-E7E481E9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36415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Our Example – What are the datatypes?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73572" y="1844824"/>
            <a:ext cx="4614452" cy="4511526"/>
          </a:xfrm>
        </p:spPr>
        <p:txBody>
          <a:bodyPr>
            <a:normAutofit fontScale="92500" lnSpcReduction="10000"/>
          </a:bodyPr>
          <a:lstStyle/>
          <a:p>
            <a:r>
              <a:rPr lang="en-IE" sz="2000" dirty="0"/>
              <a:t>Each council has</a:t>
            </a:r>
          </a:p>
          <a:p>
            <a:pPr lvl="1"/>
            <a:r>
              <a:rPr lang="en-IE" sz="2000" dirty="0"/>
              <a:t>a unique ID (INT)</a:t>
            </a:r>
          </a:p>
          <a:p>
            <a:pPr lvl="1"/>
            <a:r>
              <a:rPr lang="en-IE" sz="2000" dirty="0"/>
              <a:t>a name VARCHAR (40)</a:t>
            </a:r>
          </a:p>
          <a:p>
            <a:r>
              <a:rPr lang="en-IE" sz="2000" dirty="0"/>
              <a:t>Each team has </a:t>
            </a:r>
          </a:p>
          <a:p>
            <a:pPr lvl="1"/>
            <a:r>
              <a:rPr lang="en-IE" sz="2000" dirty="0"/>
              <a:t>a unique numeric ID INT</a:t>
            </a:r>
          </a:p>
          <a:p>
            <a:pPr lvl="1"/>
            <a:r>
              <a:rPr lang="en-IE" sz="2000" dirty="0"/>
              <a:t>a name VARCHAR (40)</a:t>
            </a:r>
          </a:p>
          <a:p>
            <a:pPr lvl="1"/>
            <a:r>
              <a:rPr lang="en-IE" sz="2000" dirty="0"/>
              <a:t>an age group INT</a:t>
            </a:r>
          </a:p>
          <a:p>
            <a:pPr marL="0" lvl="0" indent="0">
              <a:buNone/>
            </a:pPr>
            <a:endParaRPr lang="en-IE" sz="2000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4476046" y="1340768"/>
            <a:ext cx="4210754" cy="4937760"/>
          </a:xfrm>
        </p:spPr>
        <p:txBody>
          <a:bodyPr>
            <a:normAutofit fontScale="92500" lnSpcReduction="10000"/>
          </a:bodyPr>
          <a:lstStyle/>
          <a:p>
            <a:r>
              <a:rPr lang="en-IE" sz="2000" dirty="0"/>
              <a:t>Each competition has </a:t>
            </a:r>
          </a:p>
          <a:p>
            <a:pPr lvl="1"/>
            <a:r>
              <a:rPr lang="en-IE" sz="2000" dirty="0"/>
              <a:t>a unique ID (INT)</a:t>
            </a:r>
          </a:p>
          <a:p>
            <a:pPr lvl="1"/>
            <a:r>
              <a:rPr lang="en-IE" sz="2000" dirty="0"/>
              <a:t> a name VARCHAR (40)</a:t>
            </a:r>
          </a:p>
          <a:p>
            <a:pPr lvl="1"/>
            <a:r>
              <a:rPr lang="en-IE" sz="2000" dirty="0"/>
              <a:t>an entrance fee (which could store values up to 999.99) NUMERIC Precision 5, scale 2</a:t>
            </a:r>
          </a:p>
          <a:p>
            <a:pPr lvl="1"/>
            <a:r>
              <a:rPr lang="en-IE" sz="2000" dirty="0"/>
              <a:t>a prize (which could store values up to 9999.99) </a:t>
            </a:r>
          </a:p>
          <a:p>
            <a:pPr lvl="1"/>
            <a:r>
              <a:rPr lang="en-IE" sz="2000" dirty="0"/>
              <a:t>NUMERIC Precision 6, scale 2</a:t>
            </a:r>
          </a:p>
          <a:p>
            <a:pPr lvl="1"/>
            <a:r>
              <a:rPr lang="en-IE" sz="2000" dirty="0"/>
              <a:t> the date on which the competition will happen (DATE)</a:t>
            </a:r>
          </a:p>
          <a:p>
            <a:endParaRPr lang="en-IE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9D2E4-E1CF-58CA-C4C2-03CD6866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D1DDF8-D564-49FC-8358-0C39D1FFDDAA}" type="slidenum">
              <a:rPr lang="en-GB" altLang="en-US" smtClean="0"/>
              <a:pPr>
                <a:defRPr/>
              </a:pPr>
              <a:t>14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4232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3: Entity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altLang="en-US" dirty="0"/>
              <a:t>Identify relevant value constraints on the attributes we can define at this stage</a:t>
            </a:r>
          </a:p>
          <a:p>
            <a:r>
              <a:rPr lang="en-IE" dirty="0"/>
              <a:t>Constraints are rules that the data must follow to belong to a given entity.</a:t>
            </a:r>
          </a:p>
          <a:p>
            <a:r>
              <a:rPr lang="en-IE" dirty="0"/>
              <a:t>Constraints are rules that the data must follow to be removed from a given entity.</a:t>
            </a:r>
          </a:p>
          <a:p>
            <a:r>
              <a:rPr lang="en-US" altLang="en-US" dirty="0"/>
              <a:t>Constraints enforce rules.</a:t>
            </a:r>
          </a:p>
          <a:p>
            <a:r>
              <a:rPr lang="en-US" dirty="0"/>
              <a:t>Ensures that whoever uses your data can be confident that the data will be consistent.</a:t>
            </a:r>
          </a:p>
          <a:p>
            <a:endParaRPr lang="en-IE" altLang="en-US" dirty="0"/>
          </a:p>
          <a:p>
            <a:pPr marL="0" indent="0">
              <a:buNone/>
            </a:pPr>
            <a:endParaRPr lang="en-IE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3FC7C-B80C-8A96-9F31-46927F4A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638698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559" y="104626"/>
            <a:ext cx="7886700" cy="1325563"/>
          </a:xfrm>
        </p:spPr>
        <p:txBody>
          <a:bodyPr/>
          <a:lstStyle/>
          <a:p>
            <a:r>
              <a:rPr lang="en-IE" dirty="0"/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3559" y="1052736"/>
            <a:ext cx="7886700" cy="4351338"/>
          </a:xfrm>
        </p:spPr>
        <p:txBody>
          <a:bodyPr>
            <a:noAutofit/>
          </a:bodyPr>
          <a:lstStyle/>
          <a:p>
            <a:r>
              <a:rPr lang="en-IE" sz="1800" dirty="0"/>
              <a:t>ENTITY Integrity</a:t>
            </a:r>
          </a:p>
          <a:p>
            <a:pPr lvl="1"/>
            <a:r>
              <a:rPr lang="en-IE" sz="1800" dirty="0"/>
              <a:t>Primary Key </a:t>
            </a:r>
          </a:p>
          <a:p>
            <a:r>
              <a:rPr lang="en-IE" sz="1800" dirty="0"/>
              <a:t>REFERENTIAL Integrity</a:t>
            </a:r>
          </a:p>
          <a:p>
            <a:pPr lvl="1"/>
            <a:r>
              <a:rPr lang="en-IE" sz="1800" dirty="0"/>
              <a:t>Foreign Key </a:t>
            </a:r>
          </a:p>
          <a:p>
            <a:r>
              <a:rPr lang="en-IE" sz="1800" dirty="0"/>
              <a:t>DOMAIN Integrity</a:t>
            </a:r>
          </a:p>
          <a:p>
            <a:pPr lvl="1"/>
            <a:r>
              <a:rPr lang="en-IE" sz="1800" dirty="0"/>
              <a:t>Datatype </a:t>
            </a:r>
          </a:p>
          <a:p>
            <a:pPr lvl="1"/>
            <a:r>
              <a:rPr lang="en-IE" sz="1800" dirty="0"/>
              <a:t>Value Constraints</a:t>
            </a:r>
          </a:p>
          <a:p>
            <a:pPr lvl="2"/>
            <a:r>
              <a:rPr lang="en-US" altLang="en-US" dirty="0"/>
              <a:t>Define </a:t>
            </a:r>
          </a:p>
          <a:p>
            <a:pPr lvl="3"/>
            <a:r>
              <a:rPr lang="en-US" altLang="en-US" sz="1800" dirty="0"/>
              <a:t>if NULL values are disallowed</a:t>
            </a:r>
          </a:p>
          <a:p>
            <a:pPr lvl="3"/>
            <a:r>
              <a:rPr lang="en-US" altLang="en-US" sz="1800" dirty="0"/>
              <a:t>if UNIQUE values are required</a:t>
            </a:r>
          </a:p>
          <a:p>
            <a:pPr lvl="3"/>
            <a:r>
              <a:rPr lang="en-US" altLang="en-US" sz="1800" dirty="0"/>
              <a:t>and if only a certain set of values is allowed in a column.</a:t>
            </a:r>
          </a:p>
          <a:p>
            <a:endParaRPr lang="en-IE" sz="1800" dirty="0"/>
          </a:p>
          <a:p>
            <a:endParaRPr lang="en-IE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98BEF-78AD-25F2-AB05-1AB1412B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51296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/>
          <a:lstStyle/>
          <a:p>
            <a:r>
              <a:rPr lang="en-IE" dirty="0"/>
              <a:t>NULL and NOT NULL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052736"/>
            <a:ext cx="7886700" cy="4903465"/>
          </a:xfrm>
        </p:spPr>
        <p:txBody>
          <a:bodyPr>
            <a:noAutofit/>
          </a:bodyPr>
          <a:lstStyle/>
          <a:p>
            <a:r>
              <a:rPr lang="en-IE" sz="2000" dirty="0"/>
              <a:t>What is NULL?</a:t>
            </a:r>
          </a:p>
          <a:p>
            <a:pPr lvl="1"/>
            <a:r>
              <a:rPr lang="en-IE" sz="2000" dirty="0"/>
              <a:t>Null is a non-value</a:t>
            </a:r>
          </a:p>
          <a:p>
            <a:pPr lvl="1"/>
            <a:r>
              <a:rPr lang="en-IE" sz="2000" dirty="0"/>
              <a:t>It is not zero, it is not blank</a:t>
            </a:r>
          </a:p>
          <a:p>
            <a:r>
              <a:rPr lang="en-IE" sz="2000" dirty="0"/>
              <a:t>NULL is a special name to denote a valueless column in a row.</a:t>
            </a:r>
          </a:p>
          <a:p>
            <a:r>
              <a:rPr lang="en-IE" sz="2000" dirty="0"/>
              <a:t>If the column must contain a non-null value, the constraint ‘NOT NULL’ should be put on it.</a:t>
            </a:r>
          </a:p>
          <a:p>
            <a:r>
              <a:rPr lang="en-IE" sz="2000" dirty="0"/>
              <a:t>This will prevent a user from adding a row that has no value for this column</a:t>
            </a:r>
          </a:p>
          <a:p>
            <a:r>
              <a:rPr lang="en-IE" sz="2000" dirty="0"/>
              <a:t>The default is NULL. Unless you specify NOT NULL, nulls will be allowed.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ECF024-8E11-4CE8-1F11-4C8B6A6B3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45273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Our Example – Entity Integrity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Each council must have</a:t>
            </a:r>
          </a:p>
          <a:p>
            <a:pPr lvl="1"/>
            <a:r>
              <a:rPr lang="en-IE" dirty="0"/>
              <a:t>a unique numeric ID (INT) </a:t>
            </a:r>
          </a:p>
          <a:p>
            <a:r>
              <a:rPr lang="en-IE" dirty="0"/>
              <a:t>Each competition must have </a:t>
            </a:r>
          </a:p>
          <a:p>
            <a:pPr lvl="1"/>
            <a:r>
              <a:rPr lang="en-IE" dirty="0"/>
              <a:t>a unique numeric ID (INT) </a:t>
            </a:r>
          </a:p>
          <a:p>
            <a:r>
              <a:rPr lang="en-IE" dirty="0"/>
              <a:t>Each team must have</a:t>
            </a:r>
          </a:p>
          <a:p>
            <a:pPr lvl="1"/>
            <a:r>
              <a:rPr lang="en-IE" dirty="0"/>
              <a:t>a unique numeric ID (INT)</a:t>
            </a:r>
          </a:p>
          <a:p>
            <a:pPr lvl="1"/>
            <a:endParaRPr lang="en-IE" dirty="0"/>
          </a:p>
          <a:p>
            <a:pPr lvl="1"/>
            <a:endParaRPr lang="en-IE" dirty="0"/>
          </a:p>
          <a:p>
            <a:pPr lvl="1"/>
            <a:endParaRPr lang="en-I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1B4AA3-EB32-AD29-4072-1814A00E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06305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40768"/>
            <a:ext cx="7886700" cy="4351338"/>
          </a:xfrm>
        </p:spPr>
        <p:txBody>
          <a:bodyPr>
            <a:noAutofit/>
          </a:bodyPr>
          <a:lstStyle/>
          <a:p>
            <a:r>
              <a:rPr lang="en-IE" altLang="en-US" sz="1800" dirty="0"/>
              <a:t>For each entity</a:t>
            </a:r>
          </a:p>
          <a:p>
            <a:pPr lvl="1"/>
            <a:r>
              <a:rPr lang="en-IE" altLang="en-US" sz="1800" dirty="0"/>
              <a:t>Identify which attribute will uniquely identify it. Three rules should be considered:</a:t>
            </a:r>
          </a:p>
          <a:p>
            <a:pPr lvl="2"/>
            <a:r>
              <a:rPr lang="en-IE" altLang="en-US" dirty="0"/>
              <a:t>Value of key should not change over lifetime of entity</a:t>
            </a:r>
          </a:p>
          <a:p>
            <a:pPr lvl="2"/>
            <a:r>
              <a:rPr lang="en-IE" altLang="en-US" dirty="0"/>
              <a:t>Value of key cannot be null</a:t>
            </a:r>
          </a:p>
          <a:p>
            <a:pPr lvl="2"/>
            <a:r>
              <a:rPr lang="en-IE" altLang="en-US" dirty="0"/>
              <a:t>Value must be unique</a:t>
            </a:r>
          </a:p>
          <a:p>
            <a:pPr lvl="1"/>
            <a:r>
              <a:rPr lang="en-IE" altLang="en-US" sz="1800" dirty="0"/>
              <a:t>Possibilities: </a:t>
            </a:r>
          </a:p>
          <a:p>
            <a:pPr lvl="3"/>
            <a:r>
              <a:rPr lang="en-IE" altLang="en-US" sz="1800" dirty="0"/>
              <a:t>Reuse attributes</a:t>
            </a:r>
          </a:p>
          <a:p>
            <a:pPr lvl="3"/>
            <a:r>
              <a:rPr lang="en-IE" altLang="en-US" sz="1800" dirty="0"/>
              <a:t>Invent a key</a:t>
            </a:r>
          </a:p>
          <a:p>
            <a:pPr lvl="3"/>
            <a:r>
              <a:rPr lang="en-IE" altLang="en-US" sz="1800" dirty="0"/>
              <a:t>Combine a number of attributes</a:t>
            </a:r>
          </a:p>
          <a:p>
            <a:pPr marL="342903" lvl="1" indent="0">
              <a:buNone/>
            </a:pPr>
            <a:endParaRPr lang="en-US" altLang="en-US" sz="1500" dirty="0"/>
          </a:p>
          <a:p>
            <a:endParaRPr lang="en-IE" sz="1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4E093-D610-CEBF-0DFB-373D8AEB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19</a:t>
            </a:fld>
            <a:endParaRPr lang="en-GB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EDDB533-E9A5-E96D-CF48-1EB387257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IE" dirty="0"/>
              <a:t>Key Constraints – Primary Key</a:t>
            </a:r>
          </a:p>
        </p:txBody>
      </p:sp>
    </p:spTree>
    <p:extLst>
      <p:ext uri="{BB962C8B-B14F-4D97-AF65-F5344CB8AC3E}">
        <p14:creationId xmlns:p14="http://schemas.microsoft.com/office/powerpoint/2010/main" val="3958893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Key Constraints – Primary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an attribute or a set of attributes that uniquely identify a specific instance of an entity. </a:t>
            </a:r>
          </a:p>
          <a:p>
            <a:r>
              <a:rPr lang="en-US" dirty="0"/>
              <a:t>Every entity in the data model must have a primary key whose values uniquely identify instances of the entity.</a:t>
            </a:r>
          </a:p>
          <a:p>
            <a:r>
              <a:rPr lang="en-US" dirty="0"/>
              <a:t>Enforce </a:t>
            </a:r>
            <a:r>
              <a:rPr lang="en-US" b="1" i="1" dirty="0"/>
              <a:t>entity integrity </a:t>
            </a:r>
            <a:r>
              <a:rPr lang="en-US" dirty="0"/>
              <a:t>by uniquely identifying entity instances</a:t>
            </a:r>
            <a:r>
              <a:rPr lang="en-IE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EFB5A-67AE-BFF1-2707-36495472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71719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556792"/>
            <a:ext cx="78867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sz="2300" dirty="0"/>
              <a:t>Sometimes an entity will have more than one attribute that can serve as a primary key. </a:t>
            </a:r>
          </a:p>
          <a:p>
            <a:r>
              <a:rPr lang="en-US" sz="2300" dirty="0"/>
              <a:t>Any key or minimum set of keys that could be a primary key is called a </a:t>
            </a:r>
            <a:r>
              <a:rPr lang="en-US" sz="2300" b="1" dirty="0"/>
              <a:t>candidate key. </a:t>
            </a:r>
          </a:p>
          <a:p>
            <a:r>
              <a:rPr lang="en-US" sz="2300" dirty="0"/>
              <a:t>Once candidate keys are identified, choose one, and </a:t>
            </a:r>
            <a:r>
              <a:rPr lang="en-US" sz="2300" b="1" dirty="0"/>
              <a:t>only one</a:t>
            </a:r>
            <a:r>
              <a:rPr lang="en-US" sz="2300" dirty="0"/>
              <a:t>, primary key for each entity. </a:t>
            </a:r>
          </a:p>
          <a:p>
            <a:pPr lvl="1"/>
            <a:r>
              <a:rPr lang="en-US" dirty="0"/>
              <a:t>Choose the identifier most commonly used by the user as long as it conforms to the properties required of a primary key. </a:t>
            </a:r>
          </a:p>
          <a:p>
            <a:r>
              <a:rPr lang="en-US" sz="2300" dirty="0"/>
              <a:t>Candidate keys which are not chosen as the primary key are known as alternate keys. </a:t>
            </a:r>
          </a:p>
          <a:p>
            <a:pPr lvl="1"/>
            <a:endParaRPr lang="en-US" dirty="0"/>
          </a:p>
          <a:p>
            <a:endParaRPr lang="en-IE" sz="2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AF905-E707-F81D-6C7D-9148CD918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21</a:t>
            </a:fld>
            <a:endParaRPr lang="en-GB" alt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026FC8-368B-13E3-1084-0E2E5215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IE" dirty="0"/>
              <a:t>Key Constraints – Primary Key</a:t>
            </a:r>
          </a:p>
        </p:txBody>
      </p:sp>
    </p:spTree>
    <p:extLst>
      <p:ext uri="{BB962C8B-B14F-4D97-AF65-F5344CB8AC3E}">
        <p14:creationId xmlns:p14="http://schemas.microsoft.com/office/powerpoint/2010/main" val="3781624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4: Define the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7899" y="1556792"/>
            <a:ext cx="7886700" cy="4351338"/>
          </a:xfrm>
        </p:spPr>
        <p:txBody>
          <a:bodyPr>
            <a:noAutofit/>
          </a:bodyPr>
          <a:lstStyle/>
          <a:p>
            <a:r>
              <a:rPr lang="en-IE" altLang="en-US" sz="1800" dirty="0"/>
              <a:t>A relationship is a link or an association between two entities which is meaningful for the organisation</a:t>
            </a:r>
          </a:p>
          <a:p>
            <a:pPr lvl="1"/>
            <a:r>
              <a:rPr lang="en-IE" altLang="en-US" sz="1800" dirty="0"/>
              <a:t>For example, a Customer ‘places’ an Order</a:t>
            </a:r>
          </a:p>
          <a:p>
            <a:r>
              <a:rPr lang="en-IE" altLang="en-US" sz="1800" dirty="0"/>
              <a:t>A relationship is a natural business association that exists between one or more entities.</a:t>
            </a:r>
          </a:p>
          <a:p>
            <a:r>
              <a:rPr lang="en-IE" altLang="en-US" sz="1800" dirty="0"/>
              <a:t>Relationships can represent an event or a logical affinity</a:t>
            </a:r>
          </a:p>
          <a:p>
            <a:r>
              <a:rPr lang="en-IE" altLang="en-US" sz="1800" dirty="0"/>
              <a:t>Relationships usually arise because of </a:t>
            </a:r>
          </a:p>
          <a:p>
            <a:pPr lvl="1"/>
            <a:r>
              <a:rPr lang="en-IE" altLang="en-US" sz="1800" dirty="0"/>
              <a:t>association - a Customer ‘places’ an Order</a:t>
            </a:r>
          </a:p>
          <a:p>
            <a:pPr lvl="1"/>
            <a:r>
              <a:rPr lang="en-IE" altLang="en-US" sz="1800" dirty="0"/>
              <a:t>structure - an Order ‘consists’ of Order-Lines</a:t>
            </a:r>
          </a:p>
          <a:p>
            <a:r>
              <a:rPr lang="en-US" altLang="zh-CN" sz="1800" dirty="0"/>
              <a:t>All relationships that are usable only involve two entities.</a:t>
            </a:r>
            <a:endParaRPr lang="en-IE" alt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99575-1069-E010-26BB-E5B89AFC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87754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323528" y="933005"/>
            <a:ext cx="4230758" cy="4991989"/>
          </a:xfrm>
        </p:spPr>
        <p:txBody>
          <a:bodyPr>
            <a:normAutofit/>
          </a:bodyPr>
          <a:lstStyle/>
          <a:p>
            <a:r>
              <a:rPr lang="en-IE" altLang="zh-CN" sz="1800" dirty="0"/>
              <a:t>We relate entities to each other in quantitative terms (Cardinality).</a:t>
            </a:r>
          </a:p>
          <a:p>
            <a:r>
              <a:rPr lang="en-IE" altLang="zh-CN" sz="1800" dirty="0"/>
              <a:t>The relationship is defined by the number of rows in one table that are related to the number of rows in another table.</a:t>
            </a:r>
            <a:r>
              <a:rPr lang="en-US" altLang="zh-CN" sz="1800" dirty="0"/>
              <a:t> </a:t>
            </a:r>
          </a:p>
          <a:p>
            <a:r>
              <a:rPr lang="en-IE" altLang="en-US" sz="1800" dirty="0"/>
              <a:t>All relationships are bi-directional, so cardinality must be defined in both directions for every relationship.</a:t>
            </a:r>
          </a:p>
          <a:p>
            <a:r>
              <a:rPr lang="en-GB" altLang="en-US" sz="1800" dirty="0"/>
              <a:t>Also called complexity or degree of the relationship.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>
          <a:xfrm>
            <a:off x="4591271" y="920631"/>
            <a:ext cx="4032448" cy="4824536"/>
          </a:xfrm>
        </p:spPr>
        <p:txBody>
          <a:bodyPr>
            <a:normAutofit/>
          </a:bodyPr>
          <a:lstStyle/>
          <a:p>
            <a:r>
              <a:rPr lang="en-GB" altLang="en-US" sz="1800" dirty="0"/>
              <a:t>Examples </a:t>
            </a:r>
          </a:p>
          <a:p>
            <a:pPr marL="685804" lvl="1" indent="-342900">
              <a:buFont typeface="Arial" panose="020B0604020202020204" pitchFamily="34" charset="0"/>
              <a:buChar char="•"/>
            </a:pPr>
            <a:r>
              <a:rPr lang="en-GB" altLang="en-US" sz="1800" dirty="0"/>
              <a:t>A customer places one or more orders</a:t>
            </a:r>
          </a:p>
          <a:p>
            <a:pPr marL="685804" lvl="1" indent="-342900">
              <a:buFont typeface="Arial" panose="020B0604020202020204" pitchFamily="34" charset="0"/>
              <a:buChar char="•"/>
            </a:pPr>
            <a:r>
              <a:rPr lang="en-GB" altLang="en-US" sz="1800" dirty="0"/>
              <a:t>An order is placed by one</a:t>
            </a:r>
          </a:p>
          <a:p>
            <a:pPr marL="685804" lvl="1" indent="-342900">
              <a:buFont typeface="Arial" panose="020B0604020202020204" pitchFamily="34" charset="0"/>
              <a:buChar char="•"/>
            </a:pPr>
            <a:r>
              <a:rPr lang="en-GB" altLang="en-US" sz="1800" dirty="0"/>
              <a:t>An order consists of one or more products</a:t>
            </a:r>
          </a:p>
          <a:p>
            <a:pPr marL="685804" lvl="1" indent="-342900">
              <a:buFont typeface="Arial" panose="020B0604020202020204" pitchFamily="34" charset="0"/>
              <a:buChar char="•"/>
            </a:pPr>
            <a:r>
              <a:rPr lang="en-GB" altLang="en-US" sz="1800" dirty="0"/>
              <a:t>A product appears on zero, one or more orders</a:t>
            </a:r>
          </a:p>
          <a:p>
            <a:pPr marL="685804" lvl="1" indent="-342900">
              <a:buFont typeface="Arial" panose="020B0604020202020204" pitchFamily="34" charset="0"/>
              <a:buChar char="•"/>
            </a:pPr>
            <a:r>
              <a:rPr lang="en-GB" altLang="en-US" sz="1800" dirty="0"/>
              <a:t>A student enrols on one or more modules</a:t>
            </a:r>
          </a:p>
          <a:p>
            <a:endParaRPr lang="en-IE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1401CD-CEA1-E9DC-010C-AD1FB9F8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3464E1F5-4C8A-495B-846D-7D17AC04BCD1}" type="slidenum">
              <a:rPr lang="en-GB" altLang="en-US" smtClean="0"/>
              <a:pPr/>
              <a:t>23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63363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282EA27-158D-F8D4-C9F4-3C4DC446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D57DE0-8327-2324-0693-BD550D2A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24</a:t>
            </a:fld>
            <a:endParaRPr lang="en-GB" alt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55F1C0-ECB8-4ADB-DC0B-19899135C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505101"/>
              </p:ext>
            </p:extLst>
          </p:nvPr>
        </p:nvGraphicFramePr>
        <p:xfrm>
          <a:off x="349894" y="2687320"/>
          <a:ext cx="309454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696">
                  <a:extLst>
                    <a:ext uri="{9D8B030D-6E8A-4147-A177-3AD203B41FA5}">
                      <a16:colId xmlns:a16="http://schemas.microsoft.com/office/drawing/2014/main" val="848736845"/>
                    </a:ext>
                  </a:extLst>
                </a:gridCol>
                <a:gridCol w="840804">
                  <a:extLst>
                    <a:ext uri="{9D8B030D-6E8A-4147-A177-3AD203B41FA5}">
                      <a16:colId xmlns:a16="http://schemas.microsoft.com/office/drawing/2014/main" val="2997969717"/>
                    </a:ext>
                  </a:extLst>
                </a:gridCol>
                <a:gridCol w="1539040">
                  <a:extLst>
                    <a:ext uri="{9D8B030D-6E8A-4147-A177-3AD203B41FA5}">
                      <a16:colId xmlns:a16="http://schemas.microsoft.com/office/drawing/2014/main" val="2471872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I" sz="1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Programme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05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1600" dirty="0"/>
                        <a:t>C1234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TU850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490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1600" dirty="0"/>
                        <a:t>C1235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Andrea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TU856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10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1600" dirty="0"/>
                        <a:t>C1245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TU858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6211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AB077A-A4E4-44B2-8FE0-8FD8EBE20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992991"/>
              </p:ext>
            </p:extLst>
          </p:nvPr>
        </p:nvGraphicFramePr>
        <p:xfrm>
          <a:off x="4606392" y="2999740"/>
          <a:ext cx="3902303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293">
                  <a:extLst>
                    <a:ext uri="{9D8B030D-6E8A-4147-A177-3AD203B41FA5}">
                      <a16:colId xmlns:a16="http://schemas.microsoft.com/office/drawing/2014/main" val="848736845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2997969717"/>
                    </a:ext>
                  </a:extLst>
                </a:gridCol>
                <a:gridCol w="1200060">
                  <a:extLst>
                    <a:ext uri="{9D8B030D-6E8A-4147-A177-3AD203B41FA5}">
                      <a16:colId xmlns:a16="http://schemas.microsoft.com/office/drawing/2014/main" val="2471872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I" sz="16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Lecturer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05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1600" dirty="0"/>
                        <a:t>CMPU2007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Databases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Mariana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490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1600" dirty="0"/>
                        <a:t>PROG1001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Prog Paradigms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Mariana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10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I" sz="1600" dirty="0"/>
                        <a:t>CMPU1031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Web Dev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I" sz="1600" dirty="0"/>
                        <a:t>Mariana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62113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0E4E93-8A5C-95D3-CB05-62C31293685F}"/>
              </a:ext>
            </a:extLst>
          </p:cNvPr>
          <p:cNvCxnSpPr>
            <a:cxnSpLocks/>
          </p:cNvCxnSpPr>
          <p:nvPr/>
        </p:nvCxnSpPr>
        <p:spPr>
          <a:xfrm>
            <a:off x="3444434" y="3356992"/>
            <a:ext cx="1161958" cy="72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880296-9278-224D-465C-3F0F872B51C1}"/>
              </a:ext>
            </a:extLst>
          </p:cNvPr>
          <p:cNvCxnSpPr>
            <a:cxnSpLocks/>
          </p:cNvCxnSpPr>
          <p:nvPr/>
        </p:nvCxnSpPr>
        <p:spPr>
          <a:xfrm flipV="1">
            <a:off x="3444434" y="3429000"/>
            <a:ext cx="1161958" cy="4910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CBE30D-00D3-FEB3-E8EB-F171C83C59C4}"/>
              </a:ext>
            </a:extLst>
          </p:cNvPr>
          <p:cNvCxnSpPr>
            <a:cxnSpLocks/>
          </p:cNvCxnSpPr>
          <p:nvPr/>
        </p:nvCxnSpPr>
        <p:spPr>
          <a:xfrm flipV="1">
            <a:off x="3444434" y="3501008"/>
            <a:ext cx="1161958" cy="892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7E31CD-B566-9AC5-EC40-5036A8AAEB42}"/>
              </a:ext>
            </a:extLst>
          </p:cNvPr>
          <p:cNvCxnSpPr>
            <a:cxnSpLocks/>
          </p:cNvCxnSpPr>
          <p:nvPr/>
        </p:nvCxnSpPr>
        <p:spPr>
          <a:xfrm>
            <a:off x="3444434" y="3392996"/>
            <a:ext cx="1161958" cy="5544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2D8CAA-AB2B-515C-47C8-EAD5FA65D822}"/>
              </a:ext>
            </a:extLst>
          </p:cNvPr>
          <p:cNvCxnSpPr>
            <a:cxnSpLocks/>
          </p:cNvCxnSpPr>
          <p:nvPr/>
        </p:nvCxnSpPr>
        <p:spPr>
          <a:xfrm flipV="1">
            <a:off x="3444434" y="3983401"/>
            <a:ext cx="1161958" cy="482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66E6F78-0366-0F66-DEB4-BD2191BBF30D}"/>
              </a:ext>
            </a:extLst>
          </p:cNvPr>
          <p:cNvCxnSpPr>
            <a:cxnSpLocks/>
          </p:cNvCxnSpPr>
          <p:nvPr/>
        </p:nvCxnSpPr>
        <p:spPr>
          <a:xfrm>
            <a:off x="3444434" y="3947397"/>
            <a:ext cx="1161958" cy="360841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115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Step 4: Define the relationships</a:t>
            </a:r>
            <a:endParaRPr lang="en-GB" altLang="en-US" dirty="0"/>
          </a:p>
        </p:txBody>
      </p:sp>
      <p:sp>
        <p:nvSpPr>
          <p:cNvPr id="235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604444" y="1556792"/>
            <a:ext cx="7886700" cy="4351338"/>
          </a:xfrm>
        </p:spPr>
        <p:txBody>
          <a:bodyPr>
            <a:normAutofit fontScale="77500" lnSpcReduction="20000"/>
          </a:bodyPr>
          <a:lstStyle/>
          <a:p>
            <a:r>
              <a:rPr lang="en-IE" altLang="en-US" sz="2300" dirty="0"/>
              <a:t>Define the type and optionality of each relationship</a:t>
            </a:r>
          </a:p>
          <a:p>
            <a:pPr lvl="1"/>
            <a:r>
              <a:rPr lang="en-IE" altLang="en-US" dirty="0"/>
              <a:t>How many instances of each entity are involved?</a:t>
            </a:r>
          </a:p>
          <a:p>
            <a:pPr lvl="1"/>
            <a:r>
              <a:rPr lang="en-IE" altLang="en-US" dirty="0"/>
              <a:t>Does the relationship have to exist for all instances?</a:t>
            </a:r>
          </a:p>
          <a:p>
            <a:r>
              <a:rPr lang="en-IE" altLang="en-US" sz="2300" dirty="0"/>
              <a:t>Define the Cardinality/Complexity/Degree of relationships</a:t>
            </a:r>
          </a:p>
          <a:p>
            <a:pPr lvl="1"/>
            <a:r>
              <a:rPr lang="en-IE" altLang="en-US" dirty="0"/>
              <a:t>Need to ask questions about the relationship</a:t>
            </a:r>
          </a:p>
          <a:p>
            <a:pPr lvl="2"/>
            <a:r>
              <a:rPr lang="en-IE" altLang="en-US" sz="2300" dirty="0"/>
              <a:t>Must a customer exist for every order?</a:t>
            </a:r>
          </a:p>
          <a:p>
            <a:pPr lvl="2"/>
            <a:r>
              <a:rPr lang="en-IE" altLang="en-US" sz="2300" dirty="0"/>
              <a:t>Must an order exist for every customer?</a:t>
            </a:r>
          </a:p>
          <a:p>
            <a:pPr lvl="2"/>
            <a:r>
              <a:rPr lang="en-IE" altLang="en-US" sz="2300" dirty="0"/>
              <a:t>Must an order always include a product?</a:t>
            </a:r>
          </a:p>
          <a:p>
            <a:pPr lvl="2"/>
            <a:r>
              <a:rPr lang="en-IE" altLang="en-US" sz="2300" dirty="0"/>
              <a:t>How many products can an order include?</a:t>
            </a:r>
          </a:p>
          <a:p>
            <a:pPr lvl="2"/>
            <a:r>
              <a:rPr lang="en-IE" altLang="en-US" sz="2300" dirty="0"/>
              <a:t>Must a product appear on an order?</a:t>
            </a:r>
          </a:p>
          <a:p>
            <a:endParaRPr lang="en-IE" altLang="en-US" sz="2300" dirty="0"/>
          </a:p>
          <a:p>
            <a:endParaRPr lang="en-IE" altLang="en-US" sz="2300" dirty="0"/>
          </a:p>
          <a:p>
            <a:pPr lvl="1"/>
            <a:endParaRPr lang="en-IE" altLang="en-US" dirty="0"/>
          </a:p>
          <a:p>
            <a:endParaRPr lang="en-IE" altLang="en-US" sz="23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4B8C7D-CE62-E0BF-10F7-F751BB07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77084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2728433-842F-13BC-5104-9F78478A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CB587BF-C3C9-433F-6408-6CAE24F0B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374" y="182274"/>
            <a:ext cx="7886700" cy="1325563"/>
          </a:xfrm>
        </p:spPr>
        <p:txBody>
          <a:bodyPr/>
          <a:lstStyle/>
          <a:p>
            <a:r>
              <a:rPr lang="en-IE" altLang="en-US" dirty="0"/>
              <a:t>One-to-one (1:1)</a:t>
            </a:r>
            <a:endParaRPr lang="en-GB" altLang="en-US" dirty="0"/>
          </a:p>
        </p:txBody>
      </p:sp>
      <p:sp>
        <p:nvSpPr>
          <p:cNvPr id="23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F295CDF-AB50-B54B-B941-E8B0EB9CED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4360" y="1628800"/>
            <a:ext cx="8435280" cy="4384144"/>
          </a:xfrm>
        </p:spPr>
        <p:txBody>
          <a:bodyPr>
            <a:normAutofit/>
          </a:bodyPr>
          <a:lstStyle/>
          <a:p>
            <a:r>
              <a:rPr lang="en-IE" altLang="en-US" sz="2000" dirty="0"/>
              <a:t>In a one-to-one relationship, a single record in Table A is associated with a single record in Table B, and vice versa. This means that for every instance of Table A, there is exactly one corresponding instance in Table B.</a:t>
            </a:r>
          </a:p>
          <a:p>
            <a:r>
              <a:rPr lang="en-IE" altLang="en-US" sz="2000" dirty="0"/>
              <a:t>Notation: Typically represented by a line connecting the two entities, with a "1" at both ends.</a:t>
            </a:r>
          </a:p>
          <a:p>
            <a:r>
              <a:rPr lang="en-IE" altLang="en-US" sz="2000" dirty="0"/>
              <a:t>For example, a person has one passport, and each passport belongs to one person.</a:t>
            </a:r>
          </a:p>
          <a:p>
            <a:endParaRPr lang="en-IE" altLang="en-US" sz="2000" dirty="0"/>
          </a:p>
          <a:p>
            <a:endParaRPr lang="en-IE" altLang="en-US" sz="2000" dirty="0"/>
          </a:p>
          <a:p>
            <a:pPr lvl="1"/>
            <a:endParaRPr lang="en-IE" altLang="en-US" sz="2000" dirty="0"/>
          </a:p>
          <a:p>
            <a:endParaRPr lang="en-IE" alt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0F84F-1830-F214-0D66-7914F17B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113652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7406CC7-DB85-9A26-BE2E-EF1C25E96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1BE6E6A-DF36-BC7B-E544-39B14E4930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One-to-many (1:N)</a:t>
            </a:r>
            <a:endParaRPr lang="en-GB" altLang="en-US" dirty="0"/>
          </a:p>
        </p:txBody>
      </p:sp>
      <p:sp>
        <p:nvSpPr>
          <p:cNvPr id="23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4D77171-9F71-DDCB-2119-A1529C7FA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altLang="en-US" sz="2000" dirty="0"/>
              <a:t>In a one-to-many relationship, a single record in Table A can be associated with multiple records in Table B. Still, a record in Table B can only relate to one record in Table A.</a:t>
            </a:r>
          </a:p>
          <a:p>
            <a:r>
              <a:rPr lang="en-IE" altLang="en-US" sz="2000" dirty="0"/>
              <a:t>Notation: Represented by a line connecting the two entities, with a "1" at the Table A end and an "N" (or "M") at the Table B end.</a:t>
            </a:r>
          </a:p>
          <a:p>
            <a:r>
              <a:rPr lang="en-IE" altLang="en-US" sz="2000" dirty="0"/>
              <a:t>A library can have many books, but each book belongs to only one library.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F3C602-9736-7E52-848B-D63CDE6BB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209407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C6C3A1-F609-939A-B8A8-CD1E85CE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84D2AB9-C354-CC0B-FEE4-42CE027A7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Many-to-one (M:1)</a:t>
            </a:r>
            <a:endParaRPr lang="en-GB" altLang="en-US" dirty="0"/>
          </a:p>
        </p:txBody>
      </p:sp>
      <p:sp>
        <p:nvSpPr>
          <p:cNvPr id="23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77B9E50-1E29-E7CD-0EA3-8499545B77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altLang="en-US" sz="2000" dirty="0"/>
              <a:t>This is essentially the reverse of a one-to-many relationship. Many records in Table B can relate back to a single record in Table A, but a record in Table A can relate to many records in Table B.</a:t>
            </a:r>
          </a:p>
          <a:p>
            <a:r>
              <a:rPr lang="en-IE" altLang="en-US" sz="2000" dirty="0"/>
              <a:t>Notation: Represented similarly to the one-to-many notation, with an "N" (or "M") at the Table B end and a "1" at the Table A end.</a:t>
            </a:r>
          </a:p>
          <a:p>
            <a:r>
              <a:rPr lang="en-IE" altLang="en-US" sz="2000" dirty="0"/>
              <a:t>Many students can belong to one classroom.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D42CB4-A904-3647-1BC1-4D469044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74399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D064D5D-6296-CBD4-7351-7CD25B11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1EC0FDB-3AA2-F8D6-CD4B-E1174A9D9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Many-to-many (M:N)</a:t>
            </a:r>
            <a:endParaRPr lang="en-GB" altLang="en-US" dirty="0"/>
          </a:p>
        </p:txBody>
      </p:sp>
      <p:sp>
        <p:nvSpPr>
          <p:cNvPr id="23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0C7BF27-25C1-2944-C53D-34CB19FF6C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altLang="en-US" sz="2000" dirty="0"/>
              <a:t>In a many-to-many relationship, multiple records in Table A can relate to multiple records in Table B, and vice versa. This relationship usually </a:t>
            </a:r>
            <a:r>
              <a:rPr lang="en-IE" altLang="en-US" sz="2000" b="1" dirty="0"/>
              <a:t>requires a junction table </a:t>
            </a:r>
            <a:r>
              <a:rPr lang="en-IE" altLang="en-US" sz="2000" dirty="0"/>
              <a:t>to facilitate the connection.</a:t>
            </a:r>
          </a:p>
          <a:p>
            <a:r>
              <a:rPr lang="en-IE" altLang="en-US" sz="2000" dirty="0"/>
              <a:t>Notation: Represented by a line connecting the two entities, with an "M" (or "N") at both ends.</a:t>
            </a:r>
          </a:p>
          <a:p>
            <a:r>
              <a:rPr lang="en-IE" altLang="en-US" sz="2000" dirty="0"/>
              <a:t>Students can enrol in multiple courses, and each course can have multiple students enrolled.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025D4E-702D-C142-CFCA-657B1A752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29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09908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AD58DEB-E99B-7F85-2E77-542EEA1B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311EAAA-C1EE-893E-4B69-D8EA68988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Resolving Many-to-many</a:t>
            </a:r>
            <a:endParaRPr lang="en-GB" altLang="en-US" dirty="0"/>
          </a:p>
        </p:txBody>
      </p:sp>
      <p:sp>
        <p:nvSpPr>
          <p:cNvPr id="23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FC8978D-DAD9-77E3-87E7-A98FB3D169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altLang="en-US" sz="2300" dirty="0"/>
              <a:t>Many-to-many relationships are prone to error as managing a large number of rows that relates to another large number of rows can be challenging</a:t>
            </a:r>
          </a:p>
          <a:p>
            <a:r>
              <a:rPr lang="en-IE" altLang="en-US" sz="2300" dirty="0"/>
              <a:t>We resolve many-to-many relationships by introducing a junction table, also known as a </a:t>
            </a:r>
            <a:r>
              <a:rPr lang="en-IE" altLang="en-US" sz="2300" b="1" dirty="0"/>
              <a:t>weak entity</a:t>
            </a:r>
            <a:r>
              <a:rPr lang="en-IE" altLang="en-US" sz="2300" dirty="0"/>
              <a:t>.</a:t>
            </a:r>
          </a:p>
          <a:p>
            <a:pPr marL="0" indent="0">
              <a:buNone/>
            </a:pPr>
            <a:endParaRPr lang="en-IE" altLang="en-US" sz="23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7E4B6C-EF65-BF7F-CB13-26FF31FDE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30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65871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4DBB77B-ECF3-3933-FA48-26BCA4777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A75FB96-70F0-E869-1371-AEFF9474E0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 dirty="0"/>
              <a:t>Step 4: Define the relationships</a:t>
            </a:r>
            <a:endParaRPr lang="en-GB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BB33ED-28EF-71C0-8057-784FCB24E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31</a:t>
            </a:fld>
            <a:endParaRPr lang="en-GB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F472AA-97BB-5C38-B1D0-7C2E37D86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12776"/>
            <a:ext cx="7772400" cy="462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3484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Foreign Key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53331"/>
            <a:ext cx="7886700" cy="4351338"/>
          </a:xfrm>
        </p:spPr>
        <p:txBody>
          <a:bodyPr>
            <a:noAutofit/>
          </a:bodyPr>
          <a:lstStyle/>
          <a:p>
            <a:r>
              <a:rPr lang="en-US" altLang="en-US" dirty="0"/>
              <a:t>When one table needs to be related to another table, you must include a common attribute(s).</a:t>
            </a:r>
          </a:p>
          <a:p>
            <a:r>
              <a:rPr lang="en-US" altLang="en-US" dirty="0"/>
              <a:t>The common attribute(s) will be the primary key in one table and the foreign key in another table.</a:t>
            </a:r>
          </a:p>
          <a:p>
            <a:r>
              <a:rPr lang="en-US" altLang="en-US" dirty="0"/>
              <a:t>Foreign keys enforce referential integrity – the values should be the same in both tables for that specific attribute.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52CA89-E20C-DD1E-BE6B-7352DE9F3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32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884256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Foreign Key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 foreign key value must match an existing value in the parent table or be </a:t>
            </a:r>
            <a:r>
              <a:rPr lang="en-US" altLang="en-US" dirty="0">
                <a:latin typeface="Courier New" pitchFamily="49" charset="0"/>
              </a:rPr>
              <a:t>NULL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Foreign keys are based on data values and are purely logical, rather than physical, pointers.</a:t>
            </a:r>
          </a:p>
          <a:p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534DB0-588C-9CFD-6DBF-072D3DA8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33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634586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3F2F1-82FD-C0C3-C9B7-96B4D8BFD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E9CC76C-5C89-9DEF-A16C-EA7D4A230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Our example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07F448-BCF4-A891-80C5-1FC64B278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34</a:t>
            </a:fld>
            <a:endParaRPr lang="en-GB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B8724B-74B4-DEB5-E06B-1018E7743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80592"/>
            <a:ext cx="8794346" cy="369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610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831626"/>
          </a:xfrm>
        </p:spPr>
        <p:txBody>
          <a:bodyPr/>
          <a:lstStyle/>
          <a:p>
            <a:r>
              <a:rPr lang="en-US" altLang="en-US" sz="2800" dirty="0"/>
              <a:t>Parent and Child entities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>
          <a:xfrm>
            <a:off x="600252" y="1124744"/>
            <a:ext cx="7886700" cy="4351338"/>
          </a:xfrm>
        </p:spPr>
        <p:txBody>
          <a:bodyPr>
            <a:noAutofit/>
          </a:bodyPr>
          <a:lstStyle/>
          <a:p>
            <a:r>
              <a:rPr lang="en-US" altLang="en-US" sz="2000" dirty="0"/>
              <a:t>Parent entity </a:t>
            </a:r>
          </a:p>
          <a:p>
            <a:pPr lvl="1"/>
            <a:r>
              <a:rPr lang="en-US" altLang="en-US" sz="2000" dirty="0"/>
              <a:t>An entity that contributes one or more attributes to another entity, called the parent.</a:t>
            </a:r>
          </a:p>
          <a:p>
            <a:pPr lvl="1"/>
            <a:r>
              <a:rPr lang="en-US" altLang="en-US" sz="2000" dirty="0"/>
              <a:t>In a one-to-many relationship the parent is the entity on the "one" side.</a:t>
            </a:r>
          </a:p>
          <a:p>
            <a:r>
              <a:rPr lang="en-US" altLang="en-US" sz="2000" dirty="0"/>
              <a:t>Child entity </a:t>
            </a:r>
          </a:p>
          <a:p>
            <a:pPr lvl="1"/>
            <a:r>
              <a:rPr lang="en-US" altLang="en-US" sz="2000" dirty="0"/>
              <a:t>An entity that derives one or more attributes from another entity, called the child.</a:t>
            </a:r>
          </a:p>
          <a:p>
            <a:pPr lvl="1"/>
            <a:r>
              <a:rPr lang="en-US" altLang="en-US" sz="2000" dirty="0"/>
              <a:t> In a one-to-many relationship the child is the entity on the "many" side.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CC5749-AAD7-D3BF-99C1-60DD8DD6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35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225818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4A8A0-F67F-D99B-E7EA-2FA811DCE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F0009273-8BF0-7809-5904-A8A009223F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Modeling: One to one in </a:t>
            </a:r>
            <a:r>
              <a:rPr lang="en-US" altLang="en-US" sz="2800" dirty="0" err="1"/>
              <a:t>pgadmin</a:t>
            </a:r>
            <a:endParaRPr lang="en-US" altLang="en-US" sz="2800" dirty="0"/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45B26D45-F6C4-2621-2438-F5B924070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sz="2200" dirty="0" err="1"/>
              <a:t>Pgadmin</a:t>
            </a:r>
            <a:r>
              <a:rPr lang="en-US" altLang="en-US" sz="2200" dirty="0"/>
              <a:t> is an open-source, free database management system that allows us to build ERDs using forward engineering</a:t>
            </a:r>
          </a:p>
          <a:p>
            <a:r>
              <a:rPr lang="en-US" altLang="en-US" sz="2200" dirty="0"/>
              <a:t>However, </a:t>
            </a:r>
            <a:r>
              <a:rPr lang="en-US" altLang="en-US" sz="2200" dirty="0" err="1"/>
              <a:t>pgadmin</a:t>
            </a:r>
            <a:r>
              <a:rPr lang="en-US" altLang="en-US" sz="2200" dirty="0"/>
              <a:t> considers one-to-one relationships a special case of one-to-many relationships</a:t>
            </a:r>
          </a:p>
          <a:p>
            <a:r>
              <a:rPr lang="en-US" altLang="en-US" sz="2200" dirty="0"/>
              <a:t>There is no representation of one to one in the </a:t>
            </a:r>
            <a:r>
              <a:rPr lang="en-US" altLang="en-US" sz="2200" dirty="0" err="1"/>
              <a:t>pgadmin</a:t>
            </a:r>
            <a:r>
              <a:rPr lang="en-US" altLang="en-US" sz="2200" dirty="0"/>
              <a:t> notation</a:t>
            </a:r>
          </a:p>
          <a:p>
            <a:r>
              <a:rPr lang="en-US" altLang="en-US" sz="2200" dirty="0"/>
              <a:t>We can work around that by making the FK on the table at the many side a UNIQUE value</a:t>
            </a:r>
          </a:p>
          <a:p>
            <a:r>
              <a:rPr lang="en-US" altLang="en-US" sz="2200" dirty="0"/>
              <a:t>For example: build an ERD for two tables that include information about </a:t>
            </a:r>
            <a:r>
              <a:rPr lang="en-US" altLang="en-US" sz="2200" b="1" dirty="0"/>
              <a:t>employees</a:t>
            </a:r>
            <a:r>
              <a:rPr lang="en-US" altLang="en-US" sz="2200" dirty="0"/>
              <a:t> and </a:t>
            </a:r>
            <a:r>
              <a:rPr lang="en-US" altLang="en-US" sz="2200" b="1" dirty="0" err="1"/>
              <a:t>company_cars</a:t>
            </a:r>
            <a:r>
              <a:rPr lang="en-US" altLang="en-US" sz="2200" dirty="0"/>
              <a:t>, considering that each employee can have only one car assigned to them.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A5C96-E43A-FFFD-3C50-016E91F0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36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60475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whi74173_08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B892AC-B275-47B0-A6B9-1D4669B8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48B17D-31D4-4363-8A69-FBD1A47E4907}" type="slidenum">
              <a:rPr lang="en-GB" altLang="en-US" smtClean="0"/>
              <a:pPr>
                <a:defRPr/>
              </a:pPr>
              <a:t>37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06845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6204</TotalTime>
  <Words>2573</Words>
  <Application>Microsoft Macintosh PowerPoint</Application>
  <PresentationFormat>On-screen Show (4:3)</PresentationFormat>
  <Paragraphs>328</Paragraphs>
  <Slides>37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Courier New</vt:lpstr>
      <vt:lpstr>Helvetica</vt:lpstr>
      <vt:lpstr>Tahoma</vt:lpstr>
      <vt:lpstr>Wingdings 2</vt:lpstr>
      <vt:lpstr>1_Office Theme</vt:lpstr>
      <vt:lpstr>Data modelling – Part 1  Dr Mariana Rocha School of Computer Science</vt:lpstr>
      <vt:lpstr>Models - Purpose</vt:lpstr>
      <vt:lpstr>Data Models</vt:lpstr>
      <vt:lpstr>The Entity-Relationship Model</vt:lpstr>
      <vt:lpstr>ERD</vt:lpstr>
      <vt:lpstr>ERD - entities</vt:lpstr>
      <vt:lpstr>ERD – Strong entity (transaction)</vt:lpstr>
      <vt:lpstr>ERD – Weak entity (transaction)</vt:lpstr>
      <vt:lpstr>Step 1: Find the entities</vt:lpstr>
      <vt:lpstr>Example</vt:lpstr>
      <vt:lpstr>Step 2: Allocate the attributes to entities</vt:lpstr>
      <vt:lpstr>Data types Logical</vt:lpstr>
      <vt:lpstr>Our Example</vt:lpstr>
      <vt:lpstr>Our Example – What are the datatypes?</vt:lpstr>
      <vt:lpstr>Step 3: Entity Constraints</vt:lpstr>
      <vt:lpstr>Constraints</vt:lpstr>
      <vt:lpstr>NULL and NOT NULL</vt:lpstr>
      <vt:lpstr>Our Example – Entity Integrity</vt:lpstr>
      <vt:lpstr>Key Constraints – Primary Key</vt:lpstr>
      <vt:lpstr>Key Constraints – Primary Key</vt:lpstr>
      <vt:lpstr>Key Constraints – Primary Key</vt:lpstr>
      <vt:lpstr>Step 4: Define the Relationships</vt:lpstr>
      <vt:lpstr>PowerPoint Presentation</vt:lpstr>
      <vt:lpstr>PowerPoint Presentation</vt:lpstr>
      <vt:lpstr>Step 4: Define the relationships</vt:lpstr>
      <vt:lpstr>One-to-one (1:1)</vt:lpstr>
      <vt:lpstr>One-to-many (1:N)</vt:lpstr>
      <vt:lpstr>Many-to-one (M:1)</vt:lpstr>
      <vt:lpstr>Many-to-many (M:N)</vt:lpstr>
      <vt:lpstr>Resolving Many-to-many</vt:lpstr>
      <vt:lpstr>Step 4: Define the relationships</vt:lpstr>
      <vt:lpstr>Foreign Key</vt:lpstr>
      <vt:lpstr>Foreign Key</vt:lpstr>
      <vt:lpstr>Our example</vt:lpstr>
      <vt:lpstr>Parent and Child entities</vt:lpstr>
      <vt:lpstr>Data Modeling: One to one in pgadmin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K268 1 - Information Systems</dc:title>
  <dc:subject>Data Modelling</dc:subject>
  <dc:creator>Deirdre Lawless</dc:creator>
  <cp:lastModifiedBy>Mariana Rocha</cp:lastModifiedBy>
  <cp:revision>312</cp:revision>
  <cp:lastPrinted>1998-10-28T17:56:43Z</cp:lastPrinted>
  <dcterms:created xsi:type="dcterms:W3CDTF">1995-05-28T16:29:18Z</dcterms:created>
  <dcterms:modified xsi:type="dcterms:W3CDTF">2025-09-03T11:19:23Z</dcterms:modified>
</cp:coreProperties>
</file>