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2.xml" ContentType="application/vnd.openxmlformats-officedocument.theme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  <p:sldMasterId id="2147483706" r:id="rId2"/>
    <p:sldMasterId id="2147483693" r:id="rId3"/>
  </p:sldMasterIdLst>
  <p:notesMasterIdLst>
    <p:notesMasterId r:id="rId19"/>
  </p:notesMasterIdLst>
  <p:handoutMasterIdLst>
    <p:handoutMasterId r:id="rId20"/>
  </p:handoutMasterIdLst>
  <p:sldIdLst>
    <p:sldId id="256" r:id="rId4"/>
    <p:sldId id="277" r:id="rId5"/>
    <p:sldId id="452" r:id="rId6"/>
    <p:sldId id="410" r:id="rId7"/>
    <p:sldId id="463" r:id="rId8"/>
    <p:sldId id="453" r:id="rId9"/>
    <p:sldId id="414" r:id="rId10"/>
    <p:sldId id="454" r:id="rId11"/>
    <p:sldId id="455" r:id="rId12"/>
    <p:sldId id="456" r:id="rId13"/>
    <p:sldId id="457" r:id="rId14"/>
    <p:sldId id="458" r:id="rId15"/>
    <p:sldId id="459" r:id="rId16"/>
    <p:sldId id="460" r:id="rId17"/>
    <p:sldId id="461" r:id="rId18"/>
  </p:sldIdLst>
  <p:sldSz cx="10693400" cy="7562850"/>
  <p:notesSz cx="10693400" cy="7562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FB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E3FDE45-AF77-4B5C-9715-49D594BDF05E}" styleName="Light Style 1 –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–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Light Style 1 –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52"/>
    <p:restoredTop sz="94576"/>
  </p:normalViewPr>
  <p:slideViewPr>
    <p:cSldViewPr>
      <p:cViewPr varScale="1">
        <p:scale>
          <a:sx n="129" d="100"/>
          <a:sy n="129" d="100"/>
        </p:scale>
        <p:origin x="2000" y="20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presProps" Target="pres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iana Rocha" userId="0a3173bd-d0ed-4c32-8e4c-b90c820606c5" providerId="ADAL" clId="{DCC3A51D-31E8-5BC6-970B-354B54D5302A}"/>
    <pc:docChg chg="custSel delSld modSld">
      <pc:chgData name="Mariana Rocha" userId="0a3173bd-d0ed-4c32-8e4c-b90c820606c5" providerId="ADAL" clId="{DCC3A51D-31E8-5BC6-970B-354B54D5302A}" dt="2025-11-12T14:26:20.429" v="733" actId="13926"/>
      <pc:docMkLst>
        <pc:docMk/>
      </pc:docMkLst>
      <pc:sldChg chg="modSp mod">
        <pc:chgData name="Mariana Rocha" userId="0a3173bd-d0ed-4c32-8e4c-b90c820606c5" providerId="ADAL" clId="{DCC3A51D-31E8-5BC6-970B-354B54D5302A}" dt="2025-11-12T13:54:57.852" v="160" actId="20577"/>
        <pc:sldMkLst>
          <pc:docMk/>
          <pc:sldMk cId="1089003196" sldId="414"/>
        </pc:sldMkLst>
        <pc:spChg chg="mod">
          <ac:chgData name="Mariana Rocha" userId="0a3173bd-d0ed-4c32-8e4c-b90c820606c5" providerId="ADAL" clId="{DCC3A51D-31E8-5BC6-970B-354B54D5302A}" dt="2025-11-12T13:54:57.852" v="160" actId="20577"/>
          <ac:spMkLst>
            <pc:docMk/>
            <pc:sldMk cId="1089003196" sldId="414"/>
            <ac:spMk id="5" creationId="{DEC0AC5C-265D-99C0-66F2-DEBCA72DA1A6}"/>
          </ac:spMkLst>
        </pc:spChg>
      </pc:sldChg>
      <pc:sldChg chg="modSp mod">
        <pc:chgData name="Mariana Rocha" userId="0a3173bd-d0ed-4c32-8e4c-b90c820606c5" providerId="ADAL" clId="{DCC3A51D-31E8-5BC6-970B-354B54D5302A}" dt="2025-11-12T14:26:20.429" v="733" actId="13926"/>
        <pc:sldMkLst>
          <pc:docMk/>
          <pc:sldMk cId="3644674741" sldId="452"/>
        </pc:sldMkLst>
        <pc:spChg chg="mod">
          <ac:chgData name="Mariana Rocha" userId="0a3173bd-d0ed-4c32-8e4c-b90c820606c5" providerId="ADAL" clId="{DCC3A51D-31E8-5BC6-970B-354B54D5302A}" dt="2025-11-12T14:26:20.429" v="733" actId="13926"/>
          <ac:spMkLst>
            <pc:docMk/>
            <pc:sldMk cId="3644674741" sldId="452"/>
            <ac:spMk id="5" creationId="{3E520B24-B443-92E8-0A16-24691AF73CE5}"/>
          </ac:spMkLst>
        </pc:spChg>
      </pc:sldChg>
      <pc:sldChg chg="modSp mod">
        <pc:chgData name="Mariana Rocha" userId="0a3173bd-d0ed-4c32-8e4c-b90c820606c5" providerId="ADAL" clId="{DCC3A51D-31E8-5BC6-970B-354B54D5302A}" dt="2025-11-12T13:57:09.553" v="316" actId="20577"/>
        <pc:sldMkLst>
          <pc:docMk/>
          <pc:sldMk cId="4150544119" sldId="454"/>
        </pc:sldMkLst>
        <pc:spChg chg="mod">
          <ac:chgData name="Mariana Rocha" userId="0a3173bd-d0ed-4c32-8e4c-b90c820606c5" providerId="ADAL" clId="{DCC3A51D-31E8-5BC6-970B-354B54D5302A}" dt="2025-11-12T13:57:09.553" v="316" actId="20577"/>
          <ac:spMkLst>
            <pc:docMk/>
            <pc:sldMk cId="4150544119" sldId="454"/>
            <ac:spMk id="5" creationId="{C1251B67-0901-CD33-C67D-F428FFADE11A}"/>
          </ac:spMkLst>
        </pc:spChg>
      </pc:sldChg>
      <pc:sldChg chg="modSp mod">
        <pc:chgData name="Mariana Rocha" userId="0a3173bd-d0ed-4c32-8e4c-b90c820606c5" providerId="ADAL" clId="{DCC3A51D-31E8-5BC6-970B-354B54D5302A}" dt="2025-11-12T14:00:44.271" v="456" actId="20577"/>
        <pc:sldMkLst>
          <pc:docMk/>
          <pc:sldMk cId="1440166066" sldId="455"/>
        </pc:sldMkLst>
        <pc:spChg chg="mod">
          <ac:chgData name="Mariana Rocha" userId="0a3173bd-d0ed-4c32-8e4c-b90c820606c5" providerId="ADAL" clId="{DCC3A51D-31E8-5BC6-970B-354B54D5302A}" dt="2025-11-12T14:00:44.271" v="456" actId="20577"/>
          <ac:spMkLst>
            <pc:docMk/>
            <pc:sldMk cId="1440166066" sldId="455"/>
            <ac:spMk id="5" creationId="{FCB25A10-346F-B4B7-6B7D-3FED7FA6C6B6}"/>
          </ac:spMkLst>
        </pc:spChg>
      </pc:sldChg>
      <pc:sldChg chg="modSp mod">
        <pc:chgData name="Mariana Rocha" userId="0a3173bd-d0ed-4c32-8e4c-b90c820606c5" providerId="ADAL" clId="{DCC3A51D-31E8-5BC6-970B-354B54D5302A}" dt="2025-11-12T14:03:37.903" v="597" actId="20577"/>
        <pc:sldMkLst>
          <pc:docMk/>
          <pc:sldMk cId="488768481" sldId="456"/>
        </pc:sldMkLst>
        <pc:spChg chg="mod">
          <ac:chgData name="Mariana Rocha" userId="0a3173bd-d0ed-4c32-8e4c-b90c820606c5" providerId="ADAL" clId="{DCC3A51D-31E8-5BC6-970B-354B54D5302A}" dt="2025-11-12T14:03:37.903" v="597" actId="20577"/>
          <ac:spMkLst>
            <pc:docMk/>
            <pc:sldMk cId="488768481" sldId="456"/>
            <ac:spMk id="5" creationId="{7DF97A5D-EB73-BCC0-60D8-C5937D0BD42E}"/>
          </ac:spMkLst>
        </pc:spChg>
      </pc:sldChg>
      <pc:sldChg chg="modSp mod">
        <pc:chgData name="Mariana Rocha" userId="0a3173bd-d0ed-4c32-8e4c-b90c820606c5" providerId="ADAL" clId="{DCC3A51D-31E8-5BC6-970B-354B54D5302A}" dt="2025-11-12T14:11:10.491" v="725" actId="20577"/>
        <pc:sldMkLst>
          <pc:docMk/>
          <pc:sldMk cId="1673581104" sldId="457"/>
        </pc:sldMkLst>
        <pc:spChg chg="mod">
          <ac:chgData name="Mariana Rocha" userId="0a3173bd-d0ed-4c32-8e4c-b90c820606c5" providerId="ADAL" clId="{DCC3A51D-31E8-5BC6-970B-354B54D5302A}" dt="2025-11-12T14:11:10.491" v="725" actId="20577"/>
          <ac:spMkLst>
            <pc:docMk/>
            <pc:sldMk cId="1673581104" sldId="457"/>
            <ac:spMk id="5" creationId="{797FE0BE-C982-5E2A-9618-D569A08BFD79}"/>
          </ac:spMkLst>
        </pc:spChg>
      </pc:sldChg>
      <pc:sldChg chg="modSp del mod">
        <pc:chgData name="Mariana Rocha" userId="0a3173bd-d0ed-4c32-8e4c-b90c820606c5" providerId="ADAL" clId="{DCC3A51D-31E8-5BC6-970B-354B54D5302A}" dt="2025-11-12T14:25:26.141" v="732" actId="2696"/>
        <pc:sldMkLst>
          <pc:docMk/>
          <pc:sldMk cId="2320035690" sldId="462"/>
        </pc:sldMkLst>
        <pc:spChg chg="mod">
          <ac:chgData name="Mariana Rocha" userId="0a3173bd-d0ed-4c32-8e4c-b90c820606c5" providerId="ADAL" clId="{DCC3A51D-31E8-5BC6-970B-354B54D5302A}" dt="2025-11-12T14:25:24.258" v="731" actId="20577"/>
          <ac:spMkLst>
            <pc:docMk/>
            <pc:sldMk cId="2320035690" sldId="462"/>
            <ac:spMk id="5" creationId="{DCCCBF5D-E3A1-7D98-4DC7-80BDD20EEEB9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2CAAEF1-4129-5822-5844-29249EA16CA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4633913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F77F45-3992-DD6D-575D-332DE81317D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6057900" y="0"/>
            <a:ext cx="4632325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654806-A9C3-A34D-B712-6ECB2AFB3018}" type="datetimeFigureOut">
              <a:rPr lang="en-IE" smtClean="0"/>
              <a:t>12/11/2025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51698C-2E7C-E9F1-61A2-67309D50A8F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7183438"/>
            <a:ext cx="4633913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FBAB55-E2C3-B4AB-0869-7E5516CD56F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057900" y="7183438"/>
            <a:ext cx="4632325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5EB868-7B58-4648-948B-FD16C38494F9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90453901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633913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057900" y="0"/>
            <a:ext cx="4632325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513044-2A8A-EE40-A844-AEFA75312CDC}" type="datetimeFigureOut">
              <a:rPr lang="en-IE" smtClean="0"/>
              <a:t>12/11/2025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543300" y="946150"/>
            <a:ext cx="3606800" cy="25511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69975" y="3640138"/>
            <a:ext cx="8553450" cy="29781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183438"/>
            <a:ext cx="4633913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057900" y="7183438"/>
            <a:ext cx="4632325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B3B961-E7C4-1242-BB48-20E7BA73505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73582281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1317E-4B72-DDFC-3395-0AFCCE2FD9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36675" y="1237717"/>
            <a:ext cx="8020050" cy="2632992"/>
          </a:xfrm>
        </p:spPr>
        <p:txBody>
          <a:bodyPr anchor="b"/>
          <a:lstStyle>
            <a:lvl1pPr algn="ctr">
              <a:defRPr sz="5263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C926A8-BE5E-DB34-24F4-F8937FEFA6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6675" y="3972247"/>
            <a:ext cx="8020050" cy="1825938"/>
          </a:xfrm>
        </p:spPr>
        <p:txBody>
          <a:bodyPr/>
          <a:lstStyle>
            <a:lvl1pPr marL="0" indent="0" algn="ctr">
              <a:buNone/>
              <a:defRPr sz="2105"/>
            </a:lvl1pPr>
            <a:lvl2pPr marL="401010" indent="0" algn="ctr">
              <a:buNone/>
              <a:defRPr sz="1754"/>
            </a:lvl2pPr>
            <a:lvl3pPr marL="802020" indent="0" algn="ctr">
              <a:buNone/>
              <a:defRPr sz="1579"/>
            </a:lvl3pPr>
            <a:lvl4pPr marL="1203030" indent="0" algn="ctr">
              <a:buNone/>
              <a:defRPr sz="1403"/>
            </a:lvl4pPr>
            <a:lvl5pPr marL="1604040" indent="0" algn="ctr">
              <a:buNone/>
              <a:defRPr sz="1403"/>
            </a:lvl5pPr>
            <a:lvl6pPr marL="2005051" indent="0" algn="ctr">
              <a:buNone/>
              <a:defRPr sz="1403"/>
            </a:lvl6pPr>
            <a:lvl7pPr marL="2406061" indent="0" algn="ctr">
              <a:buNone/>
              <a:defRPr sz="1403"/>
            </a:lvl7pPr>
            <a:lvl8pPr marL="2807071" indent="0" algn="ctr">
              <a:buNone/>
              <a:defRPr sz="1403"/>
            </a:lvl8pPr>
            <a:lvl9pPr marL="3208081" indent="0" algn="ctr">
              <a:buNone/>
              <a:defRPr sz="1403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5AE87C-D5AB-C13D-F314-AE2B2F1300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2E1232-B827-66CE-45E4-0AC0EE014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97826-01BA-CB0F-0792-6716C4805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07105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6B007DB-BAC0-B5F7-CD3D-D722F4B0FC67}"/>
              </a:ext>
            </a:extLst>
          </p:cNvPr>
          <p:cNvSpPr/>
          <p:nvPr userDrawn="1"/>
        </p:nvSpPr>
        <p:spPr>
          <a:xfrm>
            <a:off x="0" y="6960623"/>
            <a:ext cx="10693400" cy="602227"/>
          </a:xfrm>
          <a:prstGeom prst="rect">
            <a:avLst/>
          </a:prstGeom>
          <a:solidFill>
            <a:srgbClr val="00A9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CCE980-C7F7-E4BB-3D60-AC4227DD6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A45A55-EFF2-43B6-B7BF-52DAEFC6D4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DDE508-9D0D-1A12-5055-B8C9BE346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60AB5E-027B-22C7-C21B-F11F469E4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186FA1-5E26-507E-BD6D-3316D06DE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AE971F0-0CD2-4C47-8087-EBCE9716EA84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404661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CE980-C7F7-E4BB-3D60-AC4227DD6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DDE508-9D0D-1A12-5055-B8C9BE346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60AB5E-027B-22C7-C21B-F11F469E4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186FA1-5E26-507E-BD6D-3316D06DE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1AE971F0-0CD2-4C47-8087-EBCE9716EA84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8" name="Graphic 7" descr="The following is a quote: ">
            <a:extLst>
              <a:ext uri="{FF2B5EF4-FFF2-40B4-BE49-F238E27FC236}">
                <a16:creationId xmlns:a16="http://schemas.microsoft.com/office/drawing/2014/main" id="{BBC1D34B-9075-8D03-3A5C-E7D33712D62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6312" y="2013259"/>
            <a:ext cx="1828160" cy="2298589"/>
          </a:xfrm>
          <a:prstGeom prst="rect">
            <a:avLst/>
          </a:prstGeo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1D05262-A873-B471-8864-15D00174DEC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406015" y="2368643"/>
            <a:ext cx="7552214" cy="418582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7064649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24196-08E0-BC7A-8733-4E756A5FA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602" y="1885462"/>
            <a:ext cx="9223058" cy="3145935"/>
          </a:xfrm>
        </p:spPr>
        <p:txBody>
          <a:bodyPr anchor="b"/>
          <a:lstStyle>
            <a:lvl1pPr>
              <a:defRPr sz="5263">
                <a:solidFill>
                  <a:schemeClr val="accent3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DD4156-1D08-F755-3CB7-F04B4CB231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9602" y="5061158"/>
            <a:ext cx="9223058" cy="1654373"/>
          </a:xfrm>
        </p:spPr>
        <p:txBody>
          <a:bodyPr/>
          <a:lstStyle>
            <a:lvl1pPr marL="0" indent="0">
              <a:buNone/>
              <a:defRPr sz="2105">
                <a:solidFill>
                  <a:schemeClr val="tx1">
                    <a:tint val="75000"/>
                  </a:schemeClr>
                </a:solidFill>
              </a:defRPr>
            </a:lvl1pPr>
            <a:lvl2pPr marL="401010" indent="0">
              <a:buNone/>
              <a:defRPr sz="1754">
                <a:solidFill>
                  <a:schemeClr val="tx1">
                    <a:tint val="75000"/>
                  </a:schemeClr>
                </a:solidFill>
              </a:defRPr>
            </a:lvl2pPr>
            <a:lvl3pPr marL="802020" indent="0">
              <a:buNone/>
              <a:defRPr sz="1579">
                <a:solidFill>
                  <a:schemeClr val="tx1">
                    <a:tint val="75000"/>
                  </a:schemeClr>
                </a:solidFill>
              </a:defRPr>
            </a:lvl3pPr>
            <a:lvl4pPr marL="1203030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4pPr>
            <a:lvl5pPr marL="1604040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5pPr>
            <a:lvl6pPr marL="2005051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6pPr>
            <a:lvl7pPr marL="2406061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7pPr>
            <a:lvl8pPr marL="2807071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8pPr>
            <a:lvl9pPr marL="3208081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A864EA-CCA9-EB4F-A84F-BE9D5F986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BAC42-79B8-8591-472D-39FDD982E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9DDDC1-A48D-40A0-07DA-F99E091C3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1AE971F0-0CD2-4C47-8087-EBCE9716EA8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13423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 Header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24196-08E0-BC7A-8733-4E756A5FA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602" y="5311582"/>
            <a:ext cx="9223058" cy="1349636"/>
          </a:xfrm>
        </p:spPr>
        <p:txBody>
          <a:bodyPr anchor="b">
            <a:normAutofit/>
          </a:bodyPr>
          <a:lstStyle>
            <a:lvl1pPr algn="ctr">
              <a:defRPr sz="4736">
                <a:solidFill>
                  <a:schemeClr val="accent3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A864EA-CCA9-EB4F-A84F-BE9D5F986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BAC42-79B8-8591-472D-39FDD982E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9DDDC1-A48D-40A0-07DA-F99E091C3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59A2BA5-1AB5-DB59-3C54-16713B4E427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415762" y="786047"/>
            <a:ext cx="5959343" cy="452553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299921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B0BE543-0448-3A4C-5F33-EAD956CEEC4F}"/>
              </a:ext>
            </a:extLst>
          </p:cNvPr>
          <p:cNvSpPr/>
          <p:nvPr userDrawn="1"/>
        </p:nvSpPr>
        <p:spPr>
          <a:xfrm>
            <a:off x="0" y="6960623"/>
            <a:ext cx="10693400" cy="602227"/>
          </a:xfrm>
          <a:prstGeom prst="rect">
            <a:avLst/>
          </a:prstGeom>
          <a:solidFill>
            <a:srgbClr val="00A9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9FF7AA-B49C-D561-FA47-CB24D2FBF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761E7E-A789-0692-DCFA-73EB3A13A5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35171" y="2013259"/>
            <a:ext cx="4544695" cy="479855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5CDC2F-840C-693F-493D-EB4B70B829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13534" y="2013259"/>
            <a:ext cx="4544695" cy="479855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413D37-E198-0C87-31DE-C825CE017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355D9D-23CD-C2B7-2CB9-63A7B666A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C84A3F-2DEF-A695-73CD-C8A79EDD7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69741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A557A7C-8356-9C4D-0FD4-A2809BBA22A6}"/>
              </a:ext>
            </a:extLst>
          </p:cNvPr>
          <p:cNvSpPr/>
          <p:nvPr userDrawn="1"/>
        </p:nvSpPr>
        <p:spPr>
          <a:xfrm>
            <a:off x="0" y="6960623"/>
            <a:ext cx="10693400" cy="602227"/>
          </a:xfrm>
          <a:prstGeom prst="rect">
            <a:avLst/>
          </a:prstGeom>
          <a:solidFill>
            <a:srgbClr val="00A9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23E5D6-F819-DF80-8C6A-FE0FD2368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564" y="402652"/>
            <a:ext cx="9223058" cy="1461801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634751-4015-7A9E-A494-E4825F6D8A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6565" y="1853949"/>
            <a:ext cx="4523809" cy="908592"/>
          </a:xfrm>
        </p:spPr>
        <p:txBody>
          <a:bodyPr anchor="b"/>
          <a:lstStyle>
            <a:lvl1pPr marL="0" indent="0">
              <a:buNone/>
              <a:defRPr sz="2105" b="1"/>
            </a:lvl1pPr>
            <a:lvl2pPr marL="401010" indent="0">
              <a:buNone/>
              <a:defRPr sz="1754" b="1"/>
            </a:lvl2pPr>
            <a:lvl3pPr marL="802020" indent="0">
              <a:buNone/>
              <a:defRPr sz="1579" b="1"/>
            </a:lvl3pPr>
            <a:lvl4pPr marL="1203030" indent="0">
              <a:buNone/>
              <a:defRPr sz="1403" b="1"/>
            </a:lvl4pPr>
            <a:lvl5pPr marL="1604040" indent="0">
              <a:buNone/>
              <a:defRPr sz="1403" b="1"/>
            </a:lvl5pPr>
            <a:lvl6pPr marL="2005051" indent="0">
              <a:buNone/>
              <a:defRPr sz="1403" b="1"/>
            </a:lvl6pPr>
            <a:lvl7pPr marL="2406061" indent="0">
              <a:buNone/>
              <a:defRPr sz="1403" b="1"/>
            </a:lvl7pPr>
            <a:lvl8pPr marL="2807071" indent="0">
              <a:buNone/>
              <a:defRPr sz="1403" b="1"/>
            </a:lvl8pPr>
            <a:lvl9pPr marL="3208081" indent="0">
              <a:buNone/>
              <a:defRPr sz="1403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D0E5A5-4B18-9989-88ED-D6B31265D2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36565" y="2762541"/>
            <a:ext cx="4523809" cy="406328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685D65-C667-2456-E06F-F0E68B2E5C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413534" y="1853949"/>
            <a:ext cx="4546088" cy="908592"/>
          </a:xfrm>
        </p:spPr>
        <p:txBody>
          <a:bodyPr anchor="b"/>
          <a:lstStyle>
            <a:lvl1pPr marL="0" indent="0">
              <a:buNone/>
              <a:defRPr sz="2105" b="1"/>
            </a:lvl1pPr>
            <a:lvl2pPr marL="401010" indent="0">
              <a:buNone/>
              <a:defRPr sz="1754" b="1"/>
            </a:lvl2pPr>
            <a:lvl3pPr marL="802020" indent="0">
              <a:buNone/>
              <a:defRPr sz="1579" b="1"/>
            </a:lvl3pPr>
            <a:lvl4pPr marL="1203030" indent="0">
              <a:buNone/>
              <a:defRPr sz="1403" b="1"/>
            </a:lvl4pPr>
            <a:lvl5pPr marL="1604040" indent="0">
              <a:buNone/>
              <a:defRPr sz="1403" b="1"/>
            </a:lvl5pPr>
            <a:lvl6pPr marL="2005051" indent="0">
              <a:buNone/>
              <a:defRPr sz="1403" b="1"/>
            </a:lvl6pPr>
            <a:lvl7pPr marL="2406061" indent="0">
              <a:buNone/>
              <a:defRPr sz="1403" b="1"/>
            </a:lvl7pPr>
            <a:lvl8pPr marL="2807071" indent="0">
              <a:buNone/>
              <a:defRPr sz="1403" b="1"/>
            </a:lvl8pPr>
            <a:lvl9pPr marL="3208081" indent="0">
              <a:buNone/>
              <a:defRPr sz="1403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44F890-33E6-BD4B-978A-E4B20968B8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413534" y="2762541"/>
            <a:ext cx="4546088" cy="406328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26AA7C-81D8-7C95-3E01-76956024F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7830B1-02EA-A7DB-8FCF-32C06C3E0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580A6F-5EBE-2DCC-8CCB-9F05EA664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56032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8C00E1A-F73B-4343-8C36-A161A0EDF3C9}"/>
              </a:ext>
            </a:extLst>
          </p:cNvPr>
          <p:cNvSpPr/>
          <p:nvPr userDrawn="1"/>
        </p:nvSpPr>
        <p:spPr>
          <a:xfrm>
            <a:off x="0" y="6960623"/>
            <a:ext cx="10693400" cy="602227"/>
          </a:xfrm>
          <a:prstGeom prst="rect">
            <a:avLst/>
          </a:prstGeom>
          <a:solidFill>
            <a:srgbClr val="00A9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CD2DC0-0D4F-4B0E-7C43-380735648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278B6D-6F61-EF5E-B5CC-F72AA2353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7A9D98-33BD-A8E4-155E-07D8B622B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44C4ED-AE87-B167-6C8F-8D62A01C4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75347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DD81B3-DF2D-90A5-75B5-5F66A4EEC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500BE0-7239-DF9F-8152-6A89D5FD4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27DB2-2307-A467-49D2-43198D154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62221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DD81B3-DF2D-90A5-75B5-5F66A4EEC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500BE0-7239-DF9F-8152-6A89D5FD4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27DB2-2307-A467-49D2-43198D154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E7D552-8819-237B-3DDB-43E0C64CD7BE}"/>
              </a:ext>
            </a:extLst>
          </p:cNvPr>
          <p:cNvSpPr/>
          <p:nvPr userDrawn="1"/>
        </p:nvSpPr>
        <p:spPr>
          <a:xfrm>
            <a:off x="0" y="0"/>
            <a:ext cx="3456918" cy="75628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2641547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DD81B3-DF2D-90A5-75B5-5F66A4EEC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500BE0-7239-DF9F-8152-6A89D5FD4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27DB2-2307-A467-49D2-43198D154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E7D552-8819-237B-3DDB-43E0C64CD7BE}"/>
              </a:ext>
            </a:extLst>
          </p:cNvPr>
          <p:cNvSpPr/>
          <p:nvPr userDrawn="1"/>
        </p:nvSpPr>
        <p:spPr>
          <a:xfrm>
            <a:off x="0" y="0"/>
            <a:ext cx="3456918" cy="75628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987EB5-615F-0E93-F4DF-C88794473E91}"/>
              </a:ext>
            </a:extLst>
          </p:cNvPr>
          <p:cNvSpPr/>
          <p:nvPr userDrawn="1"/>
        </p:nvSpPr>
        <p:spPr>
          <a:xfrm>
            <a:off x="3456918" y="0"/>
            <a:ext cx="3779566" cy="75628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8498329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DD81B3-DF2D-90A5-75B5-5F66A4EEC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500BE0-7239-DF9F-8152-6A89D5FD4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27DB2-2307-A467-49D2-43198D154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E7D552-8819-237B-3DDB-43E0C64CD7BE}"/>
              </a:ext>
            </a:extLst>
          </p:cNvPr>
          <p:cNvSpPr/>
          <p:nvPr userDrawn="1"/>
        </p:nvSpPr>
        <p:spPr>
          <a:xfrm>
            <a:off x="7329953" y="0"/>
            <a:ext cx="3356532" cy="75628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2500827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DD81B3-DF2D-90A5-75B5-5F66A4EEC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500BE0-7239-DF9F-8152-6A89D5FD4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27DB2-2307-A467-49D2-43198D154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E7D552-8819-237B-3DDB-43E0C64CD7BE}"/>
              </a:ext>
            </a:extLst>
          </p:cNvPr>
          <p:cNvSpPr/>
          <p:nvPr userDrawn="1"/>
        </p:nvSpPr>
        <p:spPr>
          <a:xfrm>
            <a:off x="0" y="0"/>
            <a:ext cx="3456918" cy="75628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6918518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5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DD81B3-DF2D-90A5-75B5-5F66A4EEC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500BE0-7239-DF9F-8152-6A89D5FD4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27DB2-2307-A467-49D2-43198D154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E7D552-8819-237B-3DDB-43E0C64CD7BE}"/>
              </a:ext>
            </a:extLst>
          </p:cNvPr>
          <p:cNvSpPr/>
          <p:nvPr userDrawn="1"/>
        </p:nvSpPr>
        <p:spPr>
          <a:xfrm>
            <a:off x="0" y="0"/>
            <a:ext cx="3456918" cy="75628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987EB5-615F-0E93-F4DF-C88794473E91}"/>
              </a:ext>
            </a:extLst>
          </p:cNvPr>
          <p:cNvSpPr/>
          <p:nvPr userDrawn="1"/>
        </p:nvSpPr>
        <p:spPr>
          <a:xfrm>
            <a:off x="3456918" y="0"/>
            <a:ext cx="3779566" cy="75628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6637667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6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DD81B3-DF2D-90A5-75B5-5F66A4EEC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500BE0-7239-DF9F-8152-6A89D5FD4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27DB2-2307-A467-49D2-43198D154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E7D552-8819-237B-3DDB-43E0C64CD7BE}"/>
              </a:ext>
            </a:extLst>
          </p:cNvPr>
          <p:cNvSpPr/>
          <p:nvPr userDrawn="1"/>
        </p:nvSpPr>
        <p:spPr>
          <a:xfrm>
            <a:off x="7329953" y="0"/>
            <a:ext cx="3356532" cy="75628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3812039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7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DD81B3-DF2D-90A5-75B5-5F66A4EEC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500BE0-7239-DF9F-8152-6A89D5FD4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27DB2-2307-A467-49D2-43198D154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E7D552-8819-237B-3DDB-43E0C64CD7BE}"/>
              </a:ext>
            </a:extLst>
          </p:cNvPr>
          <p:cNvSpPr/>
          <p:nvPr userDrawn="1"/>
        </p:nvSpPr>
        <p:spPr>
          <a:xfrm>
            <a:off x="0" y="0"/>
            <a:ext cx="3456918" cy="75628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6222145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8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DD81B3-DF2D-90A5-75B5-5F66A4EEC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500BE0-7239-DF9F-8152-6A89D5FD4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27DB2-2307-A467-49D2-43198D154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E7D552-8819-237B-3DDB-43E0C64CD7BE}"/>
              </a:ext>
            </a:extLst>
          </p:cNvPr>
          <p:cNvSpPr/>
          <p:nvPr userDrawn="1"/>
        </p:nvSpPr>
        <p:spPr>
          <a:xfrm>
            <a:off x="0" y="0"/>
            <a:ext cx="3456918" cy="75628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987EB5-615F-0E93-F4DF-C88794473E91}"/>
              </a:ext>
            </a:extLst>
          </p:cNvPr>
          <p:cNvSpPr/>
          <p:nvPr userDrawn="1"/>
        </p:nvSpPr>
        <p:spPr>
          <a:xfrm>
            <a:off x="3456918" y="0"/>
            <a:ext cx="3779566" cy="75628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10788830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9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DD81B3-DF2D-90A5-75B5-5F66A4EEC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500BE0-7239-DF9F-8152-6A89D5FD4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27DB2-2307-A467-49D2-43198D154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E7D552-8819-237B-3DDB-43E0C64CD7BE}"/>
              </a:ext>
            </a:extLst>
          </p:cNvPr>
          <p:cNvSpPr/>
          <p:nvPr userDrawn="1"/>
        </p:nvSpPr>
        <p:spPr>
          <a:xfrm>
            <a:off x="7329953" y="0"/>
            <a:ext cx="3356532" cy="75628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69133548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10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DD81B3-DF2D-90A5-75B5-5F66A4EEC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500BE0-7239-DF9F-8152-6A89D5FD4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27DB2-2307-A467-49D2-43198D154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E7D552-8819-237B-3DDB-43E0C64CD7BE}"/>
              </a:ext>
            </a:extLst>
          </p:cNvPr>
          <p:cNvSpPr/>
          <p:nvPr userDrawn="1"/>
        </p:nvSpPr>
        <p:spPr>
          <a:xfrm>
            <a:off x="0" y="0"/>
            <a:ext cx="3456918" cy="756285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12476800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1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DD81B3-DF2D-90A5-75B5-5F66A4EEC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500BE0-7239-DF9F-8152-6A89D5FD4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27DB2-2307-A467-49D2-43198D154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E7D552-8819-237B-3DDB-43E0C64CD7BE}"/>
              </a:ext>
            </a:extLst>
          </p:cNvPr>
          <p:cNvSpPr/>
          <p:nvPr userDrawn="1"/>
        </p:nvSpPr>
        <p:spPr>
          <a:xfrm>
            <a:off x="0" y="0"/>
            <a:ext cx="3456918" cy="756285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987EB5-615F-0E93-F4DF-C88794473E91}"/>
              </a:ext>
            </a:extLst>
          </p:cNvPr>
          <p:cNvSpPr/>
          <p:nvPr userDrawn="1"/>
        </p:nvSpPr>
        <p:spPr>
          <a:xfrm>
            <a:off x="3456918" y="0"/>
            <a:ext cx="3779566" cy="756285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79027776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1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DD81B3-DF2D-90A5-75B5-5F66A4EEC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500BE0-7239-DF9F-8152-6A89D5FD4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27DB2-2307-A467-49D2-43198D154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E7D552-8819-237B-3DDB-43E0C64CD7BE}"/>
              </a:ext>
            </a:extLst>
          </p:cNvPr>
          <p:cNvSpPr/>
          <p:nvPr userDrawn="1"/>
        </p:nvSpPr>
        <p:spPr>
          <a:xfrm>
            <a:off x="7329953" y="0"/>
            <a:ext cx="3356532" cy="756285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8465255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 w colo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DD81B3-DF2D-90A5-75B5-5F66A4EEC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500BE0-7239-DF9F-8152-6A89D5FD4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27DB2-2307-A467-49D2-43198D154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180063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B3F2E4F-D69A-C303-0281-6BB8BC65FA1A}"/>
              </a:ext>
            </a:extLst>
          </p:cNvPr>
          <p:cNvSpPr/>
          <p:nvPr userDrawn="1"/>
        </p:nvSpPr>
        <p:spPr>
          <a:xfrm>
            <a:off x="0" y="6960623"/>
            <a:ext cx="10693400" cy="602227"/>
          </a:xfrm>
          <a:prstGeom prst="rect">
            <a:avLst/>
          </a:prstGeom>
          <a:solidFill>
            <a:srgbClr val="00A9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E483EC-461E-3DF8-7723-85858B620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564" y="504190"/>
            <a:ext cx="3448900" cy="1764665"/>
          </a:xfrm>
        </p:spPr>
        <p:txBody>
          <a:bodyPr anchor="b"/>
          <a:lstStyle>
            <a:lvl1pPr>
              <a:defRPr sz="2807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D0BA06-04AB-09B5-645C-2091343E99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46088" y="1088911"/>
            <a:ext cx="5413534" cy="5374525"/>
          </a:xfrm>
        </p:spPr>
        <p:txBody>
          <a:bodyPr/>
          <a:lstStyle>
            <a:lvl1pPr>
              <a:defRPr sz="2807"/>
            </a:lvl1pPr>
            <a:lvl2pPr>
              <a:defRPr sz="2456"/>
            </a:lvl2pPr>
            <a:lvl3pPr>
              <a:defRPr sz="2105"/>
            </a:lvl3pPr>
            <a:lvl4pPr>
              <a:defRPr sz="1754"/>
            </a:lvl4pPr>
            <a:lvl5pPr>
              <a:defRPr sz="1754"/>
            </a:lvl5pPr>
            <a:lvl6pPr>
              <a:defRPr sz="1754"/>
            </a:lvl6pPr>
            <a:lvl7pPr>
              <a:defRPr sz="1754"/>
            </a:lvl7pPr>
            <a:lvl8pPr>
              <a:defRPr sz="1754"/>
            </a:lvl8pPr>
            <a:lvl9pPr>
              <a:defRPr sz="1754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D91B3F-7C7C-73B9-77CB-A11B1FCF85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36564" y="2268855"/>
            <a:ext cx="3448900" cy="4203335"/>
          </a:xfrm>
        </p:spPr>
        <p:txBody>
          <a:bodyPr/>
          <a:lstStyle>
            <a:lvl1pPr marL="0" indent="0">
              <a:buNone/>
              <a:defRPr sz="1403"/>
            </a:lvl1pPr>
            <a:lvl2pPr marL="401010" indent="0">
              <a:buNone/>
              <a:defRPr sz="1228"/>
            </a:lvl2pPr>
            <a:lvl3pPr marL="802020" indent="0">
              <a:buNone/>
              <a:defRPr sz="1053"/>
            </a:lvl3pPr>
            <a:lvl4pPr marL="1203030" indent="0">
              <a:buNone/>
              <a:defRPr sz="877"/>
            </a:lvl4pPr>
            <a:lvl5pPr marL="1604040" indent="0">
              <a:buNone/>
              <a:defRPr sz="877"/>
            </a:lvl5pPr>
            <a:lvl6pPr marL="2005051" indent="0">
              <a:buNone/>
              <a:defRPr sz="877"/>
            </a:lvl6pPr>
            <a:lvl7pPr marL="2406061" indent="0">
              <a:buNone/>
              <a:defRPr sz="877"/>
            </a:lvl7pPr>
            <a:lvl8pPr marL="2807071" indent="0">
              <a:buNone/>
              <a:defRPr sz="877"/>
            </a:lvl8pPr>
            <a:lvl9pPr marL="3208081" indent="0">
              <a:buNone/>
              <a:defRPr sz="877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67F290-2545-0C2B-78A6-D50CE3D00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0E117D-2169-6E39-149C-5FBECD5E7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83838A-4F66-F529-E239-3AE7FBEDE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989994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54395A0-EB10-01E3-39B4-075A8ACEABC7}"/>
              </a:ext>
            </a:extLst>
          </p:cNvPr>
          <p:cNvSpPr/>
          <p:nvPr userDrawn="1"/>
        </p:nvSpPr>
        <p:spPr>
          <a:xfrm>
            <a:off x="0" y="6960623"/>
            <a:ext cx="10693400" cy="602227"/>
          </a:xfrm>
          <a:prstGeom prst="rect">
            <a:avLst/>
          </a:prstGeom>
          <a:solidFill>
            <a:srgbClr val="00A9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2FAE3E-C2EA-DDE4-4229-9EB50F2F1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564" y="504190"/>
            <a:ext cx="3448900" cy="1764665"/>
          </a:xfrm>
        </p:spPr>
        <p:txBody>
          <a:bodyPr anchor="b"/>
          <a:lstStyle>
            <a:lvl1pPr>
              <a:defRPr sz="2807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131BBD-51CD-4DC2-4A60-8A48EA6C6A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546088" y="1088911"/>
            <a:ext cx="5413534" cy="5374525"/>
          </a:xfrm>
        </p:spPr>
        <p:txBody>
          <a:bodyPr/>
          <a:lstStyle>
            <a:lvl1pPr marL="0" indent="0">
              <a:buNone/>
              <a:defRPr sz="2807"/>
            </a:lvl1pPr>
            <a:lvl2pPr marL="401010" indent="0">
              <a:buNone/>
              <a:defRPr sz="2456"/>
            </a:lvl2pPr>
            <a:lvl3pPr marL="802020" indent="0">
              <a:buNone/>
              <a:defRPr sz="2105"/>
            </a:lvl3pPr>
            <a:lvl4pPr marL="1203030" indent="0">
              <a:buNone/>
              <a:defRPr sz="1754"/>
            </a:lvl4pPr>
            <a:lvl5pPr marL="1604040" indent="0">
              <a:buNone/>
              <a:defRPr sz="1754"/>
            </a:lvl5pPr>
            <a:lvl6pPr marL="2005051" indent="0">
              <a:buNone/>
              <a:defRPr sz="1754"/>
            </a:lvl6pPr>
            <a:lvl7pPr marL="2406061" indent="0">
              <a:buNone/>
              <a:defRPr sz="1754"/>
            </a:lvl7pPr>
            <a:lvl8pPr marL="2807071" indent="0">
              <a:buNone/>
              <a:defRPr sz="1754"/>
            </a:lvl8pPr>
            <a:lvl9pPr marL="3208081" indent="0">
              <a:buNone/>
              <a:defRPr sz="1754"/>
            </a:lvl9pPr>
          </a:lstStyle>
          <a:p>
            <a:r>
              <a:rPr lang="en-GB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3B0D01-09EF-1E92-D338-9CD0EBA943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36564" y="2268855"/>
            <a:ext cx="3448900" cy="4203335"/>
          </a:xfrm>
        </p:spPr>
        <p:txBody>
          <a:bodyPr/>
          <a:lstStyle>
            <a:lvl1pPr marL="0" indent="0">
              <a:buNone/>
              <a:defRPr sz="1403"/>
            </a:lvl1pPr>
            <a:lvl2pPr marL="401010" indent="0">
              <a:buNone/>
              <a:defRPr sz="1228"/>
            </a:lvl2pPr>
            <a:lvl3pPr marL="802020" indent="0">
              <a:buNone/>
              <a:defRPr sz="1053"/>
            </a:lvl3pPr>
            <a:lvl4pPr marL="1203030" indent="0">
              <a:buNone/>
              <a:defRPr sz="877"/>
            </a:lvl4pPr>
            <a:lvl5pPr marL="1604040" indent="0">
              <a:buNone/>
              <a:defRPr sz="877"/>
            </a:lvl5pPr>
            <a:lvl6pPr marL="2005051" indent="0">
              <a:buNone/>
              <a:defRPr sz="877"/>
            </a:lvl6pPr>
            <a:lvl7pPr marL="2406061" indent="0">
              <a:buNone/>
              <a:defRPr sz="877"/>
            </a:lvl7pPr>
            <a:lvl8pPr marL="2807071" indent="0">
              <a:buNone/>
              <a:defRPr sz="877"/>
            </a:lvl8pPr>
            <a:lvl9pPr marL="3208081" indent="0">
              <a:buNone/>
              <a:defRPr sz="877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B20126-F846-16D0-EBDD-34D48607E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34FC57-C801-AEF4-1D0A-E095B6450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951B0C-275C-33D2-9A96-4D0314E6E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8855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5A1A4EC-146B-3381-63D1-52F3C15CB004}"/>
              </a:ext>
            </a:extLst>
          </p:cNvPr>
          <p:cNvSpPr/>
          <p:nvPr userDrawn="1"/>
        </p:nvSpPr>
        <p:spPr>
          <a:xfrm>
            <a:off x="0" y="6960623"/>
            <a:ext cx="10693400" cy="602227"/>
          </a:xfrm>
          <a:prstGeom prst="rect">
            <a:avLst/>
          </a:prstGeom>
          <a:solidFill>
            <a:srgbClr val="00A9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BEF132-B0C4-CEBA-D9BB-A90CC2A65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5F3702-713A-C951-9CCF-955488BC64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34A4F3-ECB2-56FC-3055-081257812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1849C6-D413-92F0-6B5F-27BB8AC75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79A6DE-F917-5ECB-80DB-4C5C9924B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688460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9213BEA-D64A-CDAB-CB01-CACA6AEFB654}"/>
              </a:ext>
            </a:extLst>
          </p:cNvPr>
          <p:cNvSpPr/>
          <p:nvPr userDrawn="1"/>
        </p:nvSpPr>
        <p:spPr>
          <a:xfrm>
            <a:off x="0" y="6960623"/>
            <a:ext cx="10693400" cy="602227"/>
          </a:xfrm>
          <a:prstGeom prst="rect">
            <a:avLst/>
          </a:prstGeom>
          <a:solidFill>
            <a:srgbClr val="00A9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FFD24A-02C7-3C15-C6A2-2FE1816ED4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652465" y="402652"/>
            <a:ext cx="2305764" cy="6409166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7E5EB9-6E42-B9D7-5671-A15D13E201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35171" y="402652"/>
            <a:ext cx="6783626" cy="6409166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BCAA2-15B7-B922-2788-5986E5EEA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AD40C5-A7B5-0CB8-7A77-77280AC6E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DA6257-1CC9-8C66-1C48-A645172DC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964586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802EA-7E2B-54DE-73DF-FFE800694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29381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2005" y="2349387"/>
            <a:ext cx="9089390" cy="1621111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4010" y="4285615"/>
            <a:ext cx="7485380" cy="1932728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346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692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039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385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6732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078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7425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2771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06A48-4EB9-2C41-9849-9FDB674E928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73126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06A48-4EB9-2C41-9849-9FDB674E928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59281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4705" y="4859833"/>
            <a:ext cx="9089390" cy="1502066"/>
          </a:xfrm>
        </p:spPr>
        <p:txBody>
          <a:bodyPr anchor="t"/>
          <a:lstStyle>
            <a:lvl1pPr algn="l">
              <a:defRPr sz="4678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4705" y="3205459"/>
            <a:ext cx="9089390" cy="1654373"/>
          </a:xfrm>
        </p:spPr>
        <p:txBody>
          <a:bodyPr anchor="b"/>
          <a:lstStyle>
            <a:lvl1pPr marL="0" indent="0">
              <a:buNone/>
              <a:defRPr sz="2339">
                <a:solidFill>
                  <a:schemeClr val="tx1">
                    <a:tint val="75000"/>
                  </a:schemeClr>
                </a:solidFill>
              </a:defRPr>
            </a:lvl1pPr>
            <a:lvl2pPr marL="534650" indent="0">
              <a:buNone/>
              <a:defRPr sz="2105">
                <a:solidFill>
                  <a:schemeClr val="tx1">
                    <a:tint val="75000"/>
                  </a:schemeClr>
                </a:solidFill>
              </a:defRPr>
            </a:lvl2pPr>
            <a:lvl3pPr marL="1069299" indent="0">
              <a:buNone/>
              <a:defRPr sz="1871">
                <a:solidFill>
                  <a:schemeClr val="tx1">
                    <a:tint val="75000"/>
                  </a:schemeClr>
                </a:solidFill>
              </a:defRPr>
            </a:lvl3pPr>
            <a:lvl4pPr marL="1603949" indent="0">
              <a:buNone/>
              <a:defRPr sz="1637">
                <a:solidFill>
                  <a:schemeClr val="tx1">
                    <a:tint val="75000"/>
                  </a:schemeClr>
                </a:solidFill>
              </a:defRPr>
            </a:lvl4pPr>
            <a:lvl5pPr marL="2138599" indent="0">
              <a:buNone/>
              <a:defRPr sz="1637">
                <a:solidFill>
                  <a:schemeClr val="tx1">
                    <a:tint val="75000"/>
                  </a:schemeClr>
                </a:solidFill>
              </a:defRPr>
            </a:lvl5pPr>
            <a:lvl6pPr marL="2673248" indent="0">
              <a:buNone/>
              <a:defRPr sz="1637">
                <a:solidFill>
                  <a:schemeClr val="tx1">
                    <a:tint val="75000"/>
                  </a:schemeClr>
                </a:solidFill>
              </a:defRPr>
            </a:lvl6pPr>
            <a:lvl7pPr marL="3207898" indent="0">
              <a:buNone/>
              <a:defRPr sz="1637">
                <a:solidFill>
                  <a:schemeClr val="tx1">
                    <a:tint val="75000"/>
                  </a:schemeClr>
                </a:solidFill>
              </a:defRPr>
            </a:lvl7pPr>
            <a:lvl8pPr marL="3742548" indent="0">
              <a:buNone/>
              <a:defRPr sz="1637">
                <a:solidFill>
                  <a:schemeClr val="tx1">
                    <a:tint val="75000"/>
                  </a:schemeClr>
                </a:solidFill>
              </a:defRPr>
            </a:lvl8pPr>
            <a:lvl9pPr marL="4277197" indent="0">
              <a:buNone/>
              <a:defRPr sz="163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06A48-4EB9-2C41-9849-9FDB674E928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27430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4670" y="1764666"/>
            <a:ext cx="4722918" cy="4991131"/>
          </a:xfrm>
        </p:spPr>
        <p:txBody>
          <a:bodyPr/>
          <a:lstStyle>
            <a:lvl1pPr>
              <a:defRPr sz="3274"/>
            </a:lvl1pPr>
            <a:lvl2pPr>
              <a:defRPr sz="2807"/>
            </a:lvl2pPr>
            <a:lvl3pPr>
              <a:defRPr sz="2339"/>
            </a:lvl3pPr>
            <a:lvl4pPr>
              <a:defRPr sz="2105"/>
            </a:lvl4pPr>
            <a:lvl5pPr>
              <a:defRPr sz="2105"/>
            </a:lvl5pPr>
            <a:lvl6pPr>
              <a:defRPr sz="2105"/>
            </a:lvl6pPr>
            <a:lvl7pPr>
              <a:defRPr sz="2105"/>
            </a:lvl7pPr>
            <a:lvl8pPr>
              <a:defRPr sz="2105"/>
            </a:lvl8pPr>
            <a:lvl9pPr>
              <a:defRPr sz="2105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35812" y="1764666"/>
            <a:ext cx="4722918" cy="4991131"/>
          </a:xfrm>
        </p:spPr>
        <p:txBody>
          <a:bodyPr/>
          <a:lstStyle>
            <a:lvl1pPr>
              <a:defRPr sz="3274"/>
            </a:lvl1pPr>
            <a:lvl2pPr>
              <a:defRPr sz="2807"/>
            </a:lvl2pPr>
            <a:lvl3pPr>
              <a:defRPr sz="2339"/>
            </a:lvl3pPr>
            <a:lvl4pPr>
              <a:defRPr sz="2105"/>
            </a:lvl4pPr>
            <a:lvl5pPr>
              <a:defRPr sz="2105"/>
            </a:lvl5pPr>
            <a:lvl6pPr>
              <a:defRPr sz="2105"/>
            </a:lvl6pPr>
            <a:lvl7pPr>
              <a:defRPr sz="2105"/>
            </a:lvl7pPr>
            <a:lvl8pPr>
              <a:defRPr sz="2105"/>
            </a:lvl8pPr>
            <a:lvl9pPr>
              <a:defRPr sz="2105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06A48-4EB9-2C41-9849-9FDB674E928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60040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670" y="1692889"/>
            <a:ext cx="4724775" cy="705516"/>
          </a:xfrm>
        </p:spPr>
        <p:txBody>
          <a:bodyPr anchor="b"/>
          <a:lstStyle>
            <a:lvl1pPr marL="0" indent="0">
              <a:buNone/>
              <a:defRPr sz="2807" b="1"/>
            </a:lvl1pPr>
            <a:lvl2pPr marL="534650" indent="0">
              <a:buNone/>
              <a:defRPr sz="2339" b="1"/>
            </a:lvl2pPr>
            <a:lvl3pPr marL="1069299" indent="0">
              <a:buNone/>
              <a:defRPr sz="2105" b="1"/>
            </a:lvl3pPr>
            <a:lvl4pPr marL="1603949" indent="0">
              <a:buNone/>
              <a:defRPr sz="1871" b="1"/>
            </a:lvl4pPr>
            <a:lvl5pPr marL="2138599" indent="0">
              <a:buNone/>
              <a:defRPr sz="1871" b="1"/>
            </a:lvl5pPr>
            <a:lvl6pPr marL="2673248" indent="0">
              <a:buNone/>
              <a:defRPr sz="1871" b="1"/>
            </a:lvl6pPr>
            <a:lvl7pPr marL="3207898" indent="0">
              <a:buNone/>
              <a:defRPr sz="1871" b="1"/>
            </a:lvl7pPr>
            <a:lvl8pPr marL="3742548" indent="0">
              <a:buNone/>
              <a:defRPr sz="1871" b="1"/>
            </a:lvl8pPr>
            <a:lvl9pPr marL="4277197" indent="0">
              <a:buNone/>
              <a:defRPr sz="1871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4670" y="2398403"/>
            <a:ext cx="4724775" cy="4357393"/>
          </a:xfrm>
        </p:spPr>
        <p:txBody>
          <a:bodyPr/>
          <a:lstStyle>
            <a:lvl1pPr>
              <a:defRPr sz="2807"/>
            </a:lvl1pPr>
            <a:lvl2pPr>
              <a:defRPr sz="2339"/>
            </a:lvl2pPr>
            <a:lvl3pPr>
              <a:defRPr sz="2105"/>
            </a:lvl3pPr>
            <a:lvl4pPr>
              <a:defRPr sz="1871"/>
            </a:lvl4pPr>
            <a:lvl5pPr>
              <a:defRPr sz="1871"/>
            </a:lvl5pPr>
            <a:lvl6pPr>
              <a:defRPr sz="1871"/>
            </a:lvl6pPr>
            <a:lvl7pPr>
              <a:defRPr sz="1871"/>
            </a:lvl7pPr>
            <a:lvl8pPr>
              <a:defRPr sz="1871"/>
            </a:lvl8pPr>
            <a:lvl9pPr>
              <a:defRPr sz="1871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32101" y="1692889"/>
            <a:ext cx="4726631" cy="705516"/>
          </a:xfrm>
        </p:spPr>
        <p:txBody>
          <a:bodyPr anchor="b"/>
          <a:lstStyle>
            <a:lvl1pPr marL="0" indent="0">
              <a:buNone/>
              <a:defRPr sz="2807" b="1"/>
            </a:lvl1pPr>
            <a:lvl2pPr marL="534650" indent="0">
              <a:buNone/>
              <a:defRPr sz="2339" b="1"/>
            </a:lvl2pPr>
            <a:lvl3pPr marL="1069299" indent="0">
              <a:buNone/>
              <a:defRPr sz="2105" b="1"/>
            </a:lvl3pPr>
            <a:lvl4pPr marL="1603949" indent="0">
              <a:buNone/>
              <a:defRPr sz="1871" b="1"/>
            </a:lvl4pPr>
            <a:lvl5pPr marL="2138599" indent="0">
              <a:buNone/>
              <a:defRPr sz="1871" b="1"/>
            </a:lvl5pPr>
            <a:lvl6pPr marL="2673248" indent="0">
              <a:buNone/>
              <a:defRPr sz="1871" b="1"/>
            </a:lvl6pPr>
            <a:lvl7pPr marL="3207898" indent="0">
              <a:buNone/>
              <a:defRPr sz="1871" b="1"/>
            </a:lvl7pPr>
            <a:lvl8pPr marL="3742548" indent="0">
              <a:buNone/>
              <a:defRPr sz="1871" b="1"/>
            </a:lvl8pPr>
            <a:lvl9pPr marL="4277197" indent="0">
              <a:buNone/>
              <a:defRPr sz="1871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32101" y="2398403"/>
            <a:ext cx="4726631" cy="4357393"/>
          </a:xfrm>
        </p:spPr>
        <p:txBody>
          <a:bodyPr/>
          <a:lstStyle>
            <a:lvl1pPr>
              <a:defRPr sz="2807"/>
            </a:lvl1pPr>
            <a:lvl2pPr>
              <a:defRPr sz="2339"/>
            </a:lvl2pPr>
            <a:lvl3pPr>
              <a:defRPr sz="2105"/>
            </a:lvl3pPr>
            <a:lvl4pPr>
              <a:defRPr sz="1871"/>
            </a:lvl4pPr>
            <a:lvl5pPr>
              <a:defRPr sz="1871"/>
            </a:lvl5pPr>
            <a:lvl6pPr>
              <a:defRPr sz="1871"/>
            </a:lvl6pPr>
            <a:lvl7pPr>
              <a:defRPr sz="1871"/>
            </a:lvl7pPr>
            <a:lvl8pPr>
              <a:defRPr sz="1871"/>
            </a:lvl8pPr>
            <a:lvl9pPr>
              <a:defRPr sz="1871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06A48-4EB9-2C41-9849-9FDB674E928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705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06A48-4EB9-2C41-9849-9FDB674E928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78928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06A48-4EB9-2C41-9849-9FDB674E928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24538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672" y="301113"/>
            <a:ext cx="3518055" cy="1281484"/>
          </a:xfrm>
        </p:spPr>
        <p:txBody>
          <a:bodyPr anchor="b"/>
          <a:lstStyle>
            <a:lvl1pPr algn="l">
              <a:defRPr sz="2339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0822" y="301115"/>
            <a:ext cx="5977908" cy="6454683"/>
          </a:xfrm>
        </p:spPr>
        <p:txBody>
          <a:bodyPr/>
          <a:lstStyle>
            <a:lvl1pPr>
              <a:defRPr sz="3742"/>
            </a:lvl1pPr>
            <a:lvl2pPr>
              <a:defRPr sz="3274"/>
            </a:lvl2pPr>
            <a:lvl3pPr>
              <a:defRPr sz="2807"/>
            </a:lvl3pPr>
            <a:lvl4pPr>
              <a:defRPr sz="2339"/>
            </a:lvl4pPr>
            <a:lvl5pPr>
              <a:defRPr sz="2339"/>
            </a:lvl5pPr>
            <a:lvl6pPr>
              <a:defRPr sz="2339"/>
            </a:lvl6pPr>
            <a:lvl7pPr>
              <a:defRPr sz="2339"/>
            </a:lvl7pPr>
            <a:lvl8pPr>
              <a:defRPr sz="2339"/>
            </a:lvl8pPr>
            <a:lvl9pPr>
              <a:defRPr sz="2339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4672" y="1582598"/>
            <a:ext cx="3518055" cy="5173200"/>
          </a:xfrm>
        </p:spPr>
        <p:txBody>
          <a:bodyPr/>
          <a:lstStyle>
            <a:lvl1pPr marL="0" indent="0">
              <a:buNone/>
              <a:defRPr sz="1637"/>
            </a:lvl1pPr>
            <a:lvl2pPr marL="534650" indent="0">
              <a:buNone/>
              <a:defRPr sz="1403"/>
            </a:lvl2pPr>
            <a:lvl3pPr marL="1069299" indent="0">
              <a:buNone/>
              <a:defRPr sz="1169"/>
            </a:lvl3pPr>
            <a:lvl4pPr marL="1603949" indent="0">
              <a:buNone/>
              <a:defRPr sz="1052"/>
            </a:lvl4pPr>
            <a:lvl5pPr marL="2138599" indent="0">
              <a:buNone/>
              <a:defRPr sz="1052"/>
            </a:lvl5pPr>
            <a:lvl6pPr marL="2673248" indent="0">
              <a:buNone/>
              <a:defRPr sz="1052"/>
            </a:lvl6pPr>
            <a:lvl7pPr marL="3207898" indent="0">
              <a:buNone/>
              <a:defRPr sz="1052"/>
            </a:lvl7pPr>
            <a:lvl8pPr marL="3742548" indent="0">
              <a:buNone/>
              <a:defRPr sz="1052"/>
            </a:lvl8pPr>
            <a:lvl9pPr marL="4277197" indent="0">
              <a:buNone/>
              <a:defRPr sz="1052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06A48-4EB9-2C41-9849-9FDB674E928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70345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95981" y="5293995"/>
            <a:ext cx="6416040" cy="624987"/>
          </a:xfrm>
        </p:spPr>
        <p:txBody>
          <a:bodyPr anchor="b"/>
          <a:lstStyle>
            <a:lvl1pPr algn="l">
              <a:defRPr sz="2339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095981" y="675754"/>
            <a:ext cx="6416040" cy="4537710"/>
          </a:xfrm>
        </p:spPr>
        <p:txBody>
          <a:bodyPr/>
          <a:lstStyle>
            <a:lvl1pPr marL="0" indent="0">
              <a:buNone/>
              <a:defRPr sz="3742"/>
            </a:lvl1pPr>
            <a:lvl2pPr marL="534650" indent="0">
              <a:buNone/>
              <a:defRPr sz="3274"/>
            </a:lvl2pPr>
            <a:lvl3pPr marL="1069299" indent="0">
              <a:buNone/>
              <a:defRPr sz="2807"/>
            </a:lvl3pPr>
            <a:lvl4pPr marL="1603949" indent="0">
              <a:buNone/>
              <a:defRPr sz="2339"/>
            </a:lvl4pPr>
            <a:lvl5pPr marL="2138599" indent="0">
              <a:buNone/>
              <a:defRPr sz="2339"/>
            </a:lvl5pPr>
            <a:lvl6pPr marL="2673248" indent="0">
              <a:buNone/>
              <a:defRPr sz="2339"/>
            </a:lvl6pPr>
            <a:lvl7pPr marL="3207898" indent="0">
              <a:buNone/>
              <a:defRPr sz="2339"/>
            </a:lvl7pPr>
            <a:lvl8pPr marL="3742548" indent="0">
              <a:buNone/>
              <a:defRPr sz="2339"/>
            </a:lvl8pPr>
            <a:lvl9pPr marL="4277197" indent="0">
              <a:buNone/>
              <a:defRPr sz="2339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95981" y="5918981"/>
            <a:ext cx="6416040" cy="887585"/>
          </a:xfrm>
        </p:spPr>
        <p:txBody>
          <a:bodyPr/>
          <a:lstStyle>
            <a:lvl1pPr marL="0" indent="0">
              <a:buNone/>
              <a:defRPr sz="1637"/>
            </a:lvl1pPr>
            <a:lvl2pPr marL="534650" indent="0">
              <a:buNone/>
              <a:defRPr sz="1403"/>
            </a:lvl2pPr>
            <a:lvl3pPr marL="1069299" indent="0">
              <a:buNone/>
              <a:defRPr sz="1169"/>
            </a:lvl3pPr>
            <a:lvl4pPr marL="1603949" indent="0">
              <a:buNone/>
              <a:defRPr sz="1052"/>
            </a:lvl4pPr>
            <a:lvl5pPr marL="2138599" indent="0">
              <a:buNone/>
              <a:defRPr sz="1052"/>
            </a:lvl5pPr>
            <a:lvl6pPr marL="2673248" indent="0">
              <a:buNone/>
              <a:defRPr sz="1052"/>
            </a:lvl6pPr>
            <a:lvl7pPr marL="3207898" indent="0">
              <a:buNone/>
              <a:defRPr sz="1052"/>
            </a:lvl7pPr>
            <a:lvl8pPr marL="3742548" indent="0">
              <a:buNone/>
              <a:defRPr sz="1052"/>
            </a:lvl8pPr>
            <a:lvl9pPr marL="4277197" indent="0">
              <a:buNone/>
              <a:defRPr sz="1052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06A48-4EB9-2C41-9849-9FDB674E928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09066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06A48-4EB9-2C41-9849-9FDB674E928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34385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752715" y="302865"/>
            <a:ext cx="2406015" cy="6452932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4670" y="302865"/>
            <a:ext cx="7039822" cy="6452932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06A48-4EB9-2C41-9849-9FDB674E928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5798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802EA-7E2B-54DE-73DF-FFE800694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78249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802EA-7E2B-54DE-73DF-FFE800694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45985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4417C-2A90-F5CE-0B3A-2CD4A6C516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36675" y="1237133"/>
            <a:ext cx="8020050" cy="2632992"/>
          </a:xfrm>
        </p:spPr>
        <p:txBody>
          <a:bodyPr anchor="b"/>
          <a:lstStyle>
            <a:lvl1pPr algn="l">
              <a:defRPr sz="7016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1CEDB4-8055-5CCD-DD87-D2E4920060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6675" y="3972831"/>
            <a:ext cx="8020050" cy="182535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807"/>
            </a:lvl1pPr>
            <a:lvl2pPr marL="534650" indent="0" algn="ctr">
              <a:buNone/>
              <a:defRPr sz="2339"/>
            </a:lvl2pPr>
            <a:lvl3pPr marL="1069299" indent="0" algn="ctr">
              <a:buNone/>
              <a:defRPr sz="2105"/>
            </a:lvl3pPr>
            <a:lvl4pPr marL="1603949" indent="0" algn="ctr">
              <a:buNone/>
              <a:defRPr sz="1871"/>
            </a:lvl4pPr>
            <a:lvl5pPr marL="2138599" indent="0" algn="ctr">
              <a:buNone/>
              <a:defRPr sz="1871"/>
            </a:lvl5pPr>
            <a:lvl6pPr marL="2673248" indent="0" algn="ctr">
              <a:buNone/>
              <a:defRPr sz="1871"/>
            </a:lvl6pPr>
            <a:lvl7pPr marL="3207898" indent="0" algn="ctr">
              <a:buNone/>
              <a:defRPr sz="1871"/>
            </a:lvl7pPr>
            <a:lvl8pPr marL="3742548" indent="0" algn="ctr">
              <a:buNone/>
              <a:defRPr sz="1871"/>
            </a:lvl8pPr>
            <a:lvl9pPr marL="4277197" indent="0" algn="ctr">
              <a:buNone/>
              <a:defRPr sz="1871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2A25D8-FC45-230F-BAAF-C7B889CCC4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5171" y="7009643"/>
            <a:ext cx="2406015" cy="403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4BC628-93D6-CFFE-31EB-675D67205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42189" y="7009643"/>
            <a:ext cx="3609023" cy="403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0D8896-248E-A999-7FAB-965F2D2A1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552214" y="7009643"/>
            <a:ext cx="2406015" cy="403818"/>
          </a:xfrm>
          <a:prstGeom prst="rect">
            <a:avLst/>
          </a:prstGeom>
        </p:spPr>
        <p:txBody>
          <a:bodyPr/>
          <a:lstStyle/>
          <a:p>
            <a:fld id="{FD1F14BD-9734-8E4F-B846-5E33B82F40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86736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C0C88-B162-0BF3-0361-72260F921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0A7347-AE29-1F2D-8D26-CAAA994F50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5171" y="2014426"/>
            <a:ext cx="9223058" cy="479680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6000CC-99A8-C131-7BF3-DA75E5B6C16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5171" y="7009643"/>
            <a:ext cx="2406015" cy="403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8CB88-6934-9482-07D5-7876EAA4A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42189" y="7009643"/>
            <a:ext cx="3609023" cy="403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0932B9-6AF2-518F-8242-0951F6114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552214" y="7009643"/>
            <a:ext cx="2406015" cy="403818"/>
          </a:xfrm>
          <a:prstGeom prst="rect">
            <a:avLst/>
          </a:prstGeom>
        </p:spPr>
        <p:txBody>
          <a:bodyPr/>
          <a:lstStyle/>
          <a:p>
            <a:fld id="{FD1F14BD-9734-8E4F-B846-5E33B82F40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51768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8D1B8-AC63-F115-4165-46E548507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602" y="1886044"/>
            <a:ext cx="9223058" cy="3146519"/>
          </a:xfrm>
        </p:spPr>
        <p:txBody>
          <a:bodyPr anchor="b"/>
          <a:lstStyle>
            <a:lvl1pPr>
              <a:defRPr sz="7016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6F9F74-8A9E-79D2-DF72-E65A42B3C8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9602" y="5060574"/>
            <a:ext cx="9223058" cy="165495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7">
                <a:solidFill>
                  <a:schemeClr val="tx1">
                    <a:tint val="75000"/>
                  </a:schemeClr>
                </a:solidFill>
              </a:defRPr>
            </a:lvl1pPr>
            <a:lvl2pPr marL="534650" indent="0">
              <a:buNone/>
              <a:defRPr sz="2339">
                <a:solidFill>
                  <a:schemeClr val="tx1">
                    <a:tint val="75000"/>
                  </a:schemeClr>
                </a:solidFill>
              </a:defRPr>
            </a:lvl2pPr>
            <a:lvl3pPr marL="1069299" indent="0">
              <a:buNone/>
              <a:defRPr sz="2105">
                <a:solidFill>
                  <a:schemeClr val="tx1">
                    <a:tint val="75000"/>
                  </a:schemeClr>
                </a:solidFill>
              </a:defRPr>
            </a:lvl3pPr>
            <a:lvl4pPr marL="1603949" indent="0">
              <a:buNone/>
              <a:defRPr sz="1871">
                <a:solidFill>
                  <a:schemeClr val="tx1">
                    <a:tint val="75000"/>
                  </a:schemeClr>
                </a:solidFill>
              </a:defRPr>
            </a:lvl4pPr>
            <a:lvl5pPr marL="2138599" indent="0">
              <a:buNone/>
              <a:defRPr sz="1871">
                <a:solidFill>
                  <a:schemeClr val="tx1">
                    <a:tint val="75000"/>
                  </a:schemeClr>
                </a:solidFill>
              </a:defRPr>
            </a:lvl5pPr>
            <a:lvl6pPr marL="2673248" indent="0">
              <a:buNone/>
              <a:defRPr sz="1871">
                <a:solidFill>
                  <a:schemeClr val="tx1">
                    <a:tint val="75000"/>
                  </a:schemeClr>
                </a:solidFill>
              </a:defRPr>
            </a:lvl6pPr>
            <a:lvl7pPr marL="3207898" indent="0">
              <a:buNone/>
              <a:defRPr sz="1871">
                <a:solidFill>
                  <a:schemeClr val="tx1">
                    <a:tint val="75000"/>
                  </a:schemeClr>
                </a:solidFill>
              </a:defRPr>
            </a:lvl7pPr>
            <a:lvl8pPr marL="3742548" indent="0">
              <a:buNone/>
              <a:defRPr sz="1871">
                <a:solidFill>
                  <a:schemeClr val="tx1">
                    <a:tint val="75000"/>
                  </a:schemeClr>
                </a:solidFill>
              </a:defRPr>
            </a:lvl8pPr>
            <a:lvl9pPr marL="4277197" indent="0">
              <a:buNone/>
              <a:defRPr sz="187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E9C2BF-D372-BD7D-7F4F-76F441C5AA5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5171" y="7009643"/>
            <a:ext cx="2406015" cy="403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5D33C5-E803-B4D5-D591-07A025C5F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42189" y="7009643"/>
            <a:ext cx="3609023" cy="403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A148CA-FB66-7200-FE96-40548C0EA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552214" y="7009643"/>
            <a:ext cx="2406015" cy="403818"/>
          </a:xfrm>
          <a:prstGeom prst="rect">
            <a:avLst/>
          </a:prstGeom>
        </p:spPr>
        <p:txBody>
          <a:bodyPr/>
          <a:lstStyle/>
          <a:p>
            <a:fld id="{FD1F14BD-9734-8E4F-B846-5E33B82F40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73109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6C8B4-F8EB-68F8-4158-4EFF95C278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5171" y="454006"/>
            <a:ext cx="9223058" cy="146121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7E2B2D-BBF2-120A-CA37-BEBB1CA1A7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35171" y="2014426"/>
            <a:ext cx="4522417" cy="479680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3FA3D7-3C83-858A-BFDF-1E259A9009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35812" y="2014426"/>
            <a:ext cx="4522417" cy="479680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9F2F15-441B-E9D8-8A5B-171B6E17826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5171" y="7009643"/>
            <a:ext cx="2406015" cy="403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DB5969-9822-373C-6D6A-EA229BB16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42189" y="7009643"/>
            <a:ext cx="3609023" cy="403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95A342-C722-A4D8-AB12-C6580F9E7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552214" y="7009643"/>
            <a:ext cx="2406015" cy="403818"/>
          </a:xfrm>
          <a:prstGeom prst="rect">
            <a:avLst/>
          </a:prstGeom>
        </p:spPr>
        <p:txBody>
          <a:bodyPr/>
          <a:lstStyle/>
          <a:p>
            <a:fld id="{FD1F14BD-9734-8E4F-B846-5E33B82F40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07267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EE8DF-56BF-AF91-0B06-651C207AC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7028" y="403820"/>
            <a:ext cx="9223058" cy="146121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9D81AA-CFEC-587A-EB67-A75EDB8B54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7029" y="1853366"/>
            <a:ext cx="4524273" cy="91034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807" b="1"/>
            </a:lvl1pPr>
            <a:lvl2pPr marL="534650" indent="0">
              <a:buNone/>
              <a:defRPr sz="2339" b="1"/>
            </a:lvl2pPr>
            <a:lvl3pPr marL="1069299" indent="0">
              <a:buNone/>
              <a:defRPr sz="2105" b="1"/>
            </a:lvl3pPr>
            <a:lvl4pPr marL="1603949" indent="0">
              <a:buNone/>
              <a:defRPr sz="1871" b="1"/>
            </a:lvl4pPr>
            <a:lvl5pPr marL="2138599" indent="0">
              <a:buNone/>
              <a:defRPr sz="1871" b="1"/>
            </a:lvl5pPr>
            <a:lvl6pPr marL="2673248" indent="0">
              <a:buNone/>
              <a:defRPr sz="1871" b="1"/>
            </a:lvl6pPr>
            <a:lvl7pPr marL="3207898" indent="0">
              <a:buNone/>
              <a:defRPr sz="1871" b="1"/>
            </a:lvl7pPr>
            <a:lvl8pPr marL="3742548" indent="0">
              <a:buNone/>
              <a:defRPr sz="1871" b="1"/>
            </a:lvl8pPr>
            <a:lvl9pPr marL="4277197" indent="0">
              <a:buNone/>
              <a:defRPr sz="1871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8B5F7E-0C55-5B12-EEB2-C929A4BC05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37029" y="2763708"/>
            <a:ext cx="4524273" cy="406153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C49F57-2857-8012-4522-9D73A0AD5A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413534" y="1853366"/>
            <a:ext cx="4546552" cy="91034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807" b="1"/>
            </a:lvl1pPr>
            <a:lvl2pPr marL="534650" indent="0">
              <a:buNone/>
              <a:defRPr sz="2339" b="1"/>
            </a:lvl2pPr>
            <a:lvl3pPr marL="1069299" indent="0">
              <a:buNone/>
              <a:defRPr sz="2105" b="1"/>
            </a:lvl3pPr>
            <a:lvl4pPr marL="1603949" indent="0">
              <a:buNone/>
              <a:defRPr sz="1871" b="1"/>
            </a:lvl4pPr>
            <a:lvl5pPr marL="2138599" indent="0">
              <a:buNone/>
              <a:defRPr sz="1871" b="1"/>
            </a:lvl5pPr>
            <a:lvl6pPr marL="2673248" indent="0">
              <a:buNone/>
              <a:defRPr sz="1871" b="1"/>
            </a:lvl6pPr>
            <a:lvl7pPr marL="3207898" indent="0">
              <a:buNone/>
              <a:defRPr sz="1871" b="1"/>
            </a:lvl7pPr>
            <a:lvl8pPr marL="3742548" indent="0">
              <a:buNone/>
              <a:defRPr sz="1871" b="1"/>
            </a:lvl8pPr>
            <a:lvl9pPr marL="4277197" indent="0">
              <a:buNone/>
              <a:defRPr sz="1871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19AF5B-BA06-6C05-DDE4-DDD7B98940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413534" y="2763708"/>
            <a:ext cx="4546552" cy="406153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93085D3-134B-9009-8C03-036C9336628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5171" y="7009643"/>
            <a:ext cx="2406015" cy="403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4ADAAB6-FBB1-FEC8-0898-F756F73AB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42189" y="7009643"/>
            <a:ext cx="3609023" cy="403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BD1A263-1AC1-FAA2-7E31-EC9FF36FC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552214" y="7009643"/>
            <a:ext cx="2406015" cy="403818"/>
          </a:xfrm>
          <a:prstGeom prst="rect">
            <a:avLst/>
          </a:prstGeom>
        </p:spPr>
        <p:txBody>
          <a:bodyPr/>
          <a:lstStyle/>
          <a:p>
            <a:fld id="{FD1F14BD-9734-8E4F-B846-5E33B82F40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19022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4D0E5-68A9-8B82-06C6-0B25C21E7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DB70AA-2CAF-41A8-3187-0E75768D770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5171" y="7009643"/>
            <a:ext cx="2406015" cy="403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C04B93-F5F2-2506-1FFC-388DD55B4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42189" y="7009643"/>
            <a:ext cx="3609023" cy="403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9B4076-8AD3-C968-A2F0-CDE1D7346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552214" y="7009643"/>
            <a:ext cx="2406015" cy="403818"/>
          </a:xfrm>
          <a:prstGeom prst="rect">
            <a:avLst/>
          </a:prstGeom>
        </p:spPr>
        <p:txBody>
          <a:bodyPr/>
          <a:lstStyle/>
          <a:p>
            <a:fld id="{FD1F14BD-9734-8E4F-B846-5E33B82F40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4676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515CFAA-6E36-4A2C-37EB-F90D5201D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6C55953-6E13-67BB-FBEB-54FD8BB6E03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35171" y="3456970"/>
            <a:ext cx="9223058" cy="279171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09441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2D3BA-D41F-D7F5-8124-ADECF44D02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7029" y="504190"/>
            <a:ext cx="3449364" cy="1764665"/>
          </a:xfrm>
        </p:spPr>
        <p:txBody>
          <a:bodyPr anchor="b"/>
          <a:lstStyle>
            <a:lvl1pPr>
              <a:defRPr sz="3742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39CF27-1325-6AF8-E022-7132EB4237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46552" y="1090079"/>
            <a:ext cx="5413534" cy="5373358"/>
          </a:xfrm>
          <a:prstGeom prst="rect">
            <a:avLst/>
          </a:prstGeom>
        </p:spPr>
        <p:txBody>
          <a:bodyPr/>
          <a:lstStyle>
            <a:lvl1pPr>
              <a:defRPr sz="3742"/>
            </a:lvl1pPr>
            <a:lvl2pPr>
              <a:defRPr sz="3274"/>
            </a:lvl2pPr>
            <a:lvl3pPr>
              <a:defRPr sz="2807"/>
            </a:lvl3pPr>
            <a:lvl4pPr>
              <a:defRPr sz="2339"/>
            </a:lvl4pPr>
            <a:lvl5pPr>
              <a:defRPr sz="2339"/>
            </a:lvl5pPr>
            <a:lvl6pPr>
              <a:defRPr sz="2339"/>
            </a:lvl6pPr>
            <a:lvl7pPr>
              <a:defRPr sz="2339"/>
            </a:lvl7pPr>
            <a:lvl8pPr>
              <a:defRPr sz="2339"/>
            </a:lvl8pPr>
            <a:lvl9pPr>
              <a:defRPr sz="2339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09AC32-89D3-98F9-5639-06BBBDE123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37029" y="2268855"/>
            <a:ext cx="3449364" cy="420391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71"/>
            </a:lvl1pPr>
            <a:lvl2pPr marL="534650" indent="0">
              <a:buNone/>
              <a:defRPr sz="1637"/>
            </a:lvl2pPr>
            <a:lvl3pPr marL="1069299" indent="0">
              <a:buNone/>
              <a:defRPr sz="1403"/>
            </a:lvl3pPr>
            <a:lvl4pPr marL="1603949" indent="0">
              <a:buNone/>
              <a:defRPr sz="1169"/>
            </a:lvl4pPr>
            <a:lvl5pPr marL="2138599" indent="0">
              <a:buNone/>
              <a:defRPr sz="1169"/>
            </a:lvl5pPr>
            <a:lvl6pPr marL="2673248" indent="0">
              <a:buNone/>
              <a:defRPr sz="1169"/>
            </a:lvl6pPr>
            <a:lvl7pPr marL="3207898" indent="0">
              <a:buNone/>
              <a:defRPr sz="1169"/>
            </a:lvl7pPr>
            <a:lvl8pPr marL="3742548" indent="0">
              <a:buNone/>
              <a:defRPr sz="1169"/>
            </a:lvl8pPr>
            <a:lvl9pPr marL="4277197" indent="0">
              <a:buNone/>
              <a:defRPr sz="1169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4A9781-72F4-C6CD-A779-CAE1A1B63F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5171" y="7009643"/>
            <a:ext cx="2406015" cy="403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267623-E412-E791-D89E-8E21C7A34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42189" y="7009643"/>
            <a:ext cx="3609023" cy="403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7CA0EA-B805-68FA-D443-2C8D039AA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552214" y="7009643"/>
            <a:ext cx="2406015" cy="403818"/>
          </a:xfrm>
          <a:prstGeom prst="rect">
            <a:avLst/>
          </a:prstGeom>
        </p:spPr>
        <p:txBody>
          <a:bodyPr/>
          <a:lstStyle/>
          <a:p>
            <a:fld id="{FD1F14BD-9734-8E4F-B846-5E33B82F40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68440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B6FB8-3D61-2BD6-986C-152A8BCD4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7029" y="504190"/>
            <a:ext cx="3449364" cy="1764665"/>
          </a:xfrm>
        </p:spPr>
        <p:txBody>
          <a:bodyPr anchor="b"/>
          <a:lstStyle>
            <a:lvl1pPr>
              <a:defRPr sz="3742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F85B45-526F-A9C6-5FF0-E7D3B32EA1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546552" y="1090079"/>
            <a:ext cx="5413534" cy="537335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742"/>
            </a:lvl1pPr>
            <a:lvl2pPr marL="534650" indent="0">
              <a:buNone/>
              <a:defRPr sz="3274"/>
            </a:lvl2pPr>
            <a:lvl3pPr marL="1069299" indent="0">
              <a:buNone/>
              <a:defRPr sz="2807"/>
            </a:lvl3pPr>
            <a:lvl4pPr marL="1603949" indent="0">
              <a:buNone/>
              <a:defRPr sz="2339"/>
            </a:lvl4pPr>
            <a:lvl5pPr marL="2138599" indent="0">
              <a:buNone/>
              <a:defRPr sz="2339"/>
            </a:lvl5pPr>
            <a:lvl6pPr marL="2673248" indent="0">
              <a:buNone/>
              <a:defRPr sz="2339"/>
            </a:lvl6pPr>
            <a:lvl7pPr marL="3207898" indent="0">
              <a:buNone/>
              <a:defRPr sz="2339"/>
            </a:lvl7pPr>
            <a:lvl8pPr marL="3742548" indent="0">
              <a:buNone/>
              <a:defRPr sz="2339"/>
            </a:lvl8pPr>
            <a:lvl9pPr marL="4277197" indent="0">
              <a:buNone/>
              <a:defRPr sz="2339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855749-24D6-7B1A-5315-A08CAEB8DC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37029" y="2268855"/>
            <a:ext cx="3449364" cy="420391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71"/>
            </a:lvl1pPr>
            <a:lvl2pPr marL="534650" indent="0">
              <a:buNone/>
              <a:defRPr sz="1637"/>
            </a:lvl2pPr>
            <a:lvl3pPr marL="1069299" indent="0">
              <a:buNone/>
              <a:defRPr sz="1403"/>
            </a:lvl3pPr>
            <a:lvl4pPr marL="1603949" indent="0">
              <a:buNone/>
              <a:defRPr sz="1169"/>
            </a:lvl4pPr>
            <a:lvl5pPr marL="2138599" indent="0">
              <a:buNone/>
              <a:defRPr sz="1169"/>
            </a:lvl5pPr>
            <a:lvl6pPr marL="2673248" indent="0">
              <a:buNone/>
              <a:defRPr sz="1169"/>
            </a:lvl6pPr>
            <a:lvl7pPr marL="3207898" indent="0">
              <a:buNone/>
              <a:defRPr sz="1169"/>
            </a:lvl7pPr>
            <a:lvl8pPr marL="3742548" indent="0">
              <a:buNone/>
              <a:defRPr sz="1169"/>
            </a:lvl8pPr>
            <a:lvl9pPr marL="4277197" indent="0">
              <a:buNone/>
              <a:defRPr sz="1169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CEF18C-6983-848D-DB23-A6F851099F1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5171" y="7009643"/>
            <a:ext cx="2406015" cy="403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868207-9B44-E639-68E9-E9EE80A0D2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42189" y="7009643"/>
            <a:ext cx="3609023" cy="403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82B671-26DF-B986-3516-E5E2BD6F9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552214" y="7009643"/>
            <a:ext cx="2406015" cy="403818"/>
          </a:xfrm>
          <a:prstGeom prst="rect">
            <a:avLst/>
          </a:prstGeom>
        </p:spPr>
        <p:txBody>
          <a:bodyPr/>
          <a:lstStyle/>
          <a:p>
            <a:fld id="{FD1F14BD-9734-8E4F-B846-5E33B82F40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4483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2E07A1-4541-779E-4539-80108302D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2DA2BE-3B8C-3E42-202D-7278FA5B1D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35171" y="2014426"/>
            <a:ext cx="9223058" cy="4796807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52561B-6874-E860-3E8C-43BA736921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5171" y="7009643"/>
            <a:ext cx="2406015" cy="403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23F409-2E9C-2A96-ECFA-F9421F248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42189" y="7009643"/>
            <a:ext cx="3609023" cy="403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69F3AD-6F56-A147-8B0A-5F43D39E4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552214" y="7009643"/>
            <a:ext cx="2406015" cy="403818"/>
          </a:xfrm>
          <a:prstGeom prst="rect">
            <a:avLst/>
          </a:prstGeom>
        </p:spPr>
        <p:txBody>
          <a:bodyPr/>
          <a:lstStyle/>
          <a:p>
            <a:fld id="{FD1F14BD-9734-8E4F-B846-5E33B82F40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84333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FA19164-9741-0766-0850-BDBBCDCAC1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652465" y="403820"/>
            <a:ext cx="2305764" cy="6407414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74D4B1-EAF5-90EE-1048-8CD33AD349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35172" y="403820"/>
            <a:ext cx="6739070" cy="640741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FF2955-9F48-57FE-6D98-11537DB9E6A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5171" y="7009643"/>
            <a:ext cx="2406015" cy="403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1D0E6B-E62A-DA15-7298-F45DA4619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42189" y="7009643"/>
            <a:ext cx="3609023" cy="403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065944-E3A1-78DB-8291-286E2CA2A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552214" y="7009643"/>
            <a:ext cx="2406015" cy="403818"/>
          </a:xfrm>
          <a:prstGeom prst="rect">
            <a:avLst/>
          </a:prstGeom>
        </p:spPr>
        <p:txBody>
          <a:bodyPr/>
          <a:lstStyle/>
          <a:p>
            <a:fld id="{FD1F14BD-9734-8E4F-B846-5E33B82F40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7154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9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7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51.xml"/><Relationship Id="rId2" Type="http://schemas.openxmlformats.org/officeDocument/2006/relationships/slideLayout" Target="../slideLayouts/slideLayout41.xml"/><Relationship Id="rId1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E0A642-ABE6-FE0E-2BD1-AB0BC48CE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5171" y="402652"/>
            <a:ext cx="9223058" cy="1461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047573-978D-7FA9-0D26-40779E9769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5171" y="2013259"/>
            <a:ext cx="9223058" cy="47985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631032-3BBA-DDD8-39F1-68FB671B8D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35171" y="7044819"/>
            <a:ext cx="2406015" cy="4026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3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C0B08B-CD62-82DF-7BC9-CCDE7E5B63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42189" y="7044819"/>
            <a:ext cx="3609023" cy="4026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3"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D453A8-267C-532B-1CCE-A59D105FDA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552214" y="7044819"/>
            <a:ext cx="2406015" cy="4026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3" b="1">
                <a:solidFill>
                  <a:schemeClr val="bg1"/>
                </a:solidFill>
              </a:defRPr>
            </a:lvl1pPr>
          </a:lstStyle>
          <a:p>
            <a:fld id="{1AE971F0-0CD2-4C47-8087-EBCE9716EA8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55637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  <p:sldLayoutId id="2147483680" r:id="rId14"/>
    <p:sldLayoutId id="2147483681" r:id="rId15"/>
    <p:sldLayoutId id="2147483682" r:id="rId16"/>
    <p:sldLayoutId id="2147483683" r:id="rId17"/>
    <p:sldLayoutId id="2147483684" r:id="rId18"/>
    <p:sldLayoutId id="2147483685" r:id="rId19"/>
    <p:sldLayoutId id="2147483686" r:id="rId20"/>
    <p:sldLayoutId id="2147483687" r:id="rId21"/>
    <p:sldLayoutId id="2147483688" r:id="rId22"/>
    <p:sldLayoutId id="2147483689" r:id="rId23"/>
    <p:sldLayoutId id="2147483690" r:id="rId24"/>
    <p:sldLayoutId id="2147483691" r:id="rId25"/>
    <p:sldLayoutId id="2147483692" r:id="rId26"/>
    <p:sldLayoutId id="2147483731" r:id="rId27"/>
  </p:sldLayoutIdLst>
  <p:hf hdr="0" ftr="0" dt="0"/>
  <p:txStyles>
    <p:titleStyle>
      <a:lvl1pPr algn="l" defTabSz="802020" rtl="0" eaLnBrk="1" latinLnBrk="0" hangingPunct="1">
        <a:lnSpc>
          <a:spcPct val="90000"/>
        </a:lnSpc>
        <a:spcBef>
          <a:spcPct val="0"/>
        </a:spcBef>
        <a:buNone/>
        <a:defRPr sz="3859" b="1" kern="1200">
          <a:solidFill>
            <a:srgbClr val="004C6C"/>
          </a:solidFill>
          <a:latin typeface="+mj-lt"/>
          <a:ea typeface="+mj-ea"/>
          <a:cs typeface="+mj-cs"/>
        </a:defRPr>
      </a:lvl1pPr>
    </p:titleStyle>
    <p:bodyStyle>
      <a:lvl1pPr marL="200505" indent="-200505" algn="l" defTabSz="802020" rtl="0" eaLnBrk="1" latinLnBrk="0" hangingPunct="1">
        <a:lnSpc>
          <a:spcPct val="150000"/>
        </a:lnSpc>
        <a:spcBef>
          <a:spcPts val="877"/>
        </a:spcBef>
        <a:buFont typeface="Arial" panose="020B0604020202020204" pitchFamily="34" charset="0"/>
        <a:buChar char="•"/>
        <a:defRPr sz="2456" kern="1200">
          <a:solidFill>
            <a:schemeClr val="tx1"/>
          </a:solidFill>
          <a:latin typeface="+mn-lt"/>
          <a:ea typeface="+mn-ea"/>
          <a:cs typeface="+mn-cs"/>
        </a:defRPr>
      </a:lvl1pPr>
      <a:lvl2pPr marL="601515" indent="-200505" algn="l" defTabSz="802020" rtl="0" eaLnBrk="1" latinLnBrk="0" hangingPunct="1">
        <a:lnSpc>
          <a:spcPct val="150000"/>
        </a:lnSpc>
        <a:spcBef>
          <a:spcPts val="439"/>
        </a:spcBef>
        <a:buFont typeface="Arial" panose="020B0604020202020204" pitchFamily="34" charset="0"/>
        <a:buChar char="•"/>
        <a:defRPr sz="2456" kern="1200">
          <a:solidFill>
            <a:schemeClr val="tx1"/>
          </a:solidFill>
          <a:latin typeface="+mn-lt"/>
          <a:ea typeface="+mn-ea"/>
          <a:cs typeface="+mn-cs"/>
        </a:defRPr>
      </a:lvl2pPr>
      <a:lvl3pPr marL="1002525" indent="-200505" algn="l" defTabSz="802020" rtl="0" eaLnBrk="1" latinLnBrk="0" hangingPunct="1">
        <a:lnSpc>
          <a:spcPct val="150000"/>
        </a:lnSpc>
        <a:spcBef>
          <a:spcPts val="439"/>
        </a:spcBef>
        <a:buFont typeface="Arial" panose="020B0604020202020204" pitchFamily="34" charset="0"/>
        <a:buChar char="•"/>
        <a:defRPr sz="2105" kern="1200">
          <a:solidFill>
            <a:schemeClr val="tx1"/>
          </a:solidFill>
          <a:latin typeface="+mn-lt"/>
          <a:ea typeface="+mn-ea"/>
          <a:cs typeface="+mn-cs"/>
        </a:defRPr>
      </a:lvl3pPr>
      <a:lvl4pPr marL="1403535" indent="-200505" algn="l" defTabSz="802020" rtl="0" eaLnBrk="1" latinLnBrk="0" hangingPunct="1">
        <a:lnSpc>
          <a:spcPct val="150000"/>
        </a:lnSpc>
        <a:spcBef>
          <a:spcPts val="439"/>
        </a:spcBef>
        <a:buFont typeface="Arial" panose="020B0604020202020204" pitchFamily="34" charset="0"/>
        <a:buChar char="•"/>
        <a:defRPr sz="1754" kern="1200">
          <a:solidFill>
            <a:schemeClr val="tx1"/>
          </a:solidFill>
          <a:latin typeface="+mn-lt"/>
          <a:ea typeface="+mn-ea"/>
          <a:cs typeface="+mn-cs"/>
        </a:defRPr>
      </a:lvl4pPr>
      <a:lvl5pPr marL="1804546" indent="-200505" algn="l" defTabSz="802020" rtl="0" eaLnBrk="1" latinLnBrk="0" hangingPunct="1">
        <a:lnSpc>
          <a:spcPct val="150000"/>
        </a:lnSpc>
        <a:spcBef>
          <a:spcPts val="439"/>
        </a:spcBef>
        <a:buFont typeface="Arial" panose="020B0604020202020204" pitchFamily="34" charset="0"/>
        <a:buChar char="•"/>
        <a:defRPr sz="1754" kern="1200">
          <a:solidFill>
            <a:schemeClr val="tx1"/>
          </a:solidFill>
          <a:latin typeface="+mn-lt"/>
          <a:ea typeface="+mn-ea"/>
          <a:cs typeface="+mn-cs"/>
        </a:defRPr>
      </a:lvl5pPr>
      <a:lvl6pPr marL="2205556" indent="-200505" algn="l" defTabSz="802020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1579" kern="1200">
          <a:solidFill>
            <a:schemeClr val="tx1"/>
          </a:solidFill>
          <a:latin typeface="+mn-lt"/>
          <a:ea typeface="+mn-ea"/>
          <a:cs typeface="+mn-cs"/>
        </a:defRPr>
      </a:lvl6pPr>
      <a:lvl7pPr marL="2606566" indent="-200505" algn="l" defTabSz="802020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1579" kern="1200">
          <a:solidFill>
            <a:schemeClr val="tx1"/>
          </a:solidFill>
          <a:latin typeface="+mn-lt"/>
          <a:ea typeface="+mn-ea"/>
          <a:cs typeface="+mn-cs"/>
        </a:defRPr>
      </a:lvl7pPr>
      <a:lvl8pPr marL="3007576" indent="-200505" algn="l" defTabSz="802020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1579" kern="1200">
          <a:solidFill>
            <a:schemeClr val="tx1"/>
          </a:solidFill>
          <a:latin typeface="+mn-lt"/>
          <a:ea typeface="+mn-ea"/>
          <a:cs typeface="+mn-cs"/>
        </a:defRPr>
      </a:lvl8pPr>
      <a:lvl9pPr marL="3408586" indent="-200505" algn="l" defTabSz="802020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157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02020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1pPr>
      <a:lvl2pPr marL="401010" algn="l" defTabSz="802020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2pPr>
      <a:lvl3pPr marL="802020" algn="l" defTabSz="802020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3pPr>
      <a:lvl4pPr marL="1203030" algn="l" defTabSz="802020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4pPr>
      <a:lvl5pPr marL="1604040" algn="l" defTabSz="802020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5pPr>
      <a:lvl6pPr marL="2005051" algn="l" defTabSz="802020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6pPr>
      <a:lvl7pPr marL="2406061" algn="l" defTabSz="802020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7pPr>
      <a:lvl8pPr marL="2807071" algn="l" defTabSz="802020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8pPr>
      <a:lvl9pPr marL="3208081" algn="l" defTabSz="802020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670" y="302865"/>
            <a:ext cx="9624060" cy="12604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670" y="1764666"/>
            <a:ext cx="9624060" cy="49911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670" y="7009642"/>
            <a:ext cx="2495127" cy="4026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53579" y="7009642"/>
            <a:ext cx="3386243" cy="4026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63603" y="7009642"/>
            <a:ext cx="2495127" cy="4026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A06A48-4EB9-2C41-9849-9FDB674E928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546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32" r:id="rId12"/>
  </p:sldLayoutIdLst>
  <p:hf hdr="0" ftr="0" dt="0"/>
  <p:txStyles>
    <p:titleStyle>
      <a:lvl1pPr algn="l" defTabSz="534650" rtl="0" eaLnBrk="1" latinLnBrk="0" hangingPunct="1">
        <a:spcBef>
          <a:spcPct val="0"/>
        </a:spcBef>
        <a:buNone/>
        <a:defRPr sz="514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00987" indent="-400987" algn="l" defTabSz="534650" rtl="0" eaLnBrk="1" latinLnBrk="0" hangingPunct="1">
        <a:spcBef>
          <a:spcPct val="20000"/>
        </a:spcBef>
        <a:buFont typeface="Arial"/>
        <a:buChar char="•"/>
        <a:defRPr sz="3742" kern="1200">
          <a:solidFill>
            <a:schemeClr val="tx1"/>
          </a:solidFill>
          <a:latin typeface="+mn-lt"/>
          <a:ea typeface="+mn-ea"/>
          <a:cs typeface="+mn-cs"/>
        </a:defRPr>
      </a:lvl1pPr>
      <a:lvl2pPr marL="868806" indent="-334156" algn="l" defTabSz="534650" rtl="0" eaLnBrk="1" latinLnBrk="0" hangingPunct="1">
        <a:spcBef>
          <a:spcPct val="20000"/>
        </a:spcBef>
        <a:buFont typeface="Arial"/>
        <a:buChar char="–"/>
        <a:defRPr sz="3274" kern="1200">
          <a:solidFill>
            <a:schemeClr val="tx1"/>
          </a:solidFill>
          <a:latin typeface="+mn-lt"/>
          <a:ea typeface="+mn-ea"/>
          <a:cs typeface="+mn-cs"/>
        </a:defRPr>
      </a:lvl2pPr>
      <a:lvl3pPr marL="1336624" indent="-267325" algn="l" defTabSz="534650" rtl="0" eaLnBrk="1" latinLnBrk="0" hangingPunct="1">
        <a:spcBef>
          <a:spcPct val="20000"/>
        </a:spcBef>
        <a:buFont typeface="Arial"/>
        <a:buChar char="•"/>
        <a:defRPr sz="2807" kern="1200">
          <a:solidFill>
            <a:schemeClr val="tx1"/>
          </a:solidFill>
          <a:latin typeface="+mn-lt"/>
          <a:ea typeface="+mn-ea"/>
          <a:cs typeface="+mn-cs"/>
        </a:defRPr>
      </a:lvl3pPr>
      <a:lvl4pPr marL="1871274" indent="-267325" algn="l" defTabSz="534650" rtl="0" eaLnBrk="1" latinLnBrk="0" hangingPunct="1">
        <a:spcBef>
          <a:spcPct val="20000"/>
        </a:spcBef>
        <a:buFont typeface="Arial"/>
        <a:buChar char="–"/>
        <a:defRPr sz="2339" kern="1200">
          <a:solidFill>
            <a:schemeClr val="tx1"/>
          </a:solidFill>
          <a:latin typeface="+mn-lt"/>
          <a:ea typeface="+mn-ea"/>
          <a:cs typeface="+mn-cs"/>
        </a:defRPr>
      </a:lvl4pPr>
      <a:lvl5pPr marL="2405924" indent="-267325" algn="l" defTabSz="534650" rtl="0" eaLnBrk="1" latinLnBrk="0" hangingPunct="1">
        <a:spcBef>
          <a:spcPct val="20000"/>
        </a:spcBef>
        <a:buFont typeface="Arial"/>
        <a:buChar char="»"/>
        <a:defRPr sz="2339" kern="1200">
          <a:solidFill>
            <a:schemeClr val="tx1"/>
          </a:solidFill>
          <a:latin typeface="+mn-lt"/>
          <a:ea typeface="+mn-ea"/>
          <a:cs typeface="+mn-cs"/>
        </a:defRPr>
      </a:lvl5pPr>
      <a:lvl6pPr marL="2940573" indent="-267325" algn="l" defTabSz="534650" rtl="0" eaLnBrk="1" latinLnBrk="0" hangingPunct="1">
        <a:spcBef>
          <a:spcPct val="20000"/>
        </a:spcBef>
        <a:buFont typeface="Arial"/>
        <a:buChar char="•"/>
        <a:defRPr sz="2339" kern="1200">
          <a:solidFill>
            <a:schemeClr val="tx1"/>
          </a:solidFill>
          <a:latin typeface="+mn-lt"/>
          <a:ea typeface="+mn-ea"/>
          <a:cs typeface="+mn-cs"/>
        </a:defRPr>
      </a:lvl6pPr>
      <a:lvl7pPr marL="3475223" indent="-267325" algn="l" defTabSz="534650" rtl="0" eaLnBrk="1" latinLnBrk="0" hangingPunct="1">
        <a:spcBef>
          <a:spcPct val="20000"/>
        </a:spcBef>
        <a:buFont typeface="Arial"/>
        <a:buChar char="•"/>
        <a:defRPr sz="2339" kern="1200">
          <a:solidFill>
            <a:schemeClr val="tx1"/>
          </a:solidFill>
          <a:latin typeface="+mn-lt"/>
          <a:ea typeface="+mn-ea"/>
          <a:cs typeface="+mn-cs"/>
        </a:defRPr>
      </a:lvl7pPr>
      <a:lvl8pPr marL="4009873" indent="-267325" algn="l" defTabSz="534650" rtl="0" eaLnBrk="1" latinLnBrk="0" hangingPunct="1">
        <a:spcBef>
          <a:spcPct val="20000"/>
        </a:spcBef>
        <a:buFont typeface="Arial"/>
        <a:buChar char="•"/>
        <a:defRPr sz="2339" kern="1200">
          <a:solidFill>
            <a:schemeClr val="tx1"/>
          </a:solidFill>
          <a:latin typeface="+mn-lt"/>
          <a:ea typeface="+mn-ea"/>
          <a:cs typeface="+mn-cs"/>
        </a:defRPr>
      </a:lvl8pPr>
      <a:lvl9pPr marL="4544522" indent="-267325" algn="l" defTabSz="534650" rtl="0" eaLnBrk="1" latinLnBrk="0" hangingPunct="1">
        <a:spcBef>
          <a:spcPct val="20000"/>
        </a:spcBef>
        <a:buFont typeface="Arial"/>
        <a:buChar char="•"/>
        <a:defRPr sz="233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34650" rtl="0" eaLnBrk="1" latinLnBrk="0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1pPr>
      <a:lvl2pPr marL="534650" algn="l" defTabSz="534650" rtl="0" eaLnBrk="1" latinLnBrk="0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2pPr>
      <a:lvl3pPr marL="1069299" algn="l" defTabSz="534650" rtl="0" eaLnBrk="1" latinLnBrk="0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3pPr>
      <a:lvl4pPr marL="1603949" algn="l" defTabSz="534650" rtl="0" eaLnBrk="1" latinLnBrk="0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4pPr>
      <a:lvl5pPr marL="2138599" algn="l" defTabSz="534650" rtl="0" eaLnBrk="1" latinLnBrk="0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5pPr>
      <a:lvl6pPr marL="2673248" algn="l" defTabSz="534650" rtl="0" eaLnBrk="1" latinLnBrk="0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6pPr>
      <a:lvl7pPr marL="3207898" algn="l" defTabSz="534650" rtl="0" eaLnBrk="1" latinLnBrk="0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7pPr>
      <a:lvl8pPr marL="3742548" algn="l" defTabSz="534650" rtl="0" eaLnBrk="1" latinLnBrk="0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8pPr>
      <a:lvl9pPr marL="4277197" algn="l" defTabSz="534650" rtl="0" eaLnBrk="1" latinLnBrk="0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20CBAF-FD6F-8D22-7028-D26883EDCE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5171" y="1837961"/>
            <a:ext cx="9223058" cy="14612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31687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</p:sldLayoutIdLst>
  <p:hf hdr="0" ftr="0" dt="0"/>
  <p:txStyles>
    <p:titleStyle>
      <a:lvl1pPr algn="l" defTabSz="1069299" rtl="0" eaLnBrk="1" latinLnBrk="0" hangingPunct="1">
        <a:lnSpc>
          <a:spcPct val="90000"/>
        </a:lnSpc>
        <a:spcBef>
          <a:spcPct val="0"/>
        </a:spcBef>
        <a:buNone/>
        <a:defRPr sz="5145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67325" indent="-267325" algn="l" defTabSz="1069299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3274" kern="1200">
          <a:solidFill>
            <a:schemeClr val="bg1"/>
          </a:solidFill>
          <a:latin typeface="+mn-lt"/>
          <a:ea typeface="+mn-ea"/>
          <a:cs typeface="+mn-cs"/>
        </a:defRPr>
      </a:lvl1pPr>
      <a:lvl2pPr marL="801975" indent="-267325" algn="l" defTabSz="1069299" rtl="0" eaLnBrk="1" latinLnBrk="0" hangingPunct="1">
        <a:lnSpc>
          <a:spcPct val="90000"/>
        </a:lnSpc>
        <a:spcBef>
          <a:spcPts val="585"/>
        </a:spcBef>
        <a:buFont typeface="Arial" panose="020B0604020202020204" pitchFamily="34" charset="0"/>
        <a:buChar char="•"/>
        <a:defRPr sz="2807" kern="1200">
          <a:solidFill>
            <a:schemeClr val="bg1"/>
          </a:solidFill>
          <a:latin typeface="+mn-lt"/>
          <a:ea typeface="+mn-ea"/>
          <a:cs typeface="+mn-cs"/>
        </a:defRPr>
      </a:lvl2pPr>
      <a:lvl3pPr marL="1336624" indent="-267325" algn="l" defTabSz="1069299" rtl="0" eaLnBrk="1" latinLnBrk="0" hangingPunct="1">
        <a:lnSpc>
          <a:spcPct val="90000"/>
        </a:lnSpc>
        <a:spcBef>
          <a:spcPts val="585"/>
        </a:spcBef>
        <a:buFont typeface="Arial" panose="020B0604020202020204" pitchFamily="34" charset="0"/>
        <a:buChar char="•"/>
        <a:defRPr sz="2339" kern="1200">
          <a:solidFill>
            <a:schemeClr val="bg1"/>
          </a:solidFill>
          <a:latin typeface="+mn-lt"/>
          <a:ea typeface="+mn-ea"/>
          <a:cs typeface="+mn-cs"/>
        </a:defRPr>
      </a:lvl3pPr>
      <a:lvl4pPr marL="1871274" indent="-267325" algn="l" defTabSz="1069299" rtl="0" eaLnBrk="1" latinLnBrk="0" hangingPunct="1">
        <a:lnSpc>
          <a:spcPct val="90000"/>
        </a:lnSpc>
        <a:spcBef>
          <a:spcPts val="585"/>
        </a:spcBef>
        <a:buFont typeface="Arial" panose="020B0604020202020204" pitchFamily="34" charset="0"/>
        <a:buChar char="•"/>
        <a:defRPr sz="2105" kern="1200">
          <a:solidFill>
            <a:schemeClr val="bg1"/>
          </a:solidFill>
          <a:latin typeface="+mn-lt"/>
          <a:ea typeface="+mn-ea"/>
          <a:cs typeface="+mn-cs"/>
        </a:defRPr>
      </a:lvl4pPr>
      <a:lvl5pPr marL="2405924" indent="-267325" algn="l" defTabSz="1069299" rtl="0" eaLnBrk="1" latinLnBrk="0" hangingPunct="1">
        <a:lnSpc>
          <a:spcPct val="90000"/>
        </a:lnSpc>
        <a:spcBef>
          <a:spcPts val="585"/>
        </a:spcBef>
        <a:buFont typeface="Arial" panose="020B0604020202020204" pitchFamily="34" charset="0"/>
        <a:buChar char="•"/>
        <a:defRPr sz="2105" kern="1200">
          <a:solidFill>
            <a:schemeClr val="bg1"/>
          </a:solidFill>
          <a:latin typeface="+mn-lt"/>
          <a:ea typeface="+mn-ea"/>
          <a:cs typeface="+mn-cs"/>
        </a:defRPr>
      </a:lvl5pPr>
      <a:lvl6pPr marL="2940573" indent="-267325" algn="l" defTabSz="1069299" rtl="0" eaLnBrk="1" latinLnBrk="0" hangingPunct="1">
        <a:lnSpc>
          <a:spcPct val="90000"/>
        </a:lnSpc>
        <a:spcBef>
          <a:spcPts val="585"/>
        </a:spcBef>
        <a:buFont typeface="Arial" panose="020B0604020202020204" pitchFamily="34" charset="0"/>
        <a:buChar char="•"/>
        <a:defRPr sz="2105" kern="1200">
          <a:solidFill>
            <a:schemeClr val="tx1"/>
          </a:solidFill>
          <a:latin typeface="+mn-lt"/>
          <a:ea typeface="+mn-ea"/>
          <a:cs typeface="+mn-cs"/>
        </a:defRPr>
      </a:lvl6pPr>
      <a:lvl7pPr marL="3475223" indent="-267325" algn="l" defTabSz="1069299" rtl="0" eaLnBrk="1" latinLnBrk="0" hangingPunct="1">
        <a:lnSpc>
          <a:spcPct val="90000"/>
        </a:lnSpc>
        <a:spcBef>
          <a:spcPts val="585"/>
        </a:spcBef>
        <a:buFont typeface="Arial" panose="020B0604020202020204" pitchFamily="34" charset="0"/>
        <a:buChar char="•"/>
        <a:defRPr sz="2105" kern="1200">
          <a:solidFill>
            <a:schemeClr val="tx1"/>
          </a:solidFill>
          <a:latin typeface="+mn-lt"/>
          <a:ea typeface="+mn-ea"/>
          <a:cs typeface="+mn-cs"/>
        </a:defRPr>
      </a:lvl7pPr>
      <a:lvl8pPr marL="4009873" indent="-267325" algn="l" defTabSz="1069299" rtl="0" eaLnBrk="1" latinLnBrk="0" hangingPunct="1">
        <a:lnSpc>
          <a:spcPct val="90000"/>
        </a:lnSpc>
        <a:spcBef>
          <a:spcPts val="585"/>
        </a:spcBef>
        <a:buFont typeface="Arial" panose="020B0604020202020204" pitchFamily="34" charset="0"/>
        <a:buChar char="•"/>
        <a:defRPr sz="2105" kern="1200">
          <a:solidFill>
            <a:schemeClr val="tx1"/>
          </a:solidFill>
          <a:latin typeface="+mn-lt"/>
          <a:ea typeface="+mn-ea"/>
          <a:cs typeface="+mn-cs"/>
        </a:defRPr>
      </a:lvl8pPr>
      <a:lvl9pPr marL="4544522" indent="-267325" algn="l" defTabSz="1069299" rtl="0" eaLnBrk="1" latinLnBrk="0" hangingPunct="1">
        <a:lnSpc>
          <a:spcPct val="90000"/>
        </a:lnSpc>
        <a:spcBef>
          <a:spcPts val="585"/>
        </a:spcBef>
        <a:buFont typeface="Arial" panose="020B0604020202020204" pitchFamily="34" charset="0"/>
        <a:buChar char="•"/>
        <a:defRPr sz="21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69299" rtl="0" eaLnBrk="1" latinLnBrk="0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1pPr>
      <a:lvl2pPr marL="534650" algn="l" defTabSz="1069299" rtl="0" eaLnBrk="1" latinLnBrk="0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2pPr>
      <a:lvl3pPr marL="1069299" algn="l" defTabSz="1069299" rtl="0" eaLnBrk="1" latinLnBrk="0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3pPr>
      <a:lvl4pPr marL="1603949" algn="l" defTabSz="1069299" rtl="0" eaLnBrk="1" latinLnBrk="0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4pPr>
      <a:lvl5pPr marL="2138599" algn="l" defTabSz="1069299" rtl="0" eaLnBrk="1" latinLnBrk="0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5pPr>
      <a:lvl6pPr marL="2673248" algn="l" defTabSz="1069299" rtl="0" eaLnBrk="1" latinLnBrk="0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6pPr>
      <a:lvl7pPr marL="3207898" algn="l" defTabSz="1069299" rtl="0" eaLnBrk="1" latinLnBrk="0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7pPr>
      <a:lvl8pPr marL="3742548" algn="l" defTabSz="1069299" rtl="0" eaLnBrk="1" latinLnBrk="0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8pPr>
      <a:lvl9pPr marL="4277197" algn="l" defTabSz="1069299" rtl="0" eaLnBrk="1" latinLnBrk="0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25">
            <a:extLst>
              <a:ext uri="{FF2B5EF4-FFF2-40B4-BE49-F238E27FC236}">
                <a16:creationId xmlns:a16="http://schemas.microsoft.com/office/drawing/2014/main" id="{2ABE34C9-C9F3-88B9-7DC7-48B60D3134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471" y="2790825"/>
            <a:ext cx="9223058" cy="1461217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IE" sz="4400" dirty="0">
                <a:solidFill>
                  <a:schemeClr val="tx1"/>
                </a:solidFill>
                <a:latin typeface="Helvetica" pitchFamily="2" charset="0"/>
              </a:rPr>
              <a:t>Case study</a:t>
            </a:r>
            <a:br>
              <a:rPr lang="en-IE" sz="4400" dirty="0">
                <a:solidFill>
                  <a:schemeClr val="tx1"/>
                </a:solidFill>
                <a:latin typeface="Helvetica" pitchFamily="2" charset="0"/>
              </a:rPr>
            </a:br>
            <a:br>
              <a:rPr lang="en-IE" sz="4000" dirty="0">
                <a:solidFill>
                  <a:schemeClr val="tx1"/>
                </a:solidFill>
                <a:latin typeface="Helvetica" pitchFamily="2" charset="0"/>
              </a:rPr>
            </a:br>
            <a:r>
              <a:rPr lang="en-IE" sz="3600" dirty="0">
                <a:solidFill>
                  <a:schemeClr val="tx1"/>
                </a:solidFill>
                <a:latin typeface="Helvetica" pitchFamily="2" charset="0"/>
              </a:rPr>
              <a:t>Dr Mariana Rocha</a:t>
            </a:r>
            <a:br>
              <a:rPr lang="en-IE" sz="3600" dirty="0">
                <a:solidFill>
                  <a:schemeClr val="tx1"/>
                </a:solidFill>
                <a:latin typeface="Helvetica" pitchFamily="2" charset="0"/>
              </a:rPr>
            </a:br>
            <a:r>
              <a:rPr lang="en-IE" sz="3600" dirty="0">
                <a:solidFill>
                  <a:schemeClr val="tx1"/>
                </a:solidFill>
                <a:latin typeface="Helvetica" pitchFamily="2" charset="0"/>
              </a:rPr>
              <a:t>School of Computer Science</a:t>
            </a:r>
            <a:endParaRPr lang="en-IE" sz="4000" dirty="0">
              <a:solidFill>
                <a:schemeClr val="tx1"/>
              </a:solidFill>
              <a:latin typeface="Helvetica" pitchFamily="2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8E066B0-7223-D5C8-AC47-4AE5F2157F6E}"/>
              </a:ext>
            </a:extLst>
          </p:cNvPr>
          <p:cNvSpPr txBox="1"/>
          <p:nvPr/>
        </p:nvSpPr>
        <p:spPr>
          <a:xfrm>
            <a:off x="735171" y="5915025"/>
            <a:ext cx="5735866" cy="492443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2600" dirty="0">
                <a:solidFill>
                  <a:schemeClr val="tx1"/>
                </a:solidFill>
                <a:latin typeface="Helvetica" pitchFamily="2" charset="0"/>
                <a:cs typeface="Open sans"/>
              </a:rPr>
              <a:t>CMPU 2007 Databases 1, Lecture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35171" y="788587"/>
            <a:ext cx="9223058" cy="689930"/>
          </a:xfrm>
          <a:prstGeom prst="rect">
            <a:avLst/>
          </a:prstGeom>
        </p:spPr>
        <p:txBody>
          <a:bodyPr vert="horz" wrap="square" lIns="0" tIns="95121" rIns="0" bIns="0" rtlCol="0">
            <a:spAutoFit/>
          </a:bodyPr>
          <a:lstStyle/>
          <a:p>
            <a:pPr marL="154940">
              <a:lnSpc>
                <a:spcPct val="100000"/>
              </a:lnSpc>
              <a:spcBef>
                <a:spcPts val="95"/>
              </a:spcBef>
            </a:pPr>
            <a:r>
              <a:rPr lang="pt-BR" dirty="0" err="1"/>
              <a:t>Objectives</a:t>
            </a:r>
            <a:endParaRPr spc="-1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14F8B44-AF29-094E-35CD-10F860185B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In this class, we will follow a case study to:</a:t>
            </a:r>
          </a:p>
          <a:p>
            <a:pPr lvl="1"/>
            <a:r>
              <a:rPr lang="en-IE" dirty="0"/>
              <a:t>Build a database from scratch</a:t>
            </a:r>
          </a:p>
          <a:p>
            <a:pPr lvl="1"/>
            <a:r>
              <a:rPr lang="en-IE" dirty="0"/>
              <a:t>Populate the database using GenAI</a:t>
            </a:r>
          </a:p>
          <a:p>
            <a:pPr lvl="1"/>
            <a:r>
              <a:rPr lang="en-IE" dirty="0"/>
              <a:t>Answer queries about the database</a:t>
            </a:r>
          </a:p>
          <a:p>
            <a:pPr lvl="1"/>
            <a:r>
              <a:rPr lang="en-IE" dirty="0"/>
              <a:t>Modify the database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DFFF718-8C86-63CA-A6CF-809869868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>
                <a:solidFill>
                  <a:schemeClr val="tx1"/>
                </a:solidFill>
              </a:rPr>
              <a:pPr/>
              <a:t>2</a:t>
            </a:fld>
            <a:endParaRPr lang="en-GB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15C8923-3B47-A41E-B39D-E0E50A1D1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78337B13-A5F5-C349-3887-28233C7959C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35171" y="788587"/>
            <a:ext cx="9223058" cy="689930"/>
          </a:xfrm>
          <a:prstGeom prst="rect">
            <a:avLst/>
          </a:prstGeom>
        </p:spPr>
        <p:txBody>
          <a:bodyPr vert="horz" wrap="square" lIns="0" tIns="95121" rIns="0" bIns="0" rtlCol="0">
            <a:spAutoFit/>
          </a:bodyPr>
          <a:lstStyle/>
          <a:p>
            <a:pPr marL="154940">
              <a:lnSpc>
                <a:spcPct val="100000"/>
              </a:lnSpc>
              <a:spcBef>
                <a:spcPts val="95"/>
              </a:spcBef>
            </a:pPr>
            <a:r>
              <a:rPr lang="pt-BR" dirty="0" err="1"/>
              <a:t>SoundWave</a:t>
            </a:r>
            <a:r>
              <a:rPr lang="pt-BR" dirty="0"/>
              <a:t> Festival</a:t>
            </a:r>
            <a:endParaRPr spc="-1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E520B24-B443-92E8-0A16-24691AF73C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235" y="1509234"/>
            <a:ext cx="9716929" cy="5566302"/>
          </a:xfrm>
        </p:spPr>
        <p:txBody>
          <a:bodyPr>
            <a:normAutofit fontScale="85000" lnSpcReduction="20000"/>
          </a:bodyPr>
          <a:lstStyle/>
          <a:p>
            <a:r>
              <a:rPr lang="en-IE" dirty="0" err="1"/>
              <a:t>SoundWave</a:t>
            </a:r>
            <a:r>
              <a:rPr lang="en-IE" dirty="0"/>
              <a:t> is an annual music festival that hosts several concerts over a few days. Each concert is performed by a single artist, takes place on one stage, and is attended by many customers who purchase tickets. The organisers want to build a simple database to manage festival information, including </a:t>
            </a:r>
            <a:r>
              <a:rPr lang="en-IE" b="1" dirty="0"/>
              <a:t>artists, stages, concerts, customers, and bookings</a:t>
            </a:r>
            <a:r>
              <a:rPr lang="en-IE" dirty="0"/>
              <a:t>. The database should store:</a:t>
            </a:r>
          </a:p>
          <a:p>
            <a:pPr lvl="1"/>
            <a:r>
              <a:rPr lang="en-IE" dirty="0"/>
              <a:t>Details of each artist, such as their name and music genre.</a:t>
            </a:r>
          </a:p>
          <a:p>
            <a:pPr lvl="1"/>
            <a:r>
              <a:rPr lang="en-IE" dirty="0"/>
              <a:t>Information about each stage, including its name and audience capacity.</a:t>
            </a:r>
          </a:p>
          <a:p>
            <a:pPr lvl="1"/>
            <a:r>
              <a:rPr lang="en-IE" dirty="0"/>
              <a:t>Records of every concert, linking the artist performing, the stage, the concert date, and start time.</a:t>
            </a:r>
          </a:p>
          <a:p>
            <a:pPr lvl="1"/>
            <a:r>
              <a:rPr lang="en-IE" dirty="0"/>
              <a:t>Information about customers, including their full name and city.</a:t>
            </a:r>
          </a:p>
          <a:p>
            <a:pPr lvl="1"/>
            <a:r>
              <a:rPr lang="en-IE" dirty="0"/>
              <a:t>Each booking, showing which customer attended which concert, how many tickets they bought, and the total price paid.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15CBC66-E90B-7703-7AFA-8B1443346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>
                <a:solidFill>
                  <a:schemeClr val="tx1"/>
                </a:solidFill>
              </a:rPr>
              <a:pPr/>
              <a:t>3</a:t>
            </a:fld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46747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126C3F5-B0F9-47F0-9909-3F1315DD57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5B4F5940-F199-AFA2-F4E3-0BC6D100D65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35171" y="788587"/>
            <a:ext cx="9223058" cy="689930"/>
          </a:xfrm>
          <a:prstGeom prst="rect">
            <a:avLst/>
          </a:prstGeom>
        </p:spPr>
        <p:txBody>
          <a:bodyPr vert="horz" wrap="square" lIns="0" tIns="95121" rIns="0" bIns="0" rtlCol="0">
            <a:spAutoFit/>
          </a:bodyPr>
          <a:lstStyle/>
          <a:p>
            <a:pPr marL="154940">
              <a:lnSpc>
                <a:spcPct val="100000"/>
              </a:lnSpc>
              <a:spcBef>
                <a:spcPts val="95"/>
              </a:spcBef>
            </a:pPr>
            <a:r>
              <a:rPr lang="pt-BR" dirty="0"/>
              <a:t>Building </a:t>
            </a:r>
            <a:r>
              <a:rPr lang="pt-BR" dirty="0" err="1"/>
              <a:t>the</a:t>
            </a:r>
            <a:r>
              <a:rPr lang="pt-BR" dirty="0"/>
              <a:t> </a:t>
            </a:r>
            <a:r>
              <a:rPr lang="pt-BR" dirty="0" err="1"/>
              <a:t>tables</a:t>
            </a:r>
            <a:endParaRPr spc="-1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11F80DF-0051-EA80-A490-98F2D62A98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5171" y="2013259"/>
            <a:ext cx="9564529" cy="4798559"/>
          </a:xfrm>
        </p:spPr>
        <p:txBody>
          <a:bodyPr>
            <a:normAutofit/>
          </a:bodyPr>
          <a:lstStyle/>
          <a:p>
            <a:r>
              <a:rPr lang="en-IE" dirty="0"/>
              <a:t>Use SQL to:</a:t>
            </a:r>
          </a:p>
          <a:p>
            <a:pPr lvl="1"/>
            <a:r>
              <a:rPr lang="en-IE" dirty="0"/>
              <a:t>Build the tables</a:t>
            </a:r>
          </a:p>
          <a:p>
            <a:pPr lvl="1"/>
            <a:r>
              <a:rPr lang="en-IE" dirty="0"/>
              <a:t>List the attributes</a:t>
            </a:r>
          </a:p>
          <a:p>
            <a:pPr lvl="1"/>
            <a:r>
              <a:rPr lang="en-IE" dirty="0"/>
              <a:t>Establish data types and constraints</a:t>
            </a:r>
          </a:p>
          <a:p>
            <a:pPr lvl="1"/>
            <a:endParaRPr lang="en-IE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CB11135-1518-4CC8-2CDA-E33090886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>
                <a:solidFill>
                  <a:schemeClr val="tx1"/>
                </a:solidFill>
              </a:rPr>
              <a:pPr/>
              <a:t>4</a:t>
            </a:fld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48041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5F0B08D-D9EC-74A1-1F5C-E4446627F8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410CD2D1-C31C-BDA6-4BB4-B8288E1767E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35171" y="788587"/>
            <a:ext cx="9223058" cy="689930"/>
          </a:xfrm>
          <a:prstGeom prst="rect">
            <a:avLst/>
          </a:prstGeom>
        </p:spPr>
        <p:txBody>
          <a:bodyPr vert="horz" wrap="square" lIns="0" tIns="95121" rIns="0" bIns="0" rtlCol="0">
            <a:spAutoFit/>
          </a:bodyPr>
          <a:lstStyle/>
          <a:p>
            <a:pPr marL="154940">
              <a:lnSpc>
                <a:spcPct val="100000"/>
              </a:lnSpc>
              <a:spcBef>
                <a:spcPts val="95"/>
              </a:spcBef>
            </a:pPr>
            <a:r>
              <a:rPr lang="pt-BR" dirty="0" err="1"/>
              <a:t>Adding</a:t>
            </a:r>
            <a:r>
              <a:rPr lang="pt-BR" dirty="0"/>
              <a:t> data</a:t>
            </a:r>
            <a:endParaRPr spc="-1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3FFFEF3-821A-7C71-D5A3-09EE3F9306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5171" y="2013259"/>
            <a:ext cx="9564529" cy="4798559"/>
          </a:xfrm>
        </p:spPr>
        <p:txBody>
          <a:bodyPr>
            <a:normAutofit/>
          </a:bodyPr>
          <a:lstStyle/>
          <a:p>
            <a:r>
              <a:rPr lang="en-IE" dirty="0"/>
              <a:t>Using a Gen AI tool, insert at least 20 rows into each table you created.</a:t>
            </a:r>
          </a:p>
          <a:p>
            <a:pPr lvl="1"/>
            <a:endParaRPr lang="en-IE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76BE063-0DD4-C969-8FC2-4D0465C83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>
                <a:solidFill>
                  <a:schemeClr val="tx1"/>
                </a:solidFill>
              </a:rPr>
              <a:pPr/>
              <a:t>5</a:t>
            </a:fld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36138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DC617FB-529E-AFAC-9404-A984B4714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E696FD2B-3764-2E89-A297-D6BAB172A70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35171" y="788587"/>
            <a:ext cx="9223058" cy="689930"/>
          </a:xfrm>
          <a:prstGeom prst="rect">
            <a:avLst/>
          </a:prstGeom>
        </p:spPr>
        <p:txBody>
          <a:bodyPr vert="horz" wrap="square" lIns="0" tIns="95121" rIns="0" bIns="0" rtlCol="0">
            <a:spAutoFit/>
          </a:bodyPr>
          <a:lstStyle/>
          <a:p>
            <a:pPr marL="154940" algn="ctr">
              <a:lnSpc>
                <a:spcPct val="100000"/>
              </a:lnSpc>
              <a:spcBef>
                <a:spcPts val="95"/>
              </a:spcBef>
            </a:pPr>
            <a:r>
              <a:rPr lang="pt-BR" dirty="0" err="1"/>
              <a:t>Questions</a:t>
            </a:r>
            <a:endParaRPr spc="-1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D0A0646-B417-EDF6-97D6-53374658E2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2400" y="2790825"/>
            <a:ext cx="7848600" cy="16002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E" sz="3000" dirty="0"/>
              <a:t>Now, let’s take some time to answer the following questions.</a:t>
            </a:r>
          </a:p>
          <a:p>
            <a:pPr lvl="1"/>
            <a:endParaRPr lang="en-IE" sz="30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1676F42-0517-55B8-BC98-34484BBBD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>
                <a:solidFill>
                  <a:schemeClr val="tx1"/>
                </a:solidFill>
              </a:rPr>
              <a:pPr/>
              <a:t>6</a:t>
            </a:fld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89684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4422973-123C-75EE-A88F-21FB0007F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68587DBF-CA07-E8C9-A7AE-7BD60CE1B8C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35171" y="788587"/>
            <a:ext cx="9223058" cy="689930"/>
          </a:xfrm>
          <a:prstGeom prst="rect">
            <a:avLst/>
          </a:prstGeom>
        </p:spPr>
        <p:txBody>
          <a:bodyPr vert="horz" wrap="square" lIns="0" tIns="95121" rIns="0" bIns="0" rtlCol="0">
            <a:spAutoFit/>
          </a:bodyPr>
          <a:lstStyle/>
          <a:p>
            <a:pPr marL="154940">
              <a:lnSpc>
                <a:spcPct val="100000"/>
              </a:lnSpc>
              <a:spcBef>
                <a:spcPts val="95"/>
              </a:spcBef>
            </a:pPr>
            <a:r>
              <a:rPr lang="pt-BR" dirty="0" err="1"/>
              <a:t>Question</a:t>
            </a:r>
            <a:r>
              <a:rPr lang="pt-BR" dirty="0"/>
              <a:t> 1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EC0AC5C-265D-99C0-66F2-DEBCA72DA1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E" sz="2800" dirty="0"/>
              <a:t>Show each customer’s name, artist they went to see, and total tickets they booked.</a:t>
            </a:r>
          </a:p>
          <a:p>
            <a:endParaRPr lang="en-IE" sz="2800" dirty="0"/>
          </a:p>
          <a:p>
            <a:r>
              <a:rPr lang="en-IE" sz="2800" dirty="0"/>
              <a:t>Then, modify your query to also retrieve the name of the stage where the concert took place.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5B02D64-4156-6ABA-7E02-E96393CB7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>
                <a:solidFill>
                  <a:schemeClr val="tx1"/>
                </a:solidFill>
              </a:rPr>
              <a:pPr/>
              <a:t>7</a:t>
            </a:fld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90031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6928FBE-AC8F-93BC-C2C7-27DEAAE16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46929C4C-CCDF-2259-13FB-67440F902E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35171" y="788587"/>
            <a:ext cx="9223058" cy="689930"/>
          </a:xfrm>
          <a:prstGeom prst="rect">
            <a:avLst/>
          </a:prstGeom>
        </p:spPr>
        <p:txBody>
          <a:bodyPr vert="horz" wrap="square" lIns="0" tIns="95121" rIns="0" bIns="0" rtlCol="0">
            <a:spAutoFit/>
          </a:bodyPr>
          <a:lstStyle/>
          <a:p>
            <a:pPr marL="154940">
              <a:lnSpc>
                <a:spcPct val="100000"/>
              </a:lnSpc>
              <a:spcBef>
                <a:spcPts val="95"/>
              </a:spcBef>
            </a:pPr>
            <a:r>
              <a:rPr lang="pt-BR" dirty="0" err="1"/>
              <a:t>Question</a:t>
            </a:r>
            <a:r>
              <a:rPr lang="pt-BR" dirty="0"/>
              <a:t> 2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1251B67-0901-CD33-C67D-F428FFADE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E" sz="2800" dirty="0"/>
              <a:t>Find average ticket price per artist. Your resulting table should show two columns: one with the artist name, and another one with the average price paid for their concerts.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930E5EF-4B00-0CEE-5463-78FA20A64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>
                <a:solidFill>
                  <a:schemeClr val="tx1"/>
                </a:solidFill>
              </a:rPr>
              <a:pPr/>
              <a:t>8</a:t>
            </a:fld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05441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405705F-42F2-CA86-6387-CF8B8725A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757A2106-831F-423B-F96F-5DB2BB919DD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35171" y="788587"/>
            <a:ext cx="9223058" cy="689930"/>
          </a:xfrm>
          <a:prstGeom prst="rect">
            <a:avLst/>
          </a:prstGeom>
        </p:spPr>
        <p:txBody>
          <a:bodyPr vert="horz" wrap="square" lIns="0" tIns="95121" rIns="0" bIns="0" rtlCol="0">
            <a:spAutoFit/>
          </a:bodyPr>
          <a:lstStyle/>
          <a:p>
            <a:pPr marL="154940">
              <a:lnSpc>
                <a:spcPct val="100000"/>
              </a:lnSpc>
              <a:spcBef>
                <a:spcPts val="95"/>
              </a:spcBef>
            </a:pPr>
            <a:r>
              <a:rPr lang="pt-BR" dirty="0" err="1"/>
              <a:t>Question</a:t>
            </a:r>
            <a:r>
              <a:rPr lang="pt-BR" dirty="0"/>
              <a:t> 3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CB25A10-346F-B4B7-6B7D-3FED7FA6C6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E" sz="2800" dirty="0"/>
              <a:t>Which artists sold more than 3 tickets in total? Your resulting table should show two columns: one with the name of the artist, and another one with how many tickets they sold in total.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8D5C755-42B4-0131-61E5-1D6E0BB84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>
                <a:solidFill>
                  <a:schemeClr val="tx1"/>
                </a:solidFill>
              </a:rPr>
              <a:pPr/>
              <a:t>9</a:t>
            </a:fld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01660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ED51799-FCA3-3BA2-0595-1626F6C935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CE232E9E-5235-BFB0-3085-260B58AB54C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35171" y="788587"/>
            <a:ext cx="9223058" cy="689930"/>
          </a:xfrm>
          <a:prstGeom prst="rect">
            <a:avLst/>
          </a:prstGeom>
        </p:spPr>
        <p:txBody>
          <a:bodyPr vert="horz" wrap="square" lIns="0" tIns="95121" rIns="0" bIns="0" rtlCol="0">
            <a:spAutoFit/>
          </a:bodyPr>
          <a:lstStyle/>
          <a:p>
            <a:pPr marL="154940">
              <a:lnSpc>
                <a:spcPct val="100000"/>
              </a:lnSpc>
              <a:spcBef>
                <a:spcPts val="95"/>
              </a:spcBef>
            </a:pPr>
            <a:r>
              <a:rPr lang="pt-BR" dirty="0" err="1"/>
              <a:t>Question</a:t>
            </a:r>
            <a:r>
              <a:rPr lang="pt-BR" dirty="0"/>
              <a:t> 4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DF97A5D-EB73-BCC0-60D8-C5937D0BD4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E" sz="2800" dirty="0"/>
              <a:t>Classify stages by size: ‘Large’ if capacity ≥4000, else ‘Medium. Your resulting query should show two columns: one with the name of the stage, and another one with the capacity classification.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26AB3C2-2BA7-ECD3-8C5E-82075D3F1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>
                <a:solidFill>
                  <a:schemeClr val="tx1"/>
                </a:solidFill>
              </a:rPr>
              <a:pPr/>
              <a:t>10</a:t>
            </a:fld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87684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68C2E04-84AF-28C8-8A8D-82B34E09B5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9A8AE203-B707-2827-D137-64BA56D1A56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35171" y="788587"/>
            <a:ext cx="9223058" cy="689930"/>
          </a:xfrm>
          <a:prstGeom prst="rect">
            <a:avLst/>
          </a:prstGeom>
        </p:spPr>
        <p:txBody>
          <a:bodyPr vert="horz" wrap="square" lIns="0" tIns="95121" rIns="0" bIns="0" rtlCol="0">
            <a:spAutoFit/>
          </a:bodyPr>
          <a:lstStyle/>
          <a:p>
            <a:pPr marL="154940">
              <a:lnSpc>
                <a:spcPct val="100000"/>
              </a:lnSpc>
              <a:spcBef>
                <a:spcPts val="95"/>
              </a:spcBef>
            </a:pPr>
            <a:r>
              <a:rPr lang="pt-BR" dirty="0" err="1"/>
              <a:t>Question</a:t>
            </a:r>
            <a:r>
              <a:rPr lang="pt-BR" dirty="0"/>
              <a:t> 5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97FE0BE-C982-5E2A-9618-D569A08BFD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E" sz="2800" dirty="0"/>
              <a:t>List concerts happening on the largest stage. Your resulting query should show 3 columns:</a:t>
            </a:r>
          </a:p>
          <a:p>
            <a:pPr lvl="1"/>
            <a:r>
              <a:rPr lang="en-IE" sz="2800" dirty="0"/>
              <a:t>The ID of the concert</a:t>
            </a:r>
          </a:p>
          <a:p>
            <a:pPr lvl="1"/>
            <a:r>
              <a:rPr lang="en-IE" sz="2800" dirty="0"/>
              <a:t>The name of the artist</a:t>
            </a:r>
          </a:p>
          <a:p>
            <a:pPr lvl="1"/>
            <a:r>
              <a:rPr lang="en-IE" sz="2800" dirty="0"/>
              <a:t>The name of the stage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9353B48-B26A-726A-90D7-42D06F36D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>
                <a:solidFill>
                  <a:schemeClr val="tx1"/>
                </a:solidFill>
              </a:rPr>
              <a:pPr/>
              <a:t>11</a:t>
            </a:fld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35811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820BB6B-ED4F-12F9-8462-E7A38CF949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50C07D81-840A-370A-A287-3FE7216B90B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35171" y="788587"/>
            <a:ext cx="9223058" cy="689930"/>
          </a:xfrm>
          <a:prstGeom prst="rect">
            <a:avLst/>
          </a:prstGeom>
        </p:spPr>
        <p:txBody>
          <a:bodyPr vert="horz" wrap="square" lIns="0" tIns="95121" rIns="0" bIns="0" rtlCol="0">
            <a:spAutoFit/>
          </a:bodyPr>
          <a:lstStyle/>
          <a:p>
            <a:pPr marL="154940">
              <a:lnSpc>
                <a:spcPct val="100000"/>
              </a:lnSpc>
              <a:spcBef>
                <a:spcPts val="95"/>
              </a:spcBef>
            </a:pPr>
            <a:r>
              <a:rPr lang="pt-BR" dirty="0" err="1"/>
              <a:t>Question</a:t>
            </a:r>
            <a:r>
              <a:rPr lang="pt-BR" dirty="0"/>
              <a:t> 6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0402C08-D24B-0D2C-A62A-29113396EA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E" sz="2800" dirty="0"/>
              <a:t>For each city, show total revenue of bookings.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140BE25-4935-C181-080D-D06D2DAEF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>
                <a:solidFill>
                  <a:schemeClr val="tx1"/>
                </a:solidFill>
              </a:rPr>
              <a:pPr/>
              <a:t>12</a:t>
            </a:fld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75347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3C9FC6F-A778-E321-8F3A-6B5DD8D5BE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F6F56DF7-DC88-9107-278A-C8DB2C9CA89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35171" y="788587"/>
            <a:ext cx="9223058" cy="689930"/>
          </a:xfrm>
          <a:prstGeom prst="rect">
            <a:avLst/>
          </a:prstGeom>
        </p:spPr>
        <p:txBody>
          <a:bodyPr vert="horz" wrap="square" lIns="0" tIns="95121" rIns="0" bIns="0" rtlCol="0">
            <a:spAutoFit/>
          </a:bodyPr>
          <a:lstStyle/>
          <a:p>
            <a:pPr marL="154940">
              <a:lnSpc>
                <a:spcPct val="100000"/>
              </a:lnSpc>
              <a:spcBef>
                <a:spcPts val="95"/>
              </a:spcBef>
            </a:pPr>
            <a:r>
              <a:rPr lang="pt-BR" dirty="0" err="1"/>
              <a:t>Question</a:t>
            </a:r>
            <a:r>
              <a:rPr lang="pt-BR" dirty="0"/>
              <a:t> 7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C950E78-A1CE-D830-3C1E-7764270941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E" sz="2800" dirty="0"/>
              <a:t>Write a query that shows something interesting about the festival data.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1B58E2D-00AC-0157-FEF0-E35675E79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>
                <a:solidFill>
                  <a:schemeClr val="tx1"/>
                </a:solidFill>
              </a:rPr>
              <a:pPr/>
              <a:t>13</a:t>
            </a:fld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45525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86CCC60-AB68-3967-1653-D21217BEA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86AF213C-3F7C-DC09-A3CF-323C2ADD227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35171" y="788587"/>
            <a:ext cx="9223058" cy="689930"/>
          </a:xfrm>
          <a:prstGeom prst="rect">
            <a:avLst/>
          </a:prstGeom>
        </p:spPr>
        <p:txBody>
          <a:bodyPr vert="horz" wrap="square" lIns="0" tIns="95121" rIns="0" bIns="0" rtlCol="0">
            <a:spAutoFit/>
          </a:bodyPr>
          <a:lstStyle/>
          <a:p>
            <a:pPr marL="154940">
              <a:lnSpc>
                <a:spcPct val="100000"/>
              </a:lnSpc>
              <a:spcBef>
                <a:spcPts val="95"/>
              </a:spcBef>
            </a:pPr>
            <a:r>
              <a:rPr lang="pt-BR" dirty="0" err="1"/>
              <a:t>Question</a:t>
            </a:r>
            <a:r>
              <a:rPr lang="pt-BR" dirty="0"/>
              <a:t> 8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541C50B-003B-EBE5-E027-453C4AD62D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E" dirty="0"/>
              <a:t>The festival organisation team decided to standardise pricing. Update all bookings so that any booking for concerts performed by Pop artists has its </a:t>
            </a:r>
            <a:r>
              <a:rPr lang="en-IE" dirty="0" err="1"/>
              <a:t>total_price</a:t>
            </a:r>
            <a:r>
              <a:rPr lang="en-IE" dirty="0"/>
              <a:t> increased by 10% compared to its current value.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5F399F9-3197-5876-CE01-11529FCB1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>
                <a:solidFill>
                  <a:schemeClr val="tx1"/>
                </a:solidFill>
              </a:rPr>
              <a:pPr/>
              <a:t>14</a:t>
            </a:fld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79029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6E3A323-9757-B1B2-5183-A1F3F0631E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198E647B-C0D7-96EE-F281-11006924CC0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35171" y="788587"/>
            <a:ext cx="9223058" cy="689930"/>
          </a:xfrm>
          <a:prstGeom prst="rect">
            <a:avLst/>
          </a:prstGeom>
        </p:spPr>
        <p:txBody>
          <a:bodyPr vert="horz" wrap="square" lIns="0" tIns="95121" rIns="0" bIns="0" rtlCol="0">
            <a:spAutoFit/>
          </a:bodyPr>
          <a:lstStyle/>
          <a:p>
            <a:pPr marL="154940">
              <a:lnSpc>
                <a:spcPct val="100000"/>
              </a:lnSpc>
              <a:spcBef>
                <a:spcPts val="95"/>
              </a:spcBef>
            </a:pPr>
            <a:r>
              <a:rPr lang="pt-BR" dirty="0" err="1"/>
              <a:t>Question</a:t>
            </a:r>
            <a:r>
              <a:rPr lang="pt-BR" dirty="0"/>
              <a:t> 9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CCF3641-37E4-AFAA-4C0D-518BBFC42F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E" sz="2800" dirty="0"/>
              <a:t>One stage, called Arena, is being renovated and all its concerts are cancelled.</a:t>
            </a:r>
          </a:p>
          <a:p>
            <a:r>
              <a:rPr lang="en-IE" sz="2800" dirty="0"/>
              <a:t>Remove all bookings linked to concerts that were scheduled on this stage.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621BF6C-3944-0E51-5BFE-CBAE770AA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>
                <a:solidFill>
                  <a:schemeClr val="tx1"/>
                </a:solidFill>
              </a:rPr>
              <a:pPr/>
              <a:t>15</a:t>
            </a:fld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0193412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TU D SoC">
      <a:dk1>
        <a:sysClr val="windowText" lastClr="000000"/>
      </a:dk1>
      <a:lt1>
        <a:srgbClr val="FAFBFD"/>
      </a:lt1>
      <a:dk2>
        <a:srgbClr val="004C6C"/>
      </a:dk2>
      <a:lt2>
        <a:srgbClr val="FAFBFD"/>
      </a:lt2>
      <a:accent1>
        <a:srgbClr val="00A9B7"/>
      </a:accent1>
      <a:accent2>
        <a:srgbClr val="EB5793"/>
      </a:accent2>
      <a:accent3>
        <a:srgbClr val="B60057"/>
      </a:accent3>
      <a:accent4>
        <a:srgbClr val="CFC600"/>
      </a:accent4>
      <a:accent5>
        <a:srgbClr val="F49D6C"/>
      </a:accent5>
      <a:accent6>
        <a:srgbClr val="E94A41"/>
      </a:accent6>
      <a:hlink>
        <a:srgbClr val="6359A6"/>
      </a:hlink>
      <a:folHlink>
        <a:srgbClr val="837EBA"/>
      </a:folHlink>
    </a:clrScheme>
    <a:fontScheme name="Custom 3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ssibleTemplate.pptx" id="{1030AF13-11A2-4D30-B9C0-58BDD3310C62}" vid="{869673E2-E34F-41F3-930E-D246E221063D}"/>
    </a:ext>
  </a:extLst>
</a:theme>
</file>

<file path=ppt/theme/theme2.xml><?xml version="1.0" encoding="utf-8"?>
<a:theme xmlns:a="http://schemas.openxmlformats.org/drawingml/2006/main" name="TU Dublin">
  <a:themeElements>
    <a:clrScheme name="TU Dublin Presentation0000oo">
      <a:dk1>
        <a:srgbClr val="004C6C"/>
      </a:dk1>
      <a:lt1>
        <a:srgbClr val="FFFFFF"/>
      </a:lt1>
      <a:dk2>
        <a:srgbClr val="452A64"/>
      </a:dk2>
      <a:lt2>
        <a:srgbClr val="EEECE1"/>
      </a:lt2>
      <a:accent1>
        <a:srgbClr val="004C6C"/>
      </a:accent1>
      <a:accent2>
        <a:srgbClr val="B60057"/>
      </a:accent2>
      <a:accent3>
        <a:srgbClr val="CFC600"/>
      </a:accent3>
      <a:accent4>
        <a:srgbClr val="837EBA"/>
      </a:accent4>
      <a:accent5>
        <a:srgbClr val="2856A3"/>
      </a:accent5>
      <a:accent6>
        <a:srgbClr val="F0823C"/>
      </a:accent6>
      <a:hlink>
        <a:srgbClr val="00A9B7"/>
      </a:hlink>
      <a:folHlink>
        <a:srgbClr val="CE122C"/>
      </a:folHlink>
    </a:clrScheme>
    <a:fontScheme name="TUDublin">
      <a:majorFont>
        <a:latin typeface="Prophet"/>
        <a:ea typeface=""/>
        <a:cs typeface=""/>
      </a:majorFont>
      <a:minorFont>
        <a:latin typeface="Visuel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U Dublin blue" id="{6D57FD24-6AFF-7F41-B61B-15129C67D53B}" vid="{5494679D-FC2E-284F-BAB5-6633A551CA7A}"/>
    </a:ext>
  </a:extLst>
</a:theme>
</file>

<file path=ppt/theme/theme3.xml><?xml version="1.0" encoding="utf-8"?>
<a:theme xmlns:a="http://schemas.openxmlformats.org/drawingml/2006/main" name="Custom Design">
  <a:themeElements>
    <a:clrScheme name="TU Dublin Presentation0000oo">
      <a:dk1>
        <a:srgbClr val="004C6C"/>
      </a:dk1>
      <a:lt1>
        <a:srgbClr val="FFFFFF"/>
      </a:lt1>
      <a:dk2>
        <a:srgbClr val="452A64"/>
      </a:dk2>
      <a:lt2>
        <a:srgbClr val="EEECE1"/>
      </a:lt2>
      <a:accent1>
        <a:srgbClr val="004C6C"/>
      </a:accent1>
      <a:accent2>
        <a:srgbClr val="B60057"/>
      </a:accent2>
      <a:accent3>
        <a:srgbClr val="CFC600"/>
      </a:accent3>
      <a:accent4>
        <a:srgbClr val="837EBA"/>
      </a:accent4>
      <a:accent5>
        <a:srgbClr val="2856A3"/>
      </a:accent5>
      <a:accent6>
        <a:srgbClr val="F0823C"/>
      </a:accent6>
      <a:hlink>
        <a:srgbClr val="00A9B7"/>
      </a:hlink>
      <a:folHlink>
        <a:srgbClr val="CE122C"/>
      </a:folHlink>
    </a:clrScheme>
    <a:fontScheme name="TUDublin">
      <a:majorFont>
        <a:latin typeface="Prophet"/>
        <a:ea typeface=""/>
        <a:cs typeface=""/>
      </a:majorFont>
      <a:minorFont>
        <a:latin typeface="Visuel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766317cb-e948-4e5f-8cec-dabc8e2fd5da}" enabled="0" method="" siteId="{766317cb-e948-4e5f-8cec-dabc8e2fd5da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1911</TotalTime>
  <Words>550</Words>
  <Application>Microsoft Macintosh PowerPoint</Application>
  <PresentationFormat>Custom</PresentationFormat>
  <Paragraphs>62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Prophet</vt:lpstr>
      <vt:lpstr>Visuelt</vt:lpstr>
      <vt:lpstr>Arial</vt:lpstr>
      <vt:lpstr>Calibri</vt:lpstr>
      <vt:lpstr>Helvetica</vt:lpstr>
      <vt:lpstr>1_Office Theme</vt:lpstr>
      <vt:lpstr>TU Dublin</vt:lpstr>
      <vt:lpstr>Custom Design</vt:lpstr>
      <vt:lpstr>Case study  Dr Mariana Rocha School of Computer Science</vt:lpstr>
      <vt:lpstr>Objectives</vt:lpstr>
      <vt:lpstr>SoundWave Festival</vt:lpstr>
      <vt:lpstr>Building the tables</vt:lpstr>
      <vt:lpstr>Adding data</vt:lpstr>
      <vt:lpstr>Questions</vt:lpstr>
      <vt:lpstr>Question 1</vt:lpstr>
      <vt:lpstr>Question 2</vt:lpstr>
      <vt:lpstr>Question 3</vt:lpstr>
      <vt:lpstr>Question 4</vt:lpstr>
      <vt:lpstr>Question 5</vt:lpstr>
      <vt:lpstr>Question 6</vt:lpstr>
      <vt:lpstr>Question 7</vt:lpstr>
      <vt:lpstr>Question 8</vt:lpstr>
      <vt:lpstr>Question 9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 Relational Databases and SQL</dc:title>
  <cp:lastModifiedBy>Mariana Rocha</cp:lastModifiedBy>
  <cp:revision>47</cp:revision>
  <dcterms:created xsi:type="dcterms:W3CDTF">2023-09-08T07:22:53Z</dcterms:created>
  <dcterms:modified xsi:type="dcterms:W3CDTF">2025-11-12T14:26:30Z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2022-09-06T00:00:00Z</vt:filetime>
  </property>
  <property fmtid="{D5CDD505-2E9C-101B-9397-08002B2CF9AE}" pid="3" name="Creator">
    <vt:lpwstr>Acrobat PDFMaker 15 for PowerPoint</vt:lpwstr>
  </property>
  <property fmtid="{D5CDD505-2E9C-101B-9397-08002B2CF9AE}" pid="4" name="LastSaved">
    <vt:filetime>2023-09-08T00:00:00Z</vt:filetime>
  </property>
  <property fmtid="{D5CDD505-2E9C-101B-9397-08002B2CF9AE}" pid="5" name="Producer">
    <vt:lpwstr>macOS Version 11.5.2 (Build 20G95) Quartz PDFContext</vt:lpwstr>
  </property>
</Properties>
</file>