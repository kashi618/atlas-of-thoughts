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  <p:sldMasterId id="2147483706" r:id="rId2"/>
    <p:sldMasterId id="2147483693" r:id="rId3"/>
  </p:sldMasterIdLst>
  <p:notesMasterIdLst>
    <p:notesMasterId r:id="rId35"/>
  </p:notesMasterIdLst>
  <p:handoutMasterIdLst>
    <p:handoutMasterId r:id="rId36"/>
  </p:handoutMasterIdLst>
  <p:sldIdLst>
    <p:sldId id="256" r:id="rId4"/>
    <p:sldId id="330" r:id="rId5"/>
    <p:sldId id="277" r:id="rId6"/>
    <p:sldId id="410" r:id="rId7"/>
    <p:sldId id="384" r:id="rId8"/>
    <p:sldId id="414" r:id="rId9"/>
    <p:sldId id="385" r:id="rId10"/>
    <p:sldId id="411" r:id="rId11"/>
    <p:sldId id="412" r:id="rId12"/>
    <p:sldId id="416" r:id="rId13"/>
    <p:sldId id="417" r:id="rId14"/>
    <p:sldId id="418" r:id="rId15"/>
    <p:sldId id="419" r:id="rId16"/>
    <p:sldId id="420" r:id="rId17"/>
    <p:sldId id="421" r:id="rId18"/>
    <p:sldId id="422" r:id="rId19"/>
    <p:sldId id="423" r:id="rId20"/>
    <p:sldId id="424" r:id="rId21"/>
    <p:sldId id="426" r:id="rId22"/>
    <p:sldId id="432" r:id="rId23"/>
    <p:sldId id="433" r:id="rId24"/>
    <p:sldId id="435" r:id="rId25"/>
    <p:sldId id="437" r:id="rId26"/>
    <p:sldId id="443" r:id="rId27"/>
    <p:sldId id="444" r:id="rId28"/>
    <p:sldId id="446" r:id="rId29"/>
    <p:sldId id="447" r:id="rId30"/>
    <p:sldId id="448" r:id="rId31"/>
    <p:sldId id="449" r:id="rId32"/>
    <p:sldId id="450" r:id="rId33"/>
    <p:sldId id="451" r:id="rId34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B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71E809-E7F2-384D-BA68-136D938B56D0}" v="1" dt="2025-11-03T11:13:58.14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0"/>
    <p:restoredTop sz="94610"/>
  </p:normalViewPr>
  <p:slideViewPr>
    <p:cSldViewPr>
      <p:cViewPr varScale="1">
        <p:scale>
          <a:sx n="101" d="100"/>
          <a:sy n="101" d="100"/>
        </p:scale>
        <p:origin x="1040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theme" Target="theme/theme1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microsoft.com/office/2015/10/relationships/revisionInfo" Target="revisionInfo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na Rocha" userId="0a3173bd-d0ed-4c32-8e4c-b90c820606c5" providerId="ADAL" clId="{DCC3A51D-31E8-5BC6-970B-354B54D5302A}"/>
    <pc:docChg chg="modSld">
      <pc:chgData name="Mariana Rocha" userId="0a3173bd-d0ed-4c32-8e4c-b90c820606c5" providerId="ADAL" clId="{DCC3A51D-31E8-5BC6-970B-354B54D5302A}" dt="2025-11-10T13:32:09.432" v="12" actId="20577"/>
      <pc:docMkLst>
        <pc:docMk/>
      </pc:docMkLst>
      <pc:sldChg chg="modSp mod">
        <pc:chgData name="Mariana Rocha" userId="0a3173bd-d0ed-4c32-8e4c-b90c820606c5" providerId="ADAL" clId="{DCC3A51D-31E8-5BC6-970B-354B54D5302A}" dt="2025-11-10T13:32:09.432" v="12" actId="20577"/>
        <pc:sldMkLst>
          <pc:docMk/>
          <pc:sldMk cId="0" sldId="256"/>
        </pc:sldMkLst>
        <pc:spChg chg="mod">
          <ac:chgData name="Mariana Rocha" userId="0a3173bd-d0ed-4c32-8e4c-b90c820606c5" providerId="ADAL" clId="{DCC3A51D-31E8-5BC6-970B-354B54D5302A}" dt="2025-11-10T13:32:09.432" v="12" actId="20577"/>
          <ac:spMkLst>
            <pc:docMk/>
            <pc:sldMk cId="0" sldId="256"/>
            <ac:spMk id="28" creationId="{F8E066B0-7223-D5C8-AC47-4AE5F2157F6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CAAEF1-4129-5822-5844-29249EA16CA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F77F45-3992-DD6D-575D-332DE81317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654806-A9C3-A34D-B712-6ECB2AFB3018}" type="datetimeFigureOut">
              <a:rPr lang="en-IE" smtClean="0"/>
              <a:t>10/11/2025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51698C-2E7C-E9F1-61A2-67309D50A8F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718343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FBAB55-E2C3-B4AB-0869-7E5516CD56F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057900" y="718343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5EB868-7B58-4648-948B-FD16C38494F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045390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513044-2A8A-EE40-A844-AEFA75312CDC}" type="datetimeFigureOut">
              <a:rPr lang="en-IE" smtClean="0"/>
              <a:t>10/11/2025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43300" y="946150"/>
            <a:ext cx="3606800" cy="2551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B3B961-E7C4-1242-BB48-20E7BA73505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358228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1317E-4B72-DDFC-3395-0AFCCE2FD9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6675" y="1237717"/>
            <a:ext cx="8020050" cy="2632992"/>
          </a:xfrm>
        </p:spPr>
        <p:txBody>
          <a:bodyPr anchor="b"/>
          <a:lstStyle>
            <a:lvl1pPr algn="ctr">
              <a:defRPr sz="5263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926A8-BE5E-DB34-24F4-F8937FEFA6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6675" y="3972247"/>
            <a:ext cx="8020050" cy="1825938"/>
          </a:xfrm>
        </p:spPr>
        <p:txBody>
          <a:bodyPr/>
          <a:lstStyle>
            <a:lvl1pPr marL="0" indent="0" algn="ctr">
              <a:buNone/>
              <a:defRPr sz="2105"/>
            </a:lvl1pPr>
            <a:lvl2pPr marL="401010" indent="0" algn="ctr">
              <a:buNone/>
              <a:defRPr sz="1754"/>
            </a:lvl2pPr>
            <a:lvl3pPr marL="802020" indent="0" algn="ctr">
              <a:buNone/>
              <a:defRPr sz="1579"/>
            </a:lvl3pPr>
            <a:lvl4pPr marL="1203030" indent="0" algn="ctr">
              <a:buNone/>
              <a:defRPr sz="1403"/>
            </a:lvl4pPr>
            <a:lvl5pPr marL="1604040" indent="0" algn="ctr">
              <a:buNone/>
              <a:defRPr sz="1403"/>
            </a:lvl5pPr>
            <a:lvl6pPr marL="2005051" indent="0" algn="ctr">
              <a:buNone/>
              <a:defRPr sz="1403"/>
            </a:lvl6pPr>
            <a:lvl7pPr marL="2406061" indent="0" algn="ctr">
              <a:buNone/>
              <a:defRPr sz="1403"/>
            </a:lvl7pPr>
            <a:lvl8pPr marL="2807071" indent="0" algn="ctr">
              <a:buNone/>
              <a:defRPr sz="1403"/>
            </a:lvl8pPr>
            <a:lvl9pPr marL="3208081" indent="0" algn="ctr">
              <a:buNone/>
              <a:defRPr sz="1403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AE87C-D5AB-C13D-F314-AE2B2F130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2E1232-B827-66CE-45E4-0AC0EE014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97826-01BA-CB0F-0792-6716C4805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0710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6B007DB-BAC0-B5F7-CD3D-D722F4B0FC67}"/>
              </a:ext>
            </a:extLst>
          </p:cNvPr>
          <p:cNvSpPr/>
          <p:nvPr userDrawn="1"/>
        </p:nvSpPr>
        <p:spPr>
          <a:xfrm>
            <a:off x="0" y="6960623"/>
            <a:ext cx="10693400" cy="602227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CCE980-C7F7-E4BB-3D60-AC4227DD6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45A55-EFF2-43B6-B7BF-52DAEFC6D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DE508-9D0D-1A12-5055-B8C9BE346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0AB5E-027B-22C7-C21B-F11F469E4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86FA1-5E26-507E-BD6D-3316D06DE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AE971F0-0CD2-4C47-8087-EBCE9716EA8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40466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CE980-C7F7-E4BB-3D60-AC4227DD6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DE508-9D0D-1A12-5055-B8C9BE346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0AB5E-027B-22C7-C21B-F11F469E4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86FA1-5E26-507E-BD6D-3316D06DE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AE971F0-0CD2-4C47-8087-EBCE9716EA84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Graphic 7" descr="The following is a quote: ">
            <a:extLst>
              <a:ext uri="{FF2B5EF4-FFF2-40B4-BE49-F238E27FC236}">
                <a16:creationId xmlns:a16="http://schemas.microsoft.com/office/drawing/2014/main" id="{BBC1D34B-9075-8D03-3A5C-E7D33712D6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6312" y="2013259"/>
            <a:ext cx="1828160" cy="2298589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1D05262-A873-B471-8864-15D00174DE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06015" y="2368643"/>
            <a:ext cx="7552214" cy="418582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706464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24196-08E0-BC7A-8733-4E756A5FA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602" y="1885462"/>
            <a:ext cx="9223058" cy="3145935"/>
          </a:xfrm>
        </p:spPr>
        <p:txBody>
          <a:bodyPr anchor="b"/>
          <a:lstStyle>
            <a:lvl1pPr>
              <a:defRPr sz="5263">
                <a:solidFill>
                  <a:schemeClr val="accent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DD4156-1D08-F755-3CB7-F04B4CB23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602" y="5061158"/>
            <a:ext cx="9223058" cy="1654373"/>
          </a:xfrm>
        </p:spPr>
        <p:txBody>
          <a:bodyPr/>
          <a:lstStyle>
            <a:lvl1pPr marL="0" indent="0">
              <a:buNone/>
              <a:defRPr sz="2105">
                <a:solidFill>
                  <a:schemeClr val="tx1">
                    <a:tint val="75000"/>
                  </a:schemeClr>
                </a:solidFill>
              </a:defRPr>
            </a:lvl1pPr>
            <a:lvl2pPr marL="401010" indent="0">
              <a:buNone/>
              <a:defRPr sz="1754">
                <a:solidFill>
                  <a:schemeClr val="tx1">
                    <a:tint val="75000"/>
                  </a:schemeClr>
                </a:solidFill>
              </a:defRPr>
            </a:lvl2pPr>
            <a:lvl3pPr marL="802020" indent="0">
              <a:buNone/>
              <a:defRPr sz="1579">
                <a:solidFill>
                  <a:schemeClr val="tx1">
                    <a:tint val="75000"/>
                  </a:schemeClr>
                </a:solidFill>
              </a:defRPr>
            </a:lvl3pPr>
            <a:lvl4pPr marL="1203030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4pPr>
            <a:lvl5pPr marL="1604040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5pPr>
            <a:lvl6pPr marL="2005051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6pPr>
            <a:lvl7pPr marL="2406061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7pPr>
            <a:lvl8pPr marL="2807071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8pPr>
            <a:lvl9pPr marL="3208081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864EA-CCA9-EB4F-A84F-BE9D5F986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BAC42-79B8-8591-472D-39FDD982E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DDDC1-A48D-40A0-07DA-F99E091C3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AE971F0-0CD2-4C47-8087-EBCE9716EA8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1342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24196-08E0-BC7A-8733-4E756A5FA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602" y="5311582"/>
            <a:ext cx="9223058" cy="1349636"/>
          </a:xfrm>
        </p:spPr>
        <p:txBody>
          <a:bodyPr anchor="b">
            <a:normAutofit/>
          </a:bodyPr>
          <a:lstStyle>
            <a:lvl1pPr algn="ctr">
              <a:defRPr sz="4736">
                <a:solidFill>
                  <a:schemeClr val="accent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864EA-CCA9-EB4F-A84F-BE9D5F986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BAC42-79B8-8591-472D-39FDD982E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DDDC1-A48D-40A0-07DA-F99E091C3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59A2BA5-1AB5-DB59-3C54-16713B4E427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15762" y="786047"/>
            <a:ext cx="5959343" cy="452553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9992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B0BE543-0448-3A4C-5F33-EAD956CEEC4F}"/>
              </a:ext>
            </a:extLst>
          </p:cNvPr>
          <p:cNvSpPr/>
          <p:nvPr userDrawn="1"/>
        </p:nvSpPr>
        <p:spPr>
          <a:xfrm>
            <a:off x="0" y="6960623"/>
            <a:ext cx="10693400" cy="602227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9FF7AA-B49C-D561-FA47-CB24D2FBF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61E7E-A789-0692-DCFA-73EB3A13A5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5171" y="2013259"/>
            <a:ext cx="4544695" cy="479855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5CDC2F-840C-693F-493D-EB4B70B829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3534" y="2013259"/>
            <a:ext cx="4544695" cy="479855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413D37-E198-0C87-31DE-C825CE017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55D9D-23CD-C2B7-2CB9-63A7B666A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C84A3F-2DEF-A695-73CD-C8A79EDD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6974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A557A7C-8356-9C4D-0FD4-A2809BBA22A6}"/>
              </a:ext>
            </a:extLst>
          </p:cNvPr>
          <p:cNvSpPr/>
          <p:nvPr userDrawn="1"/>
        </p:nvSpPr>
        <p:spPr>
          <a:xfrm>
            <a:off x="0" y="6960623"/>
            <a:ext cx="10693400" cy="602227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23E5D6-F819-DF80-8C6A-FE0FD2368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564" y="402652"/>
            <a:ext cx="9223058" cy="1461801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634751-4015-7A9E-A494-E4825F6D8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6565" y="1853949"/>
            <a:ext cx="4523809" cy="908592"/>
          </a:xfrm>
        </p:spPr>
        <p:txBody>
          <a:bodyPr anchor="b"/>
          <a:lstStyle>
            <a:lvl1pPr marL="0" indent="0">
              <a:buNone/>
              <a:defRPr sz="2105" b="1"/>
            </a:lvl1pPr>
            <a:lvl2pPr marL="401010" indent="0">
              <a:buNone/>
              <a:defRPr sz="1754" b="1"/>
            </a:lvl2pPr>
            <a:lvl3pPr marL="802020" indent="0">
              <a:buNone/>
              <a:defRPr sz="1579" b="1"/>
            </a:lvl3pPr>
            <a:lvl4pPr marL="1203030" indent="0">
              <a:buNone/>
              <a:defRPr sz="1403" b="1"/>
            </a:lvl4pPr>
            <a:lvl5pPr marL="1604040" indent="0">
              <a:buNone/>
              <a:defRPr sz="1403" b="1"/>
            </a:lvl5pPr>
            <a:lvl6pPr marL="2005051" indent="0">
              <a:buNone/>
              <a:defRPr sz="1403" b="1"/>
            </a:lvl6pPr>
            <a:lvl7pPr marL="2406061" indent="0">
              <a:buNone/>
              <a:defRPr sz="1403" b="1"/>
            </a:lvl7pPr>
            <a:lvl8pPr marL="2807071" indent="0">
              <a:buNone/>
              <a:defRPr sz="1403" b="1"/>
            </a:lvl8pPr>
            <a:lvl9pPr marL="3208081" indent="0">
              <a:buNone/>
              <a:defRPr sz="140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D0E5A5-4B18-9989-88ED-D6B31265D2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6565" y="2762541"/>
            <a:ext cx="4523809" cy="40632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85D65-C667-2456-E06F-F0E68B2E5C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413534" y="1853949"/>
            <a:ext cx="4546088" cy="908592"/>
          </a:xfrm>
        </p:spPr>
        <p:txBody>
          <a:bodyPr anchor="b"/>
          <a:lstStyle>
            <a:lvl1pPr marL="0" indent="0">
              <a:buNone/>
              <a:defRPr sz="2105" b="1"/>
            </a:lvl1pPr>
            <a:lvl2pPr marL="401010" indent="0">
              <a:buNone/>
              <a:defRPr sz="1754" b="1"/>
            </a:lvl2pPr>
            <a:lvl3pPr marL="802020" indent="0">
              <a:buNone/>
              <a:defRPr sz="1579" b="1"/>
            </a:lvl3pPr>
            <a:lvl4pPr marL="1203030" indent="0">
              <a:buNone/>
              <a:defRPr sz="1403" b="1"/>
            </a:lvl4pPr>
            <a:lvl5pPr marL="1604040" indent="0">
              <a:buNone/>
              <a:defRPr sz="1403" b="1"/>
            </a:lvl5pPr>
            <a:lvl6pPr marL="2005051" indent="0">
              <a:buNone/>
              <a:defRPr sz="1403" b="1"/>
            </a:lvl6pPr>
            <a:lvl7pPr marL="2406061" indent="0">
              <a:buNone/>
              <a:defRPr sz="1403" b="1"/>
            </a:lvl7pPr>
            <a:lvl8pPr marL="2807071" indent="0">
              <a:buNone/>
              <a:defRPr sz="1403" b="1"/>
            </a:lvl8pPr>
            <a:lvl9pPr marL="3208081" indent="0">
              <a:buNone/>
              <a:defRPr sz="140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44F890-33E6-BD4B-978A-E4B20968B8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413534" y="2762541"/>
            <a:ext cx="4546088" cy="40632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26AA7C-81D8-7C95-3E01-76956024F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7830B1-02EA-A7DB-8FCF-32C06C3E0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580A6F-5EBE-2DCC-8CCB-9F05EA664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5603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8C00E1A-F73B-4343-8C36-A161A0EDF3C9}"/>
              </a:ext>
            </a:extLst>
          </p:cNvPr>
          <p:cNvSpPr/>
          <p:nvPr userDrawn="1"/>
        </p:nvSpPr>
        <p:spPr>
          <a:xfrm>
            <a:off x="0" y="6960623"/>
            <a:ext cx="10693400" cy="602227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CD2DC0-0D4F-4B0E-7C43-380735648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278B6D-6F61-EF5E-B5CC-F72AA2353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7A9D98-33BD-A8E4-155E-07D8B622B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44C4ED-AE87-B167-6C8F-8D62A01C4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7534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6222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3456918" cy="756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64154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3456918" cy="756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987EB5-615F-0E93-F4DF-C88794473E91}"/>
              </a:ext>
            </a:extLst>
          </p:cNvPr>
          <p:cNvSpPr/>
          <p:nvPr userDrawn="1"/>
        </p:nvSpPr>
        <p:spPr>
          <a:xfrm>
            <a:off x="3456918" y="0"/>
            <a:ext cx="3779566" cy="756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498329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7329953" y="0"/>
            <a:ext cx="3356532" cy="756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500827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3456918" cy="75628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918518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3456918" cy="75628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987EB5-615F-0E93-F4DF-C88794473E91}"/>
              </a:ext>
            </a:extLst>
          </p:cNvPr>
          <p:cNvSpPr/>
          <p:nvPr userDrawn="1"/>
        </p:nvSpPr>
        <p:spPr>
          <a:xfrm>
            <a:off x="3456918" y="0"/>
            <a:ext cx="3779566" cy="75628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637667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7329953" y="0"/>
            <a:ext cx="3356532" cy="75628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812039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3456918" cy="7562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222145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3456918" cy="7562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987EB5-615F-0E93-F4DF-C88794473E91}"/>
              </a:ext>
            </a:extLst>
          </p:cNvPr>
          <p:cNvSpPr/>
          <p:nvPr userDrawn="1"/>
        </p:nvSpPr>
        <p:spPr>
          <a:xfrm>
            <a:off x="3456918" y="0"/>
            <a:ext cx="3779566" cy="7562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078883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7329953" y="0"/>
            <a:ext cx="3356532" cy="7562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913354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3456918" cy="75628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247680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3456918" cy="75628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987EB5-615F-0E93-F4DF-C88794473E91}"/>
              </a:ext>
            </a:extLst>
          </p:cNvPr>
          <p:cNvSpPr/>
          <p:nvPr userDrawn="1"/>
        </p:nvSpPr>
        <p:spPr>
          <a:xfrm>
            <a:off x="3456918" y="0"/>
            <a:ext cx="3779566" cy="75628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902777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7329953" y="0"/>
            <a:ext cx="3356532" cy="75628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46525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 w col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18006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B3F2E4F-D69A-C303-0281-6BB8BC65FA1A}"/>
              </a:ext>
            </a:extLst>
          </p:cNvPr>
          <p:cNvSpPr/>
          <p:nvPr userDrawn="1"/>
        </p:nvSpPr>
        <p:spPr>
          <a:xfrm>
            <a:off x="0" y="6960623"/>
            <a:ext cx="10693400" cy="602227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E483EC-461E-3DF8-7723-85858B620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564" y="504190"/>
            <a:ext cx="3448900" cy="1764665"/>
          </a:xfrm>
        </p:spPr>
        <p:txBody>
          <a:bodyPr anchor="b"/>
          <a:lstStyle>
            <a:lvl1pPr>
              <a:defRPr sz="2807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0BA06-04AB-09B5-645C-2091343E9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6088" y="1088911"/>
            <a:ext cx="5413534" cy="5374525"/>
          </a:xfrm>
        </p:spPr>
        <p:txBody>
          <a:bodyPr/>
          <a:lstStyle>
            <a:lvl1pPr>
              <a:defRPr sz="2807"/>
            </a:lvl1pPr>
            <a:lvl2pPr>
              <a:defRPr sz="2456"/>
            </a:lvl2pPr>
            <a:lvl3pPr>
              <a:defRPr sz="2105"/>
            </a:lvl3pPr>
            <a:lvl4pPr>
              <a:defRPr sz="1754"/>
            </a:lvl4pPr>
            <a:lvl5pPr>
              <a:defRPr sz="1754"/>
            </a:lvl5pPr>
            <a:lvl6pPr>
              <a:defRPr sz="1754"/>
            </a:lvl6pPr>
            <a:lvl7pPr>
              <a:defRPr sz="1754"/>
            </a:lvl7pPr>
            <a:lvl8pPr>
              <a:defRPr sz="1754"/>
            </a:lvl8pPr>
            <a:lvl9pPr>
              <a:defRPr sz="1754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D91B3F-7C7C-73B9-77CB-A11B1FCF8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6564" y="2268855"/>
            <a:ext cx="3448900" cy="4203335"/>
          </a:xfrm>
        </p:spPr>
        <p:txBody>
          <a:bodyPr/>
          <a:lstStyle>
            <a:lvl1pPr marL="0" indent="0">
              <a:buNone/>
              <a:defRPr sz="1403"/>
            </a:lvl1pPr>
            <a:lvl2pPr marL="401010" indent="0">
              <a:buNone/>
              <a:defRPr sz="1228"/>
            </a:lvl2pPr>
            <a:lvl3pPr marL="802020" indent="0">
              <a:buNone/>
              <a:defRPr sz="1053"/>
            </a:lvl3pPr>
            <a:lvl4pPr marL="1203030" indent="0">
              <a:buNone/>
              <a:defRPr sz="877"/>
            </a:lvl4pPr>
            <a:lvl5pPr marL="1604040" indent="0">
              <a:buNone/>
              <a:defRPr sz="877"/>
            </a:lvl5pPr>
            <a:lvl6pPr marL="2005051" indent="0">
              <a:buNone/>
              <a:defRPr sz="877"/>
            </a:lvl6pPr>
            <a:lvl7pPr marL="2406061" indent="0">
              <a:buNone/>
              <a:defRPr sz="877"/>
            </a:lvl7pPr>
            <a:lvl8pPr marL="2807071" indent="0">
              <a:buNone/>
              <a:defRPr sz="877"/>
            </a:lvl8pPr>
            <a:lvl9pPr marL="3208081" indent="0">
              <a:buNone/>
              <a:defRPr sz="87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67F290-2545-0C2B-78A6-D50CE3D00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E117D-2169-6E39-149C-5FBECD5E7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83838A-4F66-F529-E239-3AE7FBEDE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98999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54395A0-EB10-01E3-39B4-075A8ACEABC7}"/>
              </a:ext>
            </a:extLst>
          </p:cNvPr>
          <p:cNvSpPr/>
          <p:nvPr userDrawn="1"/>
        </p:nvSpPr>
        <p:spPr>
          <a:xfrm>
            <a:off x="0" y="6960623"/>
            <a:ext cx="10693400" cy="602227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2FAE3E-C2EA-DDE4-4229-9EB50F2F1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564" y="504190"/>
            <a:ext cx="3448900" cy="1764665"/>
          </a:xfrm>
        </p:spPr>
        <p:txBody>
          <a:bodyPr anchor="b"/>
          <a:lstStyle>
            <a:lvl1pPr>
              <a:defRPr sz="2807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131BBD-51CD-4DC2-4A60-8A48EA6C6A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546088" y="1088911"/>
            <a:ext cx="5413534" cy="5374525"/>
          </a:xfrm>
        </p:spPr>
        <p:txBody>
          <a:bodyPr/>
          <a:lstStyle>
            <a:lvl1pPr marL="0" indent="0">
              <a:buNone/>
              <a:defRPr sz="2807"/>
            </a:lvl1pPr>
            <a:lvl2pPr marL="401010" indent="0">
              <a:buNone/>
              <a:defRPr sz="2456"/>
            </a:lvl2pPr>
            <a:lvl3pPr marL="802020" indent="0">
              <a:buNone/>
              <a:defRPr sz="2105"/>
            </a:lvl3pPr>
            <a:lvl4pPr marL="1203030" indent="0">
              <a:buNone/>
              <a:defRPr sz="1754"/>
            </a:lvl4pPr>
            <a:lvl5pPr marL="1604040" indent="0">
              <a:buNone/>
              <a:defRPr sz="1754"/>
            </a:lvl5pPr>
            <a:lvl6pPr marL="2005051" indent="0">
              <a:buNone/>
              <a:defRPr sz="1754"/>
            </a:lvl6pPr>
            <a:lvl7pPr marL="2406061" indent="0">
              <a:buNone/>
              <a:defRPr sz="1754"/>
            </a:lvl7pPr>
            <a:lvl8pPr marL="2807071" indent="0">
              <a:buNone/>
              <a:defRPr sz="1754"/>
            </a:lvl8pPr>
            <a:lvl9pPr marL="3208081" indent="0">
              <a:buNone/>
              <a:defRPr sz="1754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B0D01-09EF-1E92-D338-9CD0EBA943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6564" y="2268855"/>
            <a:ext cx="3448900" cy="4203335"/>
          </a:xfrm>
        </p:spPr>
        <p:txBody>
          <a:bodyPr/>
          <a:lstStyle>
            <a:lvl1pPr marL="0" indent="0">
              <a:buNone/>
              <a:defRPr sz="1403"/>
            </a:lvl1pPr>
            <a:lvl2pPr marL="401010" indent="0">
              <a:buNone/>
              <a:defRPr sz="1228"/>
            </a:lvl2pPr>
            <a:lvl3pPr marL="802020" indent="0">
              <a:buNone/>
              <a:defRPr sz="1053"/>
            </a:lvl3pPr>
            <a:lvl4pPr marL="1203030" indent="0">
              <a:buNone/>
              <a:defRPr sz="877"/>
            </a:lvl4pPr>
            <a:lvl5pPr marL="1604040" indent="0">
              <a:buNone/>
              <a:defRPr sz="877"/>
            </a:lvl5pPr>
            <a:lvl6pPr marL="2005051" indent="0">
              <a:buNone/>
              <a:defRPr sz="877"/>
            </a:lvl6pPr>
            <a:lvl7pPr marL="2406061" indent="0">
              <a:buNone/>
              <a:defRPr sz="877"/>
            </a:lvl7pPr>
            <a:lvl8pPr marL="2807071" indent="0">
              <a:buNone/>
              <a:defRPr sz="877"/>
            </a:lvl8pPr>
            <a:lvl9pPr marL="3208081" indent="0">
              <a:buNone/>
              <a:defRPr sz="87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B20126-F846-16D0-EBDD-34D48607E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34FC57-C801-AEF4-1D0A-E095B6450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51B0C-275C-33D2-9A96-4D0314E6E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885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A1A4EC-146B-3381-63D1-52F3C15CB004}"/>
              </a:ext>
            </a:extLst>
          </p:cNvPr>
          <p:cNvSpPr/>
          <p:nvPr userDrawn="1"/>
        </p:nvSpPr>
        <p:spPr>
          <a:xfrm>
            <a:off x="0" y="6960623"/>
            <a:ext cx="10693400" cy="602227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BEF132-B0C4-CEBA-D9BB-A90CC2A65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5F3702-713A-C951-9CCF-955488BC6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34A4F3-ECB2-56FC-3055-081257812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849C6-D413-92F0-6B5F-27BB8AC75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9A6DE-F917-5ECB-80DB-4C5C9924B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688460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9213BEA-D64A-CDAB-CB01-CACA6AEFB654}"/>
              </a:ext>
            </a:extLst>
          </p:cNvPr>
          <p:cNvSpPr/>
          <p:nvPr userDrawn="1"/>
        </p:nvSpPr>
        <p:spPr>
          <a:xfrm>
            <a:off x="0" y="6960623"/>
            <a:ext cx="10693400" cy="602227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FFD24A-02C7-3C15-C6A2-2FE1816ED4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652465" y="402652"/>
            <a:ext cx="2305764" cy="6409166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7E5EB9-6E42-B9D7-5671-A15D13E201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35171" y="402652"/>
            <a:ext cx="6783626" cy="6409166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BCAA2-15B7-B922-2788-5986E5EEA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D40C5-A7B5-0CB8-7A77-77280AC6E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A6257-1CC9-8C66-1C48-A645172DC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96458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802EA-7E2B-54DE-73DF-FFE800694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29381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005" y="2349387"/>
            <a:ext cx="9089390" cy="1621111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4010" y="4285615"/>
            <a:ext cx="7485380" cy="1932728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346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692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03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385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732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07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425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771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A48-4EB9-2C41-9849-9FDB674E92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73126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A48-4EB9-2C41-9849-9FDB674E92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59281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4705" y="4859833"/>
            <a:ext cx="9089390" cy="1502066"/>
          </a:xfrm>
        </p:spPr>
        <p:txBody>
          <a:bodyPr anchor="t"/>
          <a:lstStyle>
            <a:lvl1pPr algn="l">
              <a:defRPr sz="4678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4705" y="3205459"/>
            <a:ext cx="9089390" cy="1654373"/>
          </a:xfrm>
        </p:spPr>
        <p:txBody>
          <a:bodyPr anchor="b"/>
          <a:lstStyle>
            <a:lvl1pPr marL="0" indent="0">
              <a:buNone/>
              <a:defRPr sz="2339">
                <a:solidFill>
                  <a:schemeClr val="tx1">
                    <a:tint val="75000"/>
                  </a:schemeClr>
                </a:solidFill>
              </a:defRPr>
            </a:lvl1pPr>
            <a:lvl2pPr marL="534650" indent="0">
              <a:buNone/>
              <a:defRPr sz="2105">
                <a:solidFill>
                  <a:schemeClr val="tx1">
                    <a:tint val="75000"/>
                  </a:schemeClr>
                </a:solidFill>
              </a:defRPr>
            </a:lvl2pPr>
            <a:lvl3pPr marL="1069299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3pPr>
            <a:lvl4pPr marL="1603949" indent="0">
              <a:buNone/>
              <a:defRPr sz="1637">
                <a:solidFill>
                  <a:schemeClr val="tx1">
                    <a:tint val="75000"/>
                  </a:schemeClr>
                </a:solidFill>
              </a:defRPr>
            </a:lvl4pPr>
            <a:lvl5pPr marL="2138599" indent="0">
              <a:buNone/>
              <a:defRPr sz="1637">
                <a:solidFill>
                  <a:schemeClr val="tx1">
                    <a:tint val="75000"/>
                  </a:schemeClr>
                </a:solidFill>
              </a:defRPr>
            </a:lvl5pPr>
            <a:lvl6pPr marL="2673248" indent="0">
              <a:buNone/>
              <a:defRPr sz="1637">
                <a:solidFill>
                  <a:schemeClr val="tx1">
                    <a:tint val="75000"/>
                  </a:schemeClr>
                </a:solidFill>
              </a:defRPr>
            </a:lvl6pPr>
            <a:lvl7pPr marL="3207898" indent="0">
              <a:buNone/>
              <a:defRPr sz="1637">
                <a:solidFill>
                  <a:schemeClr val="tx1">
                    <a:tint val="75000"/>
                  </a:schemeClr>
                </a:solidFill>
              </a:defRPr>
            </a:lvl7pPr>
            <a:lvl8pPr marL="3742548" indent="0">
              <a:buNone/>
              <a:defRPr sz="1637">
                <a:solidFill>
                  <a:schemeClr val="tx1">
                    <a:tint val="75000"/>
                  </a:schemeClr>
                </a:solidFill>
              </a:defRPr>
            </a:lvl8pPr>
            <a:lvl9pPr marL="4277197" indent="0">
              <a:buNone/>
              <a:defRPr sz="163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A48-4EB9-2C41-9849-9FDB674E92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27430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670" y="1764666"/>
            <a:ext cx="4722918" cy="4991131"/>
          </a:xfrm>
        </p:spPr>
        <p:txBody>
          <a:bodyPr/>
          <a:lstStyle>
            <a:lvl1pPr>
              <a:defRPr sz="3274"/>
            </a:lvl1pPr>
            <a:lvl2pPr>
              <a:defRPr sz="2807"/>
            </a:lvl2pPr>
            <a:lvl3pPr>
              <a:defRPr sz="2339"/>
            </a:lvl3pPr>
            <a:lvl4pPr>
              <a:defRPr sz="2105"/>
            </a:lvl4pPr>
            <a:lvl5pPr>
              <a:defRPr sz="2105"/>
            </a:lvl5pPr>
            <a:lvl6pPr>
              <a:defRPr sz="2105"/>
            </a:lvl6pPr>
            <a:lvl7pPr>
              <a:defRPr sz="2105"/>
            </a:lvl7pPr>
            <a:lvl8pPr>
              <a:defRPr sz="2105"/>
            </a:lvl8pPr>
            <a:lvl9pPr>
              <a:defRPr sz="2105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35812" y="1764666"/>
            <a:ext cx="4722918" cy="4991131"/>
          </a:xfrm>
        </p:spPr>
        <p:txBody>
          <a:bodyPr/>
          <a:lstStyle>
            <a:lvl1pPr>
              <a:defRPr sz="3274"/>
            </a:lvl1pPr>
            <a:lvl2pPr>
              <a:defRPr sz="2807"/>
            </a:lvl2pPr>
            <a:lvl3pPr>
              <a:defRPr sz="2339"/>
            </a:lvl3pPr>
            <a:lvl4pPr>
              <a:defRPr sz="2105"/>
            </a:lvl4pPr>
            <a:lvl5pPr>
              <a:defRPr sz="2105"/>
            </a:lvl5pPr>
            <a:lvl6pPr>
              <a:defRPr sz="2105"/>
            </a:lvl6pPr>
            <a:lvl7pPr>
              <a:defRPr sz="2105"/>
            </a:lvl7pPr>
            <a:lvl8pPr>
              <a:defRPr sz="2105"/>
            </a:lvl8pPr>
            <a:lvl9pPr>
              <a:defRPr sz="2105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A48-4EB9-2C41-9849-9FDB674E92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60040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670" y="1692889"/>
            <a:ext cx="4724775" cy="705516"/>
          </a:xfrm>
        </p:spPr>
        <p:txBody>
          <a:bodyPr anchor="b"/>
          <a:lstStyle>
            <a:lvl1pPr marL="0" indent="0">
              <a:buNone/>
              <a:defRPr sz="2807" b="1"/>
            </a:lvl1pPr>
            <a:lvl2pPr marL="534650" indent="0">
              <a:buNone/>
              <a:defRPr sz="2339" b="1"/>
            </a:lvl2pPr>
            <a:lvl3pPr marL="1069299" indent="0">
              <a:buNone/>
              <a:defRPr sz="2105" b="1"/>
            </a:lvl3pPr>
            <a:lvl4pPr marL="1603949" indent="0">
              <a:buNone/>
              <a:defRPr sz="1871" b="1"/>
            </a:lvl4pPr>
            <a:lvl5pPr marL="2138599" indent="0">
              <a:buNone/>
              <a:defRPr sz="1871" b="1"/>
            </a:lvl5pPr>
            <a:lvl6pPr marL="2673248" indent="0">
              <a:buNone/>
              <a:defRPr sz="1871" b="1"/>
            </a:lvl6pPr>
            <a:lvl7pPr marL="3207898" indent="0">
              <a:buNone/>
              <a:defRPr sz="1871" b="1"/>
            </a:lvl7pPr>
            <a:lvl8pPr marL="3742548" indent="0">
              <a:buNone/>
              <a:defRPr sz="1871" b="1"/>
            </a:lvl8pPr>
            <a:lvl9pPr marL="4277197" indent="0">
              <a:buNone/>
              <a:defRPr sz="1871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670" y="2398403"/>
            <a:ext cx="4724775" cy="4357393"/>
          </a:xfrm>
        </p:spPr>
        <p:txBody>
          <a:bodyPr/>
          <a:lstStyle>
            <a:lvl1pPr>
              <a:defRPr sz="2807"/>
            </a:lvl1pPr>
            <a:lvl2pPr>
              <a:defRPr sz="2339"/>
            </a:lvl2pPr>
            <a:lvl3pPr>
              <a:defRPr sz="2105"/>
            </a:lvl3pPr>
            <a:lvl4pPr>
              <a:defRPr sz="1871"/>
            </a:lvl4pPr>
            <a:lvl5pPr>
              <a:defRPr sz="1871"/>
            </a:lvl5pPr>
            <a:lvl6pPr>
              <a:defRPr sz="1871"/>
            </a:lvl6pPr>
            <a:lvl7pPr>
              <a:defRPr sz="1871"/>
            </a:lvl7pPr>
            <a:lvl8pPr>
              <a:defRPr sz="1871"/>
            </a:lvl8pPr>
            <a:lvl9pPr>
              <a:defRPr sz="1871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2101" y="1692889"/>
            <a:ext cx="4726631" cy="705516"/>
          </a:xfrm>
        </p:spPr>
        <p:txBody>
          <a:bodyPr anchor="b"/>
          <a:lstStyle>
            <a:lvl1pPr marL="0" indent="0">
              <a:buNone/>
              <a:defRPr sz="2807" b="1"/>
            </a:lvl1pPr>
            <a:lvl2pPr marL="534650" indent="0">
              <a:buNone/>
              <a:defRPr sz="2339" b="1"/>
            </a:lvl2pPr>
            <a:lvl3pPr marL="1069299" indent="0">
              <a:buNone/>
              <a:defRPr sz="2105" b="1"/>
            </a:lvl3pPr>
            <a:lvl4pPr marL="1603949" indent="0">
              <a:buNone/>
              <a:defRPr sz="1871" b="1"/>
            </a:lvl4pPr>
            <a:lvl5pPr marL="2138599" indent="0">
              <a:buNone/>
              <a:defRPr sz="1871" b="1"/>
            </a:lvl5pPr>
            <a:lvl6pPr marL="2673248" indent="0">
              <a:buNone/>
              <a:defRPr sz="1871" b="1"/>
            </a:lvl6pPr>
            <a:lvl7pPr marL="3207898" indent="0">
              <a:buNone/>
              <a:defRPr sz="1871" b="1"/>
            </a:lvl7pPr>
            <a:lvl8pPr marL="3742548" indent="0">
              <a:buNone/>
              <a:defRPr sz="1871" b="1"/>
            </a:lvl8pPr>
            <a:lvl9pPr marL="4277197" indent="0">
              <a:buNone/>
              <a:defRPr sz="1871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2101" y="2398403"/>
            <a:ext cx="4726631" cy="4357393"/>
          </a:xfrm>
        </p:spPr>
        <p:txBody>
          <a:bodyPr/>
          <a:lstStyle>
            <a:lvl1pPr>
              <a:defRPr sz="2807"/>
            </a:lvl1pPr>
            <a:lvl2pPr>
              <a:defRPr sz="2339"/>
            </a:lvl2pPr>
            <a:lvl3pPr>
              <a:defRPr sz="2105"/>
            </a:lvl3pPr>
            <a:lvl4pPr>
              <a:defRPr sz="1871"/>
            </a:lvl4pPr>
            <a:lvl5pPr>
              <a:defRPr sz="1871"/>
            </a:lvl5pPr>
            <a:lvl6pPr>
              <a:defRPr sz="1871"/>
            </a:lvl6pPr>
            <a:lvl7pPr>
              <a:defRPr sz="1871"/>
            </a:lvl7pPr>
            <a:lvl8pPr>
              <a:defRPr sz="1871"/>
            </a:lvl8pPr>
            <a:lvl9pPr>
              <a:defRPr sz="1871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A48-4EB9-2C41-9849-9FDB674E92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70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A48-4EB9-2C41-9849-9FDB674E92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7892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A48-4EB9-2C41-9849-9FDB674E92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24538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672" y="301113"/>
            <a:ext cx="3518055" cy="1281484"/>
          </a:xfrm>
        </p:spPr>
        <p:txBody>
          <a:bodyPr anchor="b"/>
          <a:lstStyle>
            <a:lvl1pPr algn="l">
              <a:defRPr sz="2339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0822" y="301115"/>
            <a:ext cx="5977908" cy="6454683"/>
          </a:xfrm>
        </p:spPr>
        <p:txBody>
          <a:bodyPr/>
          <a:lstStyle>
            <a:lvl1pPr>
              <a:defRPr sz="3742"/>
            </a:lvl1pPr>
            <a:lvl2pPr>
              <a:defRPr sz="3274"/>
            </a:lvl2pPr>
            <a:lvl3pPr>
              <a:defRPr sz="2807"/>
            </a:lvl3pPr>
            <a:lvl4pPr>
              <a:defRPr sz="2339"/>
            </a:lvl4pPr>
            <a:lvl5pPr>
              <a:defRPr sz="2339"/>
            </a:lvl5pPr>
            <a:lvl6pPr>
              <a:defRPr sz="2339"/>
            </a:lvl6pPr>
            <a:lvl7pPr>
              <a:defRPr sz="2339"/>
            </a:lvl7pPr>
            <a:lvl8pPr>
              <a:defRPr sz="2339"/>
            </a:lvl8pPr>
            <a:lvl9pPr>
              <a:defRPr sz="2339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672" y="1582598"/>
            <a:ext cx="3518055" cy="5173200"/>
          </a:xfrm>
        </p:spPr>
        <p:txBody>
          <a:bodyPr/>
          <a:lstStyle>
            <a:lvl1pPr marL="0" indent="0">
              <a:buNone/>
              <a:defRPr sz="1637"/>
            </a:lvl1pPr>
            <a:lvl2pPr marL="534650" indent="0">
              <a:buNone/>
              <a:defRPr sz="1403"/>
            </a:lvl2pPr>
            <a:lvl3pPr marL="1069299" indent="0">
              <a:buNone/>
              <a:defRPr sz="1169"/>
            </a:lvl3pPr>
            <a:lvl4pPr marL="1603949" indent="0">
              <a:buNone/>
              <a:defRPr sz="1052"/>
            </a:lvl4pPr>
            <a:lvl5pPr marL="2138599" indent="0">
              <a:buNone/>
              <a:defRPr sz="1052"/>
            </a:lvl5pPr>
            <a:lvl6pPr marL="2673248" indent="0">
              <a:buNone/>
              <a:defRPr sz="1052"/>
            </a:lvl6pPr>
            <a:lvl7pPr marL="3207898" indent="0">
              <a:buNone/>
              <a:defRPr sz="1052"/>
            </a:lvl7pPr>
            <a:lvl8pPr marL="3742548" indent="0">
              <a:buNone/>
              <a:defRPr sz="1052"/>
            </a:lvl8pPr>
            <a:lvl9pPr marL="4277197" indent="0">
              <a:buNone/>
              <a:defRPr sz="105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A48-4EB9-2C41-9849-9FDB674E92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70345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5981" y="5293995"/>
            <a:ext cx="6416040" cy="624987"/>
          </a:xfrm>
        </p:spPr>
        <p:txBody>
          <a:bodyPr anchor="b"/>
          <a:lstStyle>
            <a:lvl1pPr algn="l">
              <a:defRPr sz="2339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5981" y="675754"/>
            <a:ext cx="6416040" cy="4537710"/>
          </a:xfrm>
        </p:spPr>
        <p:txBody>
          <a:bodyPr/>
          <a:lstStyle>
            <a:lvl1pPr marL="0" indent="0">
              <a:buNone/>
              <a:defRPr sz="3742"/>
            </a:lvl1pPr>
            <a:lvl2pPr marL="534650" indent="0">
              <a:buNone/>
              <a:defRPr sz="3274"/>
            </a:lvl2pPr>
            <a:lvl3pPr marL="1069299" indent="0">
              <a:buNone/>
              <a:defRPr sz="2807"/>
            </a:lvl3pPr>
            <a:lvl4pPr marL="1603949" indent="0">
              <a:buNone/>
              <a:defRPr sz="2339"/>
            </a:lvl4pPr>
            <a:lvl5pPr marL="2138599" indent="0">
              <a:buNone/>
              <a:defRPr sz="2339"/>
            </a:lvl5pPr>
            <a:lvl6pPr marL="2673248" indent="0">
              <a:buNone/>
              <a:defRPr sz="2339"/>
            </a:lvl6pPr>
            <a:lvl7pPr marL="3207898" indent="0">
              <a:buNone/>
              <a:defRPr sz="2339"/>
            </a:lvl7pPr>
            <a:lvl8pPr marL="3742548" indent="0">
              <a:buNone/>
              <a:defRPr sz="2339"/>
            </a:lvl8pPr>
            <a:lvl9pPr marL="4277197" indent="0">
              <a:buNone/>
              <a:defRPr sz="2339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5981" y="5918981"/>
            <a:ext cx="6416040" cy="887585"/>
          </a:xfrm>
        </p:spPr>
        <p:txBody>
          <a:bodyPr/>
          <a:lstStyle>
            <a:lvl1pPr marL="0" indent="0">
              <a:buNone/>
              <a:defRPr sz="1637"/>
            </a:lvl1pPr>
            <a:lvl2pPr marL="534650" indent="0">
              <a:buNone/>
              <a:defRPr sz="1403"/>
            </a:lvl2pPr>
            <a:lvl3pPr marL="1069299" indent="0">
              <a:buNone/>
              <a:defRPr sz="1169"/>
            </a:lvl3pPr>
            <a:lvl4pPr marL="1603949" indent="0">
              <a:buNone/>
              <a:defRPr sz="1052"/>
            </a:lvl4pPr>
            <a:lvl5pPr marL="2138599" indent="0">
              <a:buNone/>
              <a:defRPr sz="1052"/>
            </a:lvl5pPr>
            <a:lvl6pPr marL="2673248" indent="0">
              <a:buNone/>
              <a:defRPr sz="1052"/>
            </a:lvl6pPr>
            <a:lvl7pPr marL="3207898" indent="0">
              <a:buNone/>
              <a:defRPr sz="1052"/>
            </a:lvl7pPr>
            <a:lvl8pPr marL="3742548" indent="0">
              <a:buNone/>
              <a:defRPr sz="1052"/>
            </a:lvl8pPr>
            <a:lvl9pPr marL="4277197" indent="0">
              <a:buNone/>
              <a:defRPr sz="105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A48-4EB9-2C41-9849-9FDB674E92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09066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A48-4EB9-2C41-9849-9FDB674E92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34385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52715" y="302865"/>
            <a:ext cx="2406015" cy="645293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670" y="302865"/>
            <a:ext cx="7039822" cy="645293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A48-4EB9-2C41-9849-9FDB674E92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5798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802EA-7E2B-54DE-73DF-FFE800694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78249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802EA-7E2B-54DE-73DF-FFE800694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45985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4417C-2A90-F5CE-0B3A-2CD4A6C516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6675" y="1237133"/>
            <a:ext cx="8020050" cy="2632992"/>
          </a:xfrm>
        </p:spPr>
        <p:txBody>
          <a:bodyPr anchor="b"/>
          <a:lstStyle>
            <a:lvl1pPr algn="l">
              <a:defRPr sz="7016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1CEDB4-8055-5CCD-DD87-D2E4920060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6675" y="3972831"/>
            <a:ext cx="8020050" cy="182535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807"/>
            </a:lvl1pPr>
            <a:lvl2pPr marL="534650" indent="0" algn="ctr">
              <a:buNone/>
              <a:defRPr sz="2339"/>
            </a:lvl2pPr>
            <a:lvl3pPr marL="1069299" indent="0" algn="ctr">
              <a:buNone/>
              <a:defRPr sz="2105"/>
            </a:lvl3pPr>
            <a:lvl4pPr marL="1603949" indent="0" algn="ctr">
              <a:buNone/>
              <a:defRPr sz="1871"/>
            </a:lvl4pPr>
            <a:lvl5pPr marL="2138599" indent="0" algn="ctr">
              <a:buNone/>
              <a:defRPr sz="1871"/>
            </a:lvl5pPr>
            <a:lvl6pPr marL="2673248" indent="0" algn="ctr">
              <a:buNone/>
              <a:defRPr sz="1871"/>
            </a:lvl6pPr>
            <a:lvl7pPr marL="3207898" indent="0" algn="ctr">
              <a:buNone/>
              <a:defRPr sz="1871"/>
            </a:lvl7pPr>
            <a:lvl8pPr marL="3742548" indent="0" algn="ctr">
              <a:buNone/>
              <a:defRPr sz="1871"/>
            </a:lvl8pPr>
            <a:lvl9pPr marL="4277197" indent="0" algn="ctr">
              <a:buNone/>
              <a:defRPr sz="1871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A25D8-FC45-230F-BAAF-C7B889CCC4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171" y="7009643"/>
            <a:ext cx="2406015" cy="403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BC628-93D6-CFFE-31EB-675D67205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42189" y="7009643"/>
            <a:ext cx="3609023" cy="403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0D8896-248E-A999-7FAB-965F2D2A1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52214" y="7009643"/>
            <a:ext cx="2406015" cy="403818"/>
          </a:xfrm>
          <a:prstGeom prst="rect">
            <a:avLst/>
          </a:prstGeom>
        </p:spPr>
        <p:txBody>
          <a:bodyPr/>
          <a:lstStyle/>
          <a:p>
            <a:fld id="{FD1F14BD-9734-8E4F-B846-5E33B82F4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86736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C0C88-B162-0BF3-0361-72260F921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A7347-AE29-1F2D-8D26-CAAA994F5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171" y="2014426"/>
            <a:ext cx="9223058" cy="479680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000CC-99A8-C131-7BF3-DA75E5B6C1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171" y="7009643"/>
            <a:ext cx="2406015" cy="403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8CB88-6934-9482-07D5-7876EAA4A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42189" y="7009643"/>
            <a:ext cx="3609023" cy="403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932B9-6AF2-518F-8242-0951F611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52214" y="7009643"/>
            <a:ext cx="2406015" cy="403818"/>
          </a:xfrm>
          <a:prstGeom prst="rect">
            <a:avLst/>
          </a:prstGeom>
        </p:spPr>
        <p:txBody>
          <a:bodyPr/>
          <a:lstStyle/>
          <a:p>
            <a:fld id="{FD1F14BD-9734-8E4F-B846-5E33B82F4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51768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8D1B8-AC63-F115-4165-46E548507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602" y="1886044"/>
            <a:ext cx="9223058" cy="3146519"/>
          </a:xfrm>
        </p:spPr>
        <p:txBody>
          <a:bodyPr anchor="b"/>
          <a:lstStyle>
            <a:lvl1pPr>
              <a:defRPr sz="7016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6F9F74-8A9E-79D2-DF72-E65A42B3C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602" y="5060574"/>
            <a:ext cx="9223058" cy="16549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7">
                <a:solidFill>
                  <a:schemeClr val="tx1">
                    <a:tint val="75000"/>
                  </a:schemeClr>
                </a:solidFill>
              </a:defRPr>
            </a:lvl1pPr>
            <a:lvl2pPr marL="534650" indent="0">
              <a:buNone/>
              <a:defRPr sz="2339">
                <a:solidFill>
                  <a:schemeClr val="tx1">
                    <a:tint val="75000"/>
                  </a:schemeClr>
                </a:solidFill>
              </a:defRPr>
            </a:lvl2pPr>
            <a:lvl3pPr marL="1069299" indent="0">
              <a:buNone/>
              <a:defRPr sz="2105">
                <a:solidFill>
                  <a:schemeClr val="tx1">
                    <a:tint val="75000"/>
                  </a:schemeClr>
                </a:solidFill>
              </a:defRPr>
            </a:lvl3pPr>
            <a:lvl4pPr marL="1603949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4pPr>
            <a:lvl5pPr marL="2138599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5pPr>
            <a:lvl6pPr marL="2673248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6pPr>
            <a:lvl7pPr marL="3207898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7pPr>
            <a:lvl8pPr marL="3742548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8pPr>
            <a:lvl9pPr marL="4277197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E9C2BF-D372-BD7D-7F4F-76F441C5AA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171" y="7009643"/>
            <a:ext cx="2406015" cy="403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D33C5-E803-B4D5-D591-07A025C5F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42189" y="7009643"/>
            <a:ext cx="3609023" cy="403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148CA-FB66-7200-FE96-40548C0EA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52214" y="7009643"/>
            <a:ext cx="2406015" cy="403818"/>
          </a:xfrm>
          <a:prstGeom prst="rect">
            <a:avLst/>
          </a:prstGeom>
        </p:spPr>
        <p:txBody>
          <a:bodyPr/>
          <a:lstStyle/>
          <a:p>
            <a:fld id="{FD1F14BD-9734-8E4F-B846-5E33B82F4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73109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6C8B4-F8EB-68F8-4158-4EFF95C27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171" y="454006"/>
            <a:ext cx="9223058" cy="146121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E2B2D-BBF2-120A-CA37-BEBB1CA1A7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5171" y="2014426"/>
            <a:ext cx="4522417" cy="479680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3FA3D7-3C83-858A-BFDF-1E259A9009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35812" y="2014426"/>
            <a:ext cx="4522417" cy="479680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9F2F15-441B-E9D8-8A5B-171B6E1782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171" y="7009643"/>
            <a:ext cx="2406015" cy="403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DB5969-9822-373C-6D6A-EA229BB16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42189" y="7009643"/>
            <a:ext cx="3609023" cy="403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95A342-C722-A4D8-AB12-C6580F9E7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52214" y="7009643"/>
            <a:ext cx="2406015" cy="403818"/>
          </a:xfrm>
          <a:prstGeom prst="rect">
            <a:avLst/>
          </a:prstGeom>
        </p:spPr>
        <p:txBody>
          <a:bodyPr/>
          <a:lstStyle/>
          <a:p>
            <a:fld id="{FD1F14BD-9734-8E4F-B846-5E33B82F4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07267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EE8DF-56BF-AF91-0B06-651C207AC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028" y="403820"/>
            <a:ext cx="9223058" cy="146121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9D81AA-CFEC-587A-EB67-A75EDB8B5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7029" y="1853366"/>
            <a:ext cx="4524273" cy="91034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807" b="1"/>
            </a:lvl1pPr>
            <a:lvl2pPr marL="534650" indent="0">
              <a:buNone/>
              <a:defRPr sz="2339" b="1"/>
            </a:lvl2pPr>
            <a:lvl3pPr marL="1069299" indent="0">
              <a:buNone/>
              <a:defRPr sz="2105" b="1"/>
            </a:lvl3pPr>
            <a:lvl4pPr marL="1603949" indent="0">
              <a:buNone/>
              <a:defRPr sz="1871" b="1"/>
            </a:lvl4pPr>
            <a:lvl5pPr marL="2138599" indent="0">
              <a:buNone/>
              <a:defRPr sz="1871" b="1"/>
            </a:lvl5pPr>
            <a:lvl6pPr marL="2673248" indent="0">
              <a:buNone/>
              <a:defRPr sz="1871" b="1"/>
            </a:lvl6pPr>
            <a:lvl7pPr marL="3207898" indent="0">
              <a:buNone/>
              <a:defRPr sz="1871" b="1"/>
            </a:lvl7pPr>
            <a:lvl8pPr marL="3742548" indent="0">
              <a:buNone/>
              <a:defRPr sz="1871" b="1"/>
            </a:lvl8pPr>
            <a:lvl9pPr marL="4277197" indent="0">
              <a:buNone/>
              <a:defRPr sz="1871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8B5F7E-0C55-5B12-EEB2-C929A4BC05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7029" y="2763708"/>
            <a:ext cx="4524273" cy="406153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C49F57-2857-8012-4522-9D73A0AD5A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413534" y="1853366"/>
            <a:ext cx="4546552" cy="91034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807" b="1"/>
            </a:lvl1pPr>
            <a:lvl2pPr marL="534650" indent="0">
              <a:buNone/>
              <a:defRPr sz="2339" b="1"/>
            </a:lvl2pPr>
            <a:lvl3pPr marL="1069299" indent="0">
              <a:buNone/>
              <a:defRPr sz="2105" b="1"/>
            </a:lvl3pPr>
            <a:lvl4pPr marL="1603949" indent="0">
              <a:buNone/>
              <a:defRPr sz="1871" b="1"/>
            </a:lvl4pPr>
            <a:lvl5pPr marL="2138599" indent="0">
              <a:buNone/>
              <a:defRPr sz="1871" b="1"/>
            </a:lvl5pPr>
            <a:lvl6pPr marL="2673248" indent="0">
              <a:buNone/>
              <a:defRPr sz="1871" b="1"/>
            </a:lvl6pPr>
            <a:lvl7pPr marL="3207898" indent="0">
              <a:buNone/>
              <a:defRPr sz="1871" b="1"/>
            </a:lvl7pPr>
            <a:lvl8pPr marL="3742548" indent="0">
              <a:buNone/>
              <a:defRPr sz="1871" b="1"/>
            </a:lvl8pPr>
            <a:lvl9pPr marL="4277197" indent="0">
              <a:buNone/>
              <a:defRPr sz="1871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19AF5B-BA06-6C05-DDE4-DDD7B98940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413534" y="2763708"/>
            <a:ext cx="4546552" cy="406153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3085D3-134B-9009-8C03-036C933662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171" y="7009643"/>
            <a:ext cx="2406015" cy="403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ADAAB6-FBB1-FEC8-0898-F756F73AB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42189" y="7009643"/>
            <a:ext cx="3609023" cy="403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D1A263-1AC1-FAA2-7E31-EC9FF36FC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52214" y="7009643"/>
            <a:ext cx="2406015" cy="403818"/>
          </a:xfrm>
          <a:prstGeom prst="rect">
            <a:avLst/>
          </a:prstGeom>
        </p:spPr>
        <p:txBody>
          <a:bodyPr/>
          <a:lstStyle/>
          <a:p>
            <a:fld id="{FD1F14BD-9734-8E4F-B846-5E33B82F4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19022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4D0E5-68A9-8B82-06C6-0B25C21E7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DB70AA-2CAF-41A8-3187-0E75768D77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171" y="7009643"/>
            <a:ext cx="2406015" cy="403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C04B93-F5F2-2506-1FFC-388DD55B4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42189" y="7009643"/>
            <a:ext cx="3609023" cy="403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9B4076-8AD3-C968-A2F0-CDE1D7346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52214" y="7009643"/>
            <a:ext cx="2406015" cy="403818"/>
          </a:xfrm>
          <a:prstGeom prst="rect">
            <a:avLst/>
          </a:prstGeom>
        </p:spPr>
        <p:txBody>
          <a:bodyPr/>
          <a:lstStyle/>
          <a:p>
            <a:fld id="{FD1F14BD-9734-8E4F-B846-5E33B82F4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4676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515CFAA-6E36-4A2C-37EB-F90D5201D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C55953-6E13-67BB-FBEB-54FD8BB6E0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5171" y="3456970"/>
            <a:ext cx="9223058" cy="27917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09441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2D3BA-D41F-D7F5-8124-ADECF44D0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029" y="504190"/>
            <a:ext cx="3449364" cy="1764665"/>
          </a:xfrm>
        </p:spPr>
        <p:txBody>
          <a:bodyPr anchor="b"/>
          <a:lstStyle>
            <a:lvl1pPr>
              <a:defRPr sz="3742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9CF27-1325-6AF8-E022-7132EB423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6552" y="1090079"/>
            <a:ext cx="5413534" cy="5373358"/>
          </a:xfrm>
          <a:prstGeom prst="rect">
            <a:avLst/>
          </a:prstGeom>
        </p:spPr>
        <p:txBody>
          <a:bodyPr/>
          <a:lstStyle>
            <a:lvl1pPr>
              <a:defRPr sz="3742"/>
            </a:lvl1pPr>
            <a:lvl2pPr>
              <a:defRPr sz="3274"/>
            </a:lvl2pPr>
            <a:lvl3pPr>
              <a:defRPr sz="2807"/>
            </a:lvl3pPr>
            <a:lvl4pPr>
              <a:defRPr sz="2339"/>
            </a:lvl4pPr>
            <a:lvl5pPr>
              <a:defRPr sz="2339"/>
            </a:lvl5pPr>
            <a:lvl6pPr>
              <a:defRPr sz="2339"/>
            </a:lvl6pPr>
            <a:lvl7pPr>
              <a:defRPr sz="2339"/>
            </a:lvl7pPr>
            <a:lvl8pPr>
              <a:defRPr sz="2339"/>
            </a:lvl8pPr>
            <a:lvl9pPr>
              <a:defRPr sz="2339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09AC32-89D3-98F9-5639-06BBBDE123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7029" y="2268855"/>
            <a:ext cx="3449364" cy="42039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71"/>
            </a:lvl1pPr>
            <a:lvl2pPr marL="534650" indent="0">
              <a:buNone/>
              <a:defRPr sz="1637"/>
            </a:lvl2pPr>
            <a:lvl3pPr marL="1069299" indent="0">
              <a:buNone/>
              <a:defRPr sz="1403"/>
            </a:lvl3pPr>
            <a:lvl4pPr marL="1603949" indent="0">
              <a:buNone/>
              <a:defRPr sz="1169"/>
            </a:lvl4pPr>
            <a:lvl5pPr marL="2138599" indent="0">
              <a:buNone/>
              <a:defRPr sz="1169"/>
            </a:lvl5pPr>
            <a:lvl6pPr marL="2673248" indent="0">
              <a:buNone/>
              <a:defRPr sz="1169"/>
            </a:lvl6pPr>
            <a:lvl7pPr marL="3207898" indent="0">
              <a:buNone/>
              <a:defRPr sz="1169"/>
            </a:lvl7pPr>
            <a:lvl8pPr marL="3742548" indent="0">
              <a:buNone/>
              <a:defRPr sz="1169"/>
            </a:lvl8pPr>
            <a:lvl9pPr marL="4277197" indent="0">
              <a:buNone/>
              <a:defRPr sz="116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4A9781-72F4-C6CD-A779-CAE1A1B63F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171" y="7009643"/>
            <a:ext cx="2406015" cy="403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267623-E412-E791-D89E-8E21C7A34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42189" y="7009643"/>
            <a:ext cx="3609023" cy="403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7CA0EA-B805-68FA-D443-2C8D039A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52214" y="7009643"/>
            <a:ext cx="2406015" cy="403818"/>
          </a:xfrm>
          <a:prstGeom prst="rect">
            <a:avLst/>
          </a:prstGeom>
        </p:spPr>
        <p:txBody>
          <a:bodyPr/>
          <a:lstStyle/>
          <a:p>
            <a:fld id="{FD1F14BD-9734-8E4F-B846-5E33B82F4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68440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B6FB8-3D61-2BD6-986C-152A8BCD4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029" y="504190"/>
            <a:ext cx="3449364" cy="1764665"/>
          </a:xfrm>
        </p:spPr>
        <p:txBody>
          <a:bodyPr anchor="b"/>
          <a:lstStyle>
            <a:lvl1pPr>
              <a:defRPr sz="3742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F85B45-526F-A9C6-5FF0-E7D3B32EA1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546552" y="1090079"/>
            <a:ext cx="5413534" cy="53733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742"/>
            </a:lvl1pPr>
            <a:lvl2pPr marL="534650" indent="0">
              <a:buNone/>
              <a:defRPr sz="3274"/>
            </a:lvl2pPr>
            <a:lvl3pPr marL="1069299" indent="0">
              <a:buNone/>
              <a:defRPr sz="2807"/>
            </a:lvl3pPr>
            <a:lvl4pPr marL="1603949" indent="0">
              <a:buNone/>
              <a:defRPr sz="2339"/>
            </a:lvl4pPr>
            <a:lvl5pPr marL="2138599" indent="0">
              <a:buNone/>
              <a:defRPr sz="2339"/>
            </a:lvl5pPr>
            <a:lvl6pPr marL="2673248" indent="0">
              <a:buNone/>
              <a:defRPr sz="2339"/>
            </a:lvl6pPr>
            <a:lvl7pPr marL="3207898" indent="0">
              <a:buNone/>
              <a:defRPr sz="2339"/>
            </a:lvl7pPr>
            <a:lvl8pPr marL="3742548" indent="0">
              <a:buNone/>
              <a:defRPr sz="2339"/>
            </a:lvl8pPr>
            <a:lvl9pPr marL="4277197" indent="0">
              <a:buNone/>
              <a:defRPr sz="2339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855749-24D6-7B1A-5315-A08CAEB8DC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7029" y="2268855"/>
            <a:ext cx="3449364" cy="42039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71"/>
            </a:lvl1pPr>
            <a:lvl2pPr marL="534650" indent="0">
              <a:buNone/>
              <a:defRPr sz="1637"/>
            </a:lvl2pPr>
            <a:lvl3pPr marL="1069299" indent="0">
              <a:buNone/>
              <a:defRPr sz="1403"/>
            </a:lvl3pPr>
            <a:lvl4pPr marL="1603949" indent="0">
              <a:buNone/>
              <a:defRPr sz="1169"/>
            </a:lvl4pPr>
            <a:lvl5pPr marL="2138599" indent="0">
              <a:buNone/>
              <a:defRPr sz="1169"/>
            </a:lvl5pPr>
            <a:lvl6pPr marL="2673248" indent="0">
              <a:buNone/>
              <a:defRPr sz="1169"/>
            </a:lvl6pPr>
            <a:lvl7pPr marL="3207898" indent="0">
              <a:buNone/>
              <a:defRPr sz="1169"/>
            </a:lvl7pPr>
            <a:lvl8pPr marL="3742548" indent="0">
              <a:buNone/>
              <a:defRPr sz="1169"/>
            </a:lvl8pPr>
            <a:lvl9pPr marL="4277197" indent="0">
              <a:buNone/>
              <a:defRPr sz="116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CEF18C-6983-848D-DB23-A6F851099F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171" y="7009643"/>
            <a:ext cx="2406015" cy="403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868207-9B44-E639-68E9-E9EE80A0D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42189" y="7009643"/>
            <a:ext cx="3609023" cy="403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82B671-26DF-B986-3516-E5E2BD6F9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52214" y="7009643"/>
            <a:ext cx="2406015" cy="403818"/>
          </a:xfrm>
          <a:prstGeom prst="rect">
            <a:avLst/>
          </a:prstGeom>
        </p:spPr>
        <p:txBody>
          <a:bodyPr/>
          <a:lstStyle/>
          <a:p>
            <a:fld id="{FD1F14BD-9734-8E4F-B846-5E33B82F4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4483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E07A1-4541-779E-4539-80108302D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2DA2BE-3B8C-3E42-202D-7278FA5B1D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35171" y="2014426"/>
            <a:ext cx="9223058" cy="479680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2561B-6874-E860-3E8C-43BA736921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171" y="7009643"/>
            <a:ext cx="2406015" cy="403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23F409-2E9C-2A96-ECFA-F9421F248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42189" y="7009643"/>
            <a:ext cx="3609023" cy="403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69F3AD-6F56-A147-8B0A-5F43D39E4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52214" y="7009643"/>
            <a:ext cx="2406015" cy="403818"/>
          </a:xfrm>
          <a:prstGeom prst="rect">
            <a:avLst/>
          </a:prstGeom>
        </p:spPr>
        <p:txBody>
          <a:bodyPr/>
          <a:lstStyle/>
          <a:p>
            <a:fld id="{FD1F14BD-9734-8E4F-B846-5E33B82F4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84333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A19164-9741-0766-0850-BDBBCDCAC1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652465" y="403820"/>
            <a:ext cx="2305764" cy="640741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74D4B1-EAF5-90EE-1048-8CD33AD349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35172" y="403820"/>
            <a:ext cx="6739070" cy="640741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F2955-9F48-57FE-6D98-11537DB9E6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171" y="7009643"/>
            <a:ext cx="2406015" cy="403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D0E6B-E62A-DA15-7298-F45DA4619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42189" y="7009643"/>
            <a:ext cx="3609023" cy="403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065944-E3A1-78DB-8291-286E2CA2A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52214" y="7009643"/>
            <a:ext cx="2406015" cy="403818"/>
          </a:xfrm>
          <a:prstGeom prst="rect">
            <a:avLst/>
          </a:prstGeom>
        </p:spPr>
        <p:txBody>
          <a:bodyPr/>
          <a:lstStyle/>
          <a:p>
            <a:fld id="{FD1F14BD-9734-8E4F-B846-5E33B82F4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715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E0A642-ABE6-FE0E-2BD1-AB0BC48CE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171" y="402652"/>
            <a:ext cx="9223058" cy="1461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47573-978D-7FA9-0D26-40779E976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5171" y="2013259"/>
            <a:ext cx="9223058" cy="47985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31032-3BBA-DDD8-39F1-68FB671B8D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5171" y="7044819"/>
            <a:ext cx="2406015" cy="402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3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0B08B-CD62-82DF-7BC9-CCDE7E5B63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42189" y="7044819"/>
            <a:ext cx="3609023" cy="402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3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453A8-267C-532B-1CCE-A59D105FDA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552214" y="7044819"/>
            <a:ext cx="2406015" cy="402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3" b="1">
                <a:solidFill>
                  <a:schemeClr val="bg1"/>
                </a:solidFill>
              </a:defRPr>
            </a:lvl1pPr>
          </a:lstStyle>
          <a:p>
            <a:fld id="{1AE971F0-0CD2-4C47-8087-EBCE9716EA8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5563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  <p:sldLayoutId id="2147483685" r:id="rId19"/>
    <p:sldLayoutId id="2147483686" r:id="rId20"/>
    <p:sldLayoutId id="2147483687" r:id="rId21"/>
    <p:sldLayoutId id="2147483688" r:id="rId22"/>
    <p:sldLayoutId id="2147483689" r:id="rId23"/>
    <p:sldLayoutId id="2147483690" r:id="rId24"/>
    <p:sldLayoutId id="2147483691" r:id="rId25"/>
    <p:sldLayoutId id="2147483692" r:id="rId26"/>
    <p:sldLayoutId id="2147483731" r:id="rId27"/>
  </p:sldLayoutIdLst>
  <p:hf hdr="0" ftr="0" dt="0"/>
  <p:txStyles>
    <p:titleStyle>
      <a:lvl1pPr algn="l" defTabSz="802020" rtl="0" eaLnBrk="1" latinLnBrk="0" hangingPunct="1">
        <a:lnSpc>
          <a:spcPct val="90000"/>
        </a:lnSpc>
        <a:spcBef>
          <a:spcPct val="0"/>
        </a:spcBef>
        <a:buNone/>
        <a:defRPr sz="3859" b="1" kern="1200">
          <a:solidFill>
            <a:srgbClr val="004C6C"/>
          </a:solidFill>
          <a:latin typeface="+mj-lt"/>
          <a:ea typeface="+mj-ea"/>
          <a:cs typeface="+mj-cs"/>
        </a:defRPr>
      </a:lvl1pPr>
    </p:titleStyle>
    <p:bodyStyle>
      <a:lvl1pPr marL="200505" indent="-200505" algn="l" defTabSz="802020" rtl="0" eaLnBrk="1" latinLnBrk="0" hangingPunct="1">
        <a:lnSpc>
          <a:spcPct val="150000"/>
        </a:lnSpc>
        <a:spcBef>
          <a:spcPts val="877"/>
        </a:spcBef>
        <a:buFont typeface="Arial" panose="020B0604020202020204" pitchFamily="34" charset="0"/>
        <a:buChar char="•"/>
        <a:defRPr sz="2456" kern="1200">
          <a:solidFill>
            <a:schemeClr val="tx1"/>
          </a:solidFill>
          <a:latin typeface="+mn-lt"/>
          <a:ea typeface="+mn-ea"/>
          <a:cs typeface="+mn-cs"/>
        </a:defRPr>
      </a:lvl1pPr>
      <a:lvl2pPr marL="601515" indent="-200505" algn="l" defTabSz="802020" rtl="0" eaLnBrk="1" latinLnBrk="0" hangingPunct="1">
        <a:lnSpc>
          <a:spcPct val="150000"/>
        </a:lnSpc>
        <a:spcBef>
          <a:spcPts val="439"/>
        </a:spcBef>
        <a:buFont typeface="Arial" panose="020B0604020202020204" pitchFamily="34" charset="0"/>
        <a:buChar char="•"/>
        <a:defRPr sz="2456" kern="1200">
          <a:solidFill>
            <a:schemeClr val="tx1"/>
          </a:solidFill>
          <a:latin typeface="+mn-lt"/>
          <a:ea typeface="+mn-ea"/>
          <a:cs typeface="+mn-cs"/>
        </a:defRPr>
      </a:lvl2pPr>
      <a:lvl3pPr marL="1002525" indent="-200505" algn="l" defTabSz="802020" rtl="0" eaLnBrk="1" latinLnBrk="0" hangingPunct="1">
        <a:lnSpc>
          <a:spcPct val="150000"/>
        </a:lnSpc>
        <a:spcBef>
          <a:spcPts val="439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3pPr>
      <a:lvl4pPr marL="1403535" indent="-200505" algn="l" defTabSz="802020" rtl="0" eaLnBrk="1" latinLnBrk="0" hangingPunct="1">
        <a:lnSpc>
          <a:spcPct val="150000"/>
        </a:lnSpc>
        <a:spcBef>
          <a:spcPts val="439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4pPr>
      <a:lvl5pPr marL="1804546" indent="-200505" algn="l" defTabSz="802020" rtl="0" eaLnBrk="1" latinLnBrk="0" hangingPunct="1">
        <a:lnSpc>
          <a:spcPct val="150000"/>
        </a:lnSpc>
        <a:spcBef>
          <a:spcPts val="439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5pPr>
      <a:lvl6pPr marL="2205556" indent="-200505" algn="l" defTabSz="802020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606566" indent="-200505" algn="l" defTabSz="802020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3007576" indent="-200505" algn="l" defTabSz="802020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408586" indent="-200505" algn="l" defTabSz="802020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0202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1pPr>
      <a:lvl2pPr marL="401010" algn="l" defTabSz="80202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2pPr>
      <a:lvl3pPr marL="802020" algn="l" defTabSz="80202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3pPr>
      <a:lvl4pPr marL="1203030" algn="l" defTabSz="80202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4pPr>
      <a:lvl5pPr marL="1604040" algn="l" defTabSz="80202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5pPr>
      <a:lvl6pPr marL="2005051" algn="l" defTabSz="80202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406061" algn="l" defTabSz="80202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2807071" algn="l" defTabSz="80202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208081" algn="l" defTabSz="80202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670" y="302865"/>
            <a:ext cx="9624060" cy="12604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670" y="1764666"/>
            <a:ext cx="9624060" cy="4991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670" y="7009642"/>
            <a:ext cx="2495127" cy="402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3579" y="7009642"/>
            <a:ext cx="3386243" cy="402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63603" y="7009642"/>
            <a:ext cx="2495127" cy="402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A06A48-4EB9-2C41-9849-9FDB674E92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546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32" r:id="rId12"/>
  </p:sldLayoutIdLst>
  <p:hf hdr="0" ftr="0" dt="0"/>
  <p:txStyles>
    <p:titleStyle>
      <a:lvl1pPr algn="l" defTabSz="534650" rtl="0" eaLnBrk="1" latinLnBrk="0" hangingPunct="1">
        <a:spcBef>
          <a:spcPct val="0"/>
        </a:spcBef>
        <a:buNone/>
        <a:defRPr sz="514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0987" indent="-400987" algn="l" defTabSz="534650" rtl="0" eaLnBrk="1" latinLnBrk="0" hangingPunct="1">
        <a:spcBef>
          <a:spcPct val="20000"/>
        </a:spcBef>
        <a:buFont typeface="Arial"/>
        <a:buChar char="•"/>
        <a:defRPr sz="3742" kern="1200">
          <a:solidFill>
            <a:schemeClr val="tx1"/>
          </a:solidFill>
          <a:latin typeface="+mn-lt"/>
          <a:ea typeface="+mn-ea"/>
          <a:cs typeface="+mn-cs"/>
        </a:defRPr>
      </a:lvl1pPr>
      <a:lvl2pPr marL="868806" indent="-334156" algn="l" defTabSz="534650" rtl="0" eaLnBrk="1" latinLnBrk="0" hangingPunct="1">
        <a:spcBef>
          <a:spcPct val="20000"/>
        </a:spcBef>
        <a:buFont typeface="Arial"/>
        <a:buChar char="–"/>
        <a:defRPr sz="3274" kern="1200">
          <a:solidFill>
            <a:schemeClr val="tx1"/>
          </a:solidFill>
          <a:latin typeface="+mn-lt"/>
          <a:ea typeface="+mn-ea"/>
          <a:cs typeface="+mn-cs"/>
        </a:defRPr>
      </a:lvl2pPr>
      <a:lvl3pPr marL="1336624" indent="-267325" algn="l" defTabSz="534650" rtl="0" eaLnBrk="1" latinLnBrk="0" hangingPunct="1">
        <a:spcBef>
          <a:spcPct val="20000"/>
        </a:spcBef>
        <a:buFont typeface="Arial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3pPr>
      <a:lvl4pPr marL="1871274" indent="-267325" algn="l" defTabSz="534650" rtl="0" eaLnBrk="1" latinLnBrk="0" hangingPunct="1">
        <a:spcBef>
          <a:spcPct val="20000"/>
        </a:spcBef>
        <a:buFont typeface="Arial"/>
        <a:buChar char="–"/>
        <a:defRPr sz="2339" kern="1200">
          <a:solidFill>
            <a:schemeClr val="tx1"/>
          </a:solidFill>
          <a:latin typeface="+mn-lt"/>
          <a:ea typeface="+mn-ea"/>
          <a:cs typeface="+mn-cs"/>
        </a:defRPr>
      </a:lvl4pPr>
      <a:lvl5pPr marL="2405924" indent="-267325" algn="l" defTabSz="534650" rtl="0" eaLnBrk="1" latinLnBrk="0" hangingPunct="1">
        <a:spcBef>
          <a:spcPct val="20000"/>
        </a:spcBef>
        <a:buFont typeface="Arial"/>
        <a:buChar char="»"/>
        <a:defRPr sz="2339" kern="1200">
          <a:solidFill>
            <a:schemeClr val="tx1"/>
          </a:solidFill>
          <a:latin typeface="+mn-lt"/>
          <a:ea typeface="+mn-ea"/>
          <a:cs typeface="+mn-cs"/>
        </a:defRPr>
      </a:lvl5pPr>
      <a:lvl6pPr marL="2940573" indent="-267325" algn="l" defTabSz="534650" rtl="0" eaLnBrk="1" latinLnBrk="0" hangingPunct="1">
        <a:spcBef>
          <a:spcPct val="20000"/>
        </a:spcBef>
        <a:buFont typeface="Arial"/>
        <a:buChar char="•"/>
        <a:defRPr sz="2339" kern="1200">
          <a:solidFill>
            <a:schemeClr val="tx1"/>
          </a:solidFill>
          <a:latin typeface="+mn-lt"/>
          <a:ea typeface="+mn-ea"/>
          <a:cs typeface="+mn-cs"/>
        </a:defRPr>
      </a:lvl6pPr>
      <a:lvl7pPr marL="3475223" indent="-267325" algn="l" defTabSz="534650" rtl="0" eaLnBrk="1" latinLnBrk="0" hangingPunct="1">
        <a:spcBef>
          <a:spcPct val="20000"/>
        </a:spcBef>
        <a:buFont typeface="Arial"/>
        <a:buChar char="•"/>
        <a:defRPr sz="2339" kern="1200">
          <a:solidFill>
            <a:schemeClr val="tx1"/>
          </a:solidFill>
          <a:latin typeface="+mn-lt"/>
          <a:ea typeface="+mn-ea"/>
          <a:cs typeface="+mn-cs"/>
        </a:defRPr>
      </a:lvl7pPr>
      <a:lvl8pPr marL="4009873" indent="-267325" algn="l" defTabSz="534650" rtl="0" eaLnBrk="1" latinLnBrk="0" hangingPunct="1">
        <a:spcBef>
          <a:spcPct val="20000"/>
        </a:spcBef>
        <a:buFont typeface="Arial"/>
        <a:buChar char="•"/>
        <a:defRPr sz="2339" kern="1200">
          <a:solidFill>
            <a:schemeClr val="tx1"/>
          </a:solidFill>
          <a:latin typeface="+mn-lt"/>
          <a:ea typeface="+mn-ea"/>
          <a:cs typeface="+mn-cs"/>
        </a:defRPr>
      </a:lvl8pPr>
      <a:lvl9pPr marL="4544522" indent="-267325" algn="l" defTabSz="534650" rtl="0" eaLnBrk="1" latinLnBrk="0" hangingPunct="1">
        <a:spcBef>
          <a:spcPct val="20000"/>
        </a:spcBef>
        <a:buFont typeface="Arial"/>
        <a:buChar char="•"/>
        <a:defRPr sz="233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650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1pPr>
      <a:lvl2pPr marL="534650" algn="l" defTabSz="534650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2pPr>
      <a:lvl3pPr marL="1069299" algn="l" defTabSz="534650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3pPr>
      <a:lvl4pPr marL="1603949" algn="l" defTabSz="534650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4pPr>
      <a:lvl5pPr marL="2138599" algn="l" defTabSz="534650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5pPr>
      <a:lvl6pPr marL="2673248" algn="l" defTabSz="534650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6pPr>
      <a:lvl7pPr marL="3207898" algn="l" defTabSz="534650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7pPr>
      <a:lvl8pPr marL="3742548" algn="l" defTabSz="534650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8pPr>
      <a:lvl9pPr marL="4277197" algn="l" defTabSz="534650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20CBAF-FD6F-8D22-7028-D26883EDC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171" y="1837961"/>
            <a:ext cx="9223058" cy="14612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3168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</p:sldLayoutIdLst>
  <p:hf hdr="0" ftr="0" dt="0"/>
  <p:txStyles>
    <p:titleStyle>
      <a:lvl1pPr algn="l" defTabSz="1069299" rtl="0" eaLnBrk="1" latinLnBrk="0" hangingPunct="1">
        <a:lnSpc>
          <a:spcPct val="90000"/>
        </a:lnSpc>
        <a:spcBef>
          <a:spcPct val="0"/>
        </a:spcBef>
        <a:buNone/>
        <a:defRPr sz="5145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67325" indent="-267325" algn="l" defTabSz="1069299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3274" kern="1200">
          <a:solidFill>
            <a:schemeClr val="bg1"/>
          </a:solidFill>
          <a:latin typeface="+mn-lt"/>
          <a:ea typeface="+mn-ea"/>
          <a:cs typeface="+mn-cs"/>
        </a:defRPr>
      </a:lvl1pPr>
      <a:lvl2pPr marL="801975" indent="-267325" algn="l" defTabSz="1069299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807" kern="1200">
          <a:solidFill>
            <a:schemeClr val="bg1"/>
          </a:solidFill>
          <a:latin typeface="+mn-lt"/>
          <a:ea typeface="+mn-ea"/>
          <a:cs typeface="+mn-cs"/>
        </a:defRPr>
      </a:lvl2pPr>
      <a:lvl3pPr marL="1336624" indent="-267325" algn="l" defTabSz="1069299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339" kern="1200">
          <a:solidFill>
            <a:schemeClr val="bg1"/>
          </a:solidFill>
          <a:latin typeface="+mn-lt"/>
          <a:ea typeface="+mn-ea"/>
          <a:cs typeface="+mn-cs"/>
        </a:defRPr>
      </a:lvl3pPr>
      <a:lvl4pPr marL="1871274" indent="-267325" algn="l" defTabSz="1069299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bg1"/>
          </a:solidFill>
          <a:latin typeface="+mn-lt"/>
          <a:ea typeface="+mn-ea"/>
          <a:cs typeface="+mn-cs"/>
        </a:defRPr>
      </a:lvl4pPr>
      <a:lvl5pPr marL="2405924" indent="-267325" algn="l" defTabSz="1069299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bg1"/>
          </a:solidFill>
          <a:latin typeface="+mn-lt"/>
          <a:ea typeface="+mn-ea"/>
          <a:cs typeface="+mn-cs"/>
        </a:defRPr>
      </a:lvl5pPr>
      <a:lvl6pPr marL="2940573" indent="-267325" algn="l" defTabSz="1069299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6pPr>
      <a:lvl7pPr marL="3475223" indent="-267325" algn="l" defTabSz="1069299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7pPr>
      <a:lvl8pPr marL="4009873" indent="-267325" algn="l" defTabSz="1069299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8pPr>
      <a:lvl9pPr marL="4544522" indent="-267325" algn="l" defTabSz="1069299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69299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1pPr>
      <a:lvl2pPr marL="534650" algn="l" defTabSz="1069299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2pPr>
      <a:lvl3pPr marL="1069299" algn="l" defTabSz="1069299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3pPr>
      <a:lvl4pPr marL="1603949" algn="l" defTabSz="1069299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4pPr>
      <a:lvl5pPr marL="2138599" algn="l" defTabSz="1069299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5pPr>
      <a:lvl6pPr marL="2673248" algn="l" defTabSz="1069299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6pPr>
      <a:lvl7pPr marL="3207898" algn="l" defTabSz="1069299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7pPr>
      <a:lvl8pPr marL="3742548" algn="l" defTabSz="1069299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8pPr>
      <a:lvl9pPr marL="4277197" algn="l" defTabSz="1069299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2ABE34C9-C9F3-88B9-7DC7-48B60D313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71" y="2790825"/>
            <a:ext cx="9223058" cy="1461217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IE" sz="4400" dirty="0">
                <a:solidFill>
                  <a:schemeClr val="tx1"/>
                </a:solidFill>
                <a:latin typeface="Helvetica" pitchFamily="2" charset="0"/>
              </a:rPr>
              <a:t>Exploratory Data Analysis</a:t>
            </a:r>
            <a:br>
              <a:rPr lang="en-IE" sz="4400" dirty="0">
                <a:solidFill>
                  <a:schemeClr val="tx1"/>
                </a:solidFill>
                <a:latin typeface="Helvetica" pitchFamily="2" charset="0"/>
              </a:rPr>
            </a:br>
            <a:br>
              <a:rPr lang="en-IE" sz="4000" dirty="0">
                <a:solidFill>
                  <a:schemeClr val="tx1"/>
                </a:solidFill>
                <a:latin typeface="Helvetica" pitchFamily="2" charset="0"/>
              </a:rPr>
            </a:br>
            <a:r>
              <a:rPr lang="en-IE" sz="3600" dirty="0">
                <a:solidFill>
                  <a:schemeClr val="tx1"/>
                </a:solidFill>
                <a:latin typeface="Helvetica" pitchFamily="2" charset="0"/>
              </a:rPr>
              <a:t>Dr Mariana Rocha</a:t>
            </a:r>
            <a:br>
              <a:rPr lang="en-IE" sz="3600" dirty="0">
                <a:solidFill>
                  <a:schemeClr val="tx1"/>
                </a:solidFill>
                <a:latin typeface="Helvetica" pitchFamily="2" charset="0"/>
              </a:rPr>
            </a:br>
            <a:r>
              <a:rPr lang="en-IE" sz="3600" dirty="0">
                <a:solidFill>
                  <a:schemeClr val="tx1"/>
                </a:solidFill>
                <a:latin typeface="Helvetica" pitchFamily="2" charset="0"/>
              </a:rPr>
              <a:t>School of Computer Science</a:t>
            </a:r>
            <a:endParaRPr lang="en-IE" sz="4000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8E066B0-7223-D5C8-AC47-4AE5F2157F6E}"/>
              </a:ext>
            </a:extLst>
          </p:cNvPr>
          <p:cNvSpPr txBox="1"/>
          <p:nvPr/>
        </p:nvSpPr>
        <p:spPr>
          <a:xfrm>
            <a:off x="735171" y="5915025"/>
            <a:ext cx="5549917" cy="492443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600" dirty="0">
                <a:solidFill>
                  <a:schemeClr val="tx1"/>
                </a:solidFill>
                <a:latin typeface="Helvetica" pitchFamily="2" charset="0"/>
                <a:cs typeface="Open sans"/>
              </a:rPr>
              <a:t>CMPU </a:t>
            </a:r>
            <a:r>
              <a:rPr lang="en-US" sz="2600">
                <a:solidFill>
                  <a:schemeClr val="tx1"/>
                </a:solidFill>
                <a:latin typeface="Helvetica" pitchFamily="2" charset="0"/>
                <a:cs typeface="Open sans"/>
              </a:rPr>
              <a:t>2007 Databases 1, </a:t>
            </a:r>
            <a:r>
              <a:rPr lang="en-US" sz="2600" dirty="0">
                <a:solidFill>
                  <a:schemeClr val="tx1"/>
                </a:solidFill>
                <a:latin typeface="Helvetica" pitchFamily="2" charset="0"/>
                <a:cs typeface="Open sans"/>
              </a:rPr>
              <a:t>Lecture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833" rIns="0" bIns="0" rtlCol="0">
            <a:spAutoFit/>
          </a:bodyPr>
          <a:lstStyle/>
          <a:p>
            <a:pPr marL="154305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Learning</a:t>
            </a:r>
            <a:r>
              <a:rPr spc="-220" dirty="0"/>
              <a:t> </a:t>
            </a:r>
            <a:r>
              <a:rPr spc="-10" dirty="0"/>
              <a:t>Objectives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27815F-D3A2-27E0-180D-5B66A77FE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Understand the concept of Exploratory Data Analysis (EDA)</a:t>
            </a:r>
          </a:p>
          <a:p>
            <a:r>
              <a:rPr lang="en-IE" dirty="0"/>
              <a:t>Understand the application of SQL to deliver an EDA report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589ABD-05CD-525E-62C8-4A843BD9B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>
                <a:solidFill>
                  <a:schemeClr val="tx1"/>
                </a:solidFill>
              </a:rPr>
              <a:pPr/>
              <a:t>2</a:t>
            </a:fld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993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35171" y="788587"/>
            <a:ext cx="9223058" cy="689930"/>
          </a:xfrm>
          <a:prstGeom prst="rect">
            <a:avLst/>
          </a:prstGeom>
        </p:spPr>
        <p:txBody>
          <a:bodyPr vert="horz" wrap="square" lIns="0" tIns="95121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95"/>
              </a:spcBef>
            </a:pPr>
            <a:r>
              <a:rPr lang="pt-BR" dirty="0" err="1"/>
              <a:t>Exploratory</a:t>
            </a:r>
            <a:r>
              <a:rPr lang="pt-BR" dirty="0"/>
              <a:t> Data </a:t>
            </a:r>
            <a:r>
              <a:rPr lang="pt-BR" dirty="0" err="1"/>
              <a:t>Analysis</a:t>
            </a:r>
            <a:r>
              <a:rPr lang="pt-BR" dirty="0"/>
              <a:t> (EDA)</a:t>
            </a:r>
            <a:endParaRPr spc="-1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14F8B44-AF29-094E-35CD-10F860185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Exploratory Data Analysis is applied to identify patterns and relationships between different variables on the data, helping us to generate </a:t>
            </a:r>
            <a:r>
              <a:rPr lang="en-IE"/>
              <a:t>hypotheses for </a:t>
            </a:r>
            <a:r>
              <a:rPr lang="en-IE" dirty="0"/>
              <a:t>further analysis. </a:t>
            </a:r>
          </a:p>
          <a:p>
            <a:r>
              <a:rPr lang="en-IE" dirty="0"/>
              <a:t>We will use EDA as a way to review some important SQL concepts for data retrieval.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FFF718-8C86-63CA-A6CF-809869868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>
                <a:solidFill>
                  <a:schemeClr val="tx1"/>
                </a:solidFill>
              </a:rPr>
              <a:pPr/>
              <a:t>3</a:t>
            </a:fld>
            <a:endParaRPr lang="en-GB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126C3F5-B0F9-47F0-9909-3F1315DD5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5B4F5940-F199-AFA2-F4E3-0BC6D100D6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5171" y="788587"/>
            <a:ext cx="9223058" cy="689930"/>
          </a:xfrm>
          <a:prstGeom prst="rect">
            <a:avLst/>
          </a:prstGeom>
        </p:spPr>
        <p:txBody>
          <a:bodyPr vert="horz" wrap="square" lIns="0" tIns="95121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95"/>
              </a:spcBef>
            </a:pPr>
            <a:r>
              <a:rPr lang="pt-BR" dirty="0"/>
              <a:t>EDA Steps</a:t>
            </a:r>
            <a:endParaRPr spc="-1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11F80DF-0051-EA80-A490-98F2D62A9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171" y="2013259"/>
            <a:ext cx="9564529" cy="4798559"/>
          </a:xfrm>
        </p:spPr>
        <p:txBody>
          <a:bodyPr>
            <a:normAutofit fontScale="92500" lnSpcReduction="10000"/>
          </a:bodyPr>
          <a:lstStyle/>
          <a:p>
            <a:r>
              <a:rPr lang="en-IE" dirty="0"/>
              <a:t>Step 1: Understand the structure (tables, relationships, metadata).</a:t>
            </a:r>
          </a:p>
          <a:p>
            <a:r>
              <a:rPr lang="en-IE" dirty="0"/>
              <a:t>Step 2: Preview the data (sample rows, counts).</a:t>
            </a:r>
          </a:p>
          <a:p>
            <a:r>
              <a:rPr lang="en-IE" dirty="0"/>
              <a:t>Step 3: Data quality checks (missing values, duplicates, inconsistent codes).</a:t>
            </a:r>
          </a:p>
          <a:p>
            <a:r>
              <a:rPr lang="en-IE" dirty="0"/>
              <a:t>Step 4: Descriptive statistics (distributions, averages, counts).</a:t>
            </a:r>
          </a:p>
          <a:p>
            <a:r>
              <a:rPr lang="en-IE" dirty="0"/>
              <a:t>Step 5: Relationships (joins between tables, correlations, group comparisons).</a:t>
            </a:r>
          </a:p>
          <a:p>
            <a:r>
              <a:rPr lang="en-IE" dirty="0"/>
              <a:t>Step 6: Identify anomalies/outliers.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B11135-1518-4CC8-2CDA-E33090886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>
                <a:solidFill>
                  <a:schemeClr val="tx1"/>
                </a:solidFill>
              </a:rPr>
              <a:pPr/>
              <a:t>4</a:t>
            </a:fld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4804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283ABD5-C871-F0A7-1D76-E718E1A1F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DD283C74-79C3-D6E2-6FC3-8398DBCD86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5171" y="788587"/>
            <a:ext cx="9223058" cy="689930"/>
          </a:xfrm>
          <a:prstGeom prst="rect">
            <a:avLst/>
          </a:prstGeom>
        </p:spPr>
        <p:txBody>
          <a:bodyPr vert="horz" wrap="square" lIns="0" tIns="95121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95"/>
              </a:spcBef>
            </a:pPr>
            <a:r>
              <a:rPr lang="pt-BR" dirty="0"/>
              <a:t>EDA - Football</a:t>
            </a:r>
            <a:endParaRPr spc="-1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749EEE-7285-74E0-BC62-F71E74627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>
                <a:solidFill>
                  <a:schemeClr val="tx1"/>
                </a:solidFill>
              </a:rPr>
              <a:pPr/>
              <a:t>5</a:t>
            </a:fld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464A66-5087-5A14-08CB-FE9D11A209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700" y="1438577"/>
            <a:ext cx="10223626" cy="5646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864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4422973-123C-75EE-A88F-21FB0007F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68587DBF-CA07-E8C9-A7AE-7BD60CE1B8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5171" y="491647"/>
            <a:ext cx="9223058" cy="1283811"/>
          </a:xfrm>
          <a:prstGeom prst="rect">
            <a:avLst/>
          </a:prstGeom>
        </p:spPr>
        <p:txBody>
          <a:bodyPr vert="horz" wrap="square" lIns="0" tIns="95121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95"/>
              </a:spcBef>
            </a:pPr>
            <a:r>
              <a:rPr lang="pt-BR" dirty="0"/>
              <a:t>Step 1: </a:t>
            </a:r>
            <a:r>
              <a:rPr lang="pt-BR" dirty="0" err="1"/>
              <a:t>Understand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structure</a:t>
            </a:r>
            <a:r>
              <a:rPr lang="pt-BR" dirty="0"/>
              <a:t> (</a:t>
            </a:r>
            <a:r>
              <a:rPr lang="pt-BR" dirty="0" err="1"/>
              <a:t>tables</a:t>
            </a:r>
            <a:r>
              <a:rPr lang="pt-BR" dirty="0"/>
              <a:t>, </a:t>
            </a:r>
            <a:r>
              <a:rPr lang="pt-BR" dirty="0" err="1"/>
              <a:t>relationships</a:t>
            </a:r>
            <a:r>
              <a:rPr lang="pt-BR" dirty="0"/>
              <a:t>, </a:t>
            </a:r>
            <a:r>
              <a:rPr lang="pt-BR" dirty="0" err="1"/>
              <a:t>metadata</a:t>
            </a:r>
            <a:r>
              <a:rPr lang="pt-BR" dirty="0"/>
              <a:t>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EC0AC5C-265D-99C0-66F2-DEBCA72DA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To perform that step, we can use the </a:t>
            </a:r>
            <a:r>
              <a:rPr lang="en-IE" b="1" dirty="0" err="1"/>
              <a:t>information.schema</a:t>
            </a:r>
            <a:r>
              <a:rPr lang="en-IE" dirty="0"/>
              <a:t>, a set of views that contain information about the objects defined in the current database. </a:t>
            </a:r>
            <a:br>
              <a:rPr lang="en-IE" dirty="0"/>
            </a:br>
            <a:endParaRPr lang="en-IE" dirty="0"/>
          </a:p>
          <a:p>
            <a:r>
              <a:rPr lang="en-IE" dirty="0"/>
              <a:t> It acts as a repository for metadata, which is data about the data and its structure within the database. </a:t>
            </a:r>
          </a:p>
          <a:p>
            <a:endParaRPr lang="en-IE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B02D64-4156-6ABA-7E02-E96393CB7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>
                <a:solidFill>
                  <a:schemeClr val="tx1"/>
                </a:solidFill>
              </a:rPr>
              <a:pPr/>
              <a:t>6</a:t>
            </a:fld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9003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CA469E2-8C88-C33E-846C-91643513B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B6C8717B-BA3F-C74F-E45D-4DF09163E6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5171" y="788587"/>
            <a:ext cx="9223058" cy="689930"/>
          </a:xfrm>
          <a:prstGeom prst="rect">
            <a:avLst/>
          </a:prstGeom>
        </p:spPr>
        <p:txBody>
          <a:bodyPr vert="horz" wrap="square" lIns="0" tIns="95121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95"/>
              </a:spcBef>
            </a:pPr>
            <a:r>
              <a:rPr lang="pt-BR" dirty="0"/>
              <a:t>Step 1.1: </a:t>
            </a:r>
            <a:r>
              <a:rPr lang="pt-BR" dirty="0" err="1"/>
              <a:t>Gather</a:t>
            </a:r>
            <a:r>
              <a:rPr lang="pt-BR" dirty="0"/>
              <a:t> </a:t>
            </a:r>
            <a:r>
              <a:rPr lang="pt-BR" dirty="0" err="1"/>
              <a:t>tables</a:t>
            </a:r>
            <a:r>
              <a:rPr lang="pt-BR" dirty="0"/>
              <a:t> </a:t>
            </a:r>
            <a:r>
              <a:rPr lang="pt-BR" dirty="0" err="1"/>
              <a:t>names</a:t>
            </a:r>
            <a:endParaRPr lang="pt-BR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AFE84ED-F226-5FA4-6B45-84518198C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171" y="2013259"/>
            <a:ext cx="9223058" cy="929965"/>
          </a:xfrm>
        </p:spPr>
        <p:txBody>
          <a:bodyPr>
            <a:normAutofit/>
          </a:bodyPr>
          <a:lstStyle/>
          <a:p>
            <a:r>
              <a:rPr lang="en-IE" dirty="0"/>
              <a:t>The first step is to identify what tables are stored in our schema.</a:t>
            </a:r>
          </a:p>
          <a:p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A54338-C08D-436F-AE8D-1FF38A5BE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>
                <a:solidFill>
                  <a:schemeClr val="tx1"/>
                </a:solidFill>
              </a:rPr>
              <a:pPr/>
              <a:t>7</a:t>
            </a:fld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246EF7-5738-A214-B1B6-A656D650C7BD}"/>
              </a:ext>
            </a:extLst>
          </p:cNvPr>
          <p:cNvSpPr txBox="1"/>
          <p:nvPr/>
        </p:nvSpPr>
        <p:spPr>
          <a:xfrm>
            <a:off x="932021" y="3400425"/>
            <a:ext cx="784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table_name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956037"/>
                </a:solidFill>
                <a:effectLst/>
                <a:latin typeface="Menlo" panose="020B0609030804020204" pitchFamily="49" charset="0"/>
              </a:rPr>
              <a:t>information_schema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tables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WHERE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table_schema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'football'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AND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table_type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'BASE TABLE'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--rather than a view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ORDER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BY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table_name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836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D1DFB1D-D8B2-DBCF-07AC-51DAC63BC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3F0DA0EA-5201-FD63-2D38-E144D8B3ED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5171" y="491647"/>
            <a:ext cx="9223058" cy="1283811"/>
          </a:xfrm>
          <a:prstGeom prst="rect">
            <a:avLst/>
          </a:prstGeom>
        </p:spPr>
        <p:txBody>
          <a:bodyPr vert="horz" wrap="square" lIns="0" tIns="95121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95"/>
              </a:spcBef>
            </a:pPr>
            <a:r>
              <a:rPr lang="en-IE" dirty="0"/>
              <a:t>Step 1.2: Identify columns, data types and nullability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AE7BD76-A99E-7EE7-E4E2-EE31593C3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171" y="2013259"/>
            <a:ext cx="9223058" cy="2773523"/>
          </a:xfrm>
        </p:spPr>
        <p:txBody>
          <a:bodyPr>
            <a:normAutofit fontScale="92500" lnSpcReduction="20000"/>
          </a:bodyPr>
          <a:lstStyle/>
          <a:p>
            <a:r>
              <a:rPr lang="en-IE" dirty="0"/>
              <a:t>We will select the attributes </a:t>
            </a:r>
            <a:r>
              <a:rPr lang="en-IE" dirty="0" err="1"/>
              <a:t>table_name</a:t>
            </a:r>
            <a:r>
              <a:rPr lang="en-IE" dirty="0"/>
              <a:t>, </a:t>
            </a:r>
            <a:r>
              <a:rPr lang="en-IE" dirty="0" err="1"/>
              <a:t>column_name</a:t>
            </a:r>
            <a:r>
              <a:rPr lang="en-IE" dirty="0"/>
              <a:t>, </a:t>
            </a:r>
            <a:r>
              <a:rPr lang="en-IE" dirty="0" err="1"/>
              <a:t>data_type</a:t>
            </a:r>
            <a:r>
              <a:rPr lang="en-IE" dirty="0"/>
              <a:t> and </a:t>
            </a:r>
            <a:r>
              <a:rPr lang="en-IE" dirty="0" err="1"/>
              <a:t>is_nullable</a:t>
            </a:r>
            <a:r>
              <a:rPr lang="en-IE" dirty="0"/>
              <a:t>.</a:t>
            </a:r>
          </a:p>
          <a:p>
            <a:r>
              <a:rPr lang="en-IE" dirty="0"/>
              <a:t>This should be repeated for each table in the schema.</a:t>
            </a:r>
          </a:p>
          <a:p>
            <a:r>
              <a:rPr lang="en-IE" dirty="0"/>
              <a:t>We also order by ordinal position, which is the order in which the columns were created.</a:t>
            </a:r>
          </a:p>
          <a:p>
            <a:endParaRPr lang="en-IE" dirty="0"/>
          </a:p>
          <a:p>
            <a:endParaRPr lang="en-IE" dirty="0"/>
          </a:p>
          <a:p>
            <a:pPr marL="0" indent="0">
              <a:buNone/>
            </a:pPr>
            <a:endParaRPr lang="en-IE" dirty="0"/>
          </a:p>
          <a:p>
            <a:endParaRPr lang="en-IE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146DC5-705A-65A5-B6F6-043B068CA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>
                <a:solidFill>
                  <a:schemeClr val="tx1"/>
                </a:solidFill>
              </a:rPr>
              <a:pPr/>
              <a:t>8</a:t>
            </a:fld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D1BA81-8310-BC7A-6186-45B9416CFFAE}"/>
              </a:ext>
            </a:extLst>
          </p:cNvPr>
          <p:cNvSpPr txBox="1"/>
          <p:nvPr/>
        </p:nvSpPr>
        <p:spPr>
          <a:xfrm>
            <a:off x="927100" y="4924425"/>
            <a:ext cx="53467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table_name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column_name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data_type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is_nullable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956037"/>
                </a:solidFill>
                <a:effectLst/>
                <a:latin typeface="Menlo" panose="020B0609030804020204" pitchFamily="49" charset="0"/>
              </a:rPr>
              <a:t>information_schema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columns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WHERE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table_schema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'football'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AND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table_name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'players'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ORDER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BY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ordinal_position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6188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0448DA5-6F3F-AD64-12CB-894473077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17A3DB55-90CB-E8D9-B2DE-0D231D5BB3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5170" y="788587"/>
            <a:ext cx="9564529" cy="689930"/>
          </a:xfrm>
          <a:prstGeom prst="rect">
            <a:avLst/>
          </a:prstGeom>
        </p:spPr>
        <p:txBody>
          <a:bodyPr vert="horz" wrap="square" lIns="0" tIns="95121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95"/>
              </a:spcBef>
            </a:pPr>
            <a:r>
              <a:rPr lang="pt-BR" dirty="0"/>
              <a:t>Step 1.3: </a:t>
            </a:r>
            <a:r>
              <a:rPr lang="pt-BR" dirty="0" err="1"/>
              <a:t>Identify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tables</a:t>
            </a:r>
            <a:r>
              <a:rPr lang="pt-BR" dirty="0"/>
              <a:t>’ </a:t>
            </a:r>
            <a:r>
              <a:rPr lang="pt-BR" dirty="0" err="1"/>
              <a:t>constraints</a:t>
            </a:r>
            <a:endParaRPr lang="pt-BR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E2D14AB-6637-852B-4A82-12092D683C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171" y="2013260"/>
            <a:ext cx="9223058" cy="1234766"/>
          </a:xfrm>
        </p:spPr>
        <p:txBody>
          <a:bodyPr/>
          <a:lstStyle/>
          <a:p>
            <a:r>
              <a:rPr lang="en-IE" dirty="0"/>
              <a:t>Allow us to know what constraints were established and how PostgreSQL named them.</a:t>
            </a:r>
          </a:p>
          <a:p>
            <a:endParaRPr lang="en-IE" dirty="0"/>
          </a:p>
          <a:p>
            <a:pPr marL="0" indent="0">
              <a:buNone/>
            </a:pPr>
            <a:endParaRPr lang="en-IE" dirty="0"/>
          </a:p>
          <a:p>
            <a:endParaRPr lang="en-IE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753AEB1-196C-8297-D09C-850D1DF2B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>
                <a:solidFill>
                  <a:schemeClr val="tx1"/>
                </a:solidFill>
              </a:rPr>
              <a:pPr/>
              <a:t>9</a:t>
            </a:fld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D86C95-6AEA-D2B2-9753-FF7D2CCFEB15}"/>
              </a:ext>
            </a:extLst>
          </p:cNvPr>
          <p:cNvSpPr txBox="1"/>
          <p:nvPr/>
        </p:nvSpPr>
        <p:spPr>
          <a:xfrm>
            <a:off x="1003300" y="3765550"/>
            <a:ext cx="57912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IE" sz="20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20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table_name</a:t>
            </a:r>
            <a:r>
              <a:rPr lang="en-IE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20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constraint_name</a:t>
            </a:r>
            <a:r>
              <a:rPr lang="en-IE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20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constraint_type</a:t>
            </a:r>
            <a:r>
              <a:rPr lang="en-IE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20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2000" dirty="0" err="1">
                <a:solidFill>
                  <a:srgbClr val="956037"/>
                </a:solidFill>
                <a:effectLst/>
                <a:latin typeface="Menlo" panose="020B0609030804020204" pitchFamily="49" charset="0"/>
              </a:rPr>
              <a:t>information_schema</a:t>
            </a:r>
            <a:r>
              <a:rPr lang="en-IE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2000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table_constraints</a:t>
            </a:r>
            <a:r>
              <a:rPr lang="en-IE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20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WHERE</a:t>
            </a:r>
            <a:r>
              <a:rPr lang="en-IE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20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table_schema</a:t>
            </a:r>
            <a:r>
              <a:rPr lang="en-IE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IE" sz="20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'football'</a:t>
            </a:r>
            <a:r>
              <a:rPr lang="en-IE" sz="20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2000" dirty="0"/>
          </a:p>
        </p:txBody>
      </p:sp>
    </p:spTree>
    <p:extLst>
      <p:ext uri="{BB962C8B-B14F-4D97-AF65-F5344CB8AC3E}">
        <p14:creationId xmlns:p14="http://schemas.microsoft.com/office/powerpoint/2010/main" val="12440287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8AFC1FE-5647-F593-7166-C5E5E1C6A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B5874F64-636F-1D89-5973-976C6345BE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5170" y="549579"/>
            <a:ext cx="9564529" cy="1167946"/>
          </a:xfrm>
          <a:prstGeom prst="rect">
            <a:avLst/>
          </a:prstGeom>
        </p:spPr>
        <p:txBody>
          <a:bodyPr vert="horz" wrap="square" lIns="0" tIns="95121" rIns="0" bIns="0" rtlCol="0">
            <a:spAutoFit/>
          </a:bodyPr>
          <a:lstStyle/>
          <a:p>
            <a:r>
              <a:rPr lang="en-IE" dirty="0"/>
              <a:t>Step 2: Preview the data (sample rows, counts)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D2C7FD5-C779-8C74-1FF3-34A174B65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171" y="2013259"/>
            <a:ext cx="9223058" cy="1844365"/>
          </a:xfrm>
        </p:spPr>
        <p:txBody>
          <a:bodyPr>
            <a:normAutofit/>
          </a:bodyPr>
          <a:lstStyle/>
          <a:p>
            <a:r>
              <a:rPr lang="en-IE" dirty="0"/>
              <a:t>Now, we will retrieve data straight from the tables using aggregate formulas and filtering commands (order by, limit, group by etc.).</a:t>
            </a:r>
          </a:p>
          <a:p>
            <a:endParaRPr lang="en-IE" dirty="0"/>
          </a:p>
          <a:p>
            <a:pPr marL="0" indent="0">
              <a:buNone/>
            </a:pPr>
            <a:endParaRPr lang="en-IE" dirty="0"/>
          </a:p>
          <a:p>
            <a:endParaRPr lang="en-IE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41B733-640C-498B-BD1B-6ECFC9B50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>
                <a:solidFill>
                  <a:schemeClr val="tx1"/>
                </a:solidFill>
              </a:rPr>
              <a:pPr/>
              <a:t>10</a:t>
            </a:fld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018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B0729BB-4A42-3D5B-AEA6-4DDEB536B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C8442B68-846D-6E1F-6D15-E7C60A7042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5170" y="816831"/>
            <a:ext cx="9564529" cy="633441"/>
          </a:xfrm>
          <a:prstGeom prst="rect">
            <a:avLst/>
          </a:prstGeom>
        </p:spPr>
        <p:txBody>
          <a:bodyPr vert="horz" wrap="square" lIns="0" tIns="95121" rIns="0" bIns="0" rtlCol="0">
            <a:spAutoFit/>
          </a:bodyPr>
          <a:lstStyle/>
          <a:p>
            <a:r>
              <a:rPr lang="en-IE" dirty="0"/>
              <a:t>Step 2.1: Cross-table coverage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CB96848-8840-C342-AA33-5E12BA899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171" y="2013259"/>
            <a:ext cx="9223058" cy="1844365"/>
          </a:xfrm>
        </p:spPr>
        <p:txBody>
          <a:bodyPr>
            <a:normAutofit/>
          </a:bodyPr>
          <a:lstStyle/>
          <a:p>
            <a:r>
              <a:rPr lang="en-IE" dirty="0"/>
              <a:t>The command below uses subqueries to count the number of rows in each table for comparison.</a:t>
            </a:r>
          </a:p>
          <a:p>
            <a:endParaRPr lang="en-IE" dirty="0"/>
          </a:p>
          <a:p>
            <a:pPr marL="0" indent="0">
              <a:buNone/>
            </a:pPr>
            <a:endParaRPr lang="en-IE" dirty="0"/>
          </a:p>
          <a:p>
            <a:endParaRPr lang="en-IE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43851A-12C4-EC3F-EB06-C723D0B8F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>
                <a:solidFill>
                  <a:schemeClr val="tx1"/>
                </a:solidFill>
              </a:rPr>
              <a:pPr/>
              <a:t>11</a:t>
            </a:fld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EA7FC8-7B3C-D178-F8D3-02E122620EFA}"/>
              </a:ext>
            </a:extLst>
          </p:cNvPr>
          <p:cNvSpPr txBox="1"/>
          <p:nvPr/>
        </p:nvSpPr>
        <p:spPr>
          <a:xfrm>
            <a:off x="1003300" y="3400425"/>
            <a:ext cx="90678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COUNT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player_id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players)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"Total number of players"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COUNT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club_id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clubs)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"Number of clubs"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COUNT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DISTINCT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player_id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player_attributes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"Number of players with attributes"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COUNT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DISTINCT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player_id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player_contracts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"Number of players with contracts"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941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5022DC5-73BE-DA70-49AA-7AF40903A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EADA8F16-59AD-3AB6-8D25-2B501B2DBD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5170" y="816831"/>
            <a:ext cx="9564529" cy="633441"/>
          </a:xfrm>
          <a:prstGeom prst="rect">
            <a:avLst/>
          </a:prstGeom>
        </p:spPr>
        <p:txBody>
          <a:bodyPr vert="horz" wrap="square" lIns="0" tIns="95121" rIns="0" bIns="0" rtlCol="0">
            <a:spAutoFit/>
          </a:bodyPr>
          <a:lstStyle/>
          <a:p>
            <a:r>
              <a:rPr lang="en-IE" dirty="0"/>
              <a:t>Step 2.2: Preview data – first 10 rows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512193A-CE36-B0C6-E1DC-A12AB33F3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171" y="2013259"/>
            <a:ext cx="9223058" cy="1844365"/>
          </a:xfrm>
        </p:spPr>
        <p:txBody>
          <a:bodyPr>
            <a:normAutofit/>
          </a:bodyPr>
          <a:lstStyle/>
          <a:p>
            <a:r>
              <a:rPr lang="en-IE" dirty="0"/>
              <a:t>We can also take a quick look at the first 10 rows of each table using the command </a:t>
            </a:r>
            <a:r>
              <a:rPr lang="en-IE" b="1" dirty="0"/>
              <a:t>LIMIT</a:t>
            </a:r>
            <a:r>
              <a:rPr lang="en-IE" dirty="0"/>
              <a:t> 10.</a:t>
            </a:r>
          </a:p>
          <a:p>
            <a:endParaRPr lang="en-IE" dirty="0"/>
          </a:p>
          <a:p>
            <a:pPr marL="0" indent="0">
              <a:buNone/>
            </a:pPr>
            <a:endParaRPr lang="en-IE" dirty="0"/>
          </a:p>
          <a:p>
            <a:endParaRPr lang="en-IE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08F599-3125-BA11-0A07-E4D3A1661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>
                <a:solidFill>
                  <a:schemeClr val="tx1"/>
                </a:solidFill>
              </a:rPr>
              <a:pPr/>
              <a:t>12</a:t>
            </a:fld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2FD5AF-C29E-E77C-7A83-96DACCC0033E}"/>
              </a:ext>
            </a:extLst>
          </p:cNvPr>
          <p:cNvSpPr txBox="1"/>
          <p:nvPr/>
        </p:nvSpPr>
        <p:spPr>
          <a:xfrm>
            <a:off x="1079500" y="3774280"/>
            <a:ext cx="6248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200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-- Show the first 10 rows of a table</a:t>
            </a:r>
            <a:endParaRPr lang="en-IE" sz="2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20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 </a:t>
            </a:r>
            <a:r>
              <a:rPr lang="en-IE" sz="20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2000" dirty="0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players</a:t>
            </a:r>
            <a:r>
              <a:rPr lang="en-IE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20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LIMIT</a:t>
            </a:r>
            <a:r>
              <a:rPr lang="en-IE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200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IE" sz="20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2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88986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E1315CE-5249-E041-E48A-9ABE36AB1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56CF64A1-85A7-C073-3A52-DF772440EF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5170" y="816831"/>
            <a:ext cx="9564529" cy="633441"/>
          </a:xfrm>
          <a:prstGeom prst="rect">
            <a:avLst/>
          </a:prstGeom>
        </p:spPr>
        <p:txBody>
          <a:bodyPr vert="horz" wrap="square" lIns="0" tIns="95121" rIns="0" bIns="0" rtlCol="0">
            <a:spAutoFit/>
          </a:bodyPr>
          <a:lstStyle/>
          <a:p>
            <a:r>
              <a:rPr lang="en-IE" dirty="0"/>
              <a:t>Step 2.3: Preview specific conditions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533948E-60E8-6C5C-ADA5-2F67CF367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171" y="2013259"/>
            <a:ext cx="9223058" cy="1844365"/>
          </a:xfrm>
        </p:spPr>
        <p:txBody>
          <a:bodyPr>
            <a:normAutofit/>
          </a:bodyPr>
          <a:lstStyle/>
          <a:p>
            <a:r>
              <a:rPr lang="en-IE" dirty="0"/>
              <a:t>Other data preview can be more specific.</a:t>
            </a:r>
          </a:p>
          <a:p>
            <a:endParaRPr lang="en-IE" dirty="0"/>
          </a:p>
          <a:p>
            <a:pPr marL="0" indent="0">
              <a:buNone/>
            </a:pPr>
            <a:endParaRPr lang="en-IE" dirty="0"/>
          </a:p>
          <a:p>
            <a:endParaRPr lang="en-IE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E79C03-5A27-BDEF-2799-99C0741FD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>
                <a:solidFill>
                  <a:schemeClr val="tx1"/>
                </a:solidFill>
              </a:rPr>
              <a:pPr/>
              <a:t>13</a:t>
            </a:fld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F391C7-B098-41FA-0295-3CFAD32387DD}"/>
              </a:ext>
            </a:extLst>
          </p:cNvPr>
          <p:cNvSpPr txBox="1"/>
          <p:nvPr/>
        </p:nvSpPr>
        <p:spPr>
          <a:xfrm>
            <a:off x="927100" y="2810626"/>
            <a:ext cx="8610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180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-- Show distinct values of a column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DISTINCT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nationality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players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b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-- Random sample of 5 rows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players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ORDER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BY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RANDOM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LIMIT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5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b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-- Preview top players by rating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player_id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800" dirty="0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overall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player_attributes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ORDER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BY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overall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DESC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LIMIT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26922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D156BF7-2BA1-73B8-162C-C551D2780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2B172DC0-E43D-6176-4EA1-7573D8D908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5170" y="549579"/>
            <a:ext cx="9564529" cy="1167946"/>
          </a:xfrm>
          <a:prstGeom prst="rect">
            <a:avLst/>
          </a:prstGeom>
        </p:spPr>
        <p:txBody>
          <a:bodyPr vert="horz" wrap="square" lIns="0" tIns="95121" rIns="0" bIns="0" rtlCol="0">
            <a:spAutoFit/>
          </a:bodyPr>
          <a:lstStyle/>
          <a:p>
            <a:r>
              <a:rPr lang="en-IE" dirty="0"/>
              <a:t>Step 2.4: Preview maximum and minimum values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95B4680-C520-3AB5-3D7E-74EA4D9A8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171" y="2013259"/>
            <a:ext cx="9223058" cy="1844365"/>
          </a:xfrm>
        </p:spPr>
        <p:txBody>
          <a:bodyPr>
            <a:normAutofit/>
          </a:bodyPr>
          <a:lstStyle/>
          <a:p>
            <a:r>
              <a:rPr lang="en-IE" dirty="0"/>
              <a:t>Part of the preview can also be done considering the maximum and minimum values. This gives us an idea of the range of values available in the database.</a:t>
            </a:r>
          </a:p>
          <a:p>
            <a:endParaRPr lang="en-IE" dirty="0"/>
          </a:p>
          <a:p>
            <a:pPr marL="0" indent="0">
              <a:buNone/>
            </a:pPr>
            <a:endParaRPr lang="en-IE" dirty="0"/>
          </a:p>
          <a:p>
            <a:endParaRPr lang="en-IE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D8CB81-F2F0-7596-86C8-06029E1F6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>
                <a:solidFill>
                  <a:schemeClr val="tx1"/>
                </a:solidFill>
              </a:rPr>
              <a:pPr/>
              <a:t>14</a:t>
            </a:fld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498506-0ABF-A038-F20B-E5F04BD6938C}"/>
              </a:ext>
            </a:extLst>
          </p:cNvPr>
          <p:cNvSpPr txBox="1"/>
          <p:nvPr/>
        </p:nvSpPr>
        <p:spPr>
          <a:xfrm>
            <a:off x="1079500" y="4010025"/>
            <a:ext cx="7620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MIN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(joined)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"First contract date"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MAX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(joined)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"Last contract date"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MIN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contract_valid_until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"Minimum expiry year"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MAX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contract_valid_until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"Maximum expiry year"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player_contracts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09895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8586105-A1FE-43F0-720D-DBF8295A9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C47A97-4A20-E2A6-2725-76665D8A08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5170" y="816831"/>
            <a:ext cx="9564529" cy="633441"/>
          </a:xfrm>
          <a:prstGeom prst="rect">
            <a:avLst/>
          </a:prstGeom>
        </p:spPr>
        <p:txBody>
          <a:bodyPr vert="horz" wrap="square" lIns="0" tIns="95121" rIns="0" bIns="0" rtlCol="0">
            <a:spAutoFit/>
          </a:bodyPr>
          <a:lstStyle/>
          <a:p>
            <a:r>
              <a:rPr lang="en-IE" dirty="0"/>
              <a:t>Step 2.5: How big are the clubs?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8DB49C4-855A-E351-453C-276B4F35C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171" y="2013259"/>
            <a:ext cx="9223058" cy="2301566"/>
          </a:xfrm>
        </p:spPr>
        <p:txBody>
          <a:bodyPr>
            <a:normAutofit fontScale="92500" lnSpcReduction="10000"/>
          </a:bodyPr>
          <a:lstStyle/>
          <a:p>
            <a:r>
              <a:rPr lang="en-IE" dirty="0"/>
              <a:t>Another interesting measure is to identify how many contracts each club has.</a:t>
            </a:r>
          </a:p>
          <a:p>
            <a:r>
              <a:rPr lang="en-IE" dirty="0"/>
              <a:t>As we are grouping the contracts according to the club name, we need to use the GROUP BY command.</a:t>
            </a:r>
          </a:p>
          <a:p>
            <a:endParaRPr lang="en-IE" dirty="0"/>
          </a:p>
          <a:p>
            <a:pPr marL="0" indent="0">
              <a:buNone/>
            </a:pPr>
            <a:endParaRPr lang="en-IE" dirty="0"/>
          </a:p>
          <a:p>
            <a:endParaRPr lang="en-IE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5B6C11-EBCF-CAF1-F3A9-7951AD496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>
                <a:solidFill>
                  <a:schemeClr val="tx1"/>
                </a:solidFill>
              </a:rPr>
              <a:pPr/>
              <a:t>15</a:t>
            </a:fld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88B1B0-4D2F-C216-272D-184F43EF68E0}"/>
              </a:ext>
            </a:extLst>
          </p:cNvPr>
          <p:cNvSpPr txBox="1"/>
          <p:nvPr/>
        </p:nvSpPr>
        <p:spPr>
          <a:xfrm>
            <a:off x="927100" y="4677225"/>
            <a:ext cx="70866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club_name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COUNT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(*)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"Number of contracts"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player_contracts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JOIN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clubs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USING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club_id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GROUP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BY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club_name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ORDER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BY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contracts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DESC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LIMIT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26371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036D8-AB72-EDA3-9C2E-EA956BE0C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04F99A1C-FF71-D69A-B009-5B73F20B21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5170" y="816831"/>
            <a:ext cx="9564529" cy="633441"/>
          </a:xfrm>
          <a:prstGeom prst="rect">
            <a:avLst/>
          </a:prstGeom>
        </p:spPr>
        <p:txBody>
          <a:bodyPr vert="horz" wrap="square" lIns="0" tIns="95121" rIns="0" bIns="0" rtlCol="0">
            <a:spAutoFit/>
          </a:bodyPr>
          <a:lstStyle/>
          <a:p>
            <a:r>
              <a:rPr lang="en-IE" dirty="0"/>
              <a:t>Step 3: Data quality checks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43EDDB7-84E6-11D0-554D-273C27CF2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171" y="2013259"/>
            <a:ext cx="9223058" cy="1844365"/>
          </a:xfrm>
        </p:spPr>
        <p:txBody>
          <a:bodyPr>
            <a:normAutofit/>
          </a:bodyPr>
          <a:lstStyle/>
          <a:p>
            <a:r>
              <a:rPr lang="en-IE" dirty="0"/>
              <a:t>We will retrieve data straight from the tables considering specific scenarios such as null data, duplicates and orphan values.</a:t>
            </a:r>
          </a:p>
          <a:p>
            <a:endParaRPr lang="en-IE" dirty="0"/>
          </a:p>
          <a:p>
            <a:pPr marL="0" indent="0">
              <a:buNone/>
            </a:pPr>
            <a:endParaRPr lang="en-IE" dirty="0"/>
          </a:p>
          <a:p>
            <a:endParaRPr lang="en-IE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31B637-59ED-72D0-A7D4-ED93FB63F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>
                <a:solidFill>
                  <a:schemeClr val="tx1"/>
                </a:solidFill>
              </a:rPr>
              <a:pPr/>
              <a:t>16</a:t>
            </a:fld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4911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CD41F-1F04-E921-6155-B5C31F115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4BE6770C-3744-FA30-DF36-D5280F0621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5170" y="816831"/>
            <a:ext cx="9564529" cy="633441"/>
          </a:xfrm>
          <a:prstGeom prst="rect">
            <a:avLst/>
          </a:prstGeom>
        </p:spPr>
        <p:txBody>
          <a:bodyPr vert="horz" wrap="square" lIns="0" tIns="95121" rIns="0" bIns="0" rtlCol="0">
            <a:spAutoFit/>
          </a:bodyPr>
          <a:lstStyle/>
          <a:p>
            <a:r>
              <a:rPr lang="en-IE" dirty="0"/>
              <a:t>Step 3.1: Null profiling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DC996E9-6610-5657-F104-6927B1B98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00" y="1480998"/>
            <a:ext cx="9223058" cy="1844365"/>
          </a:xfrm>
        </p:spPr>
        <p:txBody>
          <a:bodyPr>
            <a:normAutofit/>
          </a:bodyPr>
          <a:lstStyle/>
          <a:p>
            <a:r>
              <a:rPr lang="en-IE" dirty="0"/>
              <a:t>We start by checking how many rows are NULL for a certain attribute. This can be repeated for different tables and different attributes.</a:t>
            </a:r>
          </a:p>
          <a:p>
            <a:endParaRPr lang="en-IE" dirty="0"/>
          </a:p>
          <a:p>
            <a:pPr marL="0" indent="0">
              <a:buNone/>
            </a:pPr>
            <a:endParaRPr lang="en-IE" dirty="0"/>
          </a:p>
          <a:p>
            <a:endParaRPr lang="en-IE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F44918-AF20-08B1-45FA-16DC61855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>
                <a:solidFill>
                  <a:schemeClr val="tx1"/>
                </a:solidFill>
              </a:rPr>
              <a:pPr/>
              <a:t>17</a:t>
            </a:fld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C61CF6-E08A-5628-3AC1-C42ABBAA62FD}"/>
              </a:ext>
            </a:extLst>
          </p:cNvPr>
          <p:cNvSpPr txBox="1"/>
          <p:nvPr/>
        </p:nvSpPr>
        <p:spPr>
          <a:xfrm>
            <a:off x="900271" y="3506054"/>
            <a:ext cx="785495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COUNT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(*)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"Total number of rows"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COUNT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(*)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FILTER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WHERE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heading_accuracy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IS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"Number of rows where heading accuracy is NULL"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COUNT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(*)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FILTER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WHERE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weight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IS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"Number of rows where weight is NULL"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COUNT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(*)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FILTER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WHERE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overall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IS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"Number of rows where overall is NULL"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player_attributes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31660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FAA53-A35E-2D92-76BC-6F5C75CD4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EEB4047C-5E65-8935-D011-618DACF915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5170" y="816831"/>
            <a:ext cx="9564529" cy="633441"/>
          </a:xfrm>
          <a:prstGeom prst="rect">
            <a:avLst/>
          </a:prstGeom>
        </p:spPr>
        <p:txBody>
          <a:bodyPr vert="horz" wrap="square" lIns="0" tIns="95121" rIns="0" bIns="0" rtlCol="0">
            <a:spAutoFit/>
          </a:bodyPr>
          <a:lstStyle/>
          <a:p>
            <a:r>
              <a:rPr lang="en-IE" dirty="0"/>
              <a:t>Step 3.2: Duplicates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0F2A0AB-ACF0-E08C-9855-77B217DC2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00" y="1480998"/>
            <a:ext cx="9223058" cy="2300427"/>
          </a:xfrm>
        </p:spPr>
        <p:txBody>
          <a:bodyPr>
            <a:normAutofit fontScale="85000" lnSpcReduction="20000"/>
          </a:bodyPr>
          <a:lstStyle/>
          <a:p>
            <a:r>
              <a:rPr lang="en-IE" dirty="0"/>
              <a:t>We now want to evaluate if there are duplicates in our data. That’s important as it might require data cleaning before progressing with the analysis.</a:t>
            </a:r>
          </a:p>
          <a:p>
            <a:r>
              <a:rPr lang="en-IE" dirty="0"/>
              <a:t>For example, we do not expect the same player to have multiple rows in the </a:t>
            </a:r>
            <a:r>
              <a:rPr lang="en-IE" dirty="0" err="1"/>
              <a:t>player_attributes</a:t>
            </a:r>
            <a:r>
              <a:rPr lang="en-IE" dirty="0"/>
              <a:t> table, so we can try to identify that.</a:t>
            </a:r>
          </a:p>
          <a:p>
            <a:endParaRPr lang="en-IE" dirty="0"/>
          </a:p>
          <a:p>
            <a:pPr marL="0" indent="0">
              <a:buNone/>
            </a:pPr>
            <a:endParaRPr lang="en-IE" dirty="0"/>
          </a:p>
          <a:p>
            <a:endParaRPr lang="en-IE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35BA92-4242-6F87-4E12-67EE9EFF6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>
                <a:solidFill>
                  <a:schemeClr val="tx1"/>
                </a:solidFill>
              </a:rPr>
              <a:pPr/>
              <a:t>18</a:t>
            </a:fld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6D2FD9-3DB2-496A-4EE7-3C5435A90922}"/>
              </a:ext>
            </a:extLst>
          </p:cNvPr>
          <p:cNvSpPr txBox="1"/>
          <p:nvPr/>
        </p:nvSpPr>
        <p:spPr>
          <a:xfrm>
            <a:off x="735170" y="4279353"/>
            <a:ext cx="922305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player_id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COUNT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(*)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"Rows per player"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player_attributes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GROUP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BY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player_id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HAVING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COUNT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(*) &gt; </a:t>
            </a:r>
            <a:r>
              <a:rPr lang="en-IE" sz="180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1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ORDER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BY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rows_per_player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DESC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4720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4815C-813D-99D9-C56D-D1C78722D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C3DB6625-7D53-E226-1B2E-2A71E01F4B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5170" y="816831"/>
            <a:ext cx="9564529" cy="633441"/>
          </a:xfrm>
          <a:prstGeom prst="rect">
            <a:avLst/>
          </a:prstGeom>
        </p:spPr>
        <p:txBody>
          <a:bodyPr vert="horz" wrap="square" lIns="0" tIns="95121" rIns="0" bIns="0" rtlCol="0">
            <a:spAutoFit/>
          </a:bodyPr>
          <a:lstStyle/>
          <a:p>
            <a:r>
              <a:rPr lang="en-IE" dirty="0"/>
              <a:t>Step 3.3: Orphan references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29E0AFF-4776-E1EF-E9E0-A1E76B767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899" y="1480998"/>
            <a:ext cx="9829799" cy="2757627"/>
          </a:xfrm>
        </p:spPr>
        <p:txBody>
          <a:bodyPr>
            <a:normAutofit/>
          </a:bodyPr>
          <a:lstStyle/>
          <a:p>
            <a:r>
              <a:rPr lang="en-IE" sz="2200" dirty="0"/>
              <a:t>In a relational database, an orphan value is a child record that refers to a parent that doesn’t exist. This can happen when foreign keys are not enforced or when values are deleted in the parent table.</a:t>
            </a:r>
          </a:p>
          <a:p>
            <a:r>
              <a:rPr lang="en-IE" sz="2200" dirty="0"/>
              <a:t>For example, we can check if there are any contracts pointing to clubs that no longer exist.</a:t>
            </a:r>
          </a:p>
          <a:p>
            <a:pPr marL="0" indent="0">
              <a:buNone/>
            </a:pPr>
            <a:endParaRPr lang="en-IE" sz="2200" dirty="0"/>
          </a:p>
          <a:p>
            <a:endParaRPr lang="en-IE" sz="2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9A9159-1708-F759-4E74-BFB71859F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>
                <a:solidFill>
                  <a:schemeClr val="tx1"/>
                </a:solidFill>
              </a:rPr>
              <a:pPr/>
              <a:t>19</a:t>
            </a:fld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0CEF8B-BF0C-12EC-CB37-E41943038C30}"/>
              </a:ext>
            </a:extLst>
          </p:cNvPr>
          <p:cNvSpPr txBox="1"/>
          <p:nvPr/>
        </p:nvSpPr>
        <p:spPr>
          <a:xfrm>
            <a:off x="697070" y="4695825"/>
            <a:ext cx="815340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pc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player_contract_id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pc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player_id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pc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club_id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pc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joined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pc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contract_valid_until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player_contracts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pc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LEFT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JOIN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clubs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c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USING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club_id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WHERE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c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club_id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IS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8117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64919-9157-4827-D845-A8908A6B1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F4E20776-AEBE-BCBC-1D84-20DD0E8DEA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5170" y="834849"/>
            <a:ext cx="9564529" cy="597406"/>
          </a:xfrm>
          <a:prstGeom prst="rect">
            <a:avLst/>
          </a:prstGeom>
        </p:spPr>
        <p:txBody>
          <a:bodyPr vert="horz" wrap="square" lIns="0" tIns="95121" rIns="0" bIns="0" rtlCol="0">
            <a:spAutoFit/>
          </a:bodyPr>
          <a:lstStyle/>
          <a:p>
            <a:r>
              <a:rPr lang="en-IE" sz="3600" dirty="0"/>
              <a:t>Step 4: Descriptive statistics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B8A4884-7330-97EA-65AC-8CB3CCA9C6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899" y="1717557"/>
            <a:ext cx="9829799" cy="2521068"/>
          </a:xfrm>
        </p:spPr>
        <p:txBody>
          <a:bodyPr>
            <a:normAutofit/>
          </a:bodyPr>
          <a:lstStyle/>
          <a:p>
            <a:r>
              <a:rPr lang="en-IE" sz="2200" dirty="0"/>
              <a:t>In EDA, we use descriptive statistics to identify </a:t>
            </a:r>
            <a:r>
              <a:rPr lang="en-IE" sz="2200" b="1" dirty="0"/>
              <a:t>measures of central tendency </a:t>
            </a:r>
            <a:r>
              <a:rPr lang="en-IE" sz="2200" dirty="0"/>
              <a:t>(central values like mean) and </a:t>
            </a:r>
            <a:r>
              <a:rPr lang="en-IE" sz="2200" b="1" dirty="0"/>
              <a:t>measures of variability</a:t>
            </a:r>
            <a:r>
              <a:rPr lang="en-IE" sz="2200" dirty="0"/>
              <a:t> (such as minimum and maximum values).</a:t>
            </a:r>
          </a:p>
          <a:p>
            <a:pPr marL="0" indent="0">
              <a:buNone/>
            </a:pPr>
            <a:endParaRPr lang="en-IE" sz="2200" dirty="0"/>
          </a:p>
          <a:p>
            <a:endParaRPr lang="en-IE" sz="2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AF8C34-5D09-9F64-45CC-F48AE2C53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>
                <a:solidFill>
                  <a:schemeClr val="tx1"/>
                </a:solidFill>
              </a:rPr>
              <a:pPr/>
              <a:t>20</a:t>
            </a:fld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81543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402F2-0161-F4FD-F37A-0E2C00480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EFC10963-BE4F-489F-5B73-BCAB4F651E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5170" y="834849"/>
            <a:ext cx="9564529" cy="597406"/>
          </a:xfrm>
          <a:prstGeom prst="rect">
            <a:avLst/>
          </a:prstGeom>
        </p:spPr>
        <p:txBody>
          <a:bodyPr vert="horz" wrap="square" lIns="0" tIns="95121" rIns="0" bIns="0" rtlCol="0">
            <a:spAutoFit/>
          </a:bodyPr>
          <a:lstStyle/>
          <a:p>
            <a:r>
              <a:rPr lang="en-IE" sz="3600" dirty="0"/>
              <a:t>Step 4.1: Summaries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70E99BE-9AF6-CFCF-A7D3-D6583B089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170" y="2028825"/>
            <a:ext cx="9412130" cy="3810000"/>
          </a:xfrm>
        </p:spPr>
        <p:txBody>
          <a:bodyPr>
            <a:normAutofit/>
          </a:bodyPr>
          <a:lstStyle/>
          <a:p>
            <a:r>
              <a:rPr lang="en-IE" sz="2200" dirty="0"/>
              <a:t>The summary can include:</a:t>
            </a:r>
          </a:p>
          <a:p>
            <a:pPr lvl="1"/>
            <a:r>
              <a:rPr lang="en-IE" sz="2200" dirty="0"/>
              <a:t>total number of values for an attribute</a:t>
            </a:r>
          </a:p>
          <a:p>
            <a:pPr lvl="1"/>
            <a:r>
              <a:rPr lang="en-IE" sz="2200" dirty="0"/>
              <a:t>minimum value</a:t>
            </a:r>
          </a:p>
          <a:p>
            <a:pPr lvl="1"/>
            <a:r>
              <a:rPr lang="en-IE" sz="2200" dirty="0"/>
              <a:t>average (sum of all values divided by the number of values)</a:t>
            </a:r>
          </a:p>
          <a:p>
            <a:pPr marL="0" indent="0">
              <a:buNone/>
            </a:pPr>
            <a:endParaRPr lang="en-IE" sz="2200" dirty="0"/>
          </a:p>
          <a:p>
            <a:endParaRPr lang="en-IE" sz="2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B55BFC-02C8-2930-A453-52F33C785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>
                <a:solidFill>
                  <a:schemeClr val="tx1"/>
                </a:solidFill>
              </a:rPr>
              <a:pPr/>
              <a:t>21</a:t>
            </a:fld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1988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1BB45-9805-6532-8025-76F19F700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A458EC34-DE54-6A40-A1D5-3EBB2D87B2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5170" y="834849"/>
            <a:ext cx="9564529" cy="597406"/>
          </a:xfrm>
          <a:prstGeom prst="rect">
            <a:avLst/>
          </a:prstGeom>
        </p:spPr>
        <p:txBody>
          <a:bodyPr vert="horz" wrap="square" lIns="0" tIns="95121" rIns="0" bIns="0" rtlCol="0">
            <a:spAutoFit/>
          </a:bodyPr>
          <a:lstStyle/>
          <a:p>
            <a:r>
              <a:rPr lang="en-IE" sz="3600" dirty="0"/>
              <a:t>Step 4.1: Summaries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08A862-6164-0DF6-2C0C-28CE41D4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>
                <a:solidFill>
                  <a:schemeClr val="tx1"/>
                </a:solidFill>
              </a:rPr>
              <a:pPr/>
              <a:t>22</a:t>
            </a:fld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1F9BB7-593D-BC24-6A4D-D980D800372E}"/>
              </a:ext>
            </a:extLst>
          </p:cNvPr>
          <p:cNvSpPr txBox="1"/>
          <p:nvPr/>
        </p:nvSpPr>
        <p:spPr>
          <a:xfrm>
            <a:off x="735170" y="2076440"/>
            <a:ext cx="971693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COUNT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(*)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"Total players"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COUNT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age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"Total players with age value"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MIN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age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"Minimum value for age"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MAX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age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"Maximum value for age"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AVG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age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"Average value for age”</a:t>
            </a:r>
            <a:endParaRPr lang="en-IE" b="1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players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18427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FFB91-F8B4-F9A4-72C7-3B461160D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C1511521-7D5C-F7ED-4531-E9ECD9B3B2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5170" y="585550"/>
            <a:ext cx="9564529" cy="1096004"/>
          </a:xfrm>
          <a:prstGeom prst="rect">
            <a:avLst/>
          </a:prstGeom>
        </p:spPr>
        <p:txBody>
          <a:bodyPr vert="horz" wrap="square" lIns="0" tIns="95121" rIns="0" bIns="0" rtlCol="0">
            <a:spAutoFit/>
          </a:bodyPr>
          <a:lstStyle/>
          <a:p>
            <a:r>
              <a:rPr lang="en-IE" sz="3600" dirty="0"/>
              <a:t>Step 4.3: Measure central tendency and spread for financial attributes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13BDDB-3FE6-5E88-78A0-6B65FF5C0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>
                <a:solidFill>
                  <a:schemeClr val="tx1"/>
                </a:solidFill>
              </a:rPr>
              <a:pPr/>
              <a:t>23</a:t>
            </a:fld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E1E4E5-4141-C57B-5414-CB0EE39A5ECD}"/>
              </a:ext>
            </a:extLst>
          </p:cNvPr>
          <p:cNvSpPr txBox="1"/>
          <p:nvPr/>
        </p:nvSpPr>
        <p:spPr>
          <a:xfrm>
            <a:off x="546100" y="2054862"/>
            <a:ext cx="910732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400" dirty="0"/>
              <a:t>We can combine central tendency and spread values to identify patterns.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400" dirty="0"/>
              <a:t>For example, we are looking into minimum and maximum wages, the average wage, and the median wage.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400" dirty="0"/>
              <a:t>Compare mean vs median: if </a:t>
            </a:r>
            <a:r>
              <a:rPr lang="en-IE" sz="2400" b="1" dirty="0"/>
              <a:t>mean &gt; median</a:t>
            </a:r>
            <a:r>
              <a:rPr lang="en-IE" sz="2400" dirty="0"/>
              <a:t>, our data is skewed by a few top earners.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400" dirty="0"/>
              <a:t>When we look at the average result, we might think football players make a lot of money – however, this is skewed by the top earners.</a:t>
            </a:r>
          </a:p>
        </p:txBody>
      </p:sp>
    </p:spTree>
    <p:extLst>
      <p:ext uri="{BB962C8B-B14F-4D97-AF65-F5344CB8AC3E}">
        <p14:creationId xmlns:p14="http://schemas.microsoft.com/office/powerpoint/2010/main" val="32606057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F46E4-E022-17A8-883A-571EC0B0C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077484D6-27BC-0AED-D65D-403EC514A3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5170" y="834849"/>
            <a:ext cx="9564529" cy="597406"/>
          </a:xfrm>
          <a:prstGeom prst="rect">
            <a:avLst/>
          </a:prstGeom>
        </p:spPr>
        <p:txBody>
          <a:bodyPr vert="horz" wrap="square" lIns="0" tIns="95121" rIns="0" bIns="0" rtlCol="0">
            <a:spAutoFit/>
          </a:bodyPr>
          <a:lstStyle/>
          <a:p>
            <a:r>
              <a:rPr lang="en-IE" sz="3600" dirty="0"/>
              <a:t>Step 5: </a:t>
            </a:r>
            <a:r>
              <a:rPr lang="en-IE" sz="3600" dirty="0" err="1"/>
              <a:t>Relationahips</a:t>
            </a:r>
            <a:endParaRPr lang="en-IE" sz="36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FA6602-FF23-7577-9B03-B574F82F9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>
                <a:solidFill>
                  <a:schemeClr val="tx1"/>
                </a:solidFill>
              </a:rPr>
              <a:pPr/>
              <a:t>24</a:t>
            </a:fld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FB1E7D-2D86-0830-1B0B-68705075D9F4}"/>
              </a:ext>
            </a:extLst>
          </p:cNvPr>
          <p:cNvSpPr txBox="1"/>
          <p:nvPr/>
        </p:nvSpPr>
        <p:spPr>
          <a:xfrm>
            <a:off x="393700" y="1653214"/>
            <a:ext cx="990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200" dirty="0"/>
              <a:t>We now start to attempt to understand how variables interact. We might also use JOINs to check the interaction between different tables.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I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E" sz="1800" dirty="0"/>
          </a:p>
        </p:txBody>
      </p:sp>
    </p:spTree>
    <p:extLst>
      <p:ext uri="{BB962C8B-B14F-4D97-AF65-F5344CB8AC3E}">
        <p14:creationId xmlns:p14="http://schemas.microsoft.com/office/powerpoint/2010/main" val="33324187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BFDFE-B1B7-5D33-8D90-3A4300AAE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C8CB9A61-1258-6998-EB9D-5FD919CB88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5170" y="585550"/>
            <a:ext cx="9564529" cy="1096004"/>
          </a:xfrm>
          <a:prstGeom prst="rect">
            <a:avLst/>
          </a:prstGeom>
        </p:spPr>
        <p:txBody>
          <a:bodyPr vert="horz" wrap="square" lIns="0" tIns="95121" rIns="0" bIns="0" rtlCol="0">
            <a:spAutoFit/>
          </a:bodyPr>
          <a:lstStyle/>
          <a:p>
            <a:r>
              <a:rPr lang="en-IE" sz="3600" dirty="0"/>
              <a:t>Step 5.1: Overview of main attributes of all tables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D32688-D556-5F04-65D9-2BD6BACE3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>
                <a:solidFill>
                  <a:schemeClr val="tx1"/>
                </a:solidFill>
              </a:rPr>
              <a:pPr/>
              <a:t>25</a:t>
            </a:fld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42340E-AB79-31F3-8A0A-C32FBBEA613B}"/>
              </a:ext>
            </a:extLst>
          </p:cNvPr>
          <p:cNvSpPr txBox="1"/>
          <p:nvPr/>
        </p:nvSpPr>
        <p:spPr>
          <a:xfrm>
            <a:off x="709770" y="1972123"/>
            <a:ext cx="94488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200" dirty="0"/>
              <a:t>This creates a single analytical view of each player: who they are, how good they are, where they play, and how much they earn.</a:t>
            </a:r>
            <a:endParaRPr lang="en-I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E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2D544F-743B-2A27-8C89-A9F9EE838761}"/>
              </a:ext>
            </a:extLst>
          </p:cNvPr>
          <p:cNvSpPr txBox="1"/>
          <p:nvPr/>
        </p:nvSpPr>
        <p:spPr>
          <a:xfrm>
            <a:off x="1003300" y="3171825"/>
            <a:ext cx="82296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player_name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800" dirty="0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overall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800" dirty="0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potential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800" dirty="0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wage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club_name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players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JOIN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player_attributes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USING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player_id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JOIN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player_contracts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USING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player_id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JOIN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clubs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USING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club_id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48461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5A514-F72F-4FAB-3CAD-0BE322147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A4E3F48B-5A58-91BB-8CA4-5B8333F142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5170" y="834849"/>
            <a:ext cx="9564529" cy="597406"/>
          </a:xfrm>
          <a:prstGeom prst="rect">
            <a:avLst/>
          </a:prstGeom>
        </p:spPr>
        <p:txBody>
          <a:bodyPr vert="horz" wrap="square" lIns="0" tIns="95121" rIns="0" bIns="0" rtlCol="0">
            <a:spAutoFit/>
          </a:bodyPr>
          <a:lstStyle/>
          <a:p>
            <a:r>
              <a:rPr lang="en-IE" sz="3600" dirty="0"/>
              <a:t>Step 5.2: Club spend vs average rating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8324EA-79CB-0D7A-86A4-B3C75839F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>
                <a:solidFill>
                  <a:schemeClr val="tx1"/>
                </a:solidFill>
              </a:rPr>
              <a:pPr/>
              <a:t>26</a:t>
            </a:fld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244008-450B-384E-267E-22EBE1439EA1}"/>
              </a:ext>
            </a:extLst>
          </p:cNvPr>
          <p:cNvSpPr txBox="1"/>
          <p:nvPr/>
        </p:nvSpPr>
        <p:spPr>
          <a:xfrm>
            <a:off x="622300" y="1837879"/>
            <a:ext cx="94488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200" dirty="0"/>
              <a:t>We can run two joins to evaluate if the money spent by a club is in line with the overall rating.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E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F5A517-29B5-0290-2C24-EEF37632A9F4}"/>
              </a:ext>
            </a:extLst>
          </p:cNvPr>
          <p:cNvSpPr txBox="1"/>
          <p:nvPr/>
        </p:nvSpPr>
        <p:spPr>
          <a:xfrm>
            <a:off x="927100" y="2714625"/>
            <a:ext cx="834533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club_name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"Club"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COUNT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(*)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"Number of players"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SUM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(wage)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"Spent on wage"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AVG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(overall)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"Overall rate"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player_contracts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JOIN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clubs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USING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club_id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LEFT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JOIN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player_attributes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USING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player_id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GROUP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BY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club_name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ORDER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BY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DESC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NULLS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LAST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27368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5B8FE-EC4E-815A-2691-05B14E8E8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EBCC8D6D-E450-CFC5-E713-7B4446E669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5170" y="585550"/>
            <a:ext cx="9564529" cy="1096004"/>
          </a:xfrm>
          <a:prstGeom prst="rect">
            <a:avLst/>
          </a:prstGeom>
        </p:spPr>
        <p:txBody>
          <a:bodyPr vert="horz" wrap="square" lIns="0" tIns="95121" rIns="0" bIns="0" rtlCol="0">
            <a:spAutoFit/>
          </a:bodyPr>
          <a:lstStyle/>
          <a:p>
            <a:r>
              <a:rPr lang="en-IE" sz="3600" dirty="0"/>
              <a:t>Step 5.3: Players registered but without a contract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DCD46E-26B6-529B-560F-AEE36F71B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>
                <a:solidFill>
                  <a:schemeClr val="tx1"/>
                </a:solidFill>
              </a:rPr>
              <a:pPr/>
              <a:t>27</a:t>
            </a:fld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BC516C-B241-2542-0AA6-AD9A5048B48D}"/>
              </a:ext>
            </a:extLst>
          </p:cNvPr>
          <p:cNvSpPr txBox="1"/>
          <p:nvPr/>
        </p:nvSpPr>
        <p:spPr>
          <a:xfrm>
            <a:off x="622300" y="1837879"/>
            <a:ext cx="94488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200" dirty="0"/>
              <a:t>We can check if a player is registered on the database but has no contract (missing links between tables </a:t>
            </a:r>
            <a:r>
              <a:rPr lang="en-IE" sz="2200" dirty="0" err="1"/>
              <a:t>player_attributes</a:t>
            </a:r>
            <a:r>
              <a:rPr lang="en-IE" sz="2200" dirty="0"/>
              <a:t> and </a:t>
            </a:r>
            <a:r>
              <a:rPr lang="en-IE" sz="2200" dirty="0" err="1"/>
              <a:t>player_contracts</a:t>
            </a:r>
            <a:r>
              <a:rPr lang="en-IE" sz="2200" dirty="0"/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E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9E6B98-7951-DFE1-7C9F-0387D1FA146C}"/>
              </a:ext>
            </a:extLst>
          </p:cNvPr>
          <p:cNvSpPr txBox="1"/>
          <p:nvPr/>
        </p:nvSpPr>
        <p:spPr>
          <a:xfrm>
            <a:off x="927100" y="3472174"/>
            <a:ext cx="728487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player_id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player_name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pc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player_contract_id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players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JOIN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player_attributes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pa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USING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player_id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LEFT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JOIN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player_contracts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pc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USING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player_id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WHERE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pc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player_id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IS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NULL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ORDER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BY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player_name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40389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B227D-5102-DBF9-4E47-7DA02B911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EF485085-1732-D51B-7BB9-82442B9CFB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5170" y="834849"/>
            <a:ext cx="9564529" cy="597406"/>
          </a:xfrm>
          <a:prstGeom prst="rect">
            <a:avLst/>
          </a:prstGeom>
        </p:spPr>
        <p:txBody>
          <a:bodyPr vert="horz" wrap="square" lIns="0" tIns="95121" rIns="0" bIns="0" rtlCol="0">
            <a:spAutoFit/>
          </a:bodyPr>
          <a:lstStyle/>
          <a:p>
            <a:r>
              <a:rPr lang="en-IE" sz="3600" dirty="0"/>
              <a:t>Step 6: Anomalies and outliers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24A95F-10E9-4AC5-9D32-F8D93A097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>
                <a:solidFill>
                  <a:schemeClr val="tx1"/>
                </a:solidFill>
              </a:rPr>
              <a:pPr/>
              <a:t>28</a:t>
            </a:fld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D5973C-7C46-6452-C340-2E0008B089E2}"/>
              </a:ext>
            </a:extLst>
          </p:cNvPr>
          <p:cNvSpPr txBox="1"/>
          <p:nvPr/>
        </p:nvSpPr>
        <p:spPr>
          <a:xfrm>
            <a:off x="393700" y="1653214"/>
            <a:ext cx="990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200" dirty="0"/>
              <a:t>Finally, we will check if there is any weird pattern or data out of place.</a:t>
            </a:r>
            <a:endParaRPr lang="en-I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E" sz="1800" dirty="0"/>
          </a:p>
        </p:txBody>
      </p:sp>
    </p:spTree>
    <p:extLst>
      <p:ext uri="{BB962C8B-B14F-4D97-AF65-F5344CB8AC3E}">
        <p14:creationId xmlns:p14="http://schemas.microsoft.com/office/powerpoint/2010/main" val="18513327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3EAE4-A4E5-CFC2-7441-C46942BC7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AFAAF15D-5B04-D557-8897-CE698DDEAF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5170" y="834849"/>
            <a:ext cx="9564529" cy="597406"/>
          </a:xfrm>
          <a:prstGeom prst="rect">
            <a:avLst/>
          </a:prstGeom>
        </p:spPr>
        <p:txBody>
          <a:bodyPr vert="horz" wrap="square" lIns="0" tIns="95121" rIns="0" bIns="0" rtlCol="0">
            <a:spAutoFit/>
          </a:bodyPr>
          <a:lstStyle/>
          <a:p>
            <a:r>
              <a:rPr lang="en-IE" sz="3600" dirty="0"/>
              <a:t>Step 6.1: Joined date after expiring date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2F5C08-ECBC-9A32-9601-F0046A608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>
                <a:solidFill>
                  <a:schemeClr val="tx1"/>
                </a:solidFill>
              </a:rPr>
              <a:pPr/>
              <a:t>29</a:t>
            </a:fld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32446D-56A6-FD9B-0619-04D0877E081E}"/>
              </a:ext>
            </a:extLst>
          </p:cNvPr>
          <p:cNvSpPr txBox="1"/>
          <p:nvPr/>
        </p:nvSpPr>
        <p:spPr>
          <a:xfrm>
            <a:off x="393700" y="1653214"/>
            <a:ext cx="9906000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200" dirty="0"/>
              <a:t>We want to check if the joining year (joined) is greater than the expiring year of the contract (</a:t>
            </a:r>
            <a:r>
              <a:rPr lang="en-IE" sz="2200" dirty="0" err="1"/>
              <a:t>contract_valid_until</a:t>
            </a:r>
            <a:r>
              <a:rPr lang="en-IE" sz="2200" dirty="0"/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200" dirty="0"/>
              <a:t>Notice that joined is a date data type and </a:t>
            </a:r>
            <a:r>
              <a:rPr lang="en-IE" sz="2200" dirty="0" err="1"/>
              <a:t>contract_valid_until</a:t>
            </a:r>
            <a:r>
              <a:rPr lang="en-IE" sz="2200" dirty="0"/>
              <a:t> is an integer. We need to extract the year from the attribute joined.</a:t>
            </a:r>
            <a:endParaRPr lang="en-I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E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B4465C-6E67-ACAB-754B-5FC0AD3469F9}"/>
              </a:ext>
            </a:extLst>
          </p:cNvPr>
          <p:cNvSpPr txBox="1"/>
          <p:nvPr/>
        </p:nvSpPr>
        <p:spPr>
          <a:xfrm>
            <a:off x="622300" y="3687297"/>
            <a:ext cx="762634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player_id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800" dirty="0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joined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contract_valid_until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player_contracts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WHERE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contract_valid_until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IS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NOT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NULL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AND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joined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IS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NOT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NULL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--joined is a date data type, we need to extract the year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AND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EXTRACT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YEAR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joined) &gt; 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contract_valid_until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9178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8CBBD-5CF8-8C66-9F9D-4E95A52D6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B1B1B034-2D4E-4392-6DF6-DEC7135FEF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5170" y="834849"/>
            <a:ext cx="9564529" cy="597406"/>
          </a:xfrm>
          <a:prstGeom prst="rect">
            <a:avLst/>
          </a:prstGeom>
        </p:spPr>
        <p:txBody>
          <a:bodyPr vert="horz" wrap="square" lIns="0" tIns="95121" rIns="0" bIns="0" rtlCol="0">
            <a:spAutoFit/>
          </a:bodyPr>
          <a:lstStyle/>
          <a:p>
            <a:r>
              <a:rPr lang="en-IE" sz="3600" dirty="0"/>
              <a:t>Step 6.2: Unrealistic ages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DBEFE7-6F41-95F1-5C66-BF5989621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>
                <a:solidFill>
                  <a:schemeClr val="tx1"/>
                </a:solidFill>
              </a:rPr>
              <a:pPr/>
              <a:t>30</a:t>
            </a:fld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24E684-86AE-D102-70D1-74E20C2C5188}"/>
              </a:ext>
            </a:extLst>
          </p:cNvPr>
          <p:cNvSpPr txBox="1"/>
          <p:nvPr/>
        </p:nvSpPr>
        <p:spPr>
          <a:xfrm>
            <a:off x="735170" y="2145169"/>
            <a:ext cx="90678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200" dirty="0"/>
              <a:t>In the case of our database, we do not expect to find players younger than 14 years old and older than 50 years old.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200" dirty="0"/>
              <a:t>We can try to catch those outliers.</a:t>
            </a:r>
            <a:endParaRPr lang="en-I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E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69C35C-0AD7-6B68-AD0E-C9B7FD502200}"/>
              </a:ext>
            </a:extLst>
          </p:cNvPr>
          <p:cNvSpPr txBox="1"/>
          <p:nvPr/>
        </p:nvSpPr>
        <p:spPr>
          <a:xfrm>
            <a:off x="1155700" y="3765550"/>
            <a:ext cx="53467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player_id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player_name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800" dirty="0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age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players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WHERE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age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</a:t>
            </a:r>
            <a:r>
              <a:rPr lang="en-IE" sz="180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14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OR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age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&gt; </a:t>
            </a:r>
            <a:r>
              <a:rPr lang="en-IE" sz="180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50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39160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417CF-02D5-B6A5-FAB4-62266ADBC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9CF1DEC8-FA20-5618-05A7-BD72FFE1F8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5170" y="834849"/>
            <a:ext cx="9564529" cy="597406"/>
          </a:xfrm>
          <a:prstGeom prst="rect">
            <a:avLst/>
          </a:prstGeom>
        </p:spPr>
        <p:txBody>
          <a:bodyPr vert="horz" wrap="square" lIns="0" tIns="95121" rIns="0" bIns="0" rtlCol="0">
            <a:spAutoFit/>
          </a:bodyPr>
          <a:lstStyle/>
          <a:p>
            <a:r>
              <a:rPr lang="en-IE" sz="3600" dirty="0"/>
              <a:t>Step 6.3: Wage outliers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5D3241-42E2-269F-9B3C-0C90146EB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>
                <a:solidFill>
                  <a:schemeClr val="tx1"/>
                </a:solidFill>
              </a:rPr>
              <a:pPr/>
              <a:t>31</a:t>
            </a:fld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7686EF-668A-08E7-A984-86C81382C31A}"/>
              </a:ext>
            </a:extLst>
          </p:cNvPr>
          <p:cNvSpPr txBox="1"/>
          <p:nvPr/>
        </p:nvSpPr>
        <p:spPr>
          <a:xfrm>
            <a:off x="624045" y="1674310"/>
            <a:ext cx="90678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200" dirty="0"/>
              <a:t>We can try to identify which players make more money than average and how much more they make.</a:t>
            </a:r>
            <a:endParaRPr lang="en-I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E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13DDD9-8A4E-8D07-D4DB-95FA0F4441B4}"/>
              </a:ext>
            </a:extLst>
          </p:cNvPr>
          <p:cNvSpPr txBox="1"/>
          <p:nvPr/>
        </p:nvSpPr>
        <p:spPr>
          <a:xfrm>
            <a:off x="747870" y="2779908"/>
            <a:ext cx="956452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p.player_name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c.club_name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pc.wage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pa.overall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80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--we use a subquery because </a:t>
            </a:r>
            <a:r>
              <a:rPr lang="en-IE" sz="1800" dirty="0" err="1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avg</a:t>
            </a:r>
            <a:r>
              <a:rPr lang="en-IE" sz="180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() expects a group by at the end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ROUND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pc.wage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/ (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AVG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(wage)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player_contracts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WHERE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wage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IS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NOT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), </a:t>
            </a:r>
            <a:r>
              <a:rPr lang="en-IE" sz="180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"Times above the average"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player_contracts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pc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JOIN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players p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USING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player_id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LEFT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JOIN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player_attributes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pa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USING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player_id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LEFT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JOIN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clubs c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USING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club_id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WHERE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pc.wage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IS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NOT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NULL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ORDER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BY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pc.wage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DESC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LIMIT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448569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TU D SoC">
      <a:dk1>
        <a:sysClr val="windowText" lastClr="000000"/>
      </a:dk1>
      <a:lt1>
        <a:srgbClr val="FAFBFD"/>
      </a:lt1>
      <a:dk2>
        <a:srgbClr val="004C6C"/>
      </a:dk2>
      <a:lt2>
        <a:srgbClr val="FAFBFD"/>
      </a:lt2>
      <a:accent1>
        <a:srgbClr val="00A9B7"/>
      </a:accent1>
      <a:accent2>
        <a:srgbClr val="EB5793"/>
      </a:accent2>
      <a:accent3>
        <a:srgbClr val="B60057"/>
      </a:accent3>
      <a:accent4>
        <a:srgbClr val="CFC600"/>
      </a:accent4>
      <a:accent5>
        <a:srgbClr val="F49D6C"/>
      </a:accent5>
      <a:accent6>
        <a:srgbClr val="E94A41"/>
      </a:accent6>
      <a:hlink>
        <a:srgbClr val="6359A6"/>
      </a:hlink>
      <a:folHlink>
        <a:srgbClr val="837EBA"/>
      </a:folHlink>
    </a:clrScheme>
    <a:fontScheme name="Custom 3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ssibleTemplate.pptx" id="{1030AF13-11A2-4D30-B9C0-58BDD3310C62}" vid="{869673E2-E34F-41F3-930E-D246E221063D}"/>
    </a:ext>
  </a:extLst>
</a:theme>
</file>

<file path=ppt/theme/theme2.xml><?xml version="1.0" encoding="utf-8"?>
<a:theme xmlns:a="http://schemas.openxmlformats.org/drawingml/2006/main" name="TU Dublin">
  <a:themeElements>
    <a:clrScheme name="TU Dublin Presentation0000oo">
      <a:dk1>
        <a:srgbClr val="004C6C"/>
      </a:dk1>
      <a:lt1>
        <a:srgbClr val="FFFFFF"/>
      </a:lt1>
      <a:dk2>
        <a:srgbClr val="452A64"/>
      </a:dk2>
      <a:lt2>
        <a:srgbClr val="EEECE1"/>
      </a:lt2>
      <a:accent1>
        <a:srgbClr val="004C6C"/>
      </a:accent1>
      <a:accent2>
        <a:srgbClr val="B60057"/>
      </a:accent2>
      <a:accent3>
        <a:srgbClr val="CFC600"/>
      </a:accent3>
      <a:accent4>
        <a:srgbClr val="837EBA"/>
      </a:accent4>
      <a:accent5>
        <a:srgbClr val="2856A3"/>
      </a:accent5>
      <a:accent6>
        <a:srgbClr val="F0823C"/>
      </a:accent6>
      <a:hlink>
        <a:srgbClr val="00A9B7"/>
      </a:hlink>
      <a:folHlink>
        <a:srgbClr val="CE122C"/>
      </a:folHlink>
    </a:clrScheme>
    <a:fontScheme name="TUDublin">
      <a:majorFont>
        <a:latin typeface="Prophet"/>
        <a:ea typeface=""/>
        <a:cs typeface=""/>
      </a:majorFont>
      <a:minorFont>
        <a:latin typeface="Visue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U Dublin blue" id="{6D57FD24-6AFF-7F41-B61B-15129C67D53B}" vid="{5494679D-FC2E-284F-BAB5-6633A551CA7A}"/>
    </a:ext>
  </a:extLst>
</a:theme>
</file>

<file path=ppt/theme/theme3.xml><?xml version="1.0" encoding="utf-8"?>
<a:theme xmlns:a="http://schemas.openxmlformats.org/drawingml/2006/main" name="Custom Design">
  <a:themeElements>
    <a:clrScheme name="TU Dublin Presentation0000oo">
      <a:dk1>
        <a:srgbClr val="004C6C"/>
      </a:dk1>
      <a:lt1>
        <a:srgbClr val="FFFFFF"/>
      </a:lt1>
      <a:dk2>
        <a:srgbClr val="452A64"/>
      </a:dk2>
      <a:lt2>
        <a:srgbClr val="EEECE1"/>
      </a:lt2>
      <a:accent1>
        <a:srgbClr val="004C6C"/>
      </a:accent1>
      <a:accent2>
        <a:srgbClr val="B60057"/>
      </a:accent2>
      <a:accent3>
        <a:srgbClr val="CFC600"/>
      </a:accent3>
      <a:accent4>
        <a:srgbClr val="837EBA"/>
      </a:accent4>
      <a:accent5>
        <a:srgbClr val="2856A3"/>
      </a:accent5>
      <a:accent6>
        <a:srgbClr val="F0823C"/>
      </a:accent6>
      <a:hlink>
        <a:srgbClr val="00A9B7"/>
      </a:hlink>
      <a:folHlink>
        <a:srgbClr val="CE122C"/>
      </a:folHlink>
    </a:clrScheme>
    <a:fontScheme name="TUDublin">
      <a:majorFont>
        <a:latin typeface="Prophet"/>
        <a:ea typeface=""/>
        <a:cs typeface=""/>
      </a:majorFont>
      <a:minorFont>
        <a:latin typeface="Visue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66317cb-e948-4e5f-8cec-dabc8e2fd5da}" enabled="0" method="" siteId="{766317cb-e948-4e5f-8cec-dabc8e2fd5d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1631</TotalTime>
  <Words>2101</Words>
  <Application>Microsoft Macintosh PowerPoint</Application>
  <PresentationFormat>Custom</PresentationFormat>
  <Paragraphs>234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Prophet</vt:lpstr>
      <vt:lpstr>Visuelt</vt:lpstr>
      <vt:lpstr>Arial</vt:lpstr>
      <vt:lpstr>Calibri</vt:lpstr>
      <vt:lpstr>Helvetica</vt:lpstr>
      <vt:lpstr>Menlo</vt:lpstr>
      <vt:lpstr>1_Office Theme</vt:lpstr>
      <vt:lpstr>TU Dublin</vt:lpstr>
      <vt:lpstr>Custom Design</vt:lpstr>
      <vt:lpstr>Exploratory Data Analysis  Dr Mariana Rocha School of Computer Science</vt:lpstr>
      <vt:lpstr>Learning Objectives</vt:lpstr>
      <vt:lpstr>Exploratory Data Analysis (EDA)</vt:lpstr>
      <vt:lpstr>EDA Steps</vt:lpstr>
      <vt:lpstr>EDA - Football</vt:lpstr>
      <vt:lpstr>Step 1: Understand the structure (tables, relationships, metadata)</vt:lpstr>
      <vt:lpstr>Step 1.1: Gather tables names</vt:lpstr>
      <vt:lpstr>Step 1.2: Identify columns, data types and nullability</vt:lpstr>
      <vt:lpstr>Step 1.3: Identify the tables’ constraints</vt:lpstr>
      <vt:lpstr>Step 2: Preview the data (sample rows, counts)</vt:lpstr>
      <vt:lpstr>Step 2.1: Cross-table coverage</vt:lpstr>
      <vt:lpstr>Step 2.2: Preview data – first 10 rows</vt:lpstr>
      <vt:lpstr>Step 2.3: Preview specific conditions</vt:lpstr>
      <vt:lpstr>Step 2.4: Preview maximum and minimum values</vt:lpstr>
      <vt:lpstr>Step 2.5: How big are the clubs?</vt:lpstr>
      <vt:lpstr>Step 3: Data quality checks</vt:lpstr>
      <vt:lpstr>Step 3.1: Null profiling</vt:lpstr>
      <vt:lpstr>Step 3.2: Duplicates</vt:lpstr>
      <vt:lpstr>Step 3.3: Orphan references</vt:lpstr>
      <vt:lpstr>Step 4: Descriptive statistics</vt:lpstr>
      <vt:lpstr>Step 4.1: Summaries</vt:lpstr>
      <vt:lpstr>Step 4.1: Summaries</vt:lpstr>
      <vt:lpstr>Step 4.3: Measure central tendency and spread for financial attributes</vt:lpstr>
      <vt:lpstr>Step 5: Relationahips</vt:lpstr>
      <vt:lpstr>Step 5.1: Overview of main attributes of all tables</vt:lpstr>
      <vt:lpstr>Step 5.2: Club spend vs average rating</vt:lpstr>
      <vt:lpstr>Step 5.3: Players registered but without a contract</vt:lpstr>
      <vt:lpstr>Step 6: Anomalies and outliers</vt:lpstr>
      <vt:lpstr>Step 6.1: Joined date after expiring date</vt:lpstr>
      <vt:lpstr>Step 6.2: Unrealistic ages</vt:lpstr>
      <vt:lpstr>Step 6.3: Wage outliers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 Relational Databases and SQL</dc:title>
  <cp:lastModifiedBy>Mariana Rocha</cp:lastModifiedBy>
  <cp:revision>46</cp:revision>
  <dcterms:created xsi:type="dcterms:W3CDTF">2023-09-08T07:22:53Z</dcterms:created>
  <dcterms:modified xsi:type="dcterms:W3CDTF">2025-11-10T13:32:09Z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2022-09-06T00:00:00Z</vt:filetime>
  </property>
  <property fmtid="{D5CDD505-2E9C-101B-9397-08002B2CF9AE}" pid="3" name="Creator">
    <vt:lpwstr>Acrobat PDFMaker 15 for PowerPoint</vt:lpwstr>
  </property>
  <property fmtid="{D5CDD505-2E9C-101B-9397-08002B2CF9AE}" pid="4" name="LastSaved">
    <vt:filetime>2023-09-08T00:00:00Z</vt:filetime>
  </property>
  <property fmtid="{D5CDD505-2E9C-101B-9397-08002B2CF9AE}" pid="5" name="Producer">
    <vt:lpwstr>macOS Version 11.5.2 (Build 20G95) Quartz PDFContext</vt:lpwstr>
  </property>
</Properties>
</file>