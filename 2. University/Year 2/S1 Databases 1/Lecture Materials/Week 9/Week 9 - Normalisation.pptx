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328" r:id="rId2"/>
    <p:sldId id="257" r:id="rId3"/>
    <p:sldId id="258" r:id="rId4"/>
    <p:sldId id="259" r:id="rId5"/>
    <p:sldId id="260" r:id="rId6"/>
    <p:sldId id="360" r:id="rId7"/>
    <p:sldId id="361" r:id="rId8"/>
    <p:sldId id="362" r:id="rId9"/>
    <p:sldId id="264" r:id="rId10"/>
    <p:sldId id="363" r:id="rId11"/>
    <p:sldId id="364" r:id="rId12"/>
    <p:sldId id="270" r:id="rId13"/>
    <p:sldId id="271" r:id="rId14"/>
    <p:sldId id="272" r:id="rId15"/>
    <p:sldId id="274" r:id="rId16"/>
    <p:sldId id="276" r:id="rId17"/>
    <p:sldId id="277" r:id="rId18"/>
    <p:sldId id="278" r:id="rId19"/>
    <p:sldId id="341" r:id="rId20"/>
    <p:sldId id="365" r:id="rId21"/>
    <p:sldId id="279" r:id="rId22"/>
    <p:sldId id="352" r:id="rId23"/>
    <p:sldId id="366" r:id="rId24"/>
    <p:sldId id="280" r:id="rId25"/>
    <p:sldId id="367" r:id="rId26"/>
    <p:sldId id="369" r:id="rId27"/>
    <p:sldId id="370" r:id="rId28"/>
    <p:sldId id="371" r:id="rId29"/>
    <p:sldId id="372" r:id="rId30"/>
    <p:sldId id="373" r:id="rId31"/>
    <p:sldId id="374" r:id="rId32"/>
    <p:sldId id="348" r:id="rId33"/>
    <p:sldId id="287" r:id="rId34"/>
    <p:sldId id="289" r:id="rId35"/>
    <p:sldId id="290" r:id="rId36"/>
    <p:sldId id="291" r:id="rId37"/>
    <p:sldId id="292" r:id="rId38"/>
    <p:sldId id="293" r:id="rId39"/>
    <p:sldId id="299" r:id="rId40"/>
  </p:sldIdLst>
  <p:sldSz cx="10075863"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0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819C7C-C836-4C48-86A8-E98B3D79C072}" v="53" dt="2025-11-03T10:52:22.6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6"/>
    <p:restoredTop sz="96197"/>
  </p:normalViewPr>
  <p:slideViewPr>
    <p:cSldViewPr>
      <p:cViewPr varScale="1">
        <p:scale>
          <a:sx n="107" d="100"/>
          <a:sy n="107" d="100"/>
        </p:scale>
        <p:origin x="928" y="176"/>
      </p:cViewPr>
      <p:guideLst>
        <p:guide orient="horz" pos="2880"/>
        <p:guide pos="20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modMainMaster">
      <pc:chgData name="Mariana Rocha" userId="0a3173bd-d0ed-4c32-8e4c-b90c820606c5" providerId="ADAL" clId="{DCC3A51D-31E8-5BC6-970B-354B54D5302A}" dt="2025-11-03T10:52:57.022" v="1839" actId="20577"/>
      <pc:docMkLst>
        <pc:docMk/>
      </pc:docMkLst>
      <pc:sldChg chg="delSp modSp del mod">
        <pc:chgData name="Mariana Rocha" userId="0a3173bd-d0ed-4c32-8e4c-b90c820606c5" providerId="ADAL" clId="{DCC3A51D-31E8-5BC6-970B-354B54D5302A}" dt="2025-11-03T09:10:50.188" v="4" actId="2696"/>
        <pc:sldMkLst>
          <pc:docMk/>
          <pc:sldMk cId="0" sldId="256"/>
        </pc:sldMkLst>
        <pc:spChg chg="del mod">
          <ac:chgData name="Mariana Rocha" userId="0a3173bd-d0ed-4c32-8e4c-b90c820606c5" providerId="ADAL" clId="{DCC3A51D-31E8-5BC6-970B-354B54D5302A}" dt="2025-11-03T09:10:30.684" v="2" actId="478"/>
          <ac:spMkLst>
            <pc:docMk/>
            <pc:sldMk cId="0" sldId="256"/>
            <ac:spMk id="7" creationId="{FAFE42DD-B4D9-F8F4-371F-3A28E59AF376}"/>
          </ac:spMkLst>
        </pc:spChg>
        <pc:spChg chg="mod">
          <ac:chgData name="Mariana Rocha" userId="0a3173bd-d0ed-4c32-8e4c-b90c820606c5" providerId="ADAL" clId="{DCC3A51D-31E8-5BC6-970B-354B54D5302A}" dt="2025-11-03T09:10:25.493" v="1"/>
          <ac:spMkLst>
            <pc:docMk/>
            <pc:sldMk cId="0" sldId="256"/>
            <ac:spMk id="9" creationId="{5B5EC6EE-BF6F-DD16-24AA-7BC96F5ADB88}"/>
          </ac:spMkLst>
        </pc:spChg>
        <pc:picChg chg="mod">
          <ac:chgData name="Mariana Rocha" userId="0a3173bd-d0ed-4c32-8e4c-b90c820606c5" providerId="ADAL" clId="{DCC3A51D-31E8-5BC6-970B-354B54D5302A}" dt="2025-11-03T09:10:25.493" v="1"/>
          <ac:picMkLst>
            <pc:docMk/>
            <pc:sldMk cId="0" sldId="256"/>
            <ac:picMk id="4" creationId="{00000000-0000-0000-0000-000000000000}"/>
          </ac:picMkLst>
        </pc:picChg>
      </pc:sldChg>
      <pc:sldChg chg="addSp delSp modSp mod">
        <pc:chgData name="Mariana Rocha" userId="0a3173bd-d0ed-4c32-8e4c-b90c820606c5" providerId="ADAL" clId="{DCC3A51D-31E8-5BC6-970B-354B54D5302A}" dt="2025-11-03T09:12:52.202" v="71" actId="1076"/>
        <pc:sldMkLst>
          <pc:docMk/>
          <pc:sldMk cId="0" sldId="257"/>
        </pc:sldMkLst>
        <pc:spChg chg="add mod">
          <ac:chgData name="Mariana Rocha" userId="0a3173bd-d0ed-4c32-8e4c-b90c820606c5" providerId="ADAL" clId="{DCC3A51D-31E8-5BC6-970B-354B54D5302A}" dt="2025-11-03T09:12:00.883" v="55" actId="20577"/>
          <ac:spMkLst>
            <pc:docMk/>
            <pc:sldMk cId="0" sldId="257"/>
            <ac:spMk id="2" creationId="{E2654D7B-509A-4CA1-C31C-458CF917816E}"/>
          </ac:spMkLst>
        </pc:spChg>
        <pc:spChg chg="mod">
          <ac:chgData name="Mariana Rocha" userId="0a3173bd-d0ed-4c32-8e4c-b90c820606c5" providerId="ADAL" clId="{DCC3A51D-31E8-5BC6-970B-354B54D5302A}" dt="2025-11-03T09:12:18.637" v="59" actId="255"/>
          <ac:spMkLst>
            <pc:docMk/>
            <pc:sldMk cId="0" sldId="257"/>
            <ac:spMk id="11" creationId="{00000000-0000-0000-0000-000000000000}"/>
          </ac:spMkLst>
        </pc:spChg>
        <pc:spChg chg="mod">
          <ac:chgData name="Mariana Rocha" userId="0a3173bd-d0ed-4c32-8e4c-b90c820606c5" providerId="ADAL" clId="{DCC3A51D-31E8-5BC6-970B-354B54D5302A}" dt="2025-11-03T09:12:18.637" v="59" actId="255"/>
          <ac:spMkLst>
            <pc:docMk/>
            <pc:sldMk cId="0" sldId="257"/>
            <ac:spMk id="12" creationId="{00000000-0000-0000-0000-000000000000}"/>
          </ac:spMkLst>
        </pc:spChg>
        <pc:spChg chg="mod">
          <ac:chgData name="Mariana Rocha" userId="0a3173bd-d0ed-4c32-8e4c-b90c820606c5" providerId="ADAL" clId="{DCC3A51D-31E8-5BC6-970B-354B54D5302A}" dt="2025-11-03T09:12:18.637" v="59" actId="255"/>
          <ac:spMkLst>
            <pc:docMk/>
            <pc:sldMk cId="0" sldId="257"/>
            <ac:spMk id="17" creationId="{00000000-0000-0000-0000-000000000000}"/>
          </ac:spMkLst>
        </pc:spChg>
        <pc:spChg chg="mod">
          <ac:chgData name="Mariana Rocha" userId="0a3173bd-d0ed-4c32-8e4c-b90c820606c5" providerId="ADAL" clId="{DCC3A51D-31E8-5BC6-970B-354B54D5302A}" dt="2025-11-03T09:12:18.637" v="59" actId="255"/>
          <ac:spMkLst>
            <pc:docMk/>
            <pc:sldMk cId="0" sldId="257"/>
            <ac:spMk id="18" creationId="{00000000-0000-0000-0000-000000000000}"/>
          </ac:spMkLst>
        </pc:spChg>
        <pc:spChg chg="mod">
          <ac:chgData name="Mariana Rocha" userId="0a3173bd-d0ed-4c32-8e4c-b90c820606c5" providerId="ADAL" clId="{DCC3A51D-31E8-5BC6-970B-354B54D5302A}" dt="2025-11-03T09:12:18.637" v="59" actId="255"/>
          <ac:spMkLst>
            <pc:docMk/>
            <pc:sldMk cId="0" sldId="257"/>
            <ac:spMk id="32" creationId="{00000000-0000-0000-0000-000000000000}"/>
          </ac:spMkLst>
        </pc:spChg>
        <pc:spChg chg="mod">
          <ac:chgData name="Mariana Rocha" userId="0a3173bd-d0ed-4c32-8e4c-b90c820606c5" providerId="ADAL" clId="{DCC3A51D-31E8-5BC6-970B-354B54D5302A}" dt="2025-11-03T09:12:18.637" v="59" actId="255"/>
          <ac:spMkLst>
            <pc:docMk/>
            <pc:sldMk cId="0" sldId="257"/>
            <ac:spMk id="33" creationId="{00000000-0000-0000-0000-000000000000}"/>
          </ac:spMkLst>
        </pc:spChg>
        <pc:spChg chg="mod">
          <ac:chgData name="Mariana Rocha" userId="0a3173bd-d0ed-4c32-8e4c-b90c820606c5" providerId="ADAL" clId="{DCC3A51D-31E8-5BC6-970B-354B54D5302A}" dt="2025-11-03T09:12:18.637" v="59" actId="255"/>
          <ac:spMkLst>
            <pc:docMk/>
            <pc:sldMk cId="0" sldId="257"/>
            <ac:spMk id="41" creationId="{00000000-0000-0000-0000-000000000000}"/>
          </ac:spMkLst>
        </pc:spChg>
        <pc:spChg chg="mod">
          <ac:chgData name="Mariana Rocha" userId="0a3173bd-d0ed-4c32-8e4c-b90c820606c5" providerId="ADAL" clId="{DCC3A51D-31E8-5BC6-970B-354B54D5302A}" dt="2025-11-03T09:12:18.637" v="59" actId="255"/>
          <ac:spMkLst>
            <pc:docMk/>
            <pc:sldMk cId="0" sldId="257"/>
            <ac:spMk id="53" creationId="{00000000-0000-0000-0000-000000000000}"/>
          </ac:spMkLst>
        </pc:spChg>
        <pc:spChg chg="mod">
          <ac:chgData name="Mariana Rocha" userId="0a3173bd-d0ed-4c32-8e4c-b90c820606c5" providerId="ADAL" clId="{DCC3A51D-31E8-5BC6-970B-354B54D5302A}" dt="2025-11-03T09:12:18.637" v="59" actId="255"/>
          <ac:spMkLst>
            <pc:docMk/>
            <pc:sldMk cId="0" sldId="257"/>
            <ac:spMk id="56" creationId="{00000000-0000-0000-0000-000000000000}"/>
          </ac:spMkLst>
        </pc:spChg>
        <pc:spChg chg="add del mod">
          <ac:chgData name="Mariana Rocha" userId="0a3173bd-d0ed-4c32-8e4c-b90c820606c5" providerId="ADAL" clId="{DCC3A51D-31E8-5BC6-970B-354B54D5302A}" dt="2025-11-03T09:11:50.330" v="44" actId="478"/>
          <ac:spMkLst>
            <pc:docMk/>
            <pc:sldMk cId="0" sldId="257"/>
            <ac:spMk id="65" creationId="{D59595AB-A235-54E7-62E3-4CC9629242AF}"/>
          </ac:spMkLst>
        </pc:spChg>
        <pc:spChg chg="mod">
          <ac:chgData name="Mariana Rocha" userId="0a3173bd-d0ed-4c32-8e4c-b90c820606c5" providerId="ADAL" clId="{DCC3A51D-31E8-5BC6-970B-354B54D5302A}" dt="2025-11-03T09:12:52.202" v="71" actId="1076"/>
          <ac:spMkLst>
            <pc:docMk/>
            <pc:sldMk cId="0" sldId="257"/>
            <ac:spMk id="67" creationId="{EE7AA8EC-9008-D3D9-6B86-52CDF0F1380B}"/>
          </ac:spMkLst>
        </pc:spChg>
        <pc:spChg chg="mod">
          <ac:chgData name="Mariana Rocha" userId="0a3173bd-d0ed-4c32-8e4c-b90c820606c5" providerId="ADAL" clId="{DCC3A51D-31E8-5BC6-970B-354B54D5302A}" dt="2025-11-03T09:12:23.769" v="62" actId="20577"/>
          <ac:spMkLst>
            <pc:docMk/>
            <pc:sldMk cId="0" sldId="257"/>
            <ac:spMk id="69" creationId="{06C175AF-0484-2C78-A6D2-A685F425D46C}"/>
          </ac:spMkLst>
        </pc:spChg>
        <pc:spChg chg="mod">
          <ac:chgData name="Mariana Rocha" userId="0a3173bd-d0ed-4c32-8e4c-b90c820606c5" providerId="ADAL" clId="{DCC3A51D-31E8-5BC6-970B-354B54D5302A}" dt="2025-11-03T09:12:36.588" v="66" actId="1076"/>
          <ac:spMkLst>
            <pc:docMk/>
            <pc:sldMk cId="0" sldId="257"/>
            <ac:spMk id="70" creationId="{3EE2D8BE-BDA6-FD07-4D4F-EF6A41A260DB}"/>
          </ac:spMkLst>
        </pc:spChg>
        <pc:spChg chg="mod">
          <ac:chgData name="Mariana Rocha" userId="0a3173bd-d0ed-4c32-8e4c-b90c820606c5" providerId="ADAL" clId="{DCC3A51D-31E8-5BC6-970B-354B54D5302A}" dt="2025-11-03T09:12:29.825" v="64" actId="1076"/>
          <ac:spMkLst>
            <pc:docMk/>
            <pc:sldMk cId="0" sldId="257"/>
            <ac:spMk id="71" creationId="{4691571E-937E-DD73-13BB-F6BAFADA82CD}"/>
          </ac:spMkLst>
        </pc:spChg>
        <pc:spChg chg="mod">
          <ac:chgData name="Mariana Rocha" userId="0a3173bd-d0ed-4c32-8e4c-b90c820606c5" providerId="ADAL" clId="{DCC3A51D-31E8-5BC6-970B-354B54D5302A}" dt="2025-11-03T09:12:41.911" v="68" actId="1076"/>
          <ac:spMkLst>
            <pc:docMk/>
            <pc:sldMk cId="0" sldId="257"/>
            <ac:spMk id="72" creationId="{80F804E9-D276-2E42-F136-40D016023E93}"/>
          </ac:spMkLst>
        </pc:spChg>
      </pc:sldChg>
      <pc:sldChg chg="addSp delSp modSp mod">
        <pc:chgData name="Mariana Rocha" userId="0a3173bd-d0ed-4c32-8e4c-b90c820606c5" providerId="ADAL" clId="{DCC3A51D-31E8-5BC6-970B-354B54D5302A}" dt="2025-11-03T09:14:04.307" v="139" actId="20577"/>
        <pc:sldMkLst>
          <pc:docMk/>
          <pc:sldMk cId="0" sldId="258"/>
        </pc:sldMkLst>
        <pc:spChg chg="add mod">
          <ac:chgData name="Mariana Rocha" userId="0a3173bd-d0ed-4c32-8e4c-b90c820606c5" providerId="ADAL" clId="{DCC3A51D-31E8-5BC6-970B-354B54D5302A}" dt="2025-11-03T09:14:01.808" v="138" actId="1076"/>
          <ac:spMkLst>
            <pc:docMk/>
            <pc:sldMk cId="0" sldId="258"/>
            <ac:spMk id="2" creationId="{B7420E2F-5600-73BC-03D8-38C3BF39AC22}"/>
          </ac:spMkLst>
        </pc:spChg>
        <pc:spChg chg="del mod">
          <ac:chgData name="Mariana Rocha" userId="0a3173bd-d0ed-4c32-8e4c-b90c820606c5" providerId="ADAL" clId="{DCC3A51D-31E8-5BC6-970B-354B54D5302A}" dt="2025-11-03T09:13:01.195" v="72" actId="478"/>
          <ac:spMkLst>
            <pc:docMk/>
            <pc:sldMk cId="0" sldId="258"/>
            <ac:spMk id="6" creationId="{3AEA05A8-2D2F-4C12-204A-A888D80E068F}"/>
          </ac:spMkLst>
        </pc:spChg>
        <pc:spChg chg="mod">
          <ac:chgData name="Mariana Rocha" userId="0a3173bd-d0ed-4c32-8e4c-b90c820606c5" providerId="ADAL" clId="{DCC3A51D-31E8-5BC6-970B-354B54D5302A}" dt="2025-11-03T09:14:04.307" v="139" actId="20577"/>
          <ac:spMkLst>
            <pc:docMk/>
            <pc:sldMk cId="0" sldId="258"/>
            <ac:spMk id="8" creationId="{15BC683B-EE88-4BF2-4461-CF99B356C238}"/>
          </ac:spMkLst>
        </pc:spChg>
      </pc:sldChg>
      <pc:sldChg chg="addSp delSp modSp mod">
        <pc:chgData name="Mariana Rocha" userId="0a3173bd-d0ed-4c32-8e4c-b90c820606c5" providerId="ADAL" clId="{DCC3A51D-31E8-5BC6-970B-354B54D5302A}" dt="2025-11-03T09:18:12.043" v="195" actId="1076"/>
        <pc:sldMkLst>
          <pc:docMk/>
          <pc:sldMk cId="0" sldId="259"/>
        </pc:sldMkLst>
        <pc:spChg chg="add mod">
          <ac:chgData name="Mariana Rocha" userId="0a3173bd-d0ed-4c32-8e4c-b90c820606c5" providerId="ADAL" clId="{DCC3A51D-31E8-5BC6-970B-354B54D5302A}" dt="2025-11-03T09:17:54.291" v="184" actId="20577"/>
          <ac:spMkLst>
            <pc:docMk/>
            <pc:sldMk cId="0" sldId="259"/>
            <ac:spMk id="2" creationId="{B6E398B8-EE46-4805-580A-67B5E0F2874B}"/>
          </ac:spMkLst>
        </pc:spChg>
        <pc:spChg chg="del mod">
          <ac:chgData name="Mariana Rocha" userId="0a3173bd-d0ed-4c32-8e4c-b90c820606c5" providerId="ADAL" clId="{DCC3A51D-31E8-5BC6-970B-354B54D5302A}" dt="2025-11-03T09:17:44.364" v="140" actId="478"/>
          <ac:spMkLst>
            <pc:docMk/>
            <pc:sldMk cId="0" sldId="259"/>
            <ac:spMk id="7" creationId="{EB9EFDF1-99BF-D48A-E7A0-82A3931CFBE8}"/>
          </ac:spMkLst>
        </pc:spChg>
        <pc:spChg chg="mod">
          <ac:chgData name="Mariana Rocha" userId="0a3173bd-d0ed-4c32-8e4c-b90c820606c5" providerId="ADAL" clId="{DCC3A51D-31E8-5BC6-970B-354B54D5302A}" dt="2025-11-03T09:18:12.043" v="195" actId="1076"/>
          <ac:spMkLst>
            <pc:docMk/>
            <pc:sldMk cId="0" sldId="259"/>
            <ac:spMk id="9" creationId="{3EE46392-4D9B-DDA9-67B0-1CD78D96E2A7}"/>
          </ac:spMkLst>
        </pc:spChg>
      </pc:sldChg>
      <pc:sldChg chg="addSp delSp modSp mod">
        <pc:chgData name="Mariana Rocha" userId="0a3173bd-d0ed-4c32-8e4c-b90c820606c5" providerId="ADAL" clId="{DCC3A51D-31E8-5BC6-970B-354B54D5302A}" dt="2025-11-03T09:18:34.317" v="213" actId="255"/>
        <pc:sldMkLst>
          <pc:docMk/>
          <pc:sldMk cId="0" sldId="260"/>
        </pc:sldMkLst>
        <pc:spChg chg="add mod">
          <ac:chgData name="Mariana Rocha" userId="0a3173bd-d0ed-4c32-8e4c-b90c820606c5" providerId="ADAL" clId="{DCC3A51D-31E8-5BC6-970B-354B54D5302A}" dt="2025-11-03T09:18:24.651" v="211" actId="20577"/>
          <ac:spMkLst>
            <pc:docMk/>
            <pc:sldMk cId="0" sldId="260"/>
            <ac:spMk id="2" creationId="{2215CD55-10A8-0414-C272-2D84C22D5953}"/>
          </ac:spMkLst>
        </pc:spChg>
        <pc:spChg chg="del mod">
          <ac:chgData name="Mariana Rocha" userId="0a3173bd-d0ed-4c32-8e4c-b90c820606c5" providerId="ADAL" clId="{DCC3A51D-31E8-5BC6-970B-354B54D5302A}" dt="2025-11-03T09:18:18.583" v="196" actId="478"/>
          <ac:spMkLst>
            <pc:docMk/>
            <pc:sldMk cId="0" sldId="260"/>
            <ac:spMk id="8" creationId="{6600057A-B432-D44B-0458-DC48B4A6B8E7}"/>
          </ac:spMkLst>
        </pc:spChg>
        <pc:spChg chg="mod">
          <ac:chgData name="Mariana Rocha" userId="0a3173bd-d0ed-4c32-8e4c-b90c820606c5" providerId="ADAL" clId="{DCC3A51D-31E8-5BC6-970B-354B54D5302A}" dt="2025-11-03T09:18:34.317" v="213" actId="255"/>
          <ac:spMkLst>
            <pc:docMk/>
            <pc:sldMk cId="0" sldId="260"/>
            <ac:spMk id="10" creationId="{214BB5C2-BD7F-1E27-617F-4CFA9DA8B1A6}"/>
          </ac:spMkLst>
        </pc:spChg>
        <pc:picChg chg="mod">
          <ac:chgData name="Mariana Rocha" userId="0a3173bd-d0ed-4c32-8e4c-b90c820606c5" providerId="ADAL" clId="{DCC3A51D-31E8-5BC6-970B-354B54D5302A}" dt="2025-11-03T09:10:25.493" v="1"/>
          <ac:picMkLst>
            <pc:docMk/>
            <pc:sldMk cId="0" sldId="260"/>
            <ac:picMk id="4" creationId="{00000000-0000-0000-0000-000000000000}"/>
          </ac:picMkLst>
        </pc:picChg>
      </pc:sldChg>
      <pc:sldChg chg="modSp del">
        <pc:chgData name="Mariana Rocha" userId="0a3173bd-d0ed-4c32-8e4c-b90c820606c5" providerId="ADAL" clId="{DCC3A51D-31E8-5BC6-970B-354B54D5302A}" dt="2025-11-03T09:20:03.110" v="262" actId="2696"/>
        <pc:sldMkLst>
          <pc:docMk/>
          <pc:sldMk cId="0" sldId="261"/>
        </pc:sldMkLst>
        <pc:spChg chg="mod">
          <ac:chgData name="Mariana Rocha" userId="0a3173bd-d0ed-4c32-8e4c-b90c820606c5" providerId="ADAL" clId="{DCC3A51D-31E8-5BC6-970B-354B54D5302A}" dt="2025-11-03T09:10:25.493" v="1"/>
          <ac:spMkLst>
            <pc:docMk/>
            <pc:sldMk cId="0" sldId="261"/>
            <ac:spMk id="6" creationId="{6CA75613-0C8A-9148-6A4E-4018B80CE21B}"/>
          </ac:spMkLst>
        </pc:spChg>
        <pc:spChg chg="mod">
          <ac:chgData name="Mariana Rocha" userId="0a3173bd-d0ed-4c32-8e4c-b90c820606c5" providerId="ADAL" clId="{DCC3A51D-31E8-5BC6-970B-354B54D5302A}" dt="2025-11-03T09:10:25.493" v="1"/>
          <ac:spMkLst>
            <pc:docMk/>
            <pc:sldMk cId="0" sldId="261"/>
            <ac:spMk id="8" creationId="{A0490167-0A4E-DB4D-6068-0EF2E43859B2}"/>
          </ac:spMkLst>
        </pc:spChg>
      </pc:sldChg>
      <pc:sldChg chg="modSp del">
        <pc:chgData name="Mariana Rocha" userId="0a3173bd-d0ed-4c32-8e4c-b90c820606c5" providerId="ADAL" clId="{DCC3A51D-31E8-5BC6-970B-354B54D5302A}" dt="2025-11-03T09:20:57.046" v="303" actId="2696"/>
        <pc:sldMkLst>
          <pc:docMk/>
          <pc:sldMk cId="0" sldId="262"/>
        </pc:sldMkLst>
        <pc:spChg chg="mod">
          <ac:chgData name="Mariana Rocha" userId="0a3173bd-d0ed-4c32-8e4c-b90c820606c5" providerId="ADAL" clId="{DCC3A51D-31E8-5BC6-970B-354B54D5302A}" dt="2025-11-03T09:10:25.493" v="1"/>
          <ac:spMkLst>
            <pc:docMk/>
            <pc:sldMk cId="0" sldId="262"/>
            <ac:spMk id="6" creationId="{4101D83F-EA4F-8FA5-001F-38417F2BCB8D}"/>
          </ac:spMkLst>
        </pc:spChg>
        <pc:spChg chg="mod">
          <ac:chgData name="Mariana Rocha" userId="0a3173bd-d0ed-4c32-8e4c-b90c820606c5" providerId="ADAL" clId="{DCC3A51D-31E8-5BC6-970B-354B54D5302A}" dt="2025-11-03T09:10:25.493" v="1"/>
          <ac:spMkLst>
            <pc:docMk/>
            <pc:sldMk cId="0" sldId="262"/>
            <ac:spMk id="8" creationId="{C8F92B2E-8669-6975-BD91-42D349BD268E}"/>
          </ac:spMkLst>
        </pc:spChg>
      </pc:sldChg>
      <pc:sldChg chg="modSp del">
        <pc:chgData name="Mariana Rocha" userId="0a3173bd-d0ed-4c32-8e4c-b90c820606c5" providerId="ADAL" clId="{DCC3A51D-31E8-5BC6-970B-354B54D5302A}" dt="2025-11-03T09:24:53.311" v="342" actId="2696"/>
        <pc:sldMkLst>
          <pc:docMk/>
          <pc:sldMk cId="0" sldId="263"/>
        </pc:sldMkLst>
        <pc:spChg chg="mod">
          <ac:chgData name="Mariana Rocha" userId="0a3173bd-d0ed-4c32-8e4c-b90c820606c5" providerId="ADAL" clId="{DCC3A51D-31E8-5BC6-970B-354B54D5302A}" dt="2025-11-03T09:10:25.493" v="1"/>
          <ac:spMkLst>
            <pc:docMk/>
            <pc:sldMk cId="0" sldId="263"/>
            <ac:spMk id="6" creationId="{7387B644-5A9F-20DA-3370-5CD715DE875B}"/>
          </ac:spMkLst>
        </pc:spChg>
        <pc:spChg chg="mod">
          <ac:chgData name="Mariana Rocha" userId="0a3173bd-d0ed-4c32-8e4c-b90c820606c5" providerId="ADAL" clId="{DCC3A51D-31E8-5BC6-970B-354B54D5302A}" dt="2025-11-03T09:10:25.493" v="1"/>
          <ac:spMkLst>
            <pc:docMk/>
            <pc:sldMk cId="0" sldId="263"/>
            <ac:spMk id="8" creationId="{C60B6BD5-506B-8D15-BE6B-2C6674289BA0}"/>
          </ac:spMkLst>
        </pc:spChg>
      </pc:sldChg>
      <pc:sldChg chg="addSp delSp modSp mod">
        <pc:chgData name="Mariana Rocha" userId="0a3173bd-d0ed-4c32-8e4c-b90c820606c5" providerId="ADAL" clId="{DCC3A51D-31E8-5BC6-970B-354B54D5302A}" dt="2025-11-03T09:25:07.738" v="347" actId="20577"/>
        <pc:sldMkLst>
          <pc:docMk/>
          <pc:sldMk cId="0" sldId="264"/>
        </pc:sldMkLst>
        <pc:spChg chg="add mod">
          <ac:chgData name="Mariana Rocha" userId="0a3173bd-d0ed-4c32-8e4c-b90c820606c5" providerId="ADAL" clId="{DCC3A51D-31E8-5BC6-970B-354B54D5302A}" dt="2025-11-03T09:25:07.738" v="347" actId="20577"/>
          <ac:spMkLst>
            <pc:docMk/>
            <pc:sldMk cId="0" sldId="264"/>
            <ac:spMk id="2" creationId="{864AC511-131A-A8E1-9CDB-E57D5E8575B8}"/>
          </ac:spMkLst>
        </pc:spChg>
        <pc:spChg chg="del mod">
          <ac:chgData name="Mariana Rocha" userId="0a3173bd-d0ed-4c32-8e4c-b90c820606c5" providerId="ADAL" clId="{DCC3A51D-31E8-5BC6-970B-354B54D5302A}" dt="2025-11-03T09:25:05.126" v="343" actId="478"/>
          <ac:spMkLst>
            <pc:docMk/>
            <pc:sldMk cId="0" sldId="264"/>
            <ac:spMk id="6" creationId="{3A7623E1-72C5-745B-D831-8481EAC62E4C}"/>
          </ac:spMkLst>
        </pc:spChg>
        <pc:picChg chg="mod">
          <ac:chgData name="Mariana Rocha" userId="0a3173bd-d0ed-4c32-8e4c-b90c820606c5" providerId="ADAL" clId="{DCC3A51D-31E8-5BC6-970B-354B54D5302A}" dt="2025-11-03T09:10:25.493" v="1"/>
          <ac:picMkLst>
            <pc:docMk/>
            <pc:sldMk cId="0" sldId="264"/>
            <ac:picMk id="3" creationId="{00000000-0000-0000-0000-000000000000}"/>
          </ac:picMkLst>
        </pc:picChg>
      </pc:sldChg>
      <pc:sldChg chg="modSp del">
        <pc:chgData name="Mariana Rocha" userId="0a3173bd-d0ed-4c32-8e4c-b90c820606c5" providerId="ADAL" clId="{DCC3A51D-31E8-5BC6-970B-354B54D5302A}" dt="2025-11-03T09:25:21.615" v="348" actId="2696"/>
        <pc:sldMkLst>
          <pc:docMk/>
          <pc:sldMk cId="0" sldId="265"/>
        </pc:sldMkLst>
        <pc:spChg chg="mod">
          <ac:chgData name="Mariana Rocha" userId="0a3173bd-d0ed-4c32-8e4c-b90c820606c5" providerId="ADAL" clId="{DCC3A51D-31E8-5BC6-970B-354B54D5302A}" dt="2025-11-03T09:10:25.493" v="1"/>
          <ac:spMkLst>
            <pc:docMk/>
            <pc:sldMk cId="0" sldId="265"/>
            <ac:spMk id="6" creationId="{8A05F47F-BC68-2BCA-A76B-B6240286233F}"/>
          </ac:spMkLst>
        </pc:spChg>
        <pc:spChg chg="mod">
          <ac:chgData name="Mariana Rocha" userId="0a3173bd-d0ed-4c32-8e4c-b90c820606c5" providerId="ADAL" clId="{DCC3A51D-31E8-5BC6-970B-354B54D5302A}" dt="2025-11-03T09:10:25.493" v="1"/>
          <ac:spMkLst>
            <pc:docMk/>
            <pc:sldMk cId="0" sldId="265"/>
            <ac:spMk id="8" creationId="{99AFAE3F-1E7F-989C-D23C-468E3DF45BB8}"/>
          </ac:spMkLst>
        </pc:spChg>
      </pc:sldChg>
      <pc:sldChg chg="modSp del">
        <pc:chgData name="Mariana Rocha" userId="0a3173bd-d0ed-4c32-8e4c-b90c820606c5" providerId="ADAL" clId="{DCC3A51D-31E8-5BC6-970B-354B54D5302A}" dt="2025-11-03T09:25:22.197" v="349" actId="2696"/>
        <pc:sldMkLst>
          <pc:docMk/>
          <pc:sldMk cId="0" sldId="266"/>
        </pc:sldMkLst>
        <pc:spChg chg="mod">
          <ac:chgData name="Mariana Rocha" userId="0a3173bd-d0ed-4c32-8e4c-b90c820606c5" providerId="ADAL" clId="{DCC3A51D-31E8-5BC6-970B-354B54D5302A}" dt="2025-11-03T09:10:25.493" v="1"/>
          <ac:spMkLst>
            <pc:docMk/>
            <pc:sldMk cId="0" sldId="266"/>
            <ac:spMk id="6" creationId="{00000000-0000-0000-0000-000000000000}"/>
          </ac:spMkLst>
        </pc:spChg>
        <pc:spChg chg="mod">
          <ac:chgData name="Mariana Rocha" userId="0a3173bd-d0ed-4c32-8e4c-b90c820606c5" providerId="ADAL" clId="{DCC3A51D-31E8-5BC6-970B-354B54D5302A}" dt="2025-11-03T09:10:25.493" v="1"/>
          <ac:spMkLst>
            <pc:docMk/>
            <pc:sldMk cId="0" sldId="266"/>
            <ac:spMk id="9" creationId="{00000000-0000-0000-0000-000000000000}"/>
          </ac:spMkLst>
        </pc:spChg>
        <pc:spChg chg="mod">
          <ac:chgData name="Mariana Rocha" userId="0a3173bd-d0ed-4c32-8e4c-b90c820606c5" providerId="ADAL" clId="{DCC3A51D-31E8-5BC6-970B-354B54D5302A}" dt="2025-11-03T09:10:25.493" v="1"/>
          <ac:spMkLst>
            <pc:docMk/>
            <pc:sldMk cId="0" sldId="266"/>
            <ac:spMk id="12" creationId="{00000000-0000-0000-0000-000000000000}"/>
          </ac:spMkLst>
        </pc:spChg>
        <pc:spChg chg="mod">
          <ac:chgData name="Mariana Rocha" userId="0a3173bd-d0ed-4c32-8e4c-b90c820606c5" providerId="ADAL" clId="{DCC3A51D-31E8-5BC6-970B-354B54D5302A}" dt="2025-11-03T09:10:25.493" v="1"/>
          <ac:spMkLst>
            <pc:docMk/>
            <pc:sldMk cId="0" sldId="266"/>
            <ac:spMk id="15" creationId="{00000000-0000-0000-0000-000000000000}"/>
          </ac:spMkLst>
        </pc:spChg>
        <pc:spChg chg="mod">
          <ac:chgData name="Mariana Rocha" userId="0a3173bd-d0ed-4c32-8e4c-b90c820606c5" providerId="ADAL" clId="{DCC3A51D-31E8-5BC6-970B-354B54D5302A}" dt="2025-11-03T09:10:25.493" v="1"/>
          <ac:spMkLst>
            <pc:docMk/>
            <pc:sldMk cId="0" sldId="266"/>
            <ac:spMk id="18" creationId="{00000000-0000-0000-0000-000000000000}"/>
          </ac:spMkLst>
        </pc:spChg>
        <pc:spChg chg="mod">
          <ac:chgData name="Mariana Rocha" userId="0a3173bd-d0ed-4c32-8e4c-b90c820606c5" providerId="ADAL" clId="{DCC3A51D-31E8-5BC6-970B-354B54D5302A}" dt="2025-11-03T09:10:25.493" v="1"/>
          <ac:spMkLst>
            <pc:docMk/>
            <pc:sldMk cId="0" sldId="266"/>
            <ac:spMk id="23" creationId="{00000000-0000-0000-0000-000000000000}"/>
          </ac:spMkLst>
        </pc:spChg>
        <pc:spChg chg="mod">
          <ac:chgData name="Mariana Rocha" userId="0a3173bd-d0ed-4c32-8e4c-b90c820606c5" providerId="ADAL" clId="{DCC3A51D-31E8-5BC6-970B-354B54D5302A}" dt="2025-11-03T09:10:25.493" v="1"/>
          <ac:spMkLst>
            <pc:docMk/>
            <pc:sldMk cId="0" sldId="266"/>
            <ac:spMk id="26" creationId="{00000000-0000-0000-0000-000000000000}"/>
          </ac:spMkLst>
        </pc:spChg>
        <pc:spChg chg="mod">
          <ac:chgData name="Mariana Rocha" userId="0a3173bd-d0ed-4c32-8e4c-b90c820606c5" providerId="ADAL" clId="{DCC3A51D-31E8-5BC6-970B-354B54D5302A}" dt="2025-11-03T09:10:25.493" v="1"/>
          <ac:spMkLst>
            <pc:docMk/>
            <pc:sldMk cId="0" sldId="266"/>
            <ac:spMk id="30" creationId="{00000000-0000-0000-0000-000000000000}"/>
          </ac:spMkLst>
        </pc:spChg>
        <pc:spChg chg="mod">
          <ac:chgData name="Mariana Rocha" userId="0a3173bd-d0ed-4c32-8e4c-b90c820606c5" providerId="ADAL" clId="{DCC3A51D-31E8-5BC6-970B-354B54D5302A}" dt="2025-11-03T09:10:25.493" v="1"/>
          <ac:spMkLst>
            <pc:docMk/>
            <pc:sldMk cId="0" sldId="266"/>
            <ac:spMk id="34" creationId="{00000000-0000-0000-0000-000000000000}"/>
          </ac:spMkLst>
        </pc:spChg>
        <pc:spChg chg="mod">
          <ac:chgData name="Mariana Rocha" userId="0a3173bd-d0ed-4c32-8e4c-b90c820606c5" providerId="ADAL" clId="{DCC3A51D-31E8-5BC6-970B-354B54D5302A}" dt="2025-11-03T09:10:25.493" v="1"/>
          <ac:spMkLst>
            <pc:docMk/>
            <pc:sldMk cId="0" sldId="266"/>
            <ac:spMk id="46" creationId="{ED34AF97-5FF0-8F04-EB5F-3FF258264AA4}"/>
          </ac:spMkLst>
        </pc:spChg>
      </pc:sldChg>
      <pc:sldChg chg="modSp del">
        <pc:chgData name="Mariana Rocha" userId="0a3173bd-d0ed-4c32-8e4c-b90c820606c5" providerId="ADAL" clId="{DCC3A51D-31E8-5BC6-970B-354B54D5302A}" dt="2025-11-03T09:26:13.339" v="401" actId="2696"/>
        <pc:sldMkLst>
          <pc:docMk/>
          <pc:sldMk cId="0" sldId="267"/>
        </pc:sldMkLst>
        <pc:spChg chg="mod">
          <ac:chgData name="Mariana Rocha" userId="0a3173bd-d0ed-4c32-8e4c-b90c820606c5" providerId="ADAL" clId="{DCC3A51D-31E8-5BC6-970B-354B54D5302A}" dt="2025-11-03T09:10:25.493" v="1"/>
          <ac:spMkLst>
            <pc:docMk/>
            <pc:sldMk cId="0" sldId="267"/>
            <ac:spMk id="6" creationId="{5E2391FE-D713-A4D5-1744-E7B571B81827}"/>
          </ac:spMkLst>
        </pc:spChg>
        <pc:spChg chg="mod">
          <ac:chgData name="Mariana Rocha" userId="0a3173bd-d0ed-4c32-8e4c-b90c820606c5" providerId="ADAL" clId="{DCC3A51D-31E8-5BC6-970B-354B54D5302A}" dt="2025-11-03T09:10:25.493" v="1"/>
          <ac:spMkLst>
            <pc:docMk/>
            <pc:sldMk cId="0" sldId="267"/>
            <ac:spMk id="8" creationId="{32B2B2D8-D310-24A6-00AA-F0C7F452FDC3}"/>
          </ac:spMkLst>
        </pc:spChg>
      </pc:sldChg>
      <pc:sldChg chg="modSp del">
        <pc:chgData name="Mariana Rocha" userId="0a3173bd-d0ed-4c32-8e4c-b90c820606c5" providerId="ADAL" clId="{DCC3A51D-31E8-5BC6-970B-354B54D5302A}" dt="2025-11-03T09:26:56.813" v="422" actId="2696"/>
        <pc:sldMkLst>
          <pc:docMk/>
          <pc:sldMk cId="0" sldId="268"/>
        </pc:sldMkLst>
        <pc:spChg chg="mod">
          <ac:chgData name="Mariana Rocha" userId="0a3173bd-d0ed-4c32-8e4c-b90c820606c5" providerId="ADAL" clId="{DCC3A51D-31E8-5BC6-970B-354B54D5302A}" dt="2025-11-03T09:10:09.514" v="0"/>
          <ac:spMkLst>
            <pc:docMk/>
            <pc:sldMk cId="0" sldId="268"/>
            <ac:spMk id="5" creationId="{47B6A64B-A028-694C-2D73-9E23C826ED30}"/>
          </ac:spMkLst>
        </pc:spChg>
        <pc:spChg chg="mod">
          <ac:chgData name="Mariana Rocha" userId="0a3173bd-d0ed-4c32-8e4c-b90c820606c5" providerId="ADAL" clId="{DCC3A51D-31E8-5BC6-970B-354B54D5302A}" dt="2025-11-03T09:10:25.493" v="1"/>
          <ac:spMkLst>
            <pc:docMk/>
            <pc:sldMk cId="0" sldId="268"/>
            <ac:spMk id="6" creationId="{6EB5E1CE-197E-9EEF-6C6C-694E3251536A}"/>
          </ac:spMkLst>
        </pc:spChg>
        <pc:spChg chg="mod">
          <ac:chgData name="Mariana Rocha" userId="0a3173bd-d0ed-4c32-8e4c-b90c820606c5" providerId="ADAL" clId="{DCC3A51D-31E8-5BC6-970B-354B54D5302A}" dt="2025-11-03T09:10:25.493" v="1"/>
          <ac:spMkLst>
            <pc:docMk/>
            <pc:sldMk cId="0" sldId="268"/>
            <ac:spMk id="8" creationId="{34891CDB-1293-963D-BF55-B30E65C7A426}"/>
          </ac:spMkLst>
        </pc:spChg>
      </pc:sldChg>
      <pc:sldChg chg="addSp delSp modSp mod">
        <pc:chgData name="Mariana Rocha" userId="0a3173bd-d0ed-4c32-8e4c-b90c820606c5" providerId="ADAL" clId="{DCC3A51D-31E8-5BC6-970B-354B54D5302A}" dt="2025-11-03T09:27:18.130" v="444" actId="255"/>
        <pc:sldMkLst>
          <pc:docMk/>
          <pc:sldMk cId="0" sldId="270"/>
        </pc:sldMkLst>
        <pc:spChg chg="add mod">
          <ac:chgData name="Mariana Rocha" userId="0a3173bd-d0ed-4c32-8e4c-b90c820606c5" providerId="ADAL" clId="{DCC3A51D-31E8-5BC6-970B-354B54D5302A}" dt="2025-11-03T09:27:12.055" v="442" actId="20577"/>
          <ac:spMkLst>
            <pc:docMk/>
            <pc:sldMk cId="0" sldId="270"/>
            <ac:spMk id="2" creationId="{7BE14F9A-63CA-CD48-C05B-0E515AE8EA03}"/>
          </ac:spMkLst>
        </pc:spChg>
        <pc:spChg chg="del mod">
          <ac:chgData name="Mariana Rocha" userId="0a3173bd-d0ed-4c32-8e4c-b90c820606c5" providerId="ADAL" clId="{DCC3A51D-31E8-5BC6-970B-354B54D5302A}" dt="2025-11-03T09:27:06.869" v="423" actId="478"/>
          <ac:spMkLst>
            <pc:docMk/>
            <pc:sldMk cId="0" sldId="270"/>
            <ac:spMk id="8" creationId="{E54F7275-818B-4E00-8A75-17D6E1BD76A2}"/>
          </ac:spMkLst>
        </pc:spChg>
        <pc:spChg chg="mod">
          <ac:chgData name="Mariana Rocha" userId="0a3173bd-d0ed-4c32-8e4c-b90c820606c5" providerId="ADAL" clId="{DCC3A51D-31E8-5BC6-970B-354B54D5302A}" dt="2025-11-03T09:27:18.130" v="444" actId="255"/>
          <ac:spMkLst>
            <pc:docMk/>
            <pc:sldMk cId="0" sldId="270"/>
            <ac:spMk id="10" creationId="{474C32C3-D158-8F41-5FD4-8394FAE48AFA}"/>
          </ac:spMkLst>
        </pc:spChg>
        <pc:picChg chg="mod">
          <ac:chgData name="Mariana Rocha" userId="0a3173bd-d0ed-4c32-8e4c-b90c820606c5" providerId="ADAL" clId="{DCC3A51D-31E8-5BC6-970B-354B54D5302A}" dt="2025-11-03T09:10:25.493" v="1"/>
          <ac:picMkLst>
            <pc:docMk/>
            <pc:sldMk cId="0" sldId="270"/>
            <ac:picMk id="3" creationId="{00000000-0000-0000-0000-000000000000}"/>
          </ac:picMkLst>
        </pc:picChg>
      </pc:sldChg>
      <pc:sldChg chg="addSp delSp modSp mod">
        <pc:chgData name="Mariana Rocha" userId="0a3173bd-d0ed-4c32-8e4c-b90c820606c5" providerId="ADAL" clId="{DCC3A51D-31E8-5BC6-970B-354B54D5302A}" dt="2025-11-03T09:27:32.351" v="461" actId="255"/>
        <pc:sldMkLst>
          <pc:docMk/>
          <pc:sldMk cId="0" sldId="271"/>
        </pc:sldMkLst>
        <pc:spChg chg="add mod">
          <ac:chgData name="Mariana Rocha" userId="0a3173bd-d0ed-4c32-8e4c-b90c820606c5" providerId="ADAL" clId="{DCC3A51D-31E8-5BC6-970B-354B54D5302A}" dt="2025-11-03T09:27:25.743" v="459" actId="20577"/>
          <ac:spMkLst>
            <pc:docMk/>
            <pc:sldMk cId="0" sldId="271"/>
            <ac:spMk id="2" creationId="{957F5C4E-D4B8-47A7-A3E5-598BC000304F}"/>
          </ac:spMkLst>
        </pc:spChg>
        <pc:spChg chg="del mod">
          <ac:chgData name="Mariana Rocha" userId="0a3173bd-d0ed-4c32-8e4c-b90c820606c5" providerId="ADAL" clId="{DCC3A51D-31E8-5BC6-970B-354B54D5302A}" dt="2025-11-03T09:27:21.437" v="445" actId="478"/>
          <ac:spMkLst>
            <pc:docMk/>
            <pc:sldMk cId="0" sldId="271"/>
            <ac:spMk id="8" creationId="{65879880-BD9B-61D0-59CF-B577D080D036}"/>
          </ac:spMkLst>
        </pc:spChg>
        <pc:spChg chg="mod">
          <ac:chgData name="Mariana Rocha" userId="0a3173bd-d0ed-4c32-8e4c-b90c820606c5" providerId="ADAL" clId="{DCC3A51D-31E8-5BC6-970B-354B54D5302A}" dt="2025-11-03T09:27:32.351" v="461" actId="255"/>
          <ac:spMkLst>
            <pc:docMk/>
            <pc:sldMk cId="0" sldId="271"/>
            <ac:spMk id="12" creationId="{FD3DC066-8E1A-F4D6-3CC6-D50976D5513F}"/>
          </ac:spMkLst>
        </pc:spChg>
        <pc:picChg chg="mod">
          <ac:chgData name="Mariana Rocha" userId="0a3173bd-d0ed-4c32-8e4c-b90c820606c5" providerId="ADAL" clId="{DCC3A51D-31E8-5BC6-970B-354B54D5302A}" dt="2025-11-03T09:10:25.493" v="1"/>
          <ac:picMkLst>
            <pc:docMk/>
            <pc:sldMk cId="0" sldId="271"/>
            <ac:picMk id="3" creationId="{00000000-0000-0000-0000-000000000000}"/>
          </ac:picMkLst>
        </pc:picChg>
      </pc:sldChg>
      <pc:sldChg chg="addSp delSp modSp mod">
        <pc:chgData name="Mariana Rocha" userId="0a3173bd-d0ed-4c32-8e4c-b90c820606c5" providerId="ADAL" clId="{DCC3A51D-31E8-5BC6-970B-354B54D5302A}" dt="2025-11-03T09:28:02.343" v="488" actId="1076"/>
        <pc:sldMkLst>
          <pc:docMk/>
          <pc:sldMk cId="0" sldId="272"/>
        </pc:sldMkLst>
        <pc:spChg chg="add mod">
          <ac:chgData name="Mariana Rocha" userId="0a3173bd-d0ed-4c32-8e4c-b90c820606c5" providerId="ADAL" clId="{DCC3A51D-31E8-5BC6-970B-354B54D5302A}" dt="2025-11-03T09:27:40.662" v="479" actId="20577"/>
          <ac:spMkLst>
            <pc:docMk/>
            <pc:sldMk cId="0" sldId="272"/>
            <ac:spMk id="2" creationId="{5972C53C-AE07-4683-E20F-CC7982E820CF}"/>
          </ac:spMkLst>
        </pc:spChg>
        <pc:spChg chg="del mod">
          <ac:chgData name="Mariana Rocha" userId="0a3173bd-d0ed-4c32-8e4c-b90c820606c5" providerId="ADAL" clId="{DCC3A51D-31E8-5BC6-970B-354B54D5302A}" dt="2025-11-03T09:27:51.786" v="482" actId="478"/>
          <ac:spMkLst>
            <pc:docMk/>
            <pc:sldMk cId="0" sldId="272"/>
            <ac:spMk id="5" creationId="{00000000-0000-0000-0000-000000000000}"/>
          </ac:spMkLst>
        </pc:spChg>
        <pc:spChg chg="del mod">
          <ac:chgData name="Mariana Rocha" userId="0a3173bd-d0ed-4c32-8e4c-b90c820606c5" providerId="ADAL" clId="{DCC3A51D-31E8-5BC6-970B-354B54D5302A}" dt="2025-11-03T09:27:34.892" v="462" actId="478"/>
          <ac:spMkLst>
            <pc:docMk/>
            <pc:sldMk cId="0" sldId="272"/>
            <ac:spMk id="8" creationId="{619005BF-4DF9-6FCD-9980-493FBB51393A}"/>
          </ac:spMkLst>
        </pc:spChg>
        <pc:spChg chg="mod">
          <ac:chgData name="Mariana Rocha" userId="0a3173bd-d0ed-4c32-8e4c-b90c820606c5" providerId="ADAL" clId="{DCC3A51D-31E8-5BC6-970B-354B54D5302A}" dt="2025-11-03T09:27:55.368" v="483" actId="1076"/>
          <ac:spMkLst>
            <pc:docMk/>
            <pc:sldMk cId="0" sldId="272"/>
            <ac:spMk id="12" creationId="{9F72E38A-78C0-F6C6-08E0-01EA4DA3C90F}"/>
          </ac:spMkLst>
        </pc:spChg>
        <pc:picChg chg="mod">
          <ac:chgData name="Mariana Rocha" userId="0a3173bd-d0ed-4c32-8e4c-b90c820606c5" providerId="ADAL" clId="{DCC3A51D-31E8-5BC6-970B-354B54D5302A}" dt="2025-11-03T09:28:02.343" v="488" actId="1076"/>
          <ac:picMkLst>
            <pc:docMk/>
            <pc:sldMk cId="0" sldId="272"/>
            <ac:picMk id="3" creationId="{00000000-0000-0000-0000-000000000000}"/>
          </ac:picMkLst>
        </pc:picChg>
      </pc:sldChg>
      <pc:sldChg chg="addSp delSp modSp mod">
        <pc:chgData name="Mariana Rocha" userId="0a3173bd-d0ed-4c32-8e4c-b90c820606c5" providerId="ADAL" clId="{DCC3A51D-31E8-5BC6-970B-354B54D5302A}" dt="2025-11-03T09:28:26.104" v="497" actId="20577"/>
        <pc:sldMkLst>
          <pc:docMk/>
          <pc:sldMk cId="0" sldId="274"/>
        </pc:sldMkLst>
        <pc:spChg chg="add mod">
          <ac:chgData name="Mariana Rocha" userId="0a3173bd-d0ed-4c32-8e4c-b90c820606c5" providerId="ADAL" clId="{DCC3A51D-31E8-5BC6-970B-354B54D5302A}" dt="2025-11-03T09:28:13.781" v="490"/>
          <ac:spMkLst>
            <pc:docMk/>
            <pc:sldMk cId="0" sldId="274"/>
            <ac:spMk id="2" creationId="{BCC3BD50-2DC3-D2F4-2748-1F59F74B817C}"/>
          </ac:spMkLst>
        </pc:spChg>
        <pc:spChg chg="del mod">
          <ac:chgData name="Mariana Rocha" userId="0a3173bd-d0ed-4c32-8e4c-b90c820606c5" providerId="ADAL" clId="{DCC3A51D-31E8-5BC6-970B-354B54D5302A}" dt="2025-11-03T09:28:13.300" v="489" actId="478"/>
          <ac:spMkLst>
            <pc:docMk/>
            <pc:sldMk cId="0" sldId="274"/>
            <ac:spMk id="6" creationId="{E148D035-2754-5941-A43E-3AA6BAFC180C}"/>
          </ac:spMkLst>
        </pc:spChg>
        <pc:spChg chg="mod">
          <ac:chgData name="Mariana Rocha" userId="0a3173bd-d0ed-4c32-8e4c-b90c820606c5" providerId="ADAL" clId="{DCC3A51D-31E8-5BC6-970B-354B54D5302A}" dt="2025-11-03T09:28:26.104" v="497" actId="20577"/>
          <ac:spMkLst>
            <pc:docMk/>
            <pc:sldMk cId="0" sldId="274"/>
            <ac:spMk id="8" creationId="{AF3661C3-EB46-6993-EF78-302204EB5ECC}"/>
          </ac:spMkLst>
        </pc:spChg>
      </pc:sldChg>
      <pc:sldChg chg="addSp delSp modSp mod">
        <pc:chgData name="Mariana Rocha" userId="0a3173bd-d0ed-4c32-8e4c-b90c820606c5" providerId="ADAL" clId="{DCC3A51D-31E8-5BC6-970B-354B54D5302A}" dt="2025-11-03T09:28:46.370" v="516" actId="255"/>
        <pc:sldMkLst>
          <pc:docMk/>
          <pc:sldMk cId="0" sldId="276"/>
        </pc:sldMkLst>
        <pc:spChg chg="add mod">
          <ac:chgData name="Mariana Rocha" userId="0a3173bd-d0ed-4c32-8e4c-b90c820606c5" providerId="ADAL" clId="{DCC3A51D-31E8-5BC6-970B-354B54D5302A}" dt="2025-11-03T09:28:37.468" v="514" actId="20577"/>
          <ac:spMkLst>
            <pc:docMk/>
            <pc:sldMk cId="0" sldId="276"/>
            <ac:spMk id="2" creationId="{F63ADCD8-6A60-759D-76A5-54EC64D76915}"/>
          </ac:spMkLst>
        </pc:spChg>
        <pc:spChg chg="del mod">
          <ac:chgData name="Mariana Rocha" userId="0a3173bd-d0ed-4c32-8e4c-b90c820606c5" providerId="ADAL" clId="{DCC3A51D-31E8-5BC6-970B-354B54D5302A}" dt="2025-11-03T09:28:32.497" v="498" actId="478"/>
          <ac:spMkLst>
            <pc:docMk/>
            <pc:sldMk cId="0" sldId="276"/>
            <ac:spMk id="7" creationId="{19952410-5774-F29C-414E-AFF9ADFCAF80}"/>
          </ac:spMkLst>
        </pc:spChg>
        <pc:spChg chg="mod">
          <ac:chgData name="Mariana Rocha" userId="0a3173bd-d0ed-4c32-8e4c-b90c820606c5" providerId="ADAL" clId="{DCC3A51D-31E8-5BC6-970B-354B54D5302A}" dt="2025-11-03T09:28:46.370" v="516" actId="255"/>
          <ac:spMkLst>
            <pc:docMk/>
            <pc:sldMk cId="0" sldId="276"/>
            <ac:spMk id="9" creationId="{6C60C68D-52D2-C7AD-F543-5ACACDB6395C}"/>
          </ac:spMkLst>
        </pc:spChg>
        <pc:picChg chg="mod">
          <ac:chgData name="Mariana Rocha" userId="0a3173bd-d0ed-4c32-8e4c-b90c820606c5" providerId="ADAL" clId="{DCC3A51D-31E8-5BC6-970B-354B54D5302A}" dt="2025-11-03T09:10:25.493" v="1"/>
          <ac:picMkLst>
            <pc:docMk/>
            <pc:sldMk cId="0" sldId="276"/>
            <ac:picMk id="3" creationId="{00000000-0000-0000-0000-000000000000}"/>
          </ac:picMkLst>
        </pc:picChg>
      </pc:sldChg>
      <pc:sldChg chg="addSp delSp modSp mod">
        <pc:chgData name="Mariana Rocha" userId="0a3173bd-d0ed-4c32-8e4c-b90c820606c5" providerId="ADAL" clId="{DCC3A51D-31E8-5BC6-970B-354B54D5302A}" dt="2025-11-03T09:29:45.480" v="569" actId="20577"/>
        <pc:sldMkLst>
          <pc:docMk/>
          <pc:sldMk cId="0" sldId="277"/>
        </pc:sldMkLst>
        <pc:spChg chg="add mod">
          <ac:chgData name="Mariana Rocha" userId="0a3173bd-d0ed-4c32-8e4c-b90c820606c5" providerId="ADAL" clId="{DCC3A51D-31E8-5BC6-970B-354B54D5302A}" dt="2025-11-03T09:29:02.465" v="556" actId="20577"/>
          <ac:spMkLst>
            <pc:docMk/>
            <pc:sldMk cId="0" sldId="277"/>
            <ac:spMk id="2" creationId="{E6D1C81A-7CA7-0B9D-643F-C548EF827CFC}"/>
          </ac:spMkLst>
        </pc:spChg>
        <pc:spChg chg="del mod">
          <ac:chgData name="Mariana Rocha" userId="0a3173bd-d0ed-4c32-8e4c-b90c820606c5" providerId="ADAL" clId="{DCC3A51D-31E8-5BC6-970B-354B54D5302A}" dt="2025-11-03T09:28:53.382" v="517" actId="478"/>
          <ac:spMkLst>
            <pc:docMk/>
            <pc:sldMk cId="0" sldId="277"/>
            <ac:spMk id="6" creationId="{18732250-9BCD-004F-ACBD-7F645A10CFC2}"/>
          </ac:spMkLst>
        </pc:spChg>
        <pc:spChg chg="mod">
          <ac:chgData name="Mariana Rocha" userId="0a3173bd-d0ed-4c32-8e4c-b90c820606c5" providerId="ADAL" clId="{DCC3A51D-31E8-5BC6-970B-354B54D5302A}" dt="2025-11-03T09:29:45.480" v="569" actId="20577"/>
          <ac:spMkLst>
            <pc:docMk/>
            <pc:sldMk cId="0" sldId="277"/>
            <ac:spMk id="10" creationId="{15FF0231-6A3B-0A16-5FA1-A89823B3E732}"/>
          </ac:spMkLst>
        </pc:spChg>
      </pc:sldChg>
      <pc:sldChg chg="addSp delSp modSp mod">
        <pc:chgData name="Mariana Rocha" userId="0a3173bd-d0ed-4c32-8e4c-b90c820606c5" providerId="ADAL" clId="{DCC3A51D-31E8-5BC6-970B-354B54D5302A}" dt="2025-11-03T09:30:23.094" v="597" actId="2711"/>
        <pc:sldMkLst>
          <pc:docMk/>
          <pc:sldMk cId="0" sldId="278"/>
        </pc:sldMkLst>
        <pc:spChg chg="add mod">
          <ac:chgData name="Mariana Rocha" userId="0a3173bd-d0ed-4c32-8e4c-b90c820606c5" providerId="ADAL" clId="{DCC3A51D-31E8-5BC6-970B-354B54D5302A}" dt="2025-11-03T09:30:00.440" v="584" actId="20577"/>
          <ac:spMkLst>
            <pc:docMk/>
            <pc:sldMk cId="0" sldId="278"/>
            <ac:spMk id="2" creationId="{EAC0490B-A98B-696C-0C29-6DDA81EE0B0E}"/>
          </ac:spMkLst>
        </pc:spChg>
        <pc:spChg chg="del mod">
          <ac:chgData name="Mariana Rocha" userId="0a3173bd-d0ed-4c32-8e4c-b90c820606c5" providerId="ADAL" clId="{DCC3A51D-31E8-5BC6-970B-354B54D5302A}" dt="2025-11-03T09:29:54.838" v="570" actId="478"/>
          <ac:spMkLst>
            <pc:docMk/>
            <pc:sldMk cId="0" sldId="278"/>
            <ac:spMk id="6" creationId="{084BE8CC-3D5D-088C-A9C9-B391CC1F4232}"/>
          </ac:spMkLst>
        </pc:spChg>
        <pc:spChg chg="mod">
          <ac:chgData name="Mariana Rocha" userId="0a3173bd-d0ed-4c32-8e4c-b90c820606c5" providerId="ADAL" clId="{DCC3A51D-31E8-5BC6-970B-354B54D5302A}" dt="2025-11-03T09:30:23.094" v="597" actId="2711"/>
          <ac:spMkLst>
            <pc:docMk/>
            <pc:sldMk cId="0" sldId="278"/>
            <ac:spMk id="8" creationId="{F054B31B-F62C-E74A-B616-CD454B0616AB}"/>
          </ac:spMkLst>
        </pc:spChg>
      </pc:sldChg>
      <pc:sldChg chg="addSp delSp modSp mod">
        <pc:chgData name="Mariana Rocha" userId="0a3173bd-d0ed-4c32-8e4c-b90c820606c5" providerId="ADAL" clId="{DCC3A51D-31E8-5BC6-970B-354B54D5302A}" dt="2025-11-03T10:00:58.839" v="765" actId="20577"/>
        <pc:sldMkLst>
          <pc:docMk/>
          <pc:sldMk cId="0" sldId="279"/>
        </pc:sldMkLst>
        <pc:spChg chg="add mod">
          <ac:chgData name="Mariana Rocha" userId="0a3173bd-d0ed-4c32-8e4c-b90c820606c5" providerId="ADAL" clId="{DCC3A51D-31E8-5BC6-970B-354B54D5302A}" dt="2025-11-03T10:00:58.839" v="765" actId="20577"/>
          <ac:spMkLst>
            <pc:docMk/>
            <pc:sldMk cId="0" sldId="279"/>
            <ac:spMk id="2" creationId="{3C9DAE90-1C8A-E6F8-F750-D7577D07678F}"/>
          </ac:spMkLst>
        </pc:spChg>
        <pc:spChg chg="del mod">
          <ac:chgData name="Mariana Rocha" userId="0a3173bd-d0ed-4c32-8e4c-b90c820606c5" providerId="ADAL" clId="{DCC3A51D-31E8-5BC6-970B-354B54D5302A}" dt="2025-11-03T09:31:35.823" v="637" actId="478"/>
          <ac:spMkLst>
            <pc:docMk/>
            <pc:sldMk cId="0" sldId="279"/>
            <ac:spMk id="6" creationId="{E265473F-F595-70D7-FCE7-2092884581E8}"/>
          </ac:spMkLst>
        </pc:spChg>
        <pc:spChg chg="mod">
          <ac:chgData name="Mariana Rocha" userId="0a3173bd-d0ed-4c32-8e4c-b90c820606c5" providerId="ADAL" clId="{DCC3A51D-31E8-5BC6-970B-354B54D5302A}" dt="2025-11-03T09:31:54.714" v="665" actId="255"/>
          <ac:spMkLst>
            <pc:docMk/>
            <pc:sldMk cId="0" sldId="279"/>
            <ac:spMk id="8" creationId="{8935C409-0A08-71A1-F9F5-36737DFBAE2C}"/>
          </ac:spMkLst>
        </pc:spChg>
        <pc:picChg chg="add del mod">
          <ac:chgData name="Mariana Rocha" userId="0a3173bd-d0ed-4c32-8e4c-b90c820606c5" providerId="ADAL" clId="{DCC3A51D-31E8-5BC6-970B-354B54D5302A}" dt="2025-11-03T09:53:10.172" v="727" actId="21"/>
          <ac:picMkLst>
            <pc:docMk/>
            <pc:sldMk cId="0" sldId="279"/>
            <ac:picMk id="4" creationId="{C969D2F4-8446-2508-1232-A70F9A4BD7D8}"/>
          </ac:picMkLst>
        </pc:picChg>
      </pc:sldChg>
      <pc:sldChg chg="addSp delSp modSp mod">
        <pc:chgData name="Mariana Rocha" userId="0a3173bd-d0ed-4c32-8e4c-b90c820606c5" providerId="ADAL" clId="{DCC3A51D-31E8-5BC6-970B-354B54D5302A}" dt="2025-11-03T10:27:08.716" v="1240" actId="14100"/>
        <pc:sldMkLst>
          <pc:docMk/>
          <pc:sldMk cId="0" sldId="280"/>
        </pc:sldMkLst>
        <pc:spChg chg="add mod">
          <ac:chgData name="Mariana Rocha" userId="0a3173bd-d0ed-4c32-8e4c-b90c820606c5" providerId="ADAL" clId="{DCC3A51D-31E8-5BC6-970B-354B54D5302A}" dt="2025-11-03T10:00:54.061" v="759" actId="20577"/>
          <ac:spMkLst>
            <pc:docMk/>
            <pc:sldMk cId="0" sldId="280"/>
            <ac:spMk id="2" creationId="{CA99A7C5-7FB3-DDC2-C11F-D14257010275}"/>
          </ac:spMkLst>
        </pc:spChg>
        <pc:spChg chg="del mod">
          <ac:chgData name="Mariana Rocha" userId="0a3173bd-d0ed-4c32-8e4c-b90c820606c5" providerId="ADAL" clId="{DCC3A51D-31E8-5BC6-970B-354B54D5302A}" dt="2025-11-03T10:00:38.905" v="740" actId="478"/>
          <ac:spMkLst>
            <pc:docMk/>
            <pc:sldMk cId="0" sldId="280"/>
            <ac:spMk id="6" creationId="{F4E500AB-53BD-6E63-57D8-2CE3A5C26DF3}"/>
          </ac:spMkLst>
        </pc:spChg>
        <pc:spChg chg="mod">
          <ac:chgData name="Mariana Rocha" userId="0a3173bd-d0ed-4c32-8e4c-b90c820606c5" providerId="ADAL" clId="{DCC3A51D-31E8-5BC6-970B-354B54D5302A}" dt="2025-11-03T10:27:08.716" v="1240" actId="14100"/>
          <ac:spMkLst>
            <pc:docMk/>
            <pc:sldMk cId="0" sldId="280"/>
            <ac:spMk id="8" creationId="{C4570B0D-D1FF-380E-64D3-8333DE89D0A3}"/>
          </ac:spMkLst>
        </pc:spChg>
      </pc:sldChg>
      <pc:sldChg chg="modSp del">
        <pc:chgData name="Mariana Rocha" userId="0a3173bd-d0ed-4c32-8e4c-b90c820606c5" providerId="ADAL" clId="{DCC3A51D-31E8-5BC6-970B-354B54D5302A}" dt="2025-11-03T10:40:59.756" v="1483" actId="2696"/>
        <pc:sldMkLst>
          <pc:docMk/>
          <pc:sldMk cId="0" sldId="281"/>
        </pc:sldMkLst>
        <pc:spChg chg="mod">
          <ac:chgData name="Mariana Rocha" userId="0a3173bd-d0ed-4c32-8e4c-b90c820606c5" providerId="ADAL" clId="{DCC3A51D-31E8-5BC6-970B-354B54D5302A}" dt="2025-11-03T09:10:25.493" v="1"/>
          <ac:spMkLst>
            <pc:docMk/>
            <pc:sldMk cId="0" sldId="281"/>
            <ac:spMk id="6" creationId="{308597C3-EC37-E99A-1EE9-321A2F9F130C}"/>
          </ac:spMkLst>
        </pc:spChg>
        <pc:spChg chg="mod">
          <ac:chgData name="Mariana Rocha" userId="0a3173bd-d0ed-4c32-8e4c-b90c820606c5" providerId="ADAL" clId="{DCC3A51D-31E8-5BC6-970B-354B54D5302A}" dt="2025-11-03T09:10:25.493" v="1"/>
          <ac:spMkLst>
            <pc:docMk/>
            <pc:sldMk cId="0" sldId="281"/>
            <ac:spMk id="8" creationId="{1A287C00-2589-8562-09A0-8CEE6E2095DC}"/>
          </ac:spMkLst>
        </pc:spChg>
      </pc:sldChg>
      <pc:sldChg chg="modSp del">
        <pc:chgData name="Mariana Rocha" userId="0a3173bd-d0ed-4c32-8e4c-b90c820606c5" providerId="ADAL" clId="{DCC3A51D-31E8-5BC6-970B-354B54D5302A}" dt="2025-11-03T10:42:57.345" v="1558" actId="2696"/>
        <pc:sldMkLst>
          <pc:docMk/>
          <pc:sldMk cId="0" sldId="282"/>
        </pc:sldMkLst>
        <pc:spChg chg="mod">
          <ac:chgData name="Mariana Rocha" userId="0a3173bd-d0ed-4c32-8e4c-b90c820606c5" providerId="ADAL" clId="{DCC3A51D-31E8-5BC6-970B-354B54D5302A}" dt="2025-11-03T09:10:25.493" v="1"/>
          <ac:spMkLst>
            <pc:docMk/>
            <pc:sldMk cId="0" sldId="282"/>
            <ac:spMk id="6" creationId="{4D8529A1-AB40-D1F9-6070-06E58CD7EC2F}"/>
          </ac:spMkLst>
        </pc:spChg>
        <pc:spChg chg="mod">
          <ac:chgData name="Mariana Rocha" userId="0a3173bd-d0ed-4c32-8e4c-b90c820606c5" providerId="ADAL" clId="{DCC3A51D-31E8-5BC6-970B-354B54D5302A}" dt="2025-11-03T09:10:25.493" v="1"/>
          <ac:spMkLst>
            <pc:docMk/>
            <pc:sldMk cId="0" sldId="282"/>
            <ac:spMk id="8" creationId="{B10B9E20-49FA-513B-3AA8-A11DE6DEF913}"/>
          </ac:spMkLst>
        </pc:spChg>
      </pc:sldChg>
      <pc:sldChg chg="modSp del">
        <pc:chgData name="Mariana Rocha" userId="0a3173bd-d0ed-4c32-8e4c-b90c820606c5" providerId="ADAL" clId="{DCC3A51D-31E8-5BC6-970B-354B54D5302A}" dt="2025-11-03T10:43:49.531" v="1601" actId="2696"/>
        <pc:sldMkLst>
          <pc:docMk/>
          <pc:sldMk cId="0" sldId="285"/>
        </pc:sldMkLst>
        <pc:spChg chg="mod">
          <ac:chgData name="Mariana Rocha" userId="0a3173bd-d0ed-4c32-8e4c-b90c820606c5" providerId="ADAL" clId="{DCC3A51D-31E8-5BC6-970B-354B54D5302A}" dt="2025-11-03T09:10:25.493" v="1"/>
          <ac:spMkLst>
            <pc:docMk/>
            <pc:sldMk cId="0" sldId="285"/>
            <ac:spMk id="6" creationId="{8D7356A1-B21D-ABF6-4685-EF38492B03C6}"/>
          </ac:spMkLst>
        </pc:spChg>
        <pc:spChg chg="mod">
          <ac:chgData name="Mariana Rocha" userId="0a3173bd-d0ed-4c32-8e4c-b90c820606c5" providerId="ADAL" clId="{DCC3A51D-31E8-5BC6-970B-354B54D5302A}" dt="2025-11-03T09:10:25.493" v="1"/>
          <ac:spMkLst>
            <pc:docMk/>
            <pc:sldMk cId="0" sldId="285"/>
            <ac:spMk id="8" creationId="{DE6C08F6-6D90-E0B2-1D3B-2B3F5ADFBF22}"/>
          </ac:spMkLst>
        </pc:spChg>
      </pc:sldChg>
      <pc:sldChg chg="modSp del">
        <pc:chgData name="Mariana Rocha" userId="0a3173bd-d0ed-4c32-8e4c-b90c820606c5" providerId="ADAL" clId="{DCC3A51D-31E8-5BC6-970B-354B54D5302A}" dt="2025-11-03T10:45:06.253" v="1636" actId="2696"/>
        <pc:sldMkLst>
          <pc:docMk/>
          <pc:sldMk cId="0" sldId="286"/>
        </pc:sldMkLst>
        <pc:spChg chg="mod">
          <ac:chgData name="Mariana Rocha" userId="0a3173bd-d0ed-4c32-8e4c-b90c820606c5" providerId="ADAL" clId="{DCC3A51D-31E8-5BC6-970B-354B54D5302A}" dt="2025-11-03T09:10:25.493" v="1"/>
          <ac:spMkLst>
            <pc:docMk/>
            <pc:sldMk cId="0" sldId="286"/>
            <ac:spMk id="2" creationId="{9DCA448F-0931-45C4-3876-F7182A6DE3A5}"/>
          </ac:spMkLst>
        </pc:spChg>
        <pc:spChg chg="mod">
          <ac:chgData name="Mariana Rocha" userId="0a3173bd-d0ed-4c32-8e4c-b90c820606c5" providerId="ADAL" clId="{DCC3A51D-31E8-5BC6-970B-354B54D5302A}" dt="2025-11-03T09:10:25.493" v="1"/>
          <ac:spMkLst>
            <pc:docMk/>
            <pc:sldMk cId="0" sldId="286"/>
            <ac:spMk id="8" creationId="{BB5F7391-440F-173D-0015-FE33127CB709}"/>
          </ac:spMkLst>
        </pc:spChg>
      </pc:sldChg>
      <pc:sldChg chg="addSp delSp modSp mod">
        <pc:chgData name="Mariana Rocha" userId="0a3173bd-d0ed-4c32-8e4c-b90c820606c5" providerId="ADAL" clId="{DCC3A51D-31E8-5BC6-970B-354B54D5302A}" dt="2025-11-03T10:47:36.534" v="1678" actId="20577"/>
        <pc:sldMkLst>
          <pc:docMk/>
          <pc:sldMk cId="0" sldId="287"/>
        </pc:sldMkLst>
        <pc:spChg chg="del mod">
          <ac:chgData name="Mariana Rocha" userId="0a3173bd-d0ed-4c32-8e4c-b90c820606c5" providerId="ADAL" clId="{DCC3A51D-31E8-5BC6-970B-354B54D5302A}" dt="2025-11-03T10:45:12.605" v="1637" actId="478"/>
          <ac:spMkLst>
            <pc:docMk/>
            <pc:sldMk cId="0" sldId="287"/>
            <ac:spMk id="2" creationId="{61DF96BE-5A68-E6BC-3F41-19FAE3BD3B2F}"/>
          </ac:spMkLst>
        </pc:spChg>
        <pc:spChg chg="add mod">
          <ac:chgData name="Mariana Rocha" userId="0a3173bd-d0ed-4c32-8e4c-b90c820606c5" providerId="ADAL" clId="{DCC3A51D-31E8-5BC6-970B-354B54D5302A}" dt="2025-11-03T10:47:36.534" v="1678" actId="20577"/>
          <ac:spMkLst>
            <pc:docMk/>
            <pc:sldMk cId="0" sldId="287"/>
            <ac:spMk id="4" creationId="{42ED7B94-6D21-D6BF-540C-222E2AEA9421}"/>
          </ac:spMkLst>
        </pc:spChg>
        <pc:spChg chg="mod">
          <ac:chgData name="Mariana Rocha" userId="0a3173bd-d0ed-4c32-8e4c-b90c820606c5" providerId="ADAL" clId="{DCC3A51D-31E8-5BC6-970B-354B54D5302A}" dt="2025-11-03T10:47:08.080" v="1673" actId="20577"/>
          <ac:spMkLst>
            <pc:docMk/>
            <pc:sldMk cId="0" sldId="287"/>
            <ac:spMk id="12" creationId="{0A743166-E7CA-DE64-AF44-F30D72CEDB2D}"/>
          </ac:spMkLst>
        </pc:spChg>
        <pc:graphicFrameChg chg="mod modGraphic">
          <ac:chgData name="Mariana Rocha" userId="0a3173bd-d0ed-4c32-8e4c-b90c820606c5" providerId="ADAL" clId="{DCC3A51D-31E8-5BC6-970B-354B54D5302A}" dt="2025-11-03T10:47:01.142" v="1672" actId="20577"/>
          <ac:graphicFrameMkLst>
            <pc:docMk/>
            <pc:sldMk cId="0" sldId="287"/>
            <ac:graphicFrameMk id="3" creationId="{00000000-0000-0000-0000-000000000000}"/>
          </ac:graphicFrameMkLst>
        </pc:graphicFrameChg>
      </pc:sldChg>
      <pc:sldChg chg="modSp del mod">
        <pc:chgData name="Mariana Rocha" userId="0a3173bd-d0ed-4c32-8e4c-b90c820606c5" providerId="ADAL" clId="{DCC3A51D-31E8-5BC6-970B-354B54D5302A}" dt="2025-11-03T10:47:52.347" v="1679" actId="2696"/>
        <pc:sldMkLst>
          <pc:docMk/>
          <pc:sldMk cId="0" sldId="288"/>
        </pc:sldMkLst>
        <pc:spChg chg="mod">
          <ac:chgData name="Mariana Rocha" userId="0a3173bd-d0ed-4c32-8e4c-b90c820606c5" providerId="ADAL" clId="{DCC3A51D-31E8-5BC6-970B-354B54D5302A}" dt="2025-11-03T09:10:25.493" v="1"/>
          <ac:spMkLst>
            <pc:docMk/>
            <pc:sldMk cId="0" sldId="288"/>
            <ac:spMk id="2" creationId="{0C6F5252-ADEE-9C48-F379-0AA07222224A}"/>
          </ac:spMkLst>
        </pc:spChg>
        <pc:spChg chg="mod">
          <ac:chgData name="Mariana Rocha" userId="0a3173bd-d0ed-4c32-8e4c-b90c820606c5" providerId="ADAL" clId="{DCC3A51D-31E8-5BC6-970B-354B54D5302A}" dt="2025-11-03T10:47:25.565" v="1674" actId="20577"/>
          <ac:spMkLst>
            <pc:docMk/>
            <pc:sldMk cId="0" sldId="288"/>
            <ac:spMk id="10" creationId="{DA54AAE1-BC32-4F00-78E7-C79A33D2C1C6}"/>
          </ac:spMkLst>
        </pc:spChg>
      </pc:sldChg>
      <pc:sldChg chg="addSp delSp modSp mod">
        <pc:chgData name="Mariana Rocha" userId="0a3173bd-d0ed-4c32-8e4c-b90c820606c5" providerId="ADAL" clId="{DCC3A51D-31E8-5BC6-970B-354B54D5302A}" dt="2025-11-03T10:48:18.440" v="1693" actId="20577"/>
        <pc:sldMkLst>
          <pc:docMk/>
          <pc:sldMk cId="0" sldId="289"/>
        </pc:sldMkLst>
        <pc:spChg chg="del mod">
          <ac:chgData name="Mariana Rocha" userId="0a3173bd-d0ed-4c32-8e4c-b90c820606c5" providerId="ADAL" clId="{DCC3A51D-31E8-5BC6-970B-354B54D5302A}" dt="2025-11-03T10:47:54.515" v="1680" actId="478"/>
          <ac:spMkLst>
            <pc:docMk/>
            <pc:sldMk cId="0" sldId="289"/>
            <ac:spMk id="2" creationId="{033B78C8-A2D2-09AF-35EA-D3B4954D39E8}"/>
          </ac:spMkLst>
        </pc:spChg>
        <pc:spChg chg="add mod">
          <ac:chgData name="Mariana Rocha" userId="0a3173bd-d0ed-4c32-8e4c-b90c820606c5" providerId="ADAL" clId="{DCC3A51D-31E8-5BC6-970B-354B54D5302A}" dt="2025-11-03T10:48:02.302" v="1683" actId="20577"/>
          <ac:spMkLst>
            <pc:docMk/>
            <pc:sldMk cId="0" sldId="289"/>
            <ac:spMk id="3" creationId="{C9D57B25-4884-B64D-4728-7D60C8E88814}"/>
          </ac:spMkLst>
        </pc:spChg>
        <pc:spChg chg="mod">
          <ac:chgData name="Mariana Rocha" userId="0a3173bd-d0ed-4c32-8e4c-b90c820606c5" providerId="ADAL" clId="{DCC3A51D-31E8-5BC6-970B-354B54D5302A}" dt="2025-11-03T10:48:18.440" v="1693" actId="20577"/>
          <ac:spMkLst>
            <pc:docMk/>
            <pc:sldMk cId="0" sldId="289"/>
            <ac:spMk id="8" creationId="{9E5B8B99-BC97-B5E1-E543-725B5DCF2CD6}"/>
          </ac:spMkLst>
        </pc:spChg>
      </pc:sldChg>
      <pc:sldChg chg="addSp delSp modSp mod">
        <pc:chgData name="Mariana Rocha" userId="0a3173bd-d0ed-4c32-8e4c-b90c820606c5" providerId="ADAL" clId="{DCC3A51D-31E8-5BC6-970B-354B54D5302A}" dt="2025-11-03T10:48:47.547" v="1699" actId="1076"/>
        <pc:sldMkLst>
          <pc:docMk/>
          <pc:sldMk cId="0" sldId="290"/>
        </pc:sldMkLst>
        <pc:spChg chg="del mod">
          <ac:chgData name="Mariana Rocha" userId="0a3173bd-d0ed-4c32-8e4c-b90c820606c5" providerId="ADAL" clId="{DCC3A51D-31E8-5BC6-970B-354B54D5302A}" dt="2025-11-03T10:48:37.784" v="1695" actId="478"/>
          <ac:spMkLst>
            <pc:docMk/>
            <pc:sldMk cId="0" sldId="290"/>
            <ac:spMk id="2" creationId="{22D3727A-EB8D-9831-3F25-673DC258D735}"/>
          </ac:spMkLst>
        </pc:spChg>
        <pc:spChg chg="add mod">
          <ac:chgData name="Mariana Rocha" userId="0a3173bd-d0ed-4c32-8e4c-b90c820606c5" providerId="ADAL" clId="{DCC3A51D-31E8-5BC6-970B-354B54D5302A}" dt="2025-11-03T10:48:38.482" v="1696"/>
          <ac:spMkLst>
            <pc:docMk/>
            <pc:sldMk cId="0" sldId="290"/>
            <ac:spMk id="3" creationId="{345D372D-FB97-90AD-0CE8-9A786F6D2E4C}"/>
          </ac:spMkLst>
        </pc:spChg>
        <pc:spChg chg="mod">
          <ac:chgData name="Mariana Rocha" userId="0a3173bd-d0ed-4c32-8e4c-b90c820606c5" providerId="ADAL" clId="{DCC3A51D-31E8-5BC6-970B-354B54D5302A}" dt="2025-11-03T10:48:47.547" v="1699" actId="1076"/>
          <ac:spMkLst>
            <pc:docMk/>
            <pc:sldMk cId="0" sldId="290"/>
            <ac:spMk id="8" creationId="{A555CDAB-0AEC-C1DC-AD69-2B2B3851E325}"/>
          </ac:spMkLst>
        </pc:spChg>
      </pc:sldChg>
      <pc:sldChg chg="addSp delSp modSp mod">
        <pc:chgData name="Mariana Rocha" userId="0a3173bd-d0ed-4c32-8e4c-b90c820606c5" providerId="ADAL" clId="{DCC3A51D-31E8-5BC6-970B-354B54D5302A}" dt="2025-11-03T10:49:10.182" v="1703" actId="255"/>
        <pc:sldMkLst>
          <pc:docMk/>
          <pc:sldMk cId="0" sldId="291"/>
        </pc:sldMkLst>
        <pc:spChg chg="del mod">
          <ac:chgData name="Mariana Rocha" userId="0a3173bd-d0ed-4c32-8e4c-b90c820606c5" providerId="ADAL" clId="{DCC3A51D-31E8-5BC6-970B-354B54D5302A}" dt="2025-11-03T10:49:00.795" v="1700" actId="478"/>
          <ac:spMkLst>
            <pc:docMk/>
            <pc:sldMk cId="0" sldId="291"/>
            <ac:spMk id="2" creationId="{E702EB77-5264-20A3-B2A5-D2C52EB3CDE9}"/>
          </ac:spMkLst>
        </pc:spChg>
        <pc:spChg chg="add mod">
          <ac:chgData name="Mariana Rocha" userId="0a3173bd-d0ed-4c32-8e4c-b90c820606c5" providerId="ADAL" clId="{DCC3A51D-31E8-5BC6-970B-354B54D5302A}" dt="2025-11-03T10:49:01.771" v="1701"/>
          <ac:spMkLst>
            <pc:docMk/>
            <pc:sldMk cId="0" sldId="291"/>
            <ac:spMk id="3" creationId="{65A3F4B8-5996-C27B-9E10-96EEAC940812}"/>
          </ac:spMkLst>
        </pc:spChg>
        <pc:spChg chg="mod">
          <ac:chgData name="Mariana Rocha" userId="0a3173bd-d0ed-4c32-8e4c-b90c820606c5" providerId="ADAL" clId="{DCC3A51D-31E8-5BC6-970B-354B54D5302A}" dt="2025-11-03T10:49:10.182" v="1703" actId="255"/>
          <ac:spMkLst>
            <pc:docMk/>
            <pc:sldMk cId="0" sldId="291"/>
            <ac:spMk id="8" creationId="{A386351C-EE9D-EE04-D47E-87AC911A049B}"/>
          </ac:spMkLst>
        </pc:spChg>
      </pc:sldChg>
      <pc:sldChg chg="addSp delSp modSp mod">
        <pc:chgData name="Mariana Rocha" userId="0a3173bd-d0ed-4c32-8e4c-b90c820606c5" providerId="ADAL" clId="{DCC3A51D-31E8-5BC6-970B-354B54D5302A}" dt="2025-11-03T10:50:55.439" v="1732" actId="207"/>
        <pc:sldMkLst>
          <pc:docMk/>
          <pc:sldMk cId="0" sldId="292"/>
        </pc:sldMkLst>
        <pc:spChg chg="add mod">
          <ac:chgData name="Mariana Rocha" userId="0a3173bd-d0ed-4c32-8e4c-b90c820606c5" providerId="ADAL" clId="{DCC3A51D-31E8-5BC6-970B-354B54D5302A}" dt="2025-11-03T10:49:21.746" v="1705"/>
          <ac:spMkLst>
            <pc:docMk/>
            <pc:sldMk cId="0" sldId="292"/>
            <ac:spMk id="2" creationId="{F3521B59-4584-2563-140A-D0B95D648BD6}"/>
          </ac:spMkLst>
        </pc:spChg>
        <pc:spChg chg="del mod">
          <ac:chgData name="Mariana Rocha" userId="0a3173bd-d0ed-4c32-8e4c-b90c820606c5" providerId="ADAL" clId="{DCC3A51D-31E8-5BC6-970B-354B54D5302A}" dt="2025-11-03T10:49:20.864" v="1704" actId="478"/>
          <ac:spMkLst>
            <pc:docMk/>
            <pc:sldMk cId="0" sldId="292"/>
            <ac:spMk id="8" creationId="{19140E84-28FC-FA88-597E-8DEA62E426EC}"/>
          </ac:spMkLst>
        </pc:spChg>
        <pc:graphicFrameChg chg="mod modGraphic">
          <ac:chgData name="Mariana Rocha" userId="0a3173bd-d0ed-4c32-8e4c-b90c820606c5" providerId="ADAL" clId="{DCC3A51D-31E8-5BC6-970B-354B54D5302A}" dt="2025-11-03T10:50:55.439" v="1732" actId="207"/>
          <ac:graphicFrameMkLst>
            <pc:docMk/>
            <pc:sldMk cId="0" sldId="292"/>
            <ac:graphicFrameMk id="3" creationId="{00000000-0000-0000-0000-000000000000}"/>
          </ac:graphicFrameMkLst>
        </pc:graphicFrameChg>
        <pc:graphicFrameChg chg="mod modGraphic">
          <ac:chgData name="Mariana Rocha" userId="0a3173bd-d0ed-4c32-8e4c-b90c820606c5" providerId="ADAL" clId="{DCC3A51D-31E8-5BC6-970B-354B54D5302A}" dt="2025-11-03T10:50:37.315" v="1728" actId="1076"/>
          <ac:graphicFrameMkLst>
            <pc:docMk/>
            <pc:sldMk cId="0" sldId="292"/>
            <ac:graphicFrameMk id="4" creationId="{00000000-0000-0000-0000-000000000000}"/>
          </ac:graphicFrameMkLst>
        </pc:graphicFrameChg>
        <pc:graphicFrameChg chg="mod modGraphic">
          <ac:chgData name="Mariana Rocha" userId="0a3173bd-d0ed-4c32-8e4c-b90c820606c5" providerId="ADAL" clId="{DCC3A51D-31E8-5BC6-970B-354B54D5302A}" dt="2025-11-03T10:50:45.763" v="1731" actId="14734"/>
          <ac:graphicFrameMkLst>
            <pc:docMk/>
            <pc:sldMk cId="0" sldId="292"/>
            <ac:graphicFrameMk id="5" creationId="{00000000-0000-0000-0000-000000000000}"/>
          </ac:graphicFrameMkLst>
        </pc:graphicFrameChg>
      </pc:sldChg>
      <pc:sldChg chg="addSp delSp modSp mod">
        <pc:chgData name="Mariana Rocha" userId="0a3173bd-d0ed-4c32-8e4c-b90c820606c5" providerId="ADAL" clId="{DCC3A51D-31E8-5BC6-970B-354B54D5302A}" dt="2025-11-03T10:52:11.849" v="1802" actId="20577"/>
        <pc:sldMkLst>
          <pc:docMk/>
          <pc:sldMk cId="0" sldId="293"/>
        </pc:sldMkLst>
        <pc:spChg chg="del mod">
          <ac:chgData name="Mariana Rocha" userId="0a3173bd-d0ed-4c32-8e4c-b90c820606c5" providerId="ADAL" clId="{DCC3A51D-31E8-5BC6-970B-354B54D5302A}" dt="2025-11-03T10:51:05.505" v="1734" actId="478"/>
          <ac:spMkLst>
            <pc:docMk/>
            <pc:sldMk cId="0" sldId="293"/>
            <ac:spMk id="2" creationId="{DE6DEF43-555B-558C-D74A-491243C37BE4}"/>
          </ac:spMkLst>
        </pc:spChg>
        <pc:spChg chg="add mod">
          <ac:chgData name="Mariana Rocha" userId="0a3173bd-d0ed-4c32-8e4c-b90c820606c5" providerId="ADAL" clId="{DCC3A51D-31E8-5BC6-970B-354B54D5302A}" dt="2025-11-03T10:51:08.360" v="1737" actId="20577"/>
          <ac:spMkLst>
            <pc:docMk/>
            <pc:sldMk cId="0" sldId="293"/>
            <ac:spMk id="3" creationId="{8C7EECB3-F99A-F225-5071-468D8148222C}"/>
          </ac:spMkLst>
        </pc:spChg>
        <pc:spChg chg="add mod">
          <ac:chgData name="Mariana Rocha" userId="0a3173bd-d0ed-4c32-8e4c-b90c820606c5" providerId="ADAL" clId="{DCC3A51D-31E8-5BC6-970B-354B54D5302A}" dt="2025-11-03T10:52:11.849" v="1802" actId="20577"/>
          <ac:spMkLst>
            <pc:docMk/>
            <pc:sldMk cId="0" sldId="293"/>
            <ac:spMk id="4" creationId="{C5D7071C-D166-7238-981A-0EB187BD3D76}"/>
          </ac:spMkLst>
        </pc:spChg>
        <pc:spChg chg="del mod">
          <ac:chgData name="Mariana Rocha" userId="0a3173bd-d0ed-4c32-8e4c-b90c820606c5" providerId="ADAL" clId="{DCC3A51D-31E8-5BC6-970B-354B54D5302A}" dt="2025-11-03T10:51:22.449" v="1742" actId="478"/>
          <ac:spMkLst>
            <pc:docMk/>
            <pc:sldMk cId="0" sldId="293"/>
            <ac:spMk id="8" creationId="{1588D8BC-A9F9-6C7B-91E2-A8224A84D85E}"/>
          </ac:spMkLst>
        </pc:spChg>
      </pc:sldChg>
      <pc:sldChg chg="modSp del">
        <pc:chgData name="Mariana Rocha" userId="0a3173bd-d0ed-4c32-8e4c-b90c820606c5" providerId="ADAL" clId="{DCC3A51D-31E8-5BC6-970B-354B54D5302A}" dt="2025-11-03T10:51:46.976" v="1749" actId="2696"/>
        <pc:sldMkLst>
          <pc:docMk/>
          <pc:sldMk cId="0" sldId="294"/>
        </pc:sldMkLst>
        <pc:spChg chg="mod">
          <ac:chgData name="Mariana Rocha" userId="0a3173bd-d0ed-4c32-8e4c-b90c820606c5" providerId="ADAL" clId="{DCC3A51D-31E8-5BC6-970B-354B54D5302A}" dt="2025-11-03T09:10:25.493" v="1"/>
          <ac:spMkLst>
            <pc:docMk/>
            <pc:sldMk cId="0" sldId="294"/>
            <ac:spMk id="2" creationId="{019D5370-0062-F9B8-4584-0CA1E0171EBA}"/>
          </ac:spMkLst>
        </pc:spChg>
        <pc:spChg chg="mod">
          <ac:chgData name="Mariana Rocha" userId="0a3173bd-d0ed-4c32-8e4c-b90c820606c5" providerId="ADAL" clId="{DCC3A51D-31E8-5BC6-970B-354B54D5302A}" dt="2025-11-03T09:10:25.493" v="1"/>
          <ac:spMkLst>
            <pc:docMk/>
            <pc:sldMk cId="0" sldId="294"/>
            <ac:spMk id="11" creationId="{271E64D3-F141-0A08-73AE-1F00FD738667}"/>
          </ac:spMkLst>
        </pc:spChg>
        <pc:graphicFrameChg chg="mod">
          <ac:chgData name="Mariana Rocha" userId="0a3173bd-d0ed-4c32-8e4c-b90c820606c5" providerId="ADAL" clId="{DCC3A51D-31E8-5BC6-970B-354B54D5302A}" dt="2025-11-03T09:10:25.493" v="1"/>
          <ac:graphicFrameMkLst>
            <pc:docMk/>
            <pc:sldMk cId="0" sldId="294"/>
            <ac:graphicFrameMk id="4" creationId="{00000000-0000-0000-0000-000000000000}"/>
          </ac:graphicFrameMkLst>
        </pc:graphicFrameChg>
        <pc:graphicFrameChg chg="mod">
          <ac:chgData name="Mariana Rocha" userId="0a3173bd-d0ed-4c32-8e4c-b90c820606c5" providerId="ADAL" clId="{DCC3A51D-31E8-5BC6-970B-354B54D5302A}" dt="2025-11-03T09:10:25.493" v="1"/>
          <ac:graphicFrameMkLst>
            <pc:docMk/>
            <pc:sldMk cId="0" sldId="294"/>
            <ac:graphicFrameMk id="5" creationId="{00000000-0000-0000-0000-000000000000}"/>
          </ac:graphicFrameMkLst>
        </pc:graphicFrameChg>
        <pc:graphicFrameChg chg="mod">
          <ac:chgData name="Mariana Rocha" userId="0a3173bd-d0ed-4c32-8e4c-b90c820606c5" providerId="ADAL" clId="{DCC3A51D-31E8-5BC6-970B-354B54D5302A}" dt="2025-11-03T09:10:25.493" v="1"/>
          <ac:graphicFrameMkLst>
            <pc:docMk/>
            <pc:sldMk cId="0" sldId="294"/>
            <ac:graphicFrameMk id="6" creationId="{00000000-0000-0000-0000-000000000000}"/>
          </ac:graphicFrameMkLst>
        </pc:graphicFrameChg>
      </pc:sldChg>
      <pc:sldChg chg="modSp del">
        <pc:chgData name="Mariana Rocha" userId="0a3173bd-d0ed-4c32-8e4c-b90c820606c5" providerId="ADAL" clId="{DCC3A51D-31E8-5BC6-970B-354B54D5302A}" dt="2025-11-03T10:52:01.062" v="1751" actId="2696"/>
        <pc:sldMkLst>
          <pc:docMk/>
          <pc:sldMk cId="0" sldId="295"/>
        </pc:sldMkLst>
        <pc:spChg chg="mod">
          <ac:chgData name="Mariana Rocha" userId="0a3173bd-d0ed-4c32-8e4c-b90c820606c5" providerId="ADAL" clId="{DCC3A51D-31E8-5BC6-970B-354B54D5302A}" dt="2025-11-03T09:10:25.493" v="1"/>
          <ac:spMkLst>
            <pc:docMk/>
            <pc:sldMk cId="0" sldId="295"/>
            <ac:spMk id="2" creationId="{0E0814BC-AE1A-A688-CDFB-9065D4AA14C7}"/>
          </ac:spMkLst>
        </pc:spChg>
        <pc:spChg chg="mod">
          <ac:chgData name="Mariana Rocha" userId="0a3173bd-d0ed-4c32-8e4c-b90c820606c5" providerId="ADAL" clId="{DCC3A51D-31E8-5BC6-970B-354B54D5302A}" dt="2025-11-03T09:10:25.493" v="1"/>
          <ac:spMkLst>
            <pc:docMk/>
            <pc:sldMk cId="0" sldId="295"/>
            <ac:spMk id="9" creationId="{D652EA62-CAAF-D996-7E52-8365BF136827}"/>
          </ac:spMkLst>
        </pc:spChg>
        <pc:graphicFrameChg chg="mod">
          <ac:chgData name="Mariana Rocha" userId="0a3173bd-d0ed-4c32-8e4c-b90c820606c5" providerId="ADAL" clId="{DCC3A51D-31E8-5BC6-970B-354B54D5302A}" dt="2025-11-03T09:10:25.493" v="1"/>
          <ac:graphicFrameMkLst>
            <pc:docMk/>
            <pc:sldMk cId="0" sldId="295"/>
            <ac:graphicFrameMk id="3" creationId="{00000000-0000-0000-0000-000000000000}"/>
          </ac:graphicFrameMkLst>
        </pc:graphicFrameChg>
      </pc:sldChg>
      <pc:sldChg chg="modSp del">
        <pc:chgData name="Mariana Rocha" userId="0a3173bd-d0ed-4c32-8e4c-b90c820606c5" providerId="ADAL" clId="{DCC3A51D-31E8-5BC6-970B-354B54D5302A}" dt="2025-11-03T10:52:01.057" v="1750" actId="2696"/>
        <pc:sldMkLst>
          <pc:docMk/>
          <pc:sldMk cId="0" sldId="296"/>
        </pc:sldMkLst>
        <pc:spChg chg="mod">
          <ac:chgData name="Mariana Rocha" userId="0a3173bd-d0ed-4c32-8e4c-b90c820606c5" providerId="ADAL" clId="{DCC3A51D-31E8-5BC6-970B-354B54D5302A}" dt="2025-11-03T09:10:25.493" v="1"/>
          <ac:spMkLst>
            <pc:docMk/>
            <pc:sldMk cId="0" sldId="296"/>
            <ac:spMk id="2" creationId="{C3593E56-BBDB-E913-83D6-6CA2041411D8}"/>
          </ac:spMkLst>
        </pc:spChg>
        <pc:spChg chg="mod">
          <ac:chgData name="Mariana Rocha" userId="0a3173bd-d0ed-4c32-8e4c-b90c820606c5" providerId="ADAL" clId="{DCC3A51D-31E8-5BC6-970B-354B54D5302A}" dt="2025-11-03T09:10:25.493" v="1"/>
          <ac:spMkLst>
            <pc:docMk/>
            <pc:sldMk cId="0" sldId="296"/>
            <ac:spMk id="12" creationId="{646A5031-70B7-1C94-E753-25187FC600B7}"/>
          </ac:spMkLst>
        </pc:spChg>
        <pc:graphicFrameChg chg="mod">
          <ac:chgData name="Mariana Rocha" userId="0a3173bd-d0ed-4c32-8e4c-b90c820606c5" providerId="ADAL" clId="{DCC3A51D-31E8-5BC6-970B-354B54D5302A}" dt="2025-11-03T09:10:25.493" v="1"/>
          <ac:graphicFrameMkLst>
            <pc:docMk/>
            <pc:sldMk cId="0" sldId="296"/>
            <ac:graphicFrameMk id="3" creationId="{00000000-0000-0000-0000-000000000000}"/>
          </ac:graphicFrameMkLst>
        </pc:graphicFrameChg>
        <pc:graphicFrameChg chg="mod">
          <ac:chgData name="Mariana Rocha" userId="0a3173bd-d0ed-4c32-8e4c-b90c820606c5" providerId="ADAL" clId="{DCC3A51D-31E8-5BC6-970B-354B54D5302A}" dt="2025-11-03T09:10:25.493" v="1"/>
          <ac:graphicFrameMkLst>
            <pc:docMk/>
            <pc:sldMk cId="0" sldId="296"/>
            <ac:graphicFrameMk id="4" creationId="{00000000-0000-0000-0000-000000000000}"/>
          </ac:graphicFrameMkLst>
        </pc:graphicFrameChg>
      </pc:sldChg>
      <pc:sldChg chg="addSp delSp modSp mod">
        <pc:chgData name="Mariana Rocha" userId="0a3173bd-d0ed-4c32-8e4c-b90c820606c5" providerId="ADAL" clId="{DCC3A51D-31E8-5BC6-970B-354B54D5302A}" dt="2025-11-03T10:52:57.022" v="1839" actId="20577"/>
        <pc:sldMkLst>
          <pc:docMk/>
          <pc:sldMk cId="0" sldId="299"/>
        </pc:sldMkLst>
        <pc:spChg chg="add mod">
          <ac:chgData name="Mariana Rocha" userId="0a3173bd-d0ed-4c32-8e4c-b90c820606c5" providerId="ADAL" clId="{DCC3A51D-31E8-5BC6-970B-354B54D5302A}" dt="2025-11-03T10:52:28.391" v="1833" actId="20577"/>
          <ac:spMkLst>
            <pc:docMk/>
            <pc:sldMk cId="0" sldId="299"/>
            <ac:spMk id="2" creationId="{D460ADE0-6236-A16B-8A47-DD32DD0F6C94}"/>
          </ac:spMkLst>
        </pc:spChg>
        <pc:spChg chg="del mod">
          <ac:chgData name="Mariana Rocha" userId="0a3173bd-d0ed-4c32-8e4c-b90c820606c5" providerId="ADAL" clId="{DCC3A51D-31E8-5BC6-970B-354B54D5302A}" dt="2025-11-03T10:52:21.752" v="1803" actId="478"/>
          <ac:spMkLst>
            <pc:docMk/>
            <pc:sldMk cId="0" sldId="299"/>
            <ac:spMk id="8" creationId="{AD35CBF1-AE99-A230-5750-8428362AF623}"/>
          </ac:spMkLst>
        </pc:spChg>
        <pc:spChg chg="mod">
          <ac:chgData name="Mariana Rocha" userId="0a3173bd-d0ed-4c32-8e4c-b90c820606c5" providerId="ADAL" clId="{DCC3A51D-31E8-5BC6-970B-354B54D5302A}" dt="2025-11-03T10:52:57.022" v="1839" actId="20577"/>
          <ac:spMkLst>
            <pc:docMk/>
            <pc:sldMk cId="0" sldId="299"/>
            <ac:spMk id="10" creationId="{1F3BA923-F154-728C-EFA7-D3B0199FE102}"/>
          </ac:spMkLst>
        </pc:spChg>
      </pc:sldChg>
      <pc:sldChg chg="modSp add mod">
        <pc:chgData name="Mariana Rocha" userId="0a3173bd-d0ed-4c32-8e4c-b90c820606c5" providerId="ADAL" clId="{DCC3A51D-31E8-5BC6-970B-354B54D5302A}" dt="2025-11-03T09:11:13.819" v="40" actId="27636"/>
        <pc:sldMkLst>
          <pc:docMk/>
          <pc:sldMk cId="0" sldId="328"/>
        </pc:sldMkLst>
        <pc:spChg chg="mod">
          <ac:chgData name="Mariana Rocha" userId="0a3173bd-d0ed-4c32-8e4c-b90c820606c5" providerId="ADAL" clId="{DCC3A51D-31E8-5BC6-970B-354B54D5302A}" dt="2025-11-03T09:11:13.819" v="40" actId="27636"/>
          <ac:spMkLst>
            <pc:docMk/>
            <pc:sldMk cId="0" sldId="328"/>
            <ac:spMk id="26" creationId="{2ABE34C9-C9F3-88B9-7DC7-48B60D3134CC}"/>
          </ac:spMkLst>
        </pc:spChg>
        <pc:spChg chg="mod">
          <ac:chgData name="Mariana Rocha" userId="0a3173bd-d0ed-4c32-8e4c-b90c820606c5" providerId="ADAL" clId="{DCC3A51D-31E8-5BC6-970B-354B54D5302A}" dt="2025-11-03T09:11:01.692" v="35" actId="20577"/>
          <ac:spMkLst>
            <pc:docMk/>
            <pc:sldMk cId="0" sldId="328"/>
            <ac:spMk id="28" creationId="{F8E066B0-7223-D5C8-AC47-4AE5F2157F6E}"/>
          </ac:spMkLst>
        </pc:spChg>
      </pc:sldChg>
      <pc:sldChg chg="addSp delSp modSp mod">
        <pc:chgData name="Mariana Rocha" userId="0a3173bd-d0ed-4c32-8e4c-b90c820606c5" providerId="ADAL" clId="{DCC3A51D-31E8-5BC6-970B-354B54D5302A}" dt="2025-11-03T09:31:29.198" v="636" actId="1076"/>
        <pc:sldMkLst>
          <pc:docMk/>
          <pc:sldMk cId="1713231700" sldId="341"/>
        </pc:sldMkLst>
        <pc:spChg chg="add mod">
          <ac:chgData name="Mariana Rocha" userId="0a3173bd-d0ed-4c32-8e4c-b90c820606c5" providerId="ADAL" clId="{DCC3A51D-31E8-5BC6-970B-354B54D5302A}" dt="2025-11-03T09:30:41.273" v="614" actId="20577"/>
          <ac:spMkLst>
            <pc:docMk/>
            <pc:sldMk cId="1713231700" sldId="341"/>
            <ac:spMk id="2" creationId="{5B2BE16B-C9E4-813B-71EA-5B0D5166C3B2}"/>
          </ac:spMkLst>
        </pc:spChg>
        <pc:spChg chg="del mod">
          <ac:chgData name="Mariana Rocha" userId="0a3173bd-d0ed-4c32-8e4c-b90c820606c5" providerId="ADAL" clId="{DCC3A51D-31E8-5BC6-970B-354B54D5302A}" dt="2025-11-03T09:30:34.477" v="598" actId="478"/>
          <ac:spMkLst>
            <pc:docMk/>
            <pc:sldMk cId="1713231700" sldId="341"/>
            <ac:spMk id="6" creationId="{82D1F2CA-18E8-C1EF-7297-D2AB00A44A10}"/>
          </ac:spMkLst>
        </pc:spChg>
        <pc:spChg chg="mod">
          <ac:chgData name="Mariana Rocha" userId="0a3173bd-d0ed-4c32-8e4c-b90c820606c5" providerId="ADAL" clId="{DCC3A51D-31E8-5BC6-970B-354B54D5302A}" dt="2025-11-03T09:31:29.198" v="636" actId="1076"/>
          <ac:spMkLst>
            <pc:docMk/>
            <pc:sldMk cId="1713231700" sldId="341"/>
            <ac:spMk id="9" creationId="{1F49C3B5-E93A-31C4-76F2-7E44ACF31330}"/>
          </ac:spMkLst>
        </pc:spChg>
      </pc:sldChg>
      <pc:sldChg chg="addSp delSp modSp mod">
        <pc:chgData name="Mariana Rocha" userId="0a3173bd-d0ed-4c32-8e4c-b90c820606c5" providerId="ADAL" clId="{DCC3A51D-31E8-5BC6-970B-354B54D5302A}" dt="2025-11-03T10:44:10.431" v="1635" actId="20577"/>
        <pc:sldMkLst>
          <pc:docMk/>
          <pc:sldMk cId="2455487136" sldId="348"/>
        </pc:sldMkLst>
        <pc:spChg chg="add mod">
          <ac:chgData name="Mariana Rocha" userId="0a3173bd-d0ed-4c32-8e4c-b90c820606c5" providerId="ADAL" clId="{DCC3A51D-31E8-5BC6-970B-354B54D5302A}" dt="2025-11-03T10:44:10.431" v="1635" actId="20577"/>
          <ac:spMkLst>
            <pc:docMk/>
            <pc:sldMk cId="2455487136" sldId="348"/>
            <ac:spMk id="2" creationId="{1E75CE44-3EAC-2976-5131-F325C73F512D}"/>
          </ac:spMkLst>
        </pc:spChg>
        <pc:spChg chg="del mod">
          <ac:chgData name="Mariana Rocha" userId="0a3173bd-d0ed-4c32-8e4c-b90c820606c5" providerId="ADAL" clId="{DCC3A51D-31E8-5BC6-970B-354B54D5302A}" dt="2025-11-03T10:44:03.366" v="1602" actId="478"/>
          <ac:spMkLst>
            <pc:docMk/>
            <pc:sldMk cId="2455487136" sldId="348"/>
            <ac:spMk id="6" creationId="{8D7356A1-B21D-ABF6-4685-EF38492B03C6}"/>
          </ac:spMkLst>
        </pc:spChg>
        <pc:picChg chg="mod">
          <ac:chgData name="Mariana Rocha" userId="0a3173bd-d0ed-4c32-8e4c-b90c820606c5" providerId="ADAL" clId="{DCC3A51D-31E8-5BC6-970B-354B54D5302A}" dt="2025-11-03T09:10:25.493" v="1"/>
          <ac:picMkLst>
            <pc:docMk/>
            <pc:sldMk cId="2455487136" sldId="348"/>
            <ac:picMk id="5" creationId="{578D4D30-4E9F-52E6-3C19-16DB17B7C6C1}"/>
          </ac:picMkLst>
        </pc:picChg>
      </pc:sldChg>
      <pc:sldChg chg="modSp del">
        <pc:chgData name="Mariana Rocha" userId="0a3173bd-d0ed-4c32-8e4c-b90c820606c5" providerId="ADAL" clId="{DCC3A51D-31E8-5BC6-970B-354B54D5302A}" dt="2025-11-03T09:46:43.289" v="723" actId="2696"/>
        <pc:sldMkLst>
          <pc:docMk/>
          <pc:sldMk cId="2776400519" sldId="351"/>
        </pc:sldMkLst>
        <pc:spChg chg="mod">
          <ac:chgData name="Mariana Rocha" userId="0a3173bd-d0ed-4c32-8e4c-b90c820606c5" providerId="ADAL" clId="{DCC3A51D-31E8-5BC6-970B-354B54D5302A}" dt="2025-11-03T09:10:25.493" v="1"/>
          <ac:spMkLst>
            <pc:docMk/>
            <pc:sldMk cId="2776400519" sldId="351"/>
            <ac:spMk id="9" creationId="{27587FC2-7473-A2D9-4A35-6A96F6D5EB48}"/>
          </ac:spMkLst>
        </pc:spChg>
        <pc:spChg chg="mod">
          <ac:chgData name="Mariana Rocha" userId="0a3173bd-d0ed-4c32-8e4c-b90c820606c5" providerId="ADAL" clId="{DCC3A51D-31E8-5BC6-970B-354B54D5302A}" dt="2025-11-03T09:10:25.493" v="1"/>
          <ac:spMkLst>
            <pc:docMk/>
            <pc:sldMk cId="2776400519" sldId="351"/>
            <ac:spMk id="12" creationId="{4B0A44AF-B793-8FE5-69D9-B3BAB890C99B}"/>
          </ac:spMkLst>
        </pc:spChg>
        <pc:spChg chg="mod">
          <ac:chgData name="Mariana Rocha" userId="0a3173bd-d0ed-4c32-8e4c-b90c820606c5" providerId="ADAL" clId="{DCC3A51D-31E8-5BC6-970B-354B54D5302A}" dt="2025-11-03T09:10:25.493" v="1"/>
          <ac:spMkLst>
            <pc:docMk/>
            <pc:sldMk cId="2776400519" sldId="351"/>
            <ac:spMk id="14" creationId="{FB695051-9BE8-8587-D80E-7D6561C6E5CB}"/>
          </ac:spMkLst>
        </pc:spChg>
        <pc:graphicFrameChg chg="mod">
          <ac:chgData name="Mariana Rocha" userId="0a3173bd-d0ed-4c32-8e4c-b90c820606c5" providerId="ADAL" clId="{DCC3A51D-31E8-5BC6-970B-354B54D5302A}" dt="2025-11-03T09:10:25.493" v="1"/>
          <ac:graphicFrameMkLst>
            <pc:docMk/>
            <pc:sldMk cId="2776400519" sldId="351"/>
            <ac:graphicFrameMk id="3" creationId="{A9FCEA81-9FE4-2B02-5EB4-60D5B8E1EB6C}"/>
          </ac:graphicFrameMkLst>
        </pc:graphicFrameChg>
        <pc:graphicFrameChg chg="mod">
          <ac:chgData name="Mariana Rocha" userId="0a3173bd-d0ed-4c32-8e4c-b90c820606c5" providerId="ADAL" clId="{DCC3A51D-31E8-5BC6-970B-354B54D5302A}" dt="2025-11-03T09:10:25.493" v="1"/>
          <ac:graphicFrameMkLst>
            <pc:docMk/>
            <pc:sldMk cId="2776400519" sldId="351"/>
            <ac:graphicFrameMk id="4" creationId="{B159CEBD-8FBF-3BE7-7571-40FFDB937B24}"/>
          </ac:graphicFrameMkLst>
        </pc:graphicFrameChg>
      </pc:sldChg>
      <pc:sldChg chg="addSp delSp modSp mod">
        <pc:chgData name="Mariana Rocha" userId="0a3173bd-d0ed-4c32-8e4c-b90c820606c5" providerId="ADAL" clId="{DCC3A51D-31E8-5BC6-970B-354B54D5302A}" dt="2025-11-03T10:05:40.544" v="798"/>
        <pc:sldMkLst>
          <pc:docMk/>
          <pc:sldMk cId="3882063502" sldId="352"/>
        </pc:sldMkLst>
        <pc:spChg chg="add mod">
          <ac:chgData name="Mariana Rocha" userId="0a3173bd-d0ed-4c32-8e4c-b90c820606c5" providerId="ADAL" clId="{DCC3A51D-31E8-5BC6-970B-354B54D5302A}" dt="2025-11-03T10:01:06.107" v="771" actId="20577"/>
          <ac:spMkLst>
            <pc:docMk/>
            <pc:sldMk cId="3882063502" sldId="352"/>
            <ac:spMk id="3" creationId="{14E8E13C-A76B-D84A-59FA-8917B840F72B}"/>
          </ac:spMkLst>
        </pc:spChg>
        <pc:spChg chg="del mod">
          <ac:chgData name="Mariana Rocha" userId="0a3173bd-d0ed-4c32-8e4c-b90c820606c5" providerId="ADAL" clId="{DCC3A51D-31E8-5BC6-970B-354B54D5302A}" dt="2025-11-03T09:40:00.520" v="666" actId="478"/>
          <ac:spMkLst>
            <pc:docMk/>
            <pc:sldMk cId="3882063502" sldId="352"/>
            <ac:spMk id="9" creationId="{27587FC2-7473-A2D9-4A35-6A96F6D5EB48}"/>
          </ac:spMkLst>
        </pc:spChg>
        <pc:spChg chg="mod">
          <ac:chgData name="Mariana Rocha" userId="0a3173bd-d0ed-4c32-8e4c-b90c820606c5" providerId="ADAL" clId="{DCC3A51D-31E8-5BC6-970B-354B54D5302A}" dt="2025-11-03T09:46:26.597" v="719" actId="14100"/>
          <ac:spMkLst>
            <pc:docMk/>
            <pc:sldMk cId="3882063502" sldId="352"/>
            <ac:spMk id="12" creationId="{4B0A44AF-B793-8FE5-69D9-B3BAB890C99B}"/>
          </ac:spMkLst>
        </pc:spChg>
        <pc:spChg chg="mod">
          <ac:chgData name="Mariana Rocha" userId="0a3173bd-d0ed-4c32-8e4c-b90c820606c5" providerId="ADAL" clId="{DCC3A51D-31E8-5BC6-970B-354B54D5302A}" dt="2025-11-03T09:46:33.822" v="722" actId="2711"/>
          <ac:spMkLst>
            <pc:docMk/>
            <pc:sldMk cId="3882063502" sldId="352"/>
            <ac:spMk id="14" creationId="{FB695051-9BE8-8587-D80E-7D6561C6E5CB}"/>
          </ac:spMkLst>
        </pc:spChg>
        <pc:graphicFrameChg chg="del mod modGraphic">
          <ac:chgData name="Mariana Rocha" userId="0a3173bd-d0ed-4c32-8e4c-b90c820606c5" providerId="ADAL" clId="{DCC3A51D-31E8-5BC6-970B-354B54D5302A}" dt="2025-11-03T09:40:15.274" v="670" actId="478"/>
          <ac:graphicFrameMkLst>
            <pc:docMk/>
            <pc:sldMk cId="3882063502" sldId="352"/>
            <ac:graphicFrameMk id="2" creationId="{93BAA362-75D2-12BC-3E9A-03FDD8491636}"/>
          </ac:graphicFrameMkLst>
        </pc:graphicFrameChg>
        <pc:graphicFrameChg chg="add mod modGraphic">
          <ac:chgData name="Mariana Rocha" userId="0a3173bd-d0ed-4c32-8e4c-b90c820606c5" providerId="ADAL" clId="{DCC3A51D-31E8-5BC6-970B-354B54D5302A}" dt="2025-11-03T10:05:40.544" v="798"/>
          <ac:graphicFrameMkLst>
            <pc:docMk/>
            <pc:sldMk cId="3882063502" sldId="352"/>
            <ac:graphicFrameMk id="4" creationId="{C8A9AD7C-D2FB-E97B-647E-C7A7785B559E}"/>
          </ac:graphicFrameMkLst>
        </pc:graphicFrameChg>
        <pc:graphicFrameChg chg="add mod">
          <ac:chgData name="Mariana Rocha" userId="0a3173bd-d0ed-4c32-8e4c-b90c820606c5" providerId="ADAL" clId="{DCC3A51D-31E8-5BC6-970B-354B54D5302A}" dt="2025-11-03T10:05:11.350" v="791"/>
          <ac:graphicFrameMkLst>
            <pc:docMk/>
            <pc:sldMk cId="3882063502" sldId="352"/>
            <ac:graphicFrameMk id="5" creationId="{69ED3EF9-B7F4-8695-263E-F45DFD8D37B3}"/>
          </ac:graphicFrameMkLst>
        </pc:graphicFrameChg>
      </pc:sldChg>
      <pc:sldChg chg="modSp del">
        <pc:chgData name="Mariana Rocha" userId="0a3173bd-d0ed-4c32-8e4c-b90c820606c5" providerId="ADAL" clId="{DCC3A51D-31E8-5BC6-970B-354B54D5302A}" dt="2025-11-03T10:06:24.869" v="808" actId="2696"/>
        <pc:sldMkLst>
          <pc:docMk/>
          <pc:sldMk cId="2459489087" sldId="353"/>
        </pc:sldMkLst>
        <pc:spChg chg="mod">
          <ac:chgData name="Mariana Rocha" userId="0a3173bd-d0ed-4c32-8e4c-b90c820606c5" providerId="ADAL" clId="{DCC3A51D-31E8-5BC6-970B-354B54D5302A}" dt="2025-11-03T09:10:25.493" v="1"/>
          <ac:spMkLst>
            <pc:docMk/>
            <pc:sldMk cId="2459489087" sldId="353"/>
            <ac:spMk id="9" creationId="{27587FC2-7473-A2D9-4A35-6A96F6D5EB48}"/>
          </ac:spMkLst>
        </pc:spChg>
        <pc:spChg chg="mod">
          <ac:chgData name="Mariana Rocha" userId="0a3173bd-d0ed-4c32-8e4c-b90c820606c5" providerId="ADAL" clId="{DCC3A51D-31E8-5BC6-970B-354B54D5302A}" dt="2025-11-03T09:10:25.493" v="1"/>
          <ac:spMkLst>
            <pc:docMk/>
            <pc:sldMk cId="2459489087" sldId="353"/>
            <ac:spMk id="12" creationId="{4B0A44AF-B793-8FE5-69D9-B3BAB890C99B}"/>
          </ac:spMkLst>
        </pc:spChg>
        <pc:graphicFrameChg chg="mod">
          <ac:chgData name="Mariana Rocha" userId="0a3173bd-d0ed-4c32-8e4c-b90c820606c5" providerId="ADAL" clId="{DCC3A51D-31E8-5BC6-970B-354B54D5302A}" dt="2025-11-03T09:10:25.493" v="1"/>
          <ac:graphicFrameMkLst>
            <pc:docMk/>
            <pc:sldMk cId="2459489087" sldId="353"/>
            <ac:graphicFrameMk id="4" creationId="{AC8AF293-92A4-DFEF-0C04-090665E09574}"/>
          </ac:graphicFrameMkLst>
        </pc:graphicFrameChg>
      </pc:sldChg>
      <pc:sldChg chg="modSp del">
        <pc:chgData name="Mariana Rocha" userId="0a3173bd-d0ed-4c32-8e4c-b90c820606c5" providerId="ADAL" clId="{DCC3A51D-31E8-5BC6-970B-354B54D5302A}" dt="2025-11-03T10:08:35.939" v="839" actId="2696"/>
        <pc:sldMkLst>
          <pc:docMk/>
          <pc:sldMk cId="2849675476" sldId="354"/>
        </pc:sldMkLst>
        <pc:spChg chg="mod">
          <ac:chgData name="Mariana Rocha" userId="0a3173bd-d0ed-4c32-8e4c-b90c820606c5" providerId="ADAL" clId="{DCC3A51D-31E8-5BC6-970B-354B54D5302A}" dt="2025-11-03T09:10:25.493" v="1"/>
          <ac:spMkLst>
            <pc:docMk/>
            <pc:sldMk cId="2849675476" sldId="354"/>
            <ac:spMk id="9" creationId="{27587FC2-7473-A2D9-4A35-6A96F6D5EB48}"/>
          </ac:spMkLst>
        </pc:spChg>
        <pc:spChg chg="mod">
          <ac:chgData name="Mariana Rocha" userId="0a3173bd-d0ed-4c32-8e4c-b90c820606c5" providerId="ADAL" clId="{DCC3A51D-31E8-5BC6-970B-354B54D5302A}" dt="2025-11-03T09:10:25.493" v="1"/>
          <ac:spMkLst>
            <pc:docMk/>
            <pc:sldMk cId="2849675476" sldId="354"/>
            <ac:spMk id="12" creationId="{4B0A44AF-B793-8FE5-69D9-B3BAB890C99B}"/>
          </ac:spMkLst>
        </pc:spChg>
        <pc:graphicFrameChg chg="mod">
          <ac:chgData name="Mariana Rocha" userId="0a3173bd-d0ed-4c32-8e4c-b90c820606c5" providerId="ADAL" clId="{DCC3A51D-31E8-5BC6-970B-354B54D5302A}" dt="2025-11-03T10:06:24.870" v="809"/>
          <ac:graphicFrameMkLst>
            <pc:docMk/>
            <pc:sldMk cId="2849675476" sldId="354"/>
            <ac:graphicFrameMk id="4" creationId="{AC8AF293-92A4-DFEF-0C04-090665E09574}"/>
          </ac:graphicFrameMkLst>
        </pc:graphicFrameChg>
      </pc:sldChg>
      <pc:sldChg chg="modSp del">
        <pc:chgData name="Mariana Rocha" userId="0a3173bd-d0ed-4c32-8e4c-b90c820606c5" providerId="ADAL" clId="{DCC3A51D-31E8-5BC6-970B-354B54D5302A}" dt="2025-11-03T10:08:36.825" v="841" actId="2696"/>
        <pc:sldMkLst>
          <pc:docMk/>
          <pc:sldMk cId="1441982608" sldId="355"/>
        </pc:sldMkLst>
        <pc:spChg chg="mod">
          <ac:chgData name="Mariana Rocha" userId="0a3173bd-d0ed-4c32-8e4c-b90c820606c5" providerId="ADAL" clId="{DCC3A51D-31E8-5BC6-970B-354B54D5302A}" dt="2025-11-03T09:10:25.493" v="1"/>
          <ac:spMkLst>
            <pc:docMk/>
            <pc:sldMk cId="1441982608" sldId="355"/>
            <ac:spMk id="7" creationId="{FDB61F4C-F2C8-C8E1-83C0-98C8CD821BF6}"/>
          </ac:spMkLst>
        </pc:spChg>
        <pc:spChg chg="mod">
          <ac:chgData name="Mariana Rocha" userId="0a3173bd-d0ed-4c32-8e4c-b90c820606c5" providerId="ADAL" clId="{DCC3A51D-31E8-5BC6-970B-354B54D5302A}" dt="2025-11-03T09:10:25.493" v="1"/>
          <ac:spMkLst>
            <pc:docMk/>
            <pc:sldMk cId="1441982608" sldId="355"/>
            <ac:spMk id="9" creationId="{27587FC2-7473-A2D9-4A35-6A96F6D5EB48}"/>
          </ac:spMkLst>
        </pc:spChg>
        <pc:spChg chg="mod">
          <ac:chgData name="Mariana Rocha" userId="0a3173bd-d0ed-4c32-8e4c-b90c820606c5" providerId="ADAL" clId="{DCC3A51D-31E8-5BC6-970B-354B54D5302A}" dt="2025-11-03T09:10:25.493" v="1"/>
          <ac:spMkLst>
            <pc:docMk/>
            <pc:sldMk cId="1441982608" sldId="355"/>
            <ac:spMk id="12" creationId="{4B0A44AF-B793-8FE5-69D9-B3BAB890C99B}"/>
          </ac:spMkLst>
        </pc:spChg>
        <pc:graphicFrameChg chg="mod">
          <ac:chgData name="Mariana Rocha" userId="0a3173bd-d0ed-4c32-8e4c-b90c820606c5" providerId="ADAL" clId="{DCC3A51D-31E8-5BC6-970B-354B54D5302A}" dt="2025-11-03T10:08:35.939" v="840"/>
          <ac:graphicFrameMkLst>
            <pc:docMk/>
            <pc:sldMk cId="1441982608" sldId="355"/>
            <ac:graphicFrameMk id="2" creationId="{FBBD7A9D-766D-65EE-24D8-8610C68D889F}"/>
          </ac:graphicFrameMkLst>
        </pc:graphicFrameChg>
        <pc:graphicFrameChg chg="mod">
          <ac:chgData name="Mariana Rocha" userId="0a3173bd-d0ed-4c32-8e4c-b90c820606c5" providerId="ADAL" clId="{DCC3A51D-31E8-5BC6-970B-354B54D5302A}" dt="2025-11-03T10:08:35.939" v="840"/>
          <ac:graphicFrameMkLst>
            <pc:docMk/>
            <pc:sldMk cId="1441982608" sldId="355"/>
            <ac:graphicFrameMk id="3" creationId="{E261153C-2907-920F-C383-6D64522AC200}"/>
          </ac:graphicFrameMkLst>
        </pc:graphicFrameChg>
        <pc:graphicFrameChg chg="mod">
          <ac:chgData name="Mariana Rocha" userId="0a3173bd-d0ed-4c32-8e4c-b90c820606c5" providerId="ADAL" clId="{DCC3A51D-31E8-5BC6-970B-354B54D5302A}" dt="2025-11-03T10:08:35.939" v="840"/>
          <ac:graphicFrameMkLst>
            <pc:docMk/>
            <pc:sldMk cId="1441982608" sldId="355"/>
            <ac:graphicFrameMk id="5" creationId="{2D400F10-7791-23D9-13EB-0EE9C99CEF0E}"/>
          </ac:graphicFrameMkLst>
        </pc:graphicFrameChg>
        <pc:cxnChg chg="mod">
          <ac:chgData name="Mariana Rocha" userId="0a3173bd-d0ed-4c32-8e4c-b90c820606c5" providerId="ADAL" clId="{DCC3A51D-31E8-5BC6-970B-354B54D5302A}" dt="2025-11-03T10:08:35.939" v="840"/>
          <ac:cxnSpMkLst>
            <pc:docMk/>
            <pc:sldMk cId="1441982608" sldId="355"/>
            <ac:cxnSpMk id="10" creationId="{C8405D31-2E7B-836E-5E7B-893525C7D83C}"/>
          </ac:cxnSpMkLst>
        </pc:cxnChg>
        <pc:cxnChg chg="mod">
          <ac:chgData name="Mariana Rocha" userId="0a3173bd-d0ed-4c32-8e4c-b90c820606c5" providerId="ADAL" clId="{DCC3A51D-31E8-5BC6-970B-354B54D5302A}" dt="2025-11-03T10:08:35.939" v="840"/>
          <ac:cxnSpMkLst>
            <pc:docMk/>
            <pc:sldMk cId="1441982608" sldId="355"/>
            <ac:cxnSpMk id="14" creationId="{1430CA5B-0DE2-3EFA-9493-5ACB11E22FE6}"/>
          </ac:cxnSpMkLst>
        </pc:cxnChg>
      </pc:sldChg>
      <pc:sldChg chg="modSp del">
        <pc:chgData name="Mariana Rocha" userId="0a3173bd-d0ed-4c32-8e4c-b90c820606c5" providerId="ADAL" clId="{DCC3A51D-31E8-5BC6-970B-354B54D5302A}" dt="2025-11-03T10:41:01.310" v="1484" actId="2696"/>
        <pc:sldMkLst>
          <pc:docMk/>
          <pc:sldMk cId="315766361" sldId="356"/>
        </pc:sldMkLst>
        <pc:spChg chg="mod">
          <ac:chgData name="Mariana Rocha" userId="0a3173bd-d0ed-4c32-8e4c-b90c820606c5" providerId="ADAL" clId="{DCC3A51D-31E8-5BC6-970B-354B54D5302A}" dt="2025-11-03T09:10:25.493" v="1"/>
          <ac:spMkLst>
            <pc:docMk/>
            <pc:sldMk cId="315766361" sldId="356"/>
            <ac:spMk id="6" creationId="{308597C3-EC37-E99A-1EE9-321A2F9F130C}"/>
          </ac:spMkLst>
        </pc:spChg>
        <pc:spChg chg="mod">
          <ac:chgData name="Mariana Rocha" userId="0a3173bd-d0ed-4c32-8e4c-b90c820606c5" providerId="ADAL" clId="{DCC3A51D-31E8-5BC6-970B-354B54D5302A}" dt="2025-11-03T09:10:25.493" v="1"/>
          <ac:spMkLst>
            <pc:docMk/>
            <pc:sldMk cId="315766361" sldId="356"/>
            <ac:spMk id="8" creationId="{1A287C00-2589-8562-09A0-8CEE6E2095DC}"/>
          </ac:spMkLst>
        </pc:spChg>
        <pc:graphicFrameChg chg="mod">
          <ac:chgData name="Mariana Rocha" userId="0a3173bd-d0ed-4c32-8e4c-b90c820606c5" providerId="ADAL" clId="{DCC3A51D-31E8-5BC6-970B-354B54D5302A}" dt="2025-11-03T09:10:25.493" v="1"/>
          <ac:graphicFrameMkLst>
            <pc:docMk/>
            <pc:sldMk cId="315766361" sldId="356"/>
            <ac:graphicFrameMk id="11" creationId="{EE03762E-2B83-271D-C62B-E8319D9E303D}"/>
          </ac:graphicFrameMkLst>
        </pc:graphicFrameChg>
      </pc:sldChg>
      <pc:sldChg chg="modSp del">
        <pc:chgData name="Mariana Rocha" userId="0a3173bd-d0ed-4c32-8e4c-b90c820606c5" providerId="ADAL" clId="{DCC3A51D-31E8-5BC6-970B-354B54D5302A}" dt="2025-11-03T10:41:02.252" v="1486" actId="2696"/>
        <pc:sldMkLst>
          <pc:docMk/>
          <pc:sldMk cId="3933515191" sldId="357"/>
        </pc:sldMkLst>
        <pc:spChg chg="mod">
          <ac:chgData name="Mariana Rocha" userId="0a3173bd-d0ed-4c32-8e4c-b90c820606c5" providerId="ADAL" clId="{DCC3A51D-31E8-5BC6-970B-354B54D5302A}" dt="2025-11-03T09:10:25.493" v="1"/>
          <ac:spMkLst>
            <pc:docMk/>
            <pc:sldMk cId="3933515191" sldId="357"/>
            <ac:spMk id="3" creationId="{7EEF3A09-E562-470A-448D-7AD3659BF9A8}"/>
          </ac:spMkLst>
        </pc:spChg>
        <pc:spChg chg="mod">
          <ac:chgData name="Mariana Rocha" userId="0a3173bd-d0ed-4c32-8e4c-b90c820606c5" providerId="ADAL" clId="{DCC3A51D-31E8-5BC6-970B-354B54D5302A}" dt="2025-11-03T09:10:25.493" v="1"/>
          <ac:spMkLst>
            <pc:docMk/>
            <pc:sldMk cId="3933515191" sldId="357"/>
            <ac:spMk id="6" creationId="{308597C3-EC37-E99A-1EE9-321A2F9F130C}"/>
          </ac:spMkLst>
        </pc:spChg>
        <pc:graphicFrameChg chg="mod">
          <ac:chgData name="Mariana Rocha" userId="0a3173bd-d0ed-4c32-8e4c-b90c820606c5" providerId="ADAL" clId="{DCC3A51D-31E8-5BC6-970B-354B54D5302A}" dt="2025-11-03T10:41:01.310" v="1485"/>
          <ac:graphicFrameMkLst>
            <pc:docMk/>
            <pc:sldMk cId="3933515191" sldId="357"/>
            <ac:graphicFrameMk id="2" creationId="{C5D4865C-DE61-343B-1D1A-725C0D7611AF}"/>
          </ac:graphicFrameMkLst>
        </pc:graphicFrameChg>
        <pc:graphicFrameChg chg="mod">
          <ac:chgData name="Mariana Rocha" userId="0a3173bd-d0ed-4c32-8e4c-b90c820606c5" providerId="ADAL" clId="{DCC3A51D-31E8-5BC6-970B-354B54D5302A}" dt="2025-11-03T10:41:01.310" v="1485"/>
          <ac:graphicFrameMkLst>
            <pc:docMk/>
            <pc:sldMk cId="3933515191" sldId="357"/>
            <ac:graphicFrameMk id="4" creationId="{F912189E-D9CE-4A16-8581-4B0C81C44A55}"/>
          </ac:graphicFrameMkLst>
        </pc:graphicFrameChg>
      </pc:sldChg>
      <pc:sldChg chg="modSp del">
        <pc:chgData name="Mariana Rocha" userId="0a3173bd-d0ed-4c32-8e4c-b90c820606c5" providerId="ADAL" clId="{DCC3A51D-31E8-5BC6-970B-354B54D5302A}" dt="2025-11-03T10:41:32.492" v="1505" actId="2696"/>
        <pc:sldMkLst>
          <pc:docMk/>
          <pc:sldMk cId="99558357" sldId="359"/>
        </pc:sldMkLst>
        <pc:spChg chg="mod">
          <ac:chgData name="Mariana Rocha" userId="0a3173bd-d0ed-4c32-8e4c-b90c820606c5" providerId="ADAL" clId="{DCC3A51D-31E8-5BC6-970B-354B54D5302A}" dt="2025-11-03T09:10:25.493" v="1"/>
          <ac:spMkLst>
            <pc:docMk/>
            <pc:sldMk cId="99558357" sldId="359"/>
            <ac:spMk id="5" creationId="{AE878200-24A1-2E27-C646-F886A13AE9F1}"/>
          </ac:spMkLst>
        </pc:spChg>
        <pc:spChg chg="mod">
          <ac:chgData name="Mariana Rocha" userId="0a3173bd-d0ed-4c32-8e4c-b90c820606c5" providerId="ADAL" clId="{DCC3A51D-31E8-5BC6-970B-354B54D5302A}" dt="2025-11-03T09:10:25.493" v="1"/>
          <ac:spMkLst>
            <pc:docMk/>
            <pc:sldMk cId="99558357" sldId="359"/>
            <ac:spMk id="6" creationId="{308597C3-EC37-E99A-1EE9-321A2F9F130C}"/>
          </ac:spMkLst>
        </pc:spChg>
      </pc:sldChg>
      <pc:sldChg chg="delSp modSp add mod">
        <pc:chgData name="Mariana Rocha" userId="0a3173bd-d0ed-4c32-8e4c-b90c820606c5" providerId="ADAL" clId="{DCC3A51D-31E8-5BC6-970B-354B54D5302A}" dt="2025-11-03T09:20:01.267" v="261" actId="20577"/>
        <pc:sldMkLst>
          <pc:docMk/>
          <pc:sldMk cId="2845899031" sldId="360"/>
        </pc:sldMkLst>
        <pc:spChg chg="mod">
          <ac:chgData name="Mariana Rocha" userId="0a3173bd-d0ed-4c32-8e4c-b90c820606c5" providerId="ADAL" clId="{DCC3A51D-31E8-5BC6-970B-354B54D5302A}" dt="2025-11-03T09:20:01.267" v="261" actId="20577"/>
          <ac:spMkLst>
            <pc:docMk/>
            <pc:sldMk cId="2845899031" sldId="360"/>
            <ac:spMk id="2" creationId="{94DA4176-D2AC-BD72-D120-C9D2D7DEED7E}"/>
          </ac:spMkLst>
        </pc:spChg>
        <pc:spChg chg="mod">
          <ac:chgData name="Mariana Rocha" userId="0a3173bd-d0ed-4c32-8e4c-b90c820606c5" providerId="ADAL" clId="{DCC3A51D-31E8-5BC6-970B-354B54D5302A}" dt="2025-11-03T09:19:51.803" v="255" actId="1076"/>
          <ac:spMkLst>
            <pc:docMk/>
            <pc:sldMk cId="2845899031" sldId="360"/>
            <ac:spMk id="10" creationId="{A890F8BF-A09C-BB08-C68B-47B11BA06522}"/>
          </ac:spMkLst>
        </pc:spChg>
        <pc:picChg chg="del">
          <ac:chgData name="Mariana Rocha" userId="0a3173bd-d0ed-4c32-8e4c-b90c820606c5" providerId="ADAL" clId="{DCC3A51D-31E8-5BC6-970B-354B54D5302A}" dt="2025-11-03T09:18:51.013" v="215" actId="478"/>
          <ac:picMkLst>
            <pc:docMk/>
            <pc:sldMk cId="2845899031" sldId="360"/>
            <ac:picMk id="4" creationId="{3B4B7D42-3BFB-025D-01F1-99D38081784B}"/>
          </ac:picMkLst>
        </pc:picChg>
      </pc:sldChg>
      <pc:sldChg chg="modSp add mod">
        <pc:chgData name="Mariana Rocha" userId="0a3173bd-d0ed-4c32-8e4c-b90c820606c5" providerId="ADAL" clId="{DCC3A51D-31E8-5BC6-970B-354B54D5302A}" dt="2025-11-03T09:20:53.939" v="302" actId="20577"/>
        <pc:sldMkLst>
          <pc:docMk/>
          <pc:sldMk cId="3703110139" sldId="361"/>
        </pc:sldMkLst>
        <pc:spChg chg="mod">
          <ac:chgData name="Mariana Rocha" userId="0a3173bd-d0ed-4c32-8e4c-b90c820606c5" providerId="ADAL" clId="{DCC3A51D-31E8-5BC6-970B-354B54D5302A}" dt="2025-11-03T09:20:09.170" v="272" actId="20577"/>
          <ac:spMkLst>
            <pc:docMk/>
            <pc:sldMk cId="3703110139" sldId="361"/>
            <ac:spMk id="2" creationId="{F7E8F4AD-A4BC-18E2-48B3-5D21651F45E1}"/>
          </ac:spMkLst>
        </pc:spChg>
        <pc:spChg chg="mod">
          <ac:chgData name="Mariana Rocha" userId="0a3173bd-d0ed-4c32-8e4c-b90c820606c5" providerId="ADAL" clId="{DCC3A51D-31E8-5BC6-970B-354B54D5302A}" dt="2025-11-03T09:20:53.939" v="302" actId="20577"/>
          <ac:spMkLst>
            <pc:docMk/>
            <pc:sldMk cId="3703110139" sldId="361"/>
            <ac:spMk id="10" creationId="{375AD4F2-C6C6-047B-D546-CD3DDAD731CE}"/>
          </ac:spMkLst>
        </pc:spChg>
      </pc:sldChg>
      <pc:sldChg chg="modSp add mod">
        <pc:chgData name="Mariana Rocha" userId="0a3173bd-d0ed-4c32-8e4c-b90c820606c5" providerId="ADAL" clId="{DCC3A51D-31E8-5BC6-970B-354B54D5302A}" dt="2025-11-03T09:24:50.380" v="341" actId="5793"/>
        <pc:sldMkLst>
          <pc:docMk/>
          <pc:sldMk cId="660970274" sldId="362"/>
        </pc:sldMkLst>
        <pc:spChg chg="mod">
          <ac:chgData name="Mariana Rocha" userId="0a3173bd-d0ed-4c32-8e4c-b90c820606c5" providerId="ADAL" clId="{DCC3A51D-31E8-5BC6-970B-354B54D5302A}" dt="2025-11-03T09:21:04.699" v="320" actId="20577"/>
          <ac:spMkLst>
            <pc:docMk/>
            <pc:sldMk cId="660970274" sldId="362"/>
            <ac:spMk id="2" creationId="{1ACF413A-7DAD-952B-B8FC-897353DBC8CD}"/>
          </ac:spMkLst>
        </pc:spChg>
        <pc:spChg chg="mod">
          <ac:chgData name="Mariana Rocha" userId="0a3173bd-d0ed-4c32-8e4c-b90c820606c5" providerId="ADAL" clId="{DCC3A51D-31E8-5BC6-970B-354B54D5302A}" dt="2025-11-03T09:24:50.380" v="341" actId="5793"/>
          <ac:spMkLst>
            <pc:docMk/>
            <pc:sldMk cId="660970274" sldId="362"/>
            <ac:spMk id="10" creationId="{9D10661D-E57D-64B7-94DB-382EC92D317B}"/>
          </ac:spMkLst>
        </pc:spChg>
      </pc:sldChg>
      <pc:sldChg chg="modSp add mod ord">
        <pc:chgData name="Mariana Rocha" userId="0a3173bd-d0ed-4c32-8e4c-b90c820606c5" providerId="ADAL" clId="{DCC3A51D-31E8-5BC6-970B-354B54D5302A}" dt="2025-11-03T09:26:10.057" v="400" actId="403"/>
        <pc:sldMkLst>
          <pc:docMk/>
          <pc:sldMk cId="2469722977" sldId="363"/>
        </pc:sldMkLst>
        <pc:spChg chg="mod">
          <ac:chgData name="Mariana Rocha" userId="0a3173bd-d0ed-4c32-8e4c-b90c820606c5" providerId="ADAL" clId="{DCC3A51D-31E8-5BC6-970B-354B54D5302A}" dt="2025-11-03T09:25:50.193" v="391" actId="20577"/>
          <ac:spMkLst>
            <pc:docMk/>
            <pc:sldMk cId="2469722977" sldId="363"/>
            <ac:spMk id="2" creationId="{77626440-17E7-B65B-6C24-5097B63CDCD6}"/>
          </ac:spMkLst>
        </pc:spChg>
        <pc:spChg chg="mod">
          <ac:chgData name="Mariana Rocha" userId="0a3173bd-d0ed-4c32-8e4c-b90c820606c5" providerId="ADAL" clId="{DCC3A51D-31E8-5BC6-970B-354B54D5302A}" dt="2025-11-03T09:26:10.057" v="400" actId="403"/>
          <ac:spMkLst>
            <pc:docMk/>
            <pc:sldMk cId="2469722977" sldId="363"/>
            <ac:spMk id="10" creationId="{1F68992E-210B-DE14-10C2-77238D035CA1}"/>
          </ac:spMkLst>
        </pc:spChg>
      </pc:sldChg>
      <pc:sldChg chg="modSp add mod">
        <pc:chgData name="Mariana Rocha" userId="0a3173bd-d0ed-4c32-8e4c-b90c820606c5" providerId="ADAL" clId="{DCC3A51D-31E8-5BC6-970B-354B54D5302A}" dt="2025-11-03T09:26:52.284" v="421" actId="20577"/>
        <pc:sldMkLst>
          <pc:docMk/>
          <pc:sldMk cId="1813823628" sldId="364"/>
        </pc:sldMkLst>
        <pc:spChg chg="mod">
          <ac:chgData name="Mariana Rocha" userId="0a3173bd-d0ed-4c32-8e4c-b90c820606c5" providerId="ADAL" clId="{DCC3A51D-31E8-5BC6-970B-354B54D5302A}" dt="2025-11-03T09:26:52.284" v="421" actId="20577"/>
          <ac:spMkLst>
            <pc:docMk/>
            <pc:sldMk cId="1813823628" sldId="364"/>
            <ac:spMk id="10" creationId="{57462063-8A07-A138-0C3E-240C0854E778}"/>
          </ac:spMkLst>
        </pc:spChg>
      </pc:sldChg>
      <pc:sldChg chg="addSp delSp modSp add mod ord">
        <pc:chgData name="Mariana Rocha" userId="0a3173bd-d0ed-4c32-8e4c-b90c820606c5" providerId="ADAL" clId="{DCC3A51D-31E8-5BC6-970B-354B54D5302A}" dt="2025-11-03T09:53:55.607" v="739" actId="1076"/>
        <pc:sldMkLst>
          <pc:docMk/>
          <pc:sldMk cId="614818208" sldId="365"/>
        </pc:sldMkLst>
        <pc:spChg chg="del">
          <ac:chgData name="Mariana Rocha" userId="0a3173bd-d0ed-4c32-8e4c-b90c820606c5" providerId="ADAL" clId="{DCC3A51D-31E8-5BC6-970B-354B54D5302A}" dt="2025-11-03T09:53:20.890" v="730" actId="478"/>
          <ac:spMkLst>
            <pc:docMk/>
            <pc:sldMk cId="614818208" sldId="365"/>
            <ac:spMk id="8" creationId="{6327506B-BF61-C9F8-B340-036531C979CC}"/>
          </ac:spMkLst>
        </pc:spChg>
        <pc:picChg chg="add mod modCrop">
          <ac:chgData name="Mariana Rocha" userId="0a3173bd-d0ed-4c32-8e4c-b90c820606c5" providerId="ADAL" clId="{DCC3A51D-31E8-5BC6-970B-354B54D5302A}" dt="2025-11-03T09:53:55.607" v="739" actId="1076"/>
          <ac:picMkLst>
            <pc:docMk/>
            <pc:sldMk cId="614818208" sldId="365"/>
            <ac:picMk id="3" creationId="{2FE67410-3E38-E9B4-5D66-5966B742E87C}"/>
          </ac:picMkLst>
        </pc:picChg>
      </pc:sldChg>
      <pc:sldChg chg="addSp delSp modSp add mod">
        <pc:chgData name="Mariana Rocha" userId="0a3173bd-d0ed-4c32-8e4c-b90c820606c5" providerId="ADAL" clId="{DCC3A51D-31E8-5BC6-970B-354B54D5302A}" dt="2025-11-03T10:06:10.484" v="807" actId="14734"/>
        <pc:sldMkLst>
          <pc:docMk/>
          <pc:sldMk cId="2767852707" sldId="366"/>
        </pc:sldMkLst>
        <pc:spChg chg="del">
          <ac:chgData name="Mariana Rocha" userId="0a3173bd-d0ed-4c32-8e4c-b90c820606c5" providerId="ADAL" clId="{DCC3A51D-31E8-5BC6-970B-354B54D5302A}" dt="2025-11-03T10:05:19.923" v="794" actId="478"/>
          <ac:spMkLst>
            <pc:docMk/>
            <pc:sldMk cId="2767852707" sldId="366"/>
            <ac:spMk id="12" creationId="{7BD6C46B-C279-316E-555F-151332F367C3}"/>
          </ac:spMkLst>
        </pc:spChg>
        <pc:spChg chg="del">
          <ac:chgData name="Mariana Rocha" userId="0a3173bd-d0ed-4c32-8e4c-b90c820606c5" providerId="ADAL" clId="{DCC3A51D-31E8-5BC6-970B-354B54D5302A}" dt="2025-11-03T10:05:22.186" v="795" actId="478"/>
          <ac:spMkLst>
            <pc:docMk/>
            <pc:sldMk cId="2767852707" sldId="366"/>
            <ac:spMk id="14" creationId="{AE285C24-733E-89AD-A94B-E0FC74CFC0A0}"/>
          </ac:spMkLst>
        </pc:spChg>
        <pc:graphicFrameChg chg="add mod modGraphic">
          <ac:chgData name="Mariana Rocha" userId="0a3173bd-d0ed-4c32-8e4c-b90c820606c5" providerId="ADAL" clId="{DCC3A51D-31E8-5BC6-970B-354B54D5302A}" dt="2025-11-03T10:06:10.484" v="807" actId="14734"/>
          <ac:graphicFrameMkLst>
            <pc:docMk/>
            <pc:sldMk cId="2767852707" sldId="366"/>
            <ac:graphicFrameMk id="2" creationId="{52F09984-3979-7CEF-F266-ED2A11B20955}"/>
          </ac:graphicFrameMkLst>
        </pc:graphicFrameChg>
        <pc:graphicFrameChg chg="del">
          <ac:chgData name="Mariana Rocha" userId="0a3173bd-d0ed-4c32-8e4c-b90c820606c5" providerId="ADAL" clId="{DCC3A51D-31E8-5BC6-970B-354B54D5302A}" dt="2025-11-03T10:05:16.446" v="793" actId="478"/>
          <ac:graphicFrameMkLst>
            <pc:docMk/>
            <pc:sldMk cId="2767852707" sldId="366"/>
            <ac:graphicFrameMk id="4" creationId="{FF8DAD9D-9BFD-E60D-EFB5-82686C1EE842}"/>
          </ac:graphicFrameMkLst>
        </pc:graphicFrameChg>
      </pc:sldChg>
      <pc:sldChg chg="addSp delSp modSp add mod">
        <pc:chgData name="Mariana Rocha" userId="0a3173bd-d0ed-4c32-8e4c-b90c820606c5" providerId="ADAL" clId="{DCC3A51D-31E8-5BC6-970B-354B54D5302A}" dt="2025-11-03T10:32:48.527" v="1309" actId="1035"/>
        <pc:sldMkLst>
          <pc:docMk/>
          <pc:sldMk cId="3154178787" sldId="367"/>
        </pc:sldMkLst>
        <pc:spChg chg="add mod">
          <ac:chgData name="Mariana Rocha" userId="0a3173bd-d0ed-4c32-8e4c-b90c820606c5" providerId="ADAL" clId="{DCC3A51D-31E8-5BC6-970B-354B54D5302A}" dt="2025-11-03T10:30:22.922" v="1247" actId="20577"/>
          <ac:spMkLst>
            <pc:docMk/>
            <pc:sldMk cId="3154178787" sldId="367"/>
            <ac:spMk id="6" creationId="{E36ACAB0-8E36-6B15-F0DC-854AEC40C230}"/>
          </ac:spMkLst>
        </pc:spChg>
        <pc:spChg chg="del">
          <ac:chgData name="Mariana Rocha" userId="0a3173bd-d0ed-4c32-8e4c-b90c820606c5" providerId="ADAL" clId="{DCC3A51D-31E8-5BC6-970B-354B54D5302A}" dt="2025-11-03T10:06:43.307" v="812" actId="478"/>
          <ac:spMkLst>
            <pc:docMk/>
            <pc:sldMk cId="3154178787" sldId="367"/>
            <ac:spMk id="8" creationId="{BA700B9D-4A70-D275-EB96-4D659FF36F74}"/>
          </ac:spMkLst>
        </pc:spChg>
        <pc:spChg chg="add mod">
          <ac:chgData name="Mariana Rocha" userId="0a3173bd-d0ed-4c32-8e4c-b90c820606c5" providerId="ADAL" clId="{DCC3A51D-31E8-5BC6-970B-354B54D5302A}" dt="2025-11-03T10:32:48.527" v="1309" actId="1035"/>
          <ac:spMkLst>
            <pc:docMk/>
            <pc:sldMk cId="3154178787" sldId="367"/>
            <ac:spMk id="11" creationId="{5269867D-B826-EE9A-FAD5-1739820BB65E}"/>
          </ac:spMkLst>
        </pc:spChg>
        <pc:spChg chg="add mod">
          <ac:chgData name="Mariana Rocha" userId="0a3173bd-d0ed-4c32-8e4c-b90c820606c5" providerId="ADAL" clId="{DCC3A51D-31E8-5BC6-970B-354B54D5302A}" dt="2025-11-03T10:32:43.681" v="1306" actId="1038"/>
          <ac:spMkLst>
            <pc:docMk/>
            <pc:sldMk cId="3154178787" sldId="367"/>
            <ac:spMk id="12" creationId="{FC65E75F-F89E-5F40-3841-C5E64C9809DC}"/>
          </ac:spMkLst>
        </pc:spChg>
        <pc:graphicFrameChg chg="add mod">
          <ac:chgData name="Mariana Rocha" userId="0a3173bd-d0ed-4c32-8e4c-b90c820606c5" providerId="ADAL" clId="{DCC3A51D-31E8-5BC6-970B-354B54D5302A}" dt="2025-11-03T10:06:36.409" v="811"/>
          <ac:graphicFrameMkLst>
            <pc:docMk/>
            <pc:sldMk cId="3154178787" sldId="367"/>
            <ac:graphicFrameMk id="3" creationId="{E8112E8E-A41B-0CF7-4258-45F256FF1206}"/>
          </ac:graphicFrameMkLst>
        </pc:graphicFrameChg>
        <pc:graphicFrameChg chg="add del mod modGraphic">
          <ac:chgData name="Mariana Rocha" userId="0a3173bd-d0ed-4c32-8e4c-b90c820606c5" providerId="ADAL" clId="{DCC3A51D-31E8-5BC6-970B-354B54D5302A}" dt="2025-11-03T10:30:27.121" v="1248" actId="478"/>
          <ac:graphicFrameMkLst>
            <pc:docMk/>
            <pc:sldMk cId="3154178787" sldId="367"/>
            <ac:graphicFrameMk id="4" creationId="{E49D5923-9CFC-FBCC-6CA7-41DC9C60D259}"/>
          </ac:graphicFrameMkLst>
        </pc:graphicFrameChg>
        <pc:graphicFrameChg chg="add mod modGraphic">
          <ac:chgData name="Mariana Rocha" userId="0a3173bd-d0ed-4c32-8e4c-b90c820606c5" providerId="ADAL" clId="{DCC3A51D-31E8-5BC6-970B-354B54D5302A}" dt="2025-11-03T10:32:48.527" v="1309" actId="1035"/>
          <ac:graphicFrameMkLst>
            <pc:docMk/>
            <pc:sldMk cId="3154178787" sldId="367"/>
            <ac:graphicFrameMk id="7" creationId="{6439724B-3244-A575-9D51-917EEA81B919}"/>
          </ac:graphicFrameMkLst>
        </pc:graphicFrameChg>
        <pc:graphicFrameChg chg="add mod modGraphic">
          <ac:chgData name="Mariana Rocha" userId="0a3173bd-d0ed-4c32-8e4c-b90c820606c5" providerId="ADAL" clId="{DCC3A51D-31E8-5BC6-970B-354B54D5302A}" dt="2025-11-03T10:32:43.681" v="1306" actId="1038"/>
          <ac:graphicFrameMkLst>
            <pc:docMk/>
            <pc:sldMk cId="3154178787" sldId="367"/>
            <ac:graphicFrameMk id="9" creationId="{8DC6178D-8B9A-DA93-0E33-A21E37759DC8}"/>
          </ac:graphicFrameMkLst>
        </pc:graphicFrameChg>
      </pc:sldChg>
      <pc:sldChg chg="addSp delSp modSp add del mod">
        <pc:chgData name="Mariana Rocha" userId="0a3173bd-d0ed-4c32-8e4c-b90c820606c5" providerId="ADAL" clId="{DCC3A51D-31E8-5BC6-970B-354B54D5302A}" dt="2025-11-03T10:32:53.193" v="1310" actId="2696"/>
        <pc:sldMkLst>
          <pc:docMk/>
          <pc:sldMk cId="193156393" sldId="368"/>
        </pc:sldMkLst>
        <pc:spChg chg="mod">
          <ac:chgData name="Mariana Rocha" userId="0a3173bd-d0ed-4c32-8e4c-b90c820606c5" providerId="ADAL" clId="{DCC3A51D-31E8-5BC6-970B-354B54D5302A}" dt="2025-11-03T10:16:51.523" v="1085" actId="20577"/>
          <ac:spMkLst>
            <pc:docMk/>
            <pc:sldMk cId="193156393" sldId="368"/>
            <ac:spMk id="6" creationId="{A99C8EF9-042A-A53C-44BE-9C9DBF821F93}"/>
          </ac:spMkLst>
        </pc:spChg>
        <pc:graphicFrameChg chg="add del mod">
          <ac:chgData name="Mariana Rocha" userId="0a3173bd-d0ed-4c32-8e4c-b90c820606c5" providerId="ADAL" clId="{DCC3A51D-31E8-5BC6-970B-354B54D5302A}" dt="2025-11-03T10:12:28.301" v="1046" actId="478"/>
          <ac:graphicFrameMkLst>
            <pc:docMk/>
            <pc:sldMk cId="193156393" sldId="368"/>
            <ac:graphicFrameMk id="3" creationId="{8A2BDC8B-68FA-B1D0-0879-4301A452C3D6}"/>
          </ac:graphicFrameMkLst>
        </pc:graphicFrameChg>
        <pc:graphicFrameChg chg="del modGraphic">
          <ac:chgData name="Mariana Rocha" userId="0a3173bd-d0ed-4c32-8e4c-b90c820606c5" providerId="ADAL" clId="{DCC3A51D-31E8-5BC6-970B-354B54D5302A}" dt="2025-11-03T10:09:43.116" v="1041" actId="478"/>
          <ac:graphicFrameMkLst>
            <pc:docMk/>
            <pc:sldMk cId="193156393" sldId="368"/>
            <ac:graphicFrameMk id="4" creationId="{1A953BC3-F4C0-429F-732F-E78991D987B2}"/>
          </ac:graphicFrameMkLst>
        </pc:graphicFrameChg>
        <pc:graphicFrameChg chg="add del mod modGraphic">
          <ac:chgData name="Mariana Rocha" userId="0a3173bd-d0ed-4c32-8e4c-b90c820606c5" providerId="ADAL" clId="{DCC3A51D-31E8-5BC6-970B-354B54D5302A}" dt="2025-11-03T10:23:45.209" v="1214" actId="478"/>
          <ac:graphicFrameMkLst>
            <pc:docMk/>
            <pc:sldMk cId="193156393" sldId="368"/>
            <ac:graphicFrameMk id="5" creationId="{72ED5392-B929-ED09-B5CC-AD49E8F7AF11}"/>
          </ac:graphicFrameMkLst>
        </pc:graphicFrameChg>
        <pc:graphicFrameChg chg="add del mod modGraphic">
          <ac:chgData name="Mariana Rocha" userId="0a3173bd-d0ed-4c32-8e4c-b90c820606c5" providerId="ADAL" clId="{DCC3A51D-31E8-5BC6-970B-354B54D5302A}" dt="2025-11-03T10:24:27.057" v="1218" actId="478"/>
          <ac:graphicFrameMkLst>
            <pc:docMk/>
            <pc:sldMk cId="193156393" sldId="368"/>
            <ac:graphicFrameMk id="7" creationId="{FF70003E-CA5F-5610-770D-B174550737D9}"/>
          </ac:graphicFrameMkLst>
        </pc:graphicFrameChg>
        <pc:graphicFrameChg chg="add del mod modGraphic">
          <ac:chgData name="Mariana Rocha" userId="0a3173bd-d0ed-4c32-8e4c-b90c820606c5" providerId="ADAL" clId="{DCC3A51D-31E8-5BC6-970B-354B54D5302A}" dt="2025-11-03T10:27:33.062" v="1241" actId="478"/>
          <ac:graphicFrameMkLst>
            <pc:docMk/>
            <pc:sldMk cId="193156393" sldId="368"/>
            <ac:graphicFrameMk id="8" creationId="{DC5C9A8B-07F7-C25F-4905-8336C988493F}"/>
          </ac:graphicFrameMkLst>
        </pc:graphicFrameChg>
        <pc:graphicFrameChg chg="add del mod modGraphic">
          <ac:chgData name="Mariana Rocha" userId="0a3173bd-d0ed-4c32-8e4c-b90c820606c5" providerId="ADAL" clId="{DCC3A51D-31E8-5BC6-970B-354B54D5302A}" dt="2025-11-03T10:27:36.578" v="1242" actId="478"/>
          <ac:graphicFrameMkLst>
            <pc:docMk/>
            <pc:sldMk cId="193156393" sldId="368"/>
            <ac:graphicFrameMk id="9" creationId="{F6E0EE18-22B8-929D-01E0-86460FEEF205}"/>
          </ac:graphicFrameMkLst>
        </pc:graphicFrameChg>
      </pc:sldChg>
      <pc:sldChg chg="modSp add mod ord">
        <pc:chgData name="Mariana Rocha" userId="0a3173bd-d0ed-4c32-8e4c-b90c820606c5" providerId="ADAL" clId="{DCC3A51D-31E8-5BC6-970B-354B54D5302A}" dt="2025-11-03T10:19:28.875" v="1118" actId="1076"/>
        <pc:sldMkLst>
          <pc:docMk/>
          <pc:sldMk cId="1249131009" sldId="369"/>
        </pc:sldMkLst>
        <pc:spChg chg="mod">
          <ac:chgData name="Mariana Rocha" userId="0a3173bd-d0ed-4c32-8e4c-b90c820606c5" providerId="ADAL" clId="{DCC3A51D-31E8-5BC6-970B-354B54D5302A}" dt="2025-11-03T10:18:53.398" v="1099" actId="20577"/>
          <ac:spMkLst>
            <pc:docMk/>
            <pc:sldMk cId="1249131009" sldId="369"/>
            <ac:spMk id="2" creationId="{FE96F8D2-9631-2AFF-5F9A-E1E5D067F3F6}"/>
          </ac:spMkLst>
        </pc:spChg>
        <pc:spChg chg="mod">
          <ac:chgData name="Mariana Rocha" userId="0a3173bd-d0ed-4c32-8e4c-b90c820606c5" providerId="ADAL" clId="{DCC3A51D-31E8-5BC6-970B-354B54D5302A}" dt="2025-11-03T10:19:28.875" v="1118" actId="1076"/>
          <ac:spMkLst>
            <pc:docMk/>
            <pc:sldMk cId="1249131009" sldId="369"/>
            <ac:spMk id="8" creationId="{B64EA9D4-6D98-B64D-3C45-2C8945A9C3AB}"/>
          </ac:spMkLst>
        </pc:spChg>
      </pc:sldChg>
      <pc:sldChg chg="add del">
        <pc:chgData name="Mariana Rocha" userId="0a3173bd-d0ed-4c32-8e4c-b90c820606c5" providerId="ADAL" clId="{DCC3A51D-31E8-5BC6-970B-354B54D5302A}" dt="2025-11-03T10:17:05.333" v="1088" actId="2890"/>
        <pc:sldMkLst>
          <pc:docMk/>
          <pc:sldMk cId="2488071462" sldId="369"/>
        </pc:sldMkLst>
      </pc:sldChg>
      <pc:sldChg chg="modSp add mod">
        <pc:chgData name="Mariana Rocha" userId="0a3173bd-d0ed-4c32-8e4c-b90c820606c5" providerId="ADAL" clId="{DCC3A51D-31E8-5BC6-970B-354B54D5302A}" dt="2025-11-03T10:36:21.662" v="1375" actId="20577"/>
        <pc:sldMkLst>
          <pc:docMk/>
          <pc:sldMk cId="4008554011" sldId="370"/>
        </pc:sldMkLst>
        <pc:spChg chg="mod">
          <ac:chgData name="Mariana Rocha" userId="0a3173bd-d0ed-4c32-8e4c-b90c820606c5" providerId="ADAL" clId="{DCC3A51D-31E8-5BC6-970B-354B54D5302A}" dt="2025-11-03T10:36:21.662" v="1375" actId="20577"/>
          <ac:spMkLst>
            <pc:docMk/>
            <pc:sldMk cId="4008554011" sldId="370"/>
            <ac:spMk id="2" creationId="{99CA7AC9-DD0F-39FC-708D-5130093AFABA}"/>
          </ac:spMkLst>
        </pc:spChg>
        <pc:spChg chg="mod">
          <ac:chgData name="Mariana Rocha" userId="0a3173bd-d0ed-4c32-8e4c-b90c820606c5" providerId="ADAL" clId="{DCC3A51D-31E8-5BC6-970B-354B54D5302A}" dt="2025-11-03T10:35:53.270" v="1344" actId="14100"/>
          <ac:spMkLst>
            <pc:docMk/>
            <pc:sldMk cId="4008554011" sldId="370"/>
            <ac:spMk id="8" creationId="{B048140A-F812-E0D0-78FF-C83B65E8C196}"/>
          </ac:spMkLst>
        </pc:spChg>
      </pc:sldChg>
      <pc:sldChg chg="addSp delSp modSp add mod ord">
        <pc:chgData name="Mariana Rocha" userId="0a3173bd-d0ed-4c32-8e4c-b90c820606c5" providerId="ADAL" clId="{DCC3A51D-31E8-5BC6-970B-354B54D5302A}" dt="2025-11-03T10:40:45.415" v="1482" actId="1038"/>
        <pc:sldMkLst>
          <pc:docMk/>
          <pc:sldMk cId="1134607993" sldId="371"/>
        </pc:sldMkLst>
        <pc:spChg chg="mod">
          <ac:chgData name="Mariana Rocha" userId="0a3173bd-d0ed-4c32-8e4c-b90c820606c5" providerId="ADAL" clId="{DCC3A51D-31E8-5BC6-970B-354B54D5302A}" dt="2025-11-03T10:39:29.336" v="1445" actId="14100"/>
          <ac:spMkLst>
            <pc:docMk/>
            <pc:sldMk cId="1134607993" sldId="371"/>
            <ac:spMk id="2" creationId="{78ED0AEE-918E-9ACB-5408-BD70C265231E}"/>
          </ac:spMkLst>
        </pc:spChg>
        <pc:spChg chg="del">
          <ac:chgData name="Mariana Rocha" userId="0a3173bd-d0ed-4c32-8e4c-b90c820606c5" providerId="ADAL" clId="{DCC3A51D-31E8-5BC6-970B-354B54D5302A}" dt="2025-11-03T10:36:33.575" v="1393" actId="478"/>
          <ac:spMkLst>
            <pc:docMk/>
            <pc:sldMk cId="1134607993" sldId="371"/>
            <ac:spMk id="6" creationId="{E16F5580-1270-4E32-759B-F87AC1A22773}"/>
          </ac:spMkLst>
        </pc:spChg>
        <pc:spChg chg="del">
          <ac:chgData name="Mariana Rocha" userId="0a3173bd-d0ed-4c32-8e4c-b90c820606c5" providerId="ADAL" clId="{DCC3A51D-31E8-5BC6-970B-354B54D5302A}" dt="2025-11-03T10:36:39.849" v="1395" actId="478"/>
          <ac:spMkLst>
            <pc:docMk/>
            <pc:sldMk cId="1134607993" sldId="371"/>
            <ac:spMk id="11" creationId="{3F53ECD5-2151-A61B-5048-3C8F66EDBF29}"/>
          </ac:spMkLst>
        </pc:spChg>
        <pc:spChg chg="del">
          <ac:chgData name="Mariana Rocha" userId="0a3173bd-d0ed-4c32-8e4c-b90c820606c5" providerId="ADAL" clId="{DCC3A51D-31E8-5BC6-970B-354B54D5302A}" dt="2025-11-03T10:36:41.746" v="1396" actId="478"/>
          <ac:spMkLst>
            <pc:docMk/>
            <pc:sldMk cId="1134607993" sldId="371"/>
            <ac:spMk id="12" creationId="{AD87B5A0-2EB4-D142-2C46-7A37203E0749}"/>
          </ac:spMkLst>
        </pc:spChg>
        <pc:graphicFrameChg chg="add mod modGraphic">
          <ac:chgData name="Mariana Rocha" userId="0a3173bd-d0ed-4c32-8e4c-b90c820606c5" providerId="ADAL" clId="{DCC3A51D-31E8-5BC6-970B-354B54D5302A}" dt="2025-11-03T10:39:43.948" v="1456" actId="1035"/>
          <ac:graphicFrameMkLst>
            <pc:docMk/>
            <pc:sldMk cId="1134607993" sldId="371"/>
            <ac:graphicFrameMk id="3" creationId="{94F87F77-0D4D-BA78-247F-3ABED731F9FD}"/>
          </ac:graphicFrameMkLst>
        </pc:graphicFrameChg>
        <pc:graphicFrameChg chg="add mod modGraphic">
          <ac:chgData name="Mariana Rocha" userId="0a3173bd-d0ed-4c32-8e4c-b90c820606c5" providerId="ADAL" clId="{DCC3A51D-31E8-5BC6-970B-354B54D5302A}" dt="2025-11-03T10:39:46.469" v="1460" actId="1035"/>
          <ac:graphicFrameMkLst>
            <pc:docMk/>
            <pc:sldMk cId="1134607993" sldId="371"/>
            <ac:graphicFrameMk id="4" creationId="{C833D311-4AF7-ADE5-9784-9F4712B4790A}"/>
          </ac:graphicFrameMkLst>
        </pc:graphicFrameChg>
        <pc:graphicFrameChg chg="add mod modGraphic">
          <ac:chgData name="Mariana Rocha" userId="0a3173bd-d0ed-4c32-8e4c-b90c820606c5" providerId="ADAL" clId="{DCC3A51D-31E8-5BC6-970B-354B54D5302A}" dt="2025-11-03T10:40:13.606" v="1479" actId="113"/>
          <ac:graphicFrameMkLst>
            <pc:docMk/>
            <pc:sldMk cId="1134607993" sldId="371"/>
            <ac:graphicFrameMk id="5" creationId="{9A07BEFE-0634-0585-2DB4-F112BF01CE20}"/>
          </ac:graphicFrameMkLst>
        </pc:graphicFrameChg>
        <pc:graphicFrameChg chg="del">
          <ac:chgData name="Mariana Rocha" userId="0a3173bd-d0ed-4c32-8e4c-b90c820606c5" providerId="ADAL" clId="{DCC3A51D-31E8-5BC6-970B-354B54D5302A}" dt="2025-11-03T10:36:37.094" v="1394" actId="478"/>
          <ac:graphicFrameMkLst>
            <pc:docMk/>
            <pc:sldMk cId="1134607993" sldId="371"/>
            <ac:graphicFrameMk id="7" creationId="{5C4FE730-5F51-021A-C4BA-1107A58A6C70}"/>
          </ac:graphicFrameMkLst>
        </pc:graphicFrameChg>
        <pc:graphicFrameChg chg="add mod modGraphic">
          <ac:chgData name="Mariana Rocha" userId="0a3173bd-d0ed-4c32-8e4c-b90c820606c5" providerId="ADAL" clId="{DCC3A51D-31E8-5BC6-970B-354B54D5302A}" dt="2025-11-03T10:40:45.415" v="1482" actId="1038"/>
          <ac:graphicFrameMkLst>
            <pc:docMk/>
            <pc:sldMk cId="1134607993" sldId="371"/>
            <ac:graphicFrameMk id="8" creationId="{CD4D2185-45D8-1EE9-D459-E82F66F97D90}"/>
          </ac:graphicFrameMkLst>
        </pc:graphicFrameChg>
        <pc:graphicFrameChg chg="del">
          <ac:chgData name="Mariana Rocha" userId="0a3173bd-d0ed-4c32-8e4c-b90c820606c5" providerId="ADAL" clId="{DCC3A51D-31E8-5BC6-970B-354B54D5302A}" dt="2025-11-03T10:36:37.094" v="1394" actId="478"/>
          <ac:graphicFrameMkLst>
            <pc:docMk/>
            <pc:sldMk cId="1134607993" sldId="371"/>
            <ac:graphicFrameMk id="9" creationId="{AE5F0DA9-71C5-D61A-65F5-DF7541328DE8}"/>
          </ac:graphicFrameMkLst>
        </pc:graphicFrameChg>
      </pc:sldChg>
      <pc:sldChg chg="modSp add mod ord">
        <pc:chgData name="Mariana Rocha" userId="0a3173bd-d0ed-4c32-8e4c-b90c820606c5" providerId="ADAL" clId="{DCC3A51D-31E8-5BC6-970B-354B54D5302A}" dt="2025-11-03T10:41:27.255" v="1504" actId="20577"/>
        <pc:sldMkLst>
          <pc:docMk/>
          <pc:sldMk cId="310868895" sldId="372"/>
        </pc:sldMkLst>
        <pc:spChg chg="mod">
          <ac:chgData name="Mariana Rocha" userId="0a3173bd-d0ed-4c32-8e4c-b90c820606c5" providerId="ADAL" clId="{DCC3A51D-31E8-5BC6-970B-354B54D5302A}" dt="2025-11-03T10:41:15.558" v="1501" actId="20577"/>
          <ac:spMkLst>
            <pc:docMk/>
            <pc:sldMk cId="310868895" sldId="372"/>
            <ac:spMk id="2" creationId="{72A48AA2-032D-3D95-2BF0-F5F917524AFE}"/>
          </ac:spMkLst>
        </pc:spChg>
        <pc:spChg chg="mod">
          <ac:chgData name="Mariana Rocha" userId="0a3173bd-d0ed-4c32-8e4c-b90c820606c5" providerId="ADAL" clId="{DCC3A51D-31E8-5BC6-970B-354B54D5302A}" dt="2025-11-03T10:41:27.255" v="1504" actId="20577"/>
          <ac:spMkLst>
            <pc:docMk/>
            <pc:sldMk cId="310868895" sldId="372"/>
            <ac:spMk id="8" creationId="{78A227CB-5D72-97EA-79F1-1CF329BCDB15}"/>
          </ac:spMkLst>
        </pc:spChg>
      </pc:sldChg>
      <pc:sldChg chg="modSp add mod">
        <pc:chgData name="Mariana Rocha" userId="0a3173bd-d0ed-4c32-8e4c-b90c820606c5" providerId="ADAL" clId="{DCC3A51D-31E8-5BC6-970B-354B54D5302A}" dt="2025-11-03T10:42:52.731" v="1557" actId="1076"/>
        <pc:sldMkLst>
          <pc:docMk/>
          <pc:sldMk cId="2681581277" sldId="373"/>
        </pc:sldMkLst>
        <pc:spChg chg="mod">
          <ac:chgData name="Mariana Rocha" userId="0a3173bd-d0ed-4c32-8e4c-b90c820606c5" providerId="ADAL" clId="{DCC3A51D-31E8-5BC6-970B-354B54D5302A}" dt="2025-11-03T10:42:52.731" v="1557" actId="1076"/>
          <ac:spMkLst>
            <pc:docMk/>
            <pc:sldMk cId="2681581277" sldId="373"/>
            <ac:spMk id="8" creationId="{6BDF7373-A5BA-9257-1E2C-4627C1B94CCE}"/>
          </ac:spMkLst>
        </pc:spChg>
      </pc:sldChg>
      <pc:sldChg chg="modSp add mod">
        <pc:chgData name="Mariana Rocha" userId="0a3173bd-d0ed-4c32-8e4c-b90c820606c5" providerId="ADAL" clId="{DCC3A51D-31E8-5BC6-970B-354B54D5302A}" dt="2025-11-03T10:43:45.682" v="1600" actId="14100"/>
        <pc:sldMkLst>
          <pc:docMk/>
          <pc:sldMk cId="822773123" sldId="374"/>
        </pc:sldMkLst>
        <pc:spChg chg="mod">
          <ac:chgData name="Mariana Rocha" userId="0a3173bd-d0ed-4c32-8e4c-b90c820606c5" providerId="ADAL" clId="{DCC3A51D-31E8-5BC6-970B-354B54D5302A}" dt="2025-11-03T10:43:19.561" v="1581" actId="20577"/>
          <ac:spMkLst>
            <pc:docMk/>
            <pc:sldMk cId="822773123" sldId="374"/>
            <ac:spMk id="2" creationId="{3A0F5536-1999-05AB-45A1-7A0AC7FBC5E7}"/>
          </ac:spMkLst>
        </pc:spChg>
        <pc:spChg chg="mod">
          <ac:chgData name="Mariana Rocha" userId="0a3173bd-d0ed-4c32-8e4c-b90c820606c5" providerId="ADAL" clId="{DCC3A51D-31E8-5BC6-970B-354B54D5302A}" dt="2025-11-03T10:43:45.682" v="1600" actId="14100"/>
          <ac:spMkLst>
            <pc:docMk/>
            <pc:sldMk cId="822773123" sldId="374"/>
            <ac:spMk id="8" creationId="{FCCD7EA8-6270-509E-DA33-EADD50266D22}"/>
          </ac:spMkLst>
        </pc:spChg>
      </pc:sldChg>
      <pc:sldMasterChg chg="modSp modSldLayout">
        <pc:chgData name="Mariana Rocha" userId="0a3173bd-d0ed-4c32-8e4c-b90c820606c5" providerId="ADAL" clId="{DCC3A51D-31E8-5BC6-970B-354B54D5302A}" dt="2025-11-03T09:10:25.493" v="1"/>
        <pc:sldMasterMkLst>
          <pc:docMk/>
          <pc:sldMasterMk cId="3935634850" sldId="2147483666"/>
        </pc:sldMasterMkLst>
        <pc:spChg chg="mod">
          <ac:chgData name="Mariana Rocha" userId="0a3173bd-d0ed-4c32-8e4c-b90c820606c5" providerId="ADAL" clId="{DCC3A51D-31E8-5BC6-970B-354B54D5302A}" dt="2025-11-03T09:10:25.493" v="1"/>
          <ac:spMkLst>
            <pc:docMk/>
            <pc:sldMasterMk cId="3935634850" sldId="2147483666"/>
            <ac:spMk id="2" creationId="{27E0A642-ABE6-FE0E-2BD1-AB0BC48CE28E}"/>
          </ac:spMkLst>
        </pc:spChg>
        <pc:spChg chg="mod">
          <ac:chgData name="Mariana Rocha" userId="0a3173bd-d0ed-4c32-8e4c-b90c820606c5" providerId="ADAL" clId="{DCC3A51D-31E8-5BC6-970B-354B54D5302A}" dt="2025-11-03T09:10:25.493" v="1"/>
          <ac:spMkLst>
            <pc:docMk/>
            <pc:sldMasterMk cId="3935634850" sldId="2147483666"/>
            <ac:spMk id="3" creationId="{E9047573-978D-7FA9-0D26-40779E9769A3}"/>
          </ac:spMkLst>
        </pc:spChg>
        <pc:spChg chg="mod">
          <ac:chgData name="Mariana Rocha" userId="0a3173bd-d0ed-4c32-8e4c-b90c820606c5" providerId="ADAL" clId="{DCC3A51D-31E8-5BC6-970B-354B54D5302A}" dt="2025-11-03T09:10:25.493" v="1"/>
          <ac:spMkLst>
            <pc:docMk/>
            <pc:sldMasterMk cId="3935634850" sldId="2147483666"/>
            <ac:spMk id="4" creationId="{56631032-3BBA-DDD8-39F1-68FB671B8D3D}"/>
          </ac:spMkLst>
        </pc:spChg>
        <pc:spChg chg="mod">
          <ac:chgData name="Mariana Rocha" userId="0a3173bd-d0ed-4c32-8e4c-b90c820606c5" providerId="ADAL" clId="{DCC3A51D-31E8-5BC6-970B-354B54D5302A}" dt="2025-11-03T09:10:25.493" v="1"/>
          <ac:spMkLst>
            <pc:docMk/>
            <pc:sldMasterMk cId="3935634850" sldId="2147483666"/>
            <ac:spMk id="5" creationId="{B8C0B08B-CD62-82DF-7BC9-CCDE7E5B639E}"/>
          </ac:spMkLst>
        </pc:spChg>
        <pc:spChg chg="mod">
          <ac:chgData name="Mariana Rocha" userId="0a3173bd-d0ed-4c32-8e4c-b90c820606c5" providerId="ADAL" clId="{DCC3A51D-31E8-5BC6-970B-354B54D5302A}" dt="2025-11-03T09:10:25.493" v="1"/>
          <ac:spMkLst>
            <pc:docMk/>
            <pc:sldMasterMk cId="3935634850" sldId="2147483666"/>
            <ac:spMk id="6" creationId="{02D453A8-267C-532B-1CCE-A59D105FDAE1}"/>
          </ac:spMkLst>
        </pc:spChg>
        <pc:sldLayoutChg chg="modSp">
          <pc:chgData name="Mariana Rocha" userId="0a3173bd-d0ed-4c32-8e4c-b90c820606c5" providerId="ADAL" clId="{DCC3A51D-31E8-5BC6-970B-354B54D5302A}" dt="2025-11-03T09:10:25.493" v="1"/>
          <pc:sldLayoutMkLst>
            <pc:docMk/>
            <pc:sldMasterMk cId="3935634850" sldId="2147483666"/>
            <pc:sldLayoutMk cId="2424276942" sldId="2147483667"/>
          </pc:sldLayoutMkLst>
          <pc:spChg chg="mod">
            <ac:chgData name="Mariana Rocha" userId="0a3173bd-d0ed-4c32-8e4c-b90c820606c5" providerId="ADAL" clId="{DCC3A51D-31E8-5BC6-970B-354B54D5302A}" dt="2025-11-03T09:10:25.493" v="1"/>
            <ac:spMkLst>
              <pc:docMk/>
              <pc:sldMasterMk cId="3935634850" sldId="2147483666"/>
              <pc:sldLayoutMk cId="2424276942" sldId="2147483667"/>
              <ac:spMk id="2" creationId="{5141317E-4B72-DDFC-3395-0AFCCE2FD98E}"/>
            </ac:spMkLst>
          </pc:spChg>
          <pc:spChg chg="mod">
            <ac:chgData name="Mariana Rocha" userId="0a3173bd-d0ed-4c32-8e4c-b90c820606c5" providerId="ADAL" clId="{DCC3A51D-31E8-5BC6-970B-354B54D5302A}" dt="2025-11-03T09:10:25.493" v="1"/>
            <ac:spMkLst>
              <pc:docMk/>
              <pc:sldMasterMk cId="3935634850" sldId="2147483666"/>
              <pc:sldLayoutMk cId="2424276942" sldId="2147483667"/>
              <ac:spMk id="3" creationId="{7DC926A8-BE5E-DB34-24F4-F8937FEFA617}"/>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920326647" sldId="2147483668"/>
          </pc:sldLayoutMkLst>
          <pc:spChg chg="mod">
            <ac:chgData name="Mariana Rocha" userId="0a3173bd-d0ed-4c32-8e4c-b90c820606c5" providerId="ADAL" clId="{DCC3A51D-31E8-5BC6-970B-354B54D5302A}" dt="2025-11-03T09:10:25.493" v="1"/>
            <ac:spMkLst>
              <pc:docMk/>
              <pc:sldMasterMk cId="3935634850" sldId="2147483666"/>
              <pc:sldLayoutMk cId="2920326647" sldId="2147483668"/>
              <ac:spMk id="7" creationId="{96B007DB-BAC0-B5F7-CD3D-D722F4B0FC67}"/>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4227369480" sldId="2147483669"/>
          </pc:sldLayoutMkLst>
          <pc:spChg chg="mod">
            <ac:chgData name="Mariana Rocha" userId="0a3173bd-d0ed-4c32-8e4c-b90c820606c5" providerId="ADAL" clId="{DCC3A51D-31E8-5BC6-970B-354B54D5302A}" dt="2025-11-03T09:10:25.493" v="1"/>
            <ac:spMkLst>
              <pc:docMk/>
              <pc:sldMasterMk cId="3935634850" sldId="2147483666"/>
              <pc:sldLayoutMk cId="4227369480" sldId="2147483669"/>
              <ac:spMk id="10" creationId="{71D05262-A873-B471-8864-15D00174DECC}"/>
            </ac:spMkLst>
          </pc:spChg>
          <pc:picChg chg="mod">
            <ac:chgData name="Mariana Rocha" userId="0a3173bd-d0ed-4c32-8e4c-b90c820606c5" providerId="ADAL" clId="{DCC3A51D-31E8-5BC6-970B-354B54D5302A}" dt="2025-11-03T09:10:25.493" v="1"/>
            <ac:picMkLst>
              <pc:docMk/>
              <pc:sldMasterMk cId="3935634850" sldId="2147483666"/>
              <pc:sldLayoutMk cId="4227369480" sldId="2147483669"/>
              <ac:picMk id="8" creationId="{BBC1D34B-9075-8D03-3A5C-E7D33712D62A}"/>
            </ac:picMkLst>
          </pc:picChg>
        </pc:sldLayoutChg>
        <pc:sldLayoutChg chg="modSp">
          <pc:chgData name="Mariana Rocha" userId="0a3173bd-d0ed-4c32-8e4c-b90c820606c5" providerId="ADAL" clId="{DCC3A51D-31E8-5BC6-970B-354B54D5302A}" dt="2025-11-03T09:10:25.493" v="1"/>
          <pc:sldLayoutMkLst>
            <pc:docMk/>
            <pc:sldMasterMk cId="3935634850" sldId="2147483666"/>
            <pc:sldLayoutMk cId="667551890" sldId="2147483670"/>
          </pc:sldLayoutMkLst>
          <pc:spChg chg="mod">
            <ac:chgData name="Mariana Rocha" userId="0a3173bd-d0ed-4c32-8e4c-b90c820606c5" providerId="ADAL" clId="{DCC3A51D-31E8-5BC6-970B-354B54D5302A}" dt="2025-11-03T09:10:25.493" v="1"/>
            <ac:spMkLst>
              <pc:docMk/>
              <pc:sldMasterMk cId="3935634850" sldId="2147483666"/>
              <pc:sldLayoutMk cId="667551890" sldId="2147483670"/>
              <ac:spMk id="2" creationId="{C5824196-08E0-BC7A-8733-4E756A5FA64A}"/>
            </ac:spMkLst>
          </pc:spChg>
          <pc:spChg chg="mod">
            <ac:chgData name="Mariana Rocha" userId="0a3173bd-d0ed-4c32-8e4c-b90c820606c5" providerId="ADAL" clId="{DCC3A51D-31E8-5BC6-970B-354B54D5302A}" dt="2025-11-03T09:10:25.493" v="1"/>
            <ac:spMkLst>
              <pc:docMk/>
              <pc:sldMasterMk cId="3935634850" sldId="2147483666"/>
              <pc:sldLayoutMk cId="667551890" sldId="2147483670"/>
              <ac:spMk id="3" creationId="{43DD4156-1D08-F755-3CB7-F04B4CB23105}"/>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651950647" sldId="2147483671"/>
          </pc:sldLayoutMkLst>
          <pc:spChg chg="mod">
            <ac:chgData name="Mariana Rocha" userId="0a3173bd-d0ed-4c32-8e4c-b90c820606c5" providerId="ADAL" clId="{DCC3A51D-31E8-5BC6-970B-354B54D5302A}" dt="2025-11-03T09:10:25.493" v="1"/>
            <ac:spMkLst>
              <pc:docMk/>
              <pc:sldMasterMk cId="3935634850" sldId="2147483666"/>
              <pc:sldLayoutMk cId="1651950647" sldId="2147483671"/>
              <ac:spMk id="2" creationId="{C5824196-08E0-BC7A-8733-4E756A5FA64A}"/>
            </ac:spMkLst>
          </pc:spChg>
          <pc:spChg chg="mod">
            <ac:chgData name="Mariana Rocha" userId="0a3173bd-d0ed-4c32-8e4c-b90c820606c5" providerId="ADAL" clId="{DCC3A51D-31E8-5BC6-970B-354B54D5302A}" dt="2025-11-03T09:10:25.493" v="1"/>
            <ac:spMkLst>
              <pc:docMk/>
              <pc:sldMasterMk cId="3935634850" sldId="2147483666"/>
              <pc:sldLayoutMk cId="1651950647" sldId="2147483671"/>
              <ac:spMk id="8" creationId="{459A2BA5-1AB5-DB59-3C54-16713B4E4270}"/>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269889226" sldId="2147483672"/>
          </pc:sldLayoutMkLst>
          <pc:spChg chg="mod">
            <ac:chgData name="Mariana Rocha" userId="0a3173bd-d0ed-4c32-8e4c-b90c820606c5" providerId="ADAL" clId="{DCC3A51D-31E8-5BC6-970B-354B54D5302A}" dt="2025-11-03T09:10:25.493" v="1"/>
            <ac:spMkLst>
              <pc:docMk/>
              <pc:sldMasterMk cId="3935634850" sldId="2147483666"/>
              <pc:sldLayoutMk cId="2269889226" sldId="2147483672"/>
              <ac:spMk id="3" creationId="{15761E7E-A789-0692-DCFA-73EB3A13A57D}"/>
            </ac:spMkLst>
          </pc:spChg>
          <pc:spChg chg="mod">
            <ac:chgData name="Mariana Rocha" userId="0a3173bd-d0ed-4c32-8e4c-b90c820606c5" providerId="ADAL" clId="{DCC3A51D-31E8-5BC6-970B-354B54D5302A}" dt="2025-11-03T09:10:25.493" v="1"/>
            <ac:spMkLst>
              <pc:docMk/>
              <pc:sldMasterMk cId="3935634850" sldId="2147483666"/>
              <pc:sldLayoutMk cId="2269889226" sldId="2147483672"/>
              <ac:spMk id="4" creationId="{8C5CDC2F-840C-693F-493D-EB4B70B8294B}"/>
            </ac:spMkLst>
          </pc:spChg>
          <pc:spChg chg="mod">
            <ac:chgData name="Mariana Rocha" userId="0a3173bd-d0ed-4c32-8e4c-b90c820606c5" providerId="ADAL" clId="{DCC3A51D-31E8-5BC6-970B-354B54D5302A}" dt="2025-11-03T09:10:25.493" v="1"/>
            <ac:spMkLst>
              <pc:docMk/>
              <pc:sldMasterMk cId="3935634850" sldId="2147483666"/>
              <pc:sldLayoutMk cId="2269889226" sldId="2147483672"/>
              <ac:spMk id="8" creationId="{9B0BE543-0448-3A4C-5F33-EAD956CEEC4F}"/>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372088131" sldId="2147483673"/>
          </pc:sldLayoutMkLst>
          <pc:spChg chg="mod">
            <ac:chgData name="Mariana Rocha" userId="0a3173bd-d0ed-4c32-8e4c-b90c820606c5" providerId="ADAL" clId="{DCC3A51D-31E8-5BC6-970B-354B54D5302A}" dt="2025-11-03T09:10:25.493" v="1"/>
            <ac:spMkLst>
              <pc:docMk/>
              <pc:sldMasterMk cId="3935634850" sldId="2147483666"/>
              <pc:sldLayoutMk cId="372088131" sldId="2147483673"/>
              <ac:spMk id="2" creationId="{8C23E5D6-F819-DF80-8C6A-FE0FD23685EF}"/>
            </ac:spMkLst>
          </pc:spChg>
          <pc:spChg chg="mod">
            <ac:chgData name="Mariana Rocha" userId="0a3173bd-d0ed-4c32-8e4c-b90c820606c5" providerId="ADAL" clId="{DCC3A51D-31E8-5BC6-970B-354B54D5302A}" dt="2025-11-03T09:10:25.493" v="1"/>
            <ac:spMkLst>
              <pc:docMk/>
              <pc:sldMasterMk cId="3935634850" sldId="2147483666"/>
              <pc:sldLayoutMk cId="372088131" sldId="2147483673"/>
              <ac:spMk id="3" creationId="{40634751-4015-7A9E-A494-E4825F6D8AC9}"/>
            </ac:spMkLst>
          </pc:spChg>
          <pc:spChg chg="mod">
            <ac:chgData name="Mariana Rocha" userId="0a3173bd-d0ed-4c32-8e4c-b90c820606c5" providerId="ADAL" clId="{DCC3A51D-31E8-5BC6-970B-354B54D5302A}" dt="2025-11-03T09:10:25.493" v="1"/>
            <ac:spMkLst>
              <pc:docMk/>
              <pc:sldMasterMk cId="3935634850" sldId="2147483666"/>
              <pc:sldLayoutMk cId="372088131" sldId="2147483673"/>
              <ac:spMk id="4" creationId="{7DD0E5A5-4B18-9989-88ED-D6B31265D2DA}"/>
            </ac:spMkLst>
          </pc:spChg>
          <pc:spChg chg="mod">
            <ac:chgData name="Mariana Rocha" userId="0a3173bd-d0ed-4c32-8e4c-b90c820606c5" providerId="ADAL" clId="{DCC3A51D-31E8-5BC6-970B-354B54D5302A}" dt="2025-11-03T09:10:25.493" v="1"/>
            <ac:spMkLst>
              <pc:docMk/>
              <pc:sldMasterMk cId="3935634850" sldId="2147483666"/>
              <pc:sldLayoutMk cId="372088131" sldId="2147483673"/>
              <ac:spMk id="5" creationId="{27685D65-C667-2456-E06F-F0E68B2E5CEA}"/>
            </ac:spMkLst>
          </pc:spChg>
          <pc:spChg chg="mod">
            <ac:chgData name="Mariana Rocha" userId="0a3173bd-d0ed-4c32-8e4c-b90c820606c5" providerId="ADAL" clId="{DCC3A51D-31E8-5BC6-970B-354B54D5302A}" dt="2025-11-03T09:10:25.493" v="1"/>
            <ac:spMkLst>
              <pc:docMk/>
              <pc:sldMasterMk cId="3935634850" sldId="2147483666"/>
              <pc:sldLayoutMk cId="372088131" sldId="2147483673"/>
              <ac:spMk id="6" creationId="{C944F890-33E6-BD4B-978A-E4B20968B85C}"/>
            </ac:spMkLst>
          </pc:spChg>
          <pc:spChg chg="mod">
            <ac:chgData name="Mariana Rocha" userId="0a3173bd-d0ed-4c32-8e4c-b90c820606c5" providerId="ADAL" clId="{DCC3A51D-31E8-5BC6-970B-354B54D5302A}" dt="2025-11-03T09:10:25.493" v="1"/>
            <ac:spMkLst>
              <pc:docMk/>
              <pc:sldMasterMk cId="3935634850" sldId="2147483666"/>
              <pc:sldLayoutMk cId="372088131" sldId="2147483673"/>
              <ac:spMk id="10" creationId="{3A557A7C-8356-9C4D-0FD4-A2809BBA22A6}"/>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951597544" sldId="2147483674"/>
          </pc:sldLayoutMkLst>
          <pc:spChg chg="mod">
            <ac:chgData name="Mariana Rocha" userId="0a3173bd-d0ed-4c32-8e4c-b90c820606c5" providerId="ADAL" clId="{DCC3A51D-31E8-5BC6-970B-354B54D5302A}" dt="2025-11-03T09:10:25.493" v="1"/>
            <ac:spMkLst>
              <pc:docMk/>
              <pc:sldMasterMk cId="3935634850" sldId="2147483666"/>
              <pc:sldLayoutMk cId="951597544" sldId="2147483674"/>
              <ac:spMk id="6" creationId="{28C00E1A-F73B-4343-8C36-A161A0EDF3C9}"/>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692053690" sldId="2147483676"/>
          </pc:sldLayoutMkLst>
          <pc:spChg chg="mod">
            <ac:chgData name="Mariana Rocha" userId="0a3173bd-d0ed-4c32-8e4c-b90c820606c5" providerId="ADAL" clId="{DCC3A51D-31E8-5BC6-970B-354B54D5302A}" dt="2025-11-03T09:10:25.493" v="1"/>
            <ac:spMkLst>
              <pc:docMk/>
              <pc:sldMasterMk cId="3935634850" sldId="2147483666"/>
              <pc:sldLayoutMk cId="2692053690" sldId="2147483676"/>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4146622960" sldId="2147483677"/>
          </pc:sldLayoutMkLst>
          <pc:spChg chg="mod">
            <ac:chgData name="Mariana Rocha" userId="0a3173bd-d0ed-4c32-8e4c-b90c820606c5" providerId="ADAL" clId="{DCC3A51D-31E8-5BC6-970B-354B54D5302A}" dt="2025-11-03T09:10:25.493" v="1"/>
            <ac:spMkLst>
              <pc:docMk/>
              <pc:sldMasterMk cId="3935634850" sldId="2147483666"/>
              <pc:sldLayoutMk cId="4146622960" sldId="2147483677"/>
              <ac:spMk id="5" creationId="{EAE7D552-8819-237B-3DDB-43E0C64CD7BE}"/>
            </ac:spMkLst>
          </pc:spChg>
          <pc:spChg chg="mod">
            <ac:chgData name="Mariana Rocha" userId="0a3173bd-d0ed-4c32-8e4c-b90c820606c5" providerId="ADAL" clId="{DCC3A51D-31E8-5BC6-970B-354B54D5302A}" dt="2025-11-03T09:10:25.493" v="1"/>
            <ac:spMkLst>
              <pc:docMk/>
              <pc:sldMasterMk cId="3935634850" sldId="2147483666"/>
              <pc:sldLayoutMk cId="4146622960" sldId="2147483677"/>
              <ac:spMk id="6" creationId="{E3987EB5-615F-0E93-F4DF-C88794473E91}"/>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186221656" sldId="2147483678"/>
          </pc:sldLayoutMkLst>
          <pc:spChg chg="mod">
            <ac:chgData name="Mariana Rocha" userId="0a3173bd-d0ed-4c32-8e4c-b90c820606c5" providerId="ADAL" clId="{DCC3A51D-31E8-5BC6-970B-354B54D5302A}" dt="2025-11-03T09:10:25.493" v="1"/>
            <ac:spMkLst>
              <pc:docMk/>
              <pc:sldMasterMk cId="3935634850" sldId="2147483666"/>
              <pc:sldLayoutMk cId="2186221656" sldId="2147483678"/>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3949428769" sldId="2147483679"/>
          </pc:sldLayoutMkLst>
          <pc:spChg chg="mod">
            <ac:chgData name="Mariana Rocha" userId="0a3173bd-d0ed-4c32-8e4c-b90c820606c5" providerId="ADAL" clId="{DCC3A51D-31E8-5BC6-970B-354B54D5302A}" dt="2025-11-03T09:10:25.493" v="1"/>
            <ac:spMkLst>
              <pc:docMk/>
              <pc:sldMasterMk cId="3935634850" sldId="2147483666"/>
              <pc:sldLayoutMk cId="3949428769" sldId="2147483679"/>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597490676" sldId="2147483680"/>
          </pc:sldLayoutMkLst>
          <pc:spChg chg="mod">
            <ac:chgData name="Mariana Rocha" userId="0a3173bd-d0ed-4c32-8e4c-b90c820606c5" providerId="ADAL" clId="{DCC3A51D-31E8-5BC6-970B-354B54D5302A}" dt="2025-11-03T09:10:25.493" v="1"/>
            <ac:spMkLst>
              <pc:docMk/>
              <pc:sldMasterMk cId="3935634850" sldId="2147483666"/>
              <pc:sldLayoutMk cId="1597490676" sldId="2147483680"/>
              <ac:spMk id="5" creationId="{EAE7D552-8819-237B-3DDB-43E0C64CD7BE}"/>
            </ac:spMkLst>
          </pc:spChg>
          <pc:spChg chg="mod">
            <ac:chgData name="Mariana Rocha" userId="0a3173bd-d0ed-4c32-8e4c-b90c820606c5" providerId="ADAL" clId="{DCC3A51D-31E8-5BC6-970B-354B54D5302A}" dt="2025-11-03T09:10:25.493" v="1"/>
            <ac:spMkLst>
              <pc:docMk/>
              <pc:sldMasterMk cId="3935634850" sldId="2147483666"/>
              <pc:sldLayoutMk cId="1597490676" sldId="2147483680"/>
              <ac:spMk id="6" creationId="{E3987EB5-615F-0E93-F4DF-C88794473E91}"/>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367801428" sldId="2147483681"/>
          </pc:sldLayoutMkLst>
          <pc:spChg chg="mod">
            <ac:chgData name="Mariana Rocha" userId="0a3173bd-d0ed-4c32-8e4c-b90c820606c5" providerId="ADAL" clId="{DCC3A51D-31E8-5BC6-970B-354B54D5302A}" dt="2025-11-03T09:10:25.493" v="1"/>
            <ac:spMkLst>
              <pc:docMk/>
              <pc:sldMasterMk cId="3935634850" sldId="2147483666"/>
              <pc:sldLayoutMk cId="2367801428" sldId="2147483681"/>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3715589564" sldId="2147483682"/>
          </pc:sldLayoutMkLst>
          <pc:spChg chg="mod">
            <ac:chgData name="Mariana Rocha" userId="0a3173bd-d0ed-4c32-8e4c-b90c820606c5" providerId="ADAL" clId="{DCC3A51D-31E8-5BC6-970B-354B54D5302A}" dt="2025-11-03T09:10:25.493" v="1"/>
            <ac:spMkLst>
              <pc:docMk/>
              <pc:sldMasterMk cId="3935634850" sldId="2147483666"/>
              <pc:sldLayoutMk cId="3715589564" sldId="2147483682"/>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353554754" sldId="2147483683"/>
          </pc:sldLayoutMkLst>
          <pc:spChg chg="mod">
            <ac:chgData name="Mariana Rocha" userId="0a3173bd-d0ed-4c32-8e4c-b90c820606c5" providerId="ADAL" clId="{DCC3A51D-31E8-5BC6-970B-354B54D5302A}" dt="2025-11-03T09:10:25.493" v="1"/>
            <ac:spMkLst>
              <pc:docMk/>
              <pc:sldMasterMk cId="3935634850" sldId="2147483666"/>
              <pc:sldLayoutMk cId="1353554754" sldId="2147483683"/>
              <ac:spMk id="5" creationId="{EAE7D552-8819-237B-3DDB-43E0C64CD7BE}"/>
            </ac:spMkLst>
          </pc:spChg>
          <pc:spChg chg="mod">
            <ac:chgData name="Mariana Rocha" userId="0a3173bd-d0ed-4c32-8e4c-b90c820606c5" providerId="ADAL" clId="{DCC3A51D-31E8-5BC6-970B-354B54D5302A}" dt="2025-11-03T09:10:25.493" v="1"/>
            <ac:spMkLst>
              <pc:docMk/>
              <pc:sldMasterMk cId="3935634850" sldId="2147483666"/>
              <pc:sldLayoutMk cId="1353554754" sldId="2147483683"/>
              <ac:spMk id="6" creationId="{E3987EB5-615F-0E93-F4DF-C88794473E91}"/>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048132231" sldId="2147483684"/>
          </pc:sldLayoutMkLst>
          <pc:spChg chg="mod">
            <ac:chgData name="Mariana Rocha" userId="0a3173bd-d0ed-4c32-8e4c-b90c820606c5" providerId="ADAL" clId="{DCC3A51D-31E8-5BC6-970B-354B54D5302A}" dt="2025-11-03T09:10:25.493" v="1"/>
            <ac:spMkLst>
              <pc:docMk/>
              <pc:sldMasterMk cId="3935634850" sldId="2147483666"/>
              <pc:sldLayoutMk cId="2048132231" sldId="2147483684"/>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828994986" sldId="2147483685"/>
          </pc:sldLayoutMkLst>
          <pc:spChg chg="mod">
            <ac:chgData name="Mariana Rocha" userId="0a3173bd-d0ed-4c32-8e4c-b90c820606c5" providerId="ADAL" clId="{DCC3A51D-31E8-5BC6-970B-354B54D5302A}" dt="2025-11-03T09:10:25.493" v="1"/>
            <ac:spMkLst>
              <pc:docMk/>
              <pc:sldMasterMk cId="3935634850" sldId="2147483666"/>
              <pc:sldLayoutMk cId="2828994986" sldId="2147483685"/>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666083348" sldId="2147483686"/>
          </pc:sldLayoutMkLst>
          <pc:spChg chg="mod">
            <ac:chgData name="Mariana Rocha" userId="0a3173bd-d0ed-4c32-8e4c-b90c820606c5" providerId="ADAL" clId="{DCC3A51D-31E8-5BC6-970B-354B54D5302A}" dt="2025-11-03T09:10:25.493" v="1"/>
            <ac:spMkLst>
              <pc:docMk/>
              <pc:sldMasterMk cId="3935634850" sldId="2147483666"/>
              <pc:sldLayoutMk cId="1666083348" sldId="2147483686"/>
              <ac:spMk id="5" creationId="{EAE7D552-8819-237B-3DDB-43E0C64CD7BE}"/>
            </ac:spMkLst>
          </pc:spChg>
          <pc:spChg chg="mod">
            <ac:chgData name="Mariana Rocha" userId="0a3173bd-d0ed-4c32-8e4c-b90c820606c5" providerId="ADAL" clId="{DCC3A51D-31E8-5BC6-970B-354B54D5302A}" dt="2025-11-03T09:10:25.493" v="1"/>
            <ac:spMkLst>
              <pc:docMk/>
              <pc:sldMasterMk cId="3935634850" sldId="2147483666"/>
              <pc:sldLayoutMk cId="1666083348" sldId="2147483686"/>
              <ac:spMk id="6" creationId="{E3987EB5-615F-0E93-F4DF-C88794473E91}"/>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442472328" sldId="2147483687"/>
          </pc:sldLayoutMkLst>
          <pc:spChg chg="mod">
            <ac:chgData name="Mariana Rocha" userId="0a3173bd-d0ed-4c32-8e4c-b90c820606c5" providerId="ADAL" clId="{DCC3A51D-31E8-5BC6-970B-354B54D5302A}" dt="2025-11-03T09:10:25.493" v="1"/>
            <ac:spMkLst>
              <pc:docMk/>
              <pc:sldMasterMk cId="3935634850" sldId="2147483666"/>
              <pc:sldLayoutMk cId="2442472328" sldId="2147483687"/>
              <ac:spMk id="5" creationId="{EAE7D552-8819-237B-3DDB-43E0C64CD7BE}"/>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93812798" sldId="2147483689"/>
          </pc:sldLayoutMkLst>
          <pc:spChg chg="mod">
            <ac:chgData name="Mariana Rocha" userId="0a3173bd-d0ed-4c32-8e4c-b90c820606c5" providerId="ADAL" clId="{DCC3A51D-31E8-5BC6-970B-354B54D5302A}" dt="2025-11-03T09:10:25.493" v="1"/>
            <ac:spMkLst>
              <pc:docMk/>
              <pc:sldMasterMk cId="3935634850" sldId="2147483666"/>
              <pc:sldLayoutMk cId="193812798" sldId="2147483689"/>
              <ac:spMk id="2" creationId="{DFE483EC-461E-3DF8-7723-85858B62097E}"/>
            </ac:spMkLst>
          </pc:spChg>
          <pc:spChg chg="mod">
            <ac:chgData name="Mariana Rocha" userId="0a3173bd-d0ed-4c32-8e4c-b90c820606c5" providerId="ADAL" clId="{DCC3A51D-31E8-5BC6-970B-354B54D5302A}" dt="2025-11-03T09:10:25.493" v="1"/>
            <ac:spMkLst>
              <pc:docMk/>
              <pc:sldMasterMk cId="3935634850" sldId="2147483666"/>
              <pc:sldLayoutMk cId="193812798" sldId="2147483689"/>
              <ac:spMk id="3" creationId="{5ED0BA06-04AB-09B5-645C-2091343E99D4}"/>
            </ac:spMkLst>
          </pc:spChg>
          <pc:spChg chg="mod">
            <ac:chgData name="Mariana Rocha" userId="0a3173bd-d0ed-4c32-8e4c-b90c820606c5" providerId="ADAL" clId="{DCC3A51D-31E8-5BC6-970B-354B54D5302A}" dt="2025-11-03T09:10:25.493" v="1"/>
            <ac:spMkLst>
              <pc:docMk/>
              <pc:sldMasterMk cId="3935634850" sldId="2147483666"/>
              <pc:sldLayoutMk cId="193812798" sldId="2147483689"/>
              <ac:spMk id="4" creationId="{5FD91B3F-7C7C-73B9-77CB-A11B1FCF8579}"/>
            </ac:spMkLst>
          </pc:spChg>
          <pc:spChg chg="mod">
            <ac:chgData name="Mariana Rocha" userId="0a3173bd-d0ed-4c32-8e4c-b90c820606c5" providerId="ADAL" clId="{DCC3A51D-31E8-5BC6-970B-354B54D5302A}" dt="2025-11-03T09:10:25.493" v="1"/>
            <ac:spMkLst>
              <pc:docMk/>
              <pc:sldMasterMk cId="3935634850" sldId="2147483666"/>
              <pc:sldLayoutMk cId="193812798" sldId="2147483689"/>
              <ac:spMk id="8" creationId="{AB3F2E4F-D69A-C303-0281-6BB8BC65FA1A}"/>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977395547" sldId="2147483690"/>
          </pc:sldLayoutMkLst>
          <pc:spChg chg="mod">
            <ac:chgData name="Mariana Rocha" userId="0a3173bd-d0ed-4c32-8e4c-b90c820606c5" providerId="ADAL" clId="{DCC3A51D-31E8-5BC6-970B-354B54D5302A}" dt="2025-11-03T09:10:25.493" v="1"/>
            <ac:spMkLst>
              <pc:docMk/>
              <pc:sldMasterMk cId="3935634850" sldId="2147483666"/>
              <pc:sldLayoutMk cId="977395547" sldId="2147483690"/>
              <ac:spMk id="2" creationId="{232FAE3E-C2EA-DDE4-4229-9EB50F2F1449}"/>
            </ac:spMkLst>
          </pc:spChg>
          <pc:spChg chg="mod">
            <ac:chgData name="Mariana Rocha" userId="0a3173bd-d0ed-4c32-8e4c-b90c820606c5" providerId="ADAL" clId="{DCC3A51D-31E8-5BC6-970B-354B54D5302A}" dt="2025-11-03T09:10:25.493" v="1"/>
            <ac:spMkLst>
              <pc:docMk/>
              <pc:sldMasterMk cId="3935634850" sldId="2147483666"/>
              <pc:sldLayoutMk cId="977395547" sldId="2147483690"/>
              <ac:spMk id="3" creationId="{D6131BBD-51CD-4DC2-4A60-8A48EA6C6A50}"/>
            </ac:spMkLst>
          </pc:spChg>
          <pc:spChg chg="mod">
            <ac:chgData name="Mariana Rocha" userId="0a3173bd-d0ed-4c32-8e4c-b90c820606c5" providerId="ADAL" clId="{DCC3A51D-31E8-5BC6-970B-354B54D5302A}" dt="2025-11-03T09:10:25.493" v="1"/>
            <ac:spMkLst>
              <pc:docMk/>
              <pc:sldMasterMk cId="3935634850" sldId="2147483666"/>
              <pc:sldLayoutMk cId="977395547" sldId="2147483690"/>
              <ac:spMk id="4" creationId="{683B0D01-09EF-1E92-D338-9CD0EBA943D7}"/>
            </ac:spMkLst>
          </pc:spChg>
          <pc:spChg chg="mod">
            <ac:chgData name="Mariana Rocha" userId="0a3173bd-d0ed-4c32-8e4c-b90c820606c5" providerId="ADAL" clId="{DCC3A51D-31E8-5BC6-970B-354B54D5302A}" dt="2025-11-03T09:10:25.493" v="1"/>
            <ac:spMkLst>
              <pc:docMk/>
              <pc:sldMasterMk cId="3935634850" sldId="2147483666"/>
              <pc:sldLayoutMk cId="977395547" sldId="2147483690"/>
              <ac:spMk id="8" creationId="{854395A0-EB10-01E3-39B4-075A8ACEABC7}"/>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073479238" sldId="2147483691"/>
          </pc:sldLayoutMkLst>
          <pc:spChg chg="mod">
            <ac:chgData name="Mariana Rocha" userId="0a3173bd-d0ed-4c32-8e4c-b90c820606c5" providerId="ADAL" clId="{DCC3A51D-31E8-5BC6-970B-354B54D5302A}" dt="2025-11-03T09:10:25.493" v="1"/>
            <ac:spMkLst>
              <pc:docMk/>
              <pc:sldMasterMk cId="3935634850" sldId="2147483666"/>
              <pc:sldLayoutMk cId="1073479238" sldId="2147483691"/>
              <ac:spMk id="7" creationId="{85A1A4EC-146B-3381-63D1-52F3C15CB004}"/>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830791293" sldId="2147483692"/>
          </pc:sldLayoutMkLst>
          <pc:spChg chg="mod">
            <ac:chgData name="Mariana Rocha" userId="0a3173bd-d0ed-4c32-8e4c-b90c820606c5" providerId="ADAL" clId="{DCC3A51D-31E8-5BC6-970B-354B54D5302A}" dt="2025-11-03T09:10:25.493" v="1"/>
            <ac:spMkLst>
              <pc:docMk/>
              <pc:sldMasterMk cId="3935634850" sldId="2147483666"/>
              <pc:sldLayoutMk cId="830791293" sldId="2147483692"/>
              <ac:spMk id="2" creationId="{E2FFD24A-02C7-3C15-C6A2-2FE1816ED4EA}"/>
            </ac:spMkLst>
          </pc:spChg>
          <pc:spChg chg="mod">
            <ac:chgData name="Mariana Rocha" userId="0a3173bd-d0ed-4c32-8e4c-b90c820606c5" providerId="ADAL" clId="{DCC3A51D-31E8-5BC6-970B-354B54D5302A}" dt="2025-11-03T09:10:25.493" v="1"/>
            <ac:spMkLst>
              <pc:docMk/>
              <pc:sldMasterMk cId="3935634850" sldId="2147483666"/>
              <pc:sldLayoutMk cId="830791293" sldId="2147483692"/>
              <ac:spMk id="3" creationId="{607E5EB9-6E42-B9D7-5671-A15D13E20108}"/>
            </ac:spMkLst>
          </pc:spChg>
          <pc:spChg chg="mod">
            <ac:chgData name="Mariana Rocha" userId="0a3173bd-d0ed-4c32-8e4c-b90c820606c5" providerId="ADAL" clId="{DCC3A51D-31E8-5BC6-970B-354B54D5302A}" dt="2025-11-03T09:10:25.493" v="1"/>
            <ac:spMkLst>
              <pc:docMk/>
              <pc:sldMasterMk cId="3935634850" sldId="2147483666"/>
              <pc:sldLayoutMk cId="830791293" sldId="2147483692"/>
              <ac:spMk id="7" creationId="{C9213BEA-D64A-CDAB-CB01-CACA6AEFB654}"/>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141978867" sldId="2147483694"/>
          </pc:sldLayoutMkLst>
          <pc:spChg chg="mod">
            <ac:chgData name="Mariana Rocha" userId="0a3173bd-d0ed-4c32-8e4c-b90c820606c5" providerId="ADAL" clId="{DCC3A51D-31E8-5BC6-970B-354B54D5302A}" dt="2025-11-03T09:10:25.493" v="1"/>
            <ac:spMkLst>
              <pc:docMk/>
              <pc:sldMasterMk cId="3935634850" sldId="2147483666"/>
              <pc:sldLayoutMk cId="2141978867" sldId="2147483694"/>
              <ac:spMk id="2" creationId="{E04802EA-7E2B-54DE-73DF-FFE8006943BC}"/>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433562663" sldId="2147483695"/>
          </pc:sldLayoutMkLst>
          <pc:spChg chg="mod">
            <ac:chgData name="Mariana Rocha" userId="0a3173bd-d0ed-4c32-8e4c-b90c820606c5" providerId="ADAL" clId="{DCC3A51D-31E8-5BC6-970B-354B54D5302A}" dt="2025-11-03T09:10:25.493" v="1"/>
            <ac:spMkLst>
              <pc:docMk/>
              <pc:sldMasterMk cId="3935634850" sldId="2147483666"/>
              <pc:sldLayoutMk cId="2433562663" sldId="2147483695"/>
              <ac:spMk id="2" creationId="{E04802EA-7E2B-54DE-73DF-FFE8006943BC}"/>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026308585" sldId="2147483696"/>
          </pc:sldLayoutMkLst>
          <pc:spChg chg="mod">
            <ac:chgData name="Mariana Rocha" userId="0a3173bd-d0ed-4c32-8e4c-b90c820606c5" providerId="ADAL" clId="{DCC3A51D-31E8-5BC6-970B-354B54D5302A}" dt="2025-11-03T09:10:25.493" v="1"/>
            <ac:spMkLst>
              <pc:docMk/>
              <pc:sldMasterMk cId="3935634850" sldId="2147483666"/>
              <pc:sldLayoutMk cId="1026308585" sldId="2147483696"/>
              <ac:spMk id="2" creationId="{E04802EA-7E2B-54DE-73DF-FFE8006943BC}"/>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1279215719" sldId="2147483697"/>
          </pc:sldLayoutMkLst>
          <pc:spChg chg="mod">
            <ac:chgData name="Mariana Rocha" userId="0a3173bd-d0ed-4c32-8e4c-b90c820606c5" providerId="ADAL" clId="{DCC3A51D-31E8-5BC6-970B-354B54D5302A}" dt="2025-11-03T09:10:25.493" v="1"/>
            <ac:spMkLst>
              <pc:docMk/>
              <pc:sldMasterMk cId="3935634850" sldId="2147483666"/>
              <pc:sldLayoutMk cId="1279215719" sldId="2147483697"/>
              <ac:spMk id="3" creationId="{00000000-0000-0000-0000-000000000000}"/>
            </ac:spMkLst>
          </pc:spChg>
          <pc:spChg chg="mod">
            <ac:chgData name="Mariana Rocha" userId="0a3173bd-d0ed-4c32-8e4c-b90c820606c5" providerId="ADAL" clId="{DCC3A51D-31E8-5BC6-970B-354B54D5302A}" dt="2025-11-03T09:10:25.493" v="1"/>
            <ac:spMkLst>
              <pc:docMk/>
              <pc:sldMasterMk cId="3935634850" sldId="2147483666"/>
              <pc:sldLayoutMk cId="1279215719" sldId="2147483697"/>
              <ac:spMk id="4" creationId="{00000000-0000-0000-0000-000000000000}"/>
            </ac:spMkLst>
          </pc:spChg>
        </pc:sldLayoutChg>
        <pc:sldLayoutChg chg="modSp">
          <pc:chgData name="Mariana Rocha" userId="0a3173bd-d0ed-4c32-8e4c-b90c820606c5" providerId="ADAL" clId="{DCC3A51D-31E8-5BC6-970B-354B54D5302A}" dt="2025-11-03T09:10:25.493" v="1"/>
          <pc:sldLayoutMkLst>
            <pc:docMk/>
            <pc:sldMasterMk cId="3935634850" sldId="2147483666"/>
            <pc:sldLayoutMk cId="2946117724" sldId="2147483698"/>
          </pc:sldLayoutMkLst>
          <pc:spChg chg="mod">
            <ac:chgData name="Mariana Rocha" userId="0a3173bd-d0ed-4c32-8e4c-b90c820606c5" providerId="ADAL" clId="{DCC3A51D-31E8-5BC6-970B-354B54D5302A}" dt="2025-11-03T09:10:25.493" v="1"/>
            <ac:spMkLst>
              <pc:docMk/>
              <pc:sldMasterMk cId="3935634850" sldId="2147483666"/>
              <pc:sldLayoutMk cId="2946117724" sldId="2147483698"/>
              <ac:spMk id="2" creationId="{E04802EA-7E2B-54DE-73DF-FFE8006943BC}"/>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259483" y="1236679"/>
            <a:ext cx="7556897" cy="2630781"/>
          </a:xfrm>
        </p:spPr>
        <p:txBody>
          <a:bodyPr anchor="b"/>
          <a:lstStyle>
            <a:lvl1pPr algn="ctr">
              <a:defRPr sz="3505"/>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259483" y="3968912"/>
            <a:ext cx="7556897" cy="1824404"/>
          </a:xfrm>
        </p:spPr>
        <p:txBody>
          <a:bodyPr/>
          <a:lstStyle>
            <a:lvl1pPr marL="0" indent="0" algn="ctr">
              <a:buNone/>
              <a:defRPr sz="1402"/>
            </a:lvl1pPr>
            <a:lvl2pPr marL="267056" indent="0" algn="ctr">
              <a:buNone/>
              <a:defRPr sz="1168"/>
            </a:lvl2pPr>
            <a:lvl3pPr marL="534111" indent="0" algn="ctr">
              <a:buNone/>
              <a:defRPr sz="1052"/>
            </a:lvl3pPr>
            <a:lvl4pPr marL="801167" indent="0" algn="ctr">
              <a:buNone/>
              <a:defRPr sz="935"/>
            </a:lvl4pPr>
            <a:lvl5pPr marL="1068222" indent="0" algn="ctr">
              <a:buNone/>
              <a:defRPr sz="935"/>
            </a:lvl5pPr>
            <a:lvl6pPr marL="1335277" indent="0" algn="ctr">
              <a:buNone/>
              <a:defRPr sz="935"/>
            </a:lvl6pPr>
            <a:lvl7pPr marL="1602333" indent="0" algn="ctr">
              <a:buNone/>
              <a:defRPr sz="935"/>
            </a:lvl7pPr>
            <a:lvl8pPr marL="1869388" indent="0" algn="ctr">
              <a:buNone/>
              <a:defRPr sz="935"/>
            </a:lvl8pPr>
            <a:lvl9pPr marL="2136445" indent="0" algn="ctr">
              <a:buNone/>
              <a:defRPr sz="935"/>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424276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292032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863396" y="2011573"/>
            <a:ext cx="1722585"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267069" y="2366655"/>
            <a:ext cx="7116078"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4227369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87469" y="1883881"/>
            <a:ext cx="8690433" cy="3143294"/>
          </a:xfrm>
        </p:spPr>
        <p:txBody>
          <a:bodyPr anchor="b"/>
          <a:lstStyle>
            <a:lvl1pPr>
              <a:defRPr sz="3505">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687469" y="5056912"/>
            <a:ext cx="8690433" cy="1652984"/>
          </a:xfrm>
        </p:spPr>
        <p:txBody>
          <a:bodyPr/>
          <a:lstStyle>
            <a:lvl1pPr marL="0" indent="0">
              <a:buNone/>
              <a:defRPr sz="1402">
                <a:solidFill>
                  <a:schemeClr val="tx1">
                    <a:tint val="75000"/>
                  </a:schemeClr>
                </a:solidFill>
              </a:defRPr>
            </a:lvl1pPr>
            <a:lvl2pPr marL="267056" indent="0">
              <a:buNone/>
              <a:defRPr sz="1168">
                <a:solidFill>
                  <a:schemeClr val="tx1">
                    <a:tint val="75000"/>
                  </a:schemeClr>
                </a:solidFill>
              </a:defRPr>
            </a:lvl2pPr>
            <a:lvl3pPr marL="534111" indent="0">
              <a:buNone/>
              <a:defRPr sz="1052">
                <a:solidFill>
                  <a:schemeClr val="tx1">
                    <a:tint val="75000"/>
                  </a:schemeClr>
                </a:solidFill>
              </a:defRPr>
            </a:lvl3pPr>
            <a:lvl4pPr marL="801167" indent="0">
              <a:buNone/>
              <a:defRPr sz="935">
                <a:solidFill>
                  <a:schemeClr val="tx1">
                    <a:tint val="75000"/>
                  </a:schemeClr>
                </a:solidFill>
              </a:defRPr>
            </a:lvl4pPr>
            <a:lvl5pPr marL="1068222" indent="0">
              <a:buNone/>
              <a:defRPr sz="935">
                <a:solidFill>
                  <a:schemeClr val="tx1">
                    <a:tint val="75000"/>
                  </a:schemeClr>
                </a:solidFill>
              </a:defRPr>
            </a:lvl5pPr>
            <a:lvl6pPr marL="1335277" indent="0">
              <a:buNone/>
              <a:defRPr sz="935">
                <a:solidFill>
                  <a:schemeClr val="tx1">
                    <a:tint val="75000"/>
                  </a:schemeClr>
                </a:solidFill>
              </a:defRPr>
            </a:lvl6pPr>
            <a:lvl7pPr marL="1602333" indent="0">
              <a:buNone/>
              <a:defRPr sz="935">
                <a:solidFill>
                  <a:schemeClr val="tx1">
                    <a:tint val="75000"/>
                  </a:schemeClr>
                </a:solidFill>
              </a:defRPr>
            </a:lvl7pPr>
            <a:lvl8pPr marL="1869388" indent="0">
              <a:buNone/>
              <a:defRPr sz="935">
                <a:solidFill>
                  <a:schemeClr val="tx1">
                    <a:tint val="75000"/>
                  </a:schemeClr>
                </a:solidFill>
              </a:defRPr>
            </a:lvl8pPr>
            <a:lvl9pPr marL="2136445" indent="0">
              <a:buNone/>
              <a:defRPr sz="935">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667551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687469" y="5307124"/>
            <a:ext cx="8690433" cy="1348502"/>
          </a:xfrm>
        </p:spPr>
        <p:txBody>
          <a:bodyPr anchor="b">
            <a:normAutofit/>
          </a:bodyPr>
          <a:lstStyle>
            <a:lvl1pPr algn="ctr">
              <a:defRPr sz="3155">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276256" y="785388"/>
            <a:ext cx="5615195" cy="452173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1651950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692716" y="2011569"/>
            <a:ext cx="4282242"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100908" y="2011569"/>
            <a:ext cx="4282242"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269889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694028" y="402316"/>
            <a:ext cx="8690433"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694030" y="1852395"/>
            <a:ext cx="4262562" cy="907829"/>
          </a:xfrm>
        </p:spPr>
        <p:txBody>
          <a:bodyPr anchor="b"/>
          <a:lstStyle>
            <a:lvl1pPr marL="0" indent="0">
              <a:buNone/>
              <a:defRPr sz="1402" b="1"/>
            </a:lvl1pPr>
            <a:lvl2pPr marL="267056" indent="0">
              <a:buNone/>
              <a:defRPr sz="1168" b="1"/>
            </a:lvl2pPr>
            <a:lvl3pPr marL="534111" indent="0">
              <a:buNone/>
              <a:defRPr sz="1052" b="1"/>
            </a:lvl3pPr>
            <a:lvl4pPr marL="801167" indent="0">
              <a:buNone/>
              <a:defRPr sz="935" b="1"/>
            </a:lvl4pPr>
            <a:lvl5pPr marL="1068222" indent="0">
              <a:buNone/>
              <a:defRPr sz="935" b="1"/>
            </a:lvl5pPr>
            <a:lvl6pPr marL="1335277" indent="0">
              <a:buNone/>
              <a:defRPr sz="935" b="1"/>
            </a:lvl6pPr>
            <a:lvl7pPr marL="1602333" indent="0">
              <a:buNone/>
              <a:defRPr sz="935" b="1"/>
            </a:lvl7pPr>
            <a:lvl8pPr marL="1869388" indent="0">
              <a:buNone/>
              <a:defRPr sz="935" b="1"/>
            </a:lvl8pPr>
            <a:lvl9pPr marL="2136445" indent="0">
              <a:buNone/>
              <a:defRPr sz="935"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694030" y="2760222"/>
            <a:ext cx="4262562"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100906" y="1852395"/>
            <a:ext cx="4283554" cy="907829"/>
          </a:xfrm>
        </p:spPr>
        <p:txBody>
          <a:bodyPr anchor="b"/>
          <a:lstStyle>
            <a:lvl1pPr marL="0" indent="0">
              <a:buNone/>
              <a:defRPr sz="1402" b="1"/>
            </a:lvl1pPr>
            <a:lvl2pPr marL="267056" indent="0">
              <a:buNone/>
              <a:defRPr sz="1168" b="1"/>
            </a:lvl2pPr>
            <a:lvl3pPr marL="534111" indent="0">
              <a:buNone/>
              <a:defRPr sz="1052" b="1"/>
            </a:lvl3pPr>
            <a:lvl4pPr marL="801167" indent="0">
              <a:buNone/>
              <a:defRPr sz="935" b="1"/>
            </a:lvl4pPr>
            <a:lvl5pPr marL="1068222" indent="0">
              <a:buNone/>
              <a:defRPr sz="935" b="1"/>
            </a:lvl5pPr>
            <a:lvl6pPr marL="1335277" indent="0">
              <a:buNone/>
              <a:defRPr sz="935" b="1"/>
            </a:lvl6pPr>
            <a:lvl7pPr marL="1602333" indent="0">
              <a:buNone/>
              <a:defRPr sz="935" b="1"/>
            </a:lvl7pPr>
            <a:lvl8pPr marL="1869388" indent="0">
              <a:buNone/>
              <a:defRPr sz="935" b="1"/>
            </a:lvl8pPr>
            <a:lvl9pPr marL="2136445" indent="0">
              <a:buNone/>
              <a:defRPr sz="935"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100906" y="2760222"/>
            <a:ext cx="4283554"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208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51597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4763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692053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4146622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4" y="0"/>
            <a:ext cx="3162694"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186221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3949428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1597490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4" y="0"/>
            <a:ext cx="3162694"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367801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3715589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1353554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4" y="0"/>
            <a:ext cx="3162694"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048132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828994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1" y="0"/>
            <a:ext cx="3257283"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6" name="Rectangle 5">
            <a:extLst>
              <a:ext uri="{FF2B5EF4-FFF2-40B4-BE49-F238E27FC236}">
                <a16:creationId xmlns:a16="http://schemas.microsoft.com/office/drawing/2014/main" id="{E3987EB5-615F-0E93-F4DF-C88794473E91}"/>
              </a:ext>
            </a:extLst>
          </p:cNvPr>
          <p:cNvSpPr/>
          <p:nvPr userDrawn="1"/>
        </p:nvSpPr>
        <p:spPr>
          <a:xfrm>
            <a:off x="3257283" y="0"/>
            <a:ext cx="356129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16660833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6906654" y="0"/>
            <a:ext cx="3162694"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Tree>
    <p:extLst>
      <p:ext uri="{BB962C8B-B14F-4D97-AF65-F5344CB8AC3E}">
        <p14:creationId xmlns:p14="http://schemas.microsoft.com/office/powerpoint/2010/main" val="2442472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383183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694029" y="503769"/>
            <a:ext cx="3249729" cy="1763183"/>
          </a:xfrm>
        </p:spPr>
        <p:txBody>
          <a:bodyPr anchor="b"/>
          <a:lstStyle>
            <a:lvl1pPr>
              <a:defRPr sz="187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283554" y="1088001"/>
            <a:ext cx="5100906" cy="5370013"/>
          </a:xfrm>
        </p:spPr>
        <p:txBody>
          <a:bodyPr/>
          <a:lstStyle>
            <a:lvl1pPr>
              <a:defRPr sz="1870"/>
            </a:lvl1pPr>
            <a:lvl2pPr>
              <a:defRPr sz="1635"/>
            </a:lvl2pPr>
            <a:lvl3pPr>
              <a:defRPr sz="1402"/>
            </a:lvl3pPr>
            <a:lvl4pPr>
              <a:defRPr sz="1168"/>
            </a:lvl4pPr>
            <a:lvl5pPr>
              <a:defRPr sz="1168"/>
            </a:lvl5pPr>
            <a:lvl6pPr>
              <a:defRPr sz="1168"/>
            </a:lvl6pPr>
            <a:lvl7pPr>
              <a:defRPr sz="1168"/>
            </a:lvl7pPr>
            <a:lvl8pPr>
              <a:defRPr sz="1168"/>
            </a:lvl8pPr>
            <a:lvl9pPr>
              <a:defRPr sz="1168"/>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694029" y="2266952"/>
            <a:ext cx="3249729" cy="4199805"/>
          </a:xfrm>
        </p:spPr>
        <p:txBody>
          <a:bodyPr/>
          <a:lstStyle>
            <a:lvl1pPr marL="0" indent="0">
              <a:buNone/>
              <a:defRPr sz="935"/>
            </a:lvl1pPr>
            <a:lvl2pPr marL="267056" indent="0">
              <a:buNone/>
              <a:defRPr sz="818"/>
            </a:lvl2pPr>
            <a:lvl3pPr marL="534111" indent="0">
              <a:buNone/>
              <a:defRPr sz="701"/>
            </a:lvl3pPr>
            <a:lvl4pPr marL="801167" indent="0">
              <a:buNone/>
              <a:defRPr sz="584"/>
            </a:lvl4pPr>
            <a:lvl5pPr marL="1068222" indent="0">
              <a:buNone/>
              <a:defRPr sz="584"/>
            </a:lvl5pPr>
            <a:lvl6pPr marL="1335277" indent="0">
              <a:buNone/>
              <a:defRPr sz="584"/>
            </a:lvl6pPr>
            <a:lvl7pPr marL="1602333" indent="0">
              <a:buNone/>
              <a:defRPr sz="584"/>
            </a:lvl7pPr>
            <a:lvl8pPr marL="1869388" indent="0">
              <a:buNone/>
              <a:defRPr sz="584"/>
            </a:lvl8pPr>
            <a:lvl9pPr marL="2136445" indent="0">
              <a:buNone/>
              <a:defRPr sz="584"/>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938127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694029" y="503769"/>
            <a:ext cx="3249729" cy="1763183"/>
          </a:xfrm>
        </p:spPr>
        <p:txBody>
          <a:bodyPr anchor="b"/>
          <a:lstStyle>
            <a:lvl1pPr>
              <a:defRPr sz="187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283554" y="1088001"/>
            <a:ext cx="5100906" cy="5370013"/>
          </a:xfrm>
        </p:spPr>
        <p:txBody>
          <a:bodyPr/>
          <a:lstStyle>
            <a:lvl1pPr marL="0" indent="0">
              <a:buNone/>
              <a:defRPr sz="1870"/>
            </a:lvl1pPr>
            <a:lvl2pPr marL="267056" indent="0">
              <a:buNone/>
              <a:defRPr sz="1635"/>
            </a:lvl2pPr>
            <a:lvl3pPr marL="534111" indent="0">
              <a:buNone/>
              <a:defRPr sz="1402"/>
            </a:lvl3pPr>
            <a:lvl4pPr marL="801167" indent="0">
              <a:buNone/>
              <a:defRPr sz="1168"/>
            </a:lvl4pPr>
            <a:lvl5pPr marL="1068222" indent="0">
              <a:buNone/>
              <a:defRPr sz="1168"/>
            </a:lvl5pPr>
            <a:lvl6pPr marL="1335277" indent="0">
              <a:buNone/>
              <a:defRPr sz="1168"/>
            </a:lvl6pPr>
            <a:lvl7pPr marL="1602333" indent="0">
              <a:buNone/>
              <a:defRPr sz="1168"/>
            </a:lvl7pPr>
            <a:lvl8pPr marL="1869388" indent="0">
              <a:buNone/>
              <a:defRPr sz="1168"/>
            </a:lvl8pPr>
            <a:lvl9pPr marL="2136445" indent="0">
              <a:buNone/>
              <a:defRPr sz="1168"/>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694029" y="2266952"/>
            <a:ext cx="3249729" cy="4199805"/>
          </a:xfrm>
        </p:spPr>
        <p:txBody>
          <a:bodyPr/>
          <a:lstStyle>
            <a:lvl1pPr marL="0" indent="0">
              <a:buNone/>
              <a:defRPr sz="935"/>
            </a:lvl1pPr>
            <a:lvl2pPr marL="267056" indent="0">
              <a:buNone/>
              <a:defRPr sz="818"/>
            </a:lvl2pPr>
            <a:lvl3pPr marL="534111" indent="0">
              <a:buNone/>
              <a:defRPr sz="701"/>
            </a:lvl3pPr>
            <a:lvl4pPr marL="801167" indent="0">
              <a:buNone/>
              <a:defRPr sz="584"/>
            </a:lvl4pPr>
            <a:lvl5pPr marL="1068222" indent="0">
              <a:buNone/>
              <a:defRPr sz="584"/>
            </a:lvl5pPr>
            <a:lvl6pPr marL="1335277" indent="0">
              <a:buNone/>
              <a:defRPr sz="584"/>
            </a:lvl6pPr>
            <a:lvl7pPr marL="1602333" indent="0">
              <a:buNone/>
              <a:defRPr sz="584"/>
            </a:lvl7pPr>
            <a:lvl8pPr marL="1869388" indent="0">
              <a:buNone/>
              <a:defRPr sz="584"/>
            </a:lvl8pPr>
            <a:lvl9pPr marL="2136445" indent="0">
              <a:buNone/>
              <a:defRPr sz="584"/>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773955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073479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81"/>
            <a:ext cx="10075863"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sz="1199"/>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210540" y="402314"/>
            <a:ext cx="2172608" cy="6403784"/>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692717" y="402314"/>
            <a:ext cx="6391876" cy="640378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8307912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607263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945361" y="315978"/>
            <a:ext cx="7922596" cy="477054"/>
          </a:xfrm>
        </p:spPr>
        <p:txBody>
          <a:bodyPr/>
          <a:lstStyle/>
          <a:p>
            <a:r>
              <a:rPr lang="en-GB"/>
              <a:t>Click to edit Master title style</a:t>
            </a:r>
            <a:endParaRPr lang="en-US"/>
          </a:p>
        </p:txBody>
      </p:sp>
    </p:spTree>
    <p:extLst>
      <p:ext uri="{BB962C8B-B14F-4D97-AF65-F5344CB8AC3E}">
        <p14:creationId xmlns:p14="http://schemas.microsoft.com/office/powerpoint/2010/main" val="21419788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945361" y="315978"/>
            <a:ext cx="7922596" cy="477054"/>
          </a:xfrm>
        </p:spPr>
        <p:txBody>
          <a:bodyPr/>
          <a:lstStyle/>
          <a:p>
            <a:r>
              <a:rPr lang="en-GB"/>
              <a:t>Click to edit Master title style</a:t>
            </a:r>
            <a:endParaRPr lang="en-US"/>
          </a:p>
        </p:txBody>
      </p:sp>
    </p:spTree>
    <p:extLst>
      <p:ext uri="{BB962C8B-B14F-4D97-AF65-F5344CB8AC3E}">
        <p14:creationId xmlns:p14="http://schemas.microsoft.com/office/powerpoint/2010/main" val="24335626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945361" y="315977"/>
            <a:ext cx="7922596" cy="523220"/>
          </a:xfrm>
        </p:spPr>
        <p:txBody>
          <a:bodyPr/>
          <a:lstStyle/>
          <a:p>
            <a:r>
              <a:rPr lang="en-GB"/>
              <a:t>Click to edit Master title style</a:t>
            </a:r>
            <a:endParaRPr lang="en-US"/>
          </a:p>
        </p:txBody>
      </p:sp>
    </p:spTree>
    <p:extLst>
      <p:ext uri="{BB962C8B-B14F-4D97-AF65-F5344CB8AC3E}">
        <p14:creationId xmlns:p14="http://schemas.microsoft.com/office/powerpoint/2010/main" val="1026308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4" b="0" i="0">
                <a:solidFill>
                  <a:srgbClr val="464653"/>
                </a:solidFill>
                <a:latin typeface="Times New Roman"/>
                <a:cs typeface="Times New Roman"/>
              </a:defRPr>
            </a:lvl1pPr>
          </a:lstStyle>
          <a:p>
            <a:endParaRPr/>
          </a:p>
        </p:txBody>
      </p:sp>
      <p:sp>
        <p:nvSpPr>
          <p:cNvPr id="3" name="Holder 3"/>
          <p:cNvSpPr>
            <a:spLocks noGrp="1"/>
          </p:cNvSpPr>
          <p:nvPr>
            <p:ph sz="half" idx="2"/>
          </p:nvPr>
        </p:nvSpPr>
        <p:spPr>
          <a:xfrm>
            <a:off x="503795" y="1737998"/>
            <a:ext cx="4383000" cy="34099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9071" y="1737998"/>
            <a:ext cx="4383000" cy="34099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792157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02EA-7E2B-54DE-73DF-FFE8006943BC}"/>
              </a:ext>
            </a:extLst>
          </p:cNvPr>
          <p:cNvSpPr>
            <a:spLocks noGrp="1"/>
          </p:cNvSpPr>
          <p:nvPr>
            <p:ph type="title"/>
          </p:nvPr>
        </p:nvSpPr>
        <p:spPr>
          <a:xfrm>
            <a:off x="945363" y="315981"/>
            <a:ext cx="7922596" cy="523220"/>
          </a:xfrm>
        </p:spPr>
        <p:txBody>
          <a:bodyPr/>
          <a:lstStyle/>
          <a:p>
            <a:r>
              <a:rPr lang="en-GB"/>
              <a:t>Click to edit Master title style</a:t>
            </a:r>
            <a:endParaRPr lang="en-US"/>
          </a:p>
        </p:txBody>
      </p:sp>
    </p:spTree>
    <p:extLst>
      <p:ext uri="{BB962C8B-B14F-4D97-AF65-F5344CB8AC3E}">
        <p14:creationId xmlns:p14="http://schemas.microsoft.com/office/powerpoint/2010/main" val="29461177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692717" y="402316"/>
            <a:ext cx="8690433"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692717" y="2011569"/>
            <a:ext cx="8690433"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692716" y="7038905"/>
            <a:ext cx="2267069" cy="402314"/>
          </a:xfrm>
          <a:prstGeom prst="rect">
            <a:avLst/>
          </a:prstGeom>
        </p:spPr>
        <p:txBody>
          <a:bodyPr vert="horz" lIns="91440" tIns="45720" rIns="91440" bIns="45720" rtlCol="0" anchor="ctr"/>
          <a:lstStyle>
            <a:lvl1pPr algn="l">
              <a:defRPr sz="701">
                <a:solidFill>
                  <a:schemeClr val="bg1"/>
                </a:solidFill>
              </a:defRPr>
            </a:lvl1pPr>
          </a:lstStyle>
          <a:p>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337633" y="7038905"/>
            <a:ext cx="3400605" cy="402314"/>
          </a:xfrm>
          <a:prstGeom prst="rect">
            <a:avLst/>
          </a:prstGeom>
        </p:spPr>
        <p:txBody>
          <a:bodyPr vert="horz" lIns="91440" tIns="45720" rIns="91440" bIns="45720" rtlCol="0" anchor="ctr"/>
          <a:lstStyle>
            <a:lvl1pPr algn="ctr">
              <a:defRPr sz="701">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116081" y="7038905"/>
            <a:ext cx="2267069" cy="402314"/>
          </a:xfrm>
          <a:prstGeom prst="rect">
            <a:avLst/>
          </a:prstGeom>
        </p:spPr>
        <p:txBody>
          <a:bodyPr vert="horz" lIns="91440" tIns="45720" rIns="91440" bIns="45720" rtlCol="0" anchor="ctr"/>
          <a:lstStyle>
            <a:lvl1pPr algn="r">
              <a:defRPr sz="935"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93563485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Lst>
  <p:hf hdr="0" ftr="0" dt="0"/>
  <p:txStyles>
    <p:titleStyle>
      <a:lvl1pPr algn="l" defTabSz="534111" rtl="0" eaLnBrk="1" latinLnBrk="0" hangingPunct="1">
        <a:lnSpc>
          <a:spcPct val="90000"/>
        </a:lnSpc>
        <a:spcBef>
          <a:spcPct val="0"/>
        </a:spcBef>
        <a:buNone/>
        <a:defRPr sz="2570" b="1" kern="1200">
          <a:solidFill>
            <a:srgbClr val="004C6C"/>
          </a:solidFill>
          <a:latin typeface="+mj-lt"/>
          <a:ea typeface="+mj-ea"/>
          <a:cs typeface="+mj-cs"/>
        </a:defRPr>
      </a:lvl1pPr>
    </p:titleStyle>
    <p:bodyStyle>
      <a:lvl1pPr marL="133528" indent="-133528" algn="l" defTabSz="534111" rtl="0" eaLnBrk="1" latinLnBrk="0" hangingPunct="1">
        <a:lnSpc>
          <a:spcPct val="150000"/>
        </a:lnSpc>
        <a:spcBef>
          <a:spcPts val="584"/>
        </a:spcBef>
        <a:buFont typeface="Arial" panose="020B0604020202020204" pitchFamily="34" charset="0"/>
        <a:buChar char="•"/>
        <a:defRPr sz="1635" kern="1200">
          <a:solidFill>
            <a:schemeClr val="tx1"/>
          </a:solidFill>
          <a:latin typeface="+mn-lt"/>
          <a:ea typeface="+mn-ea"/>
          <a:cs typeface="+mn-cs"/>
        </a:defRPr>
      </a:lvl1pPr>
      <a:lvl2pPr marL="400583" indent="-133528" algn="l" defTabSz="534111" rtl="0" eaLnBrk="1" latinLnBrk="0" hangingPunct="1">
        <a:lnSpc>
          <a:spcPct val="150000"/>
        </a:lnSpc>
        <a:spcBef>
          <a:spcPts val="292"/>
        </a:spcBef>
        <a:buFont typeface="Arial" panose="020B0604020202020204" pitchFamily="34" charset="0"/>
        <a:buChar char="•"/>
        <a:defRPr sz="1635" kern="1200">
          <a:solidFill>
            <a:schemeClr val="tx1"/>
          </a:solidFill>
          <a:latin typeface="+mn-lt"/>
          <a:ea typeface="+mn-ea"/>
          <a:cs typeface="+mn-cs"/>
        </a:defRPr>
      </a:lvl2pPr>
      <a:lvl3pPr marL="667639" indent="-133528" algn="l" defTabSz="534111" rtl="0" eaLnBrk="1" latinLnBrk="0" hangingPunct="1">
        <a:lnSpc>
          <a:spcPct val="150000"/>
        </a:lnSpc>
        <a:spcBef>
          <a:spcPts val="292"/>
        </a:spcBef>
        <a:buFont typeface="Arial" panose="020B0604020202020204" pitchFamily="34" charset="0"/>
        <a:buChar char="•"/>
        <a:defRPr sz="1402" kern="1200">
          <a:solidFill>
            <a:schemeClr val="tx1"/>
          </a:solidFill>
          <a:latin typeface="+mn-lt"/>
          <a:ea typeface="+mn-ea"/>
          <a:cs typeface="+mn-cs"/>
        </a:defRPr>
      </a:lvl3pPr>
      <a:lvl4pPr marL="934695" indent="-133528" algn="l" defTabSz="534111" rtl="0" eaLnBrk="1" latinLnBrk="0" hangingPunct="1">
        <a:lnSpc>
          <a:spcPct val="150000"/>
        </a:lnSpc>
        <a:spcBef>
          <a:spcPts val="292"/>
        </a:spcBef>
        <a:buFont typeface="Arial" panose="020B0604020202020204" pitchFamily="34" charset="0"/>
        <a:buChar char="•"/>
        <a:defRPr sz="1168" kern="1200">
          <a:solidFill>
            <a:schemeClr val="tx1"/>
          </a:solidFill>
          <a:latin typeface="+mn-lt"/>
          <a:ea typeface="+mn-ea"/>
          <a:cs typeface="+mn-cs"/>
        </a:defRPr>
      </a:lvl4pPr>
      <a:lvl5pPr marL="1201751" indent="-133528" algn="l" defTabSz="534111" rtl="0" eaLnBrk="1" latinLnBrk="0" hangingPunct="1">
        <a:lnSpc>
          <a:spcPct val="150000"/>
        </a:lnSpc>
        <a:spcBef>
          <a:spcPts val="292"/>
        </a:spcBef>
        <a:buFont typeface="Arial" panose="020B0604020202020204" pitchFamily="34" charset="0"/>
        <a:buChar char="•"/>
        <a:defRPr sz="1168" kern="1200">
          <a:solidFill>
            <a:schemeClr val="tx1"/>
          </a:solidFill>
          <a:latin typeface="+mn-lt"/>
          <a:ea typeface="+mn-ea"/>
          <a:cs typeface="+mn-cs"/>
        </a:defRPr>
      </a:lvl5pPr>
      <a:lvl6pPr marL="1468806" indent="-133528" algn="l" defTabSz="534111" rtl="0" eaLnBrk="1" latinLnBrk="0" hangingPunct="1">
        <a:lnSpc>
          <a:spcPct val="90000"/>
        </a:lnSpc>
        <a:spcBef>
          <a:spcPts val="292"/>
        </a:spcBef>
        <a:buFont typeface="Arial" panose="020B0604020202020204" pitchFamily="34" charset="0"/>
        <a:buChar char="•"/>
        <a:defRPr sz="1052" kern="1200">
          <a:solidFill>
            <a:schemeClr val="tx1"/>
          </a:solidFill>
          <a:latin typeface="+mn-lt"/>
          <a:ea typeface="+mn-ea"/>
          <a:cs typeface="+mn-cs"/>
        </a:defRPr>
      </a:lvl6pPr>
      <a:lvl7pPr marL="1735861" indent="-133528" algn="l" defTabSz="534111" rtl="0" eaLnBrk="1" latinLnBrk="0" hangingPunct="1">
        <a:lnSpc>
          <a:spcPct val="90000"/>
        </a:lnSpc>
        <a:spcBef>
          <a:spcPts val="292"/>
        </a:spcBef>
        <a:buFont typeface="Arial" panose="020B0604020202020204" pitchFamily="34" charset="0"/>
        <a:buChar char="•"/>
        <a:defRPr sz="1052" kern="1200">
          <a:solidFill>
            <a:schemeClr val="tx1"/>
          </a:solidFill>
          <a:latin typeface="+mn-lt"/>
          <a:ea typeface="+mn-ea"/>
          <a:cs typeface="+mn-cs"/>
        </a:defRPr>
      </a:lvl7pPr>
      <a:lvl8pPr marL="2002916" indent="-133528" algn="l" defTabSz="534111" rtl="0" eaLnBrk="1" latinLnBrk="0" hangingPunct="1">
        <a:lnSpc>
          <a:spcPct val="90000"/>
        </a:lnSpc>
        <a:spcBef>
          <a:spcPts val="292"/>
        </a:spcBef>
        <a:buFont typeface="Arial" panose="020B0604020202020204" pitchFamily="34" charset="0"/>
        <a:buChar char="•"/>
        <a:defRPr sz="1052" kern="1200">
          <a:solidFill>
            <a:schemeClr val="tx1"/>
          </a:solidFill>
          <a:latin typeface="+mn-lt"/>
          <a:ea typeface="+mn-ea"/>
          <a:cs typeface="+mn-cs"/>
        </a:defRPr>
      </a:lvl8pPr>
      <a:lvl9pPr marL="2269971" indent="-133528" algn="l" defTabSz="534111" rtl="0" eaLnBrk="1" latinLnBrk="0" hangingPunct="1">
        <a:lnSpc>
          <a:spcPct val="90000"/>
        </a:lnSpc>
        <a:spcBef>
          <a:spcPts val="292"/>
        </a:spcBef>
        <a:buFont typeface="Arial" panose="020B0604020202020204" pitchFamily="34" charset="0"/>
        <a:buChar char="•"/>
        <a:defRPr sz="1052" kern="1200">
          <a:solidFill>
            <a:schemeClr val="tx1"/>
          </a:solidFill>
          <a:latin typeface="+mn-lt"/>
          <a:ea typeface="+mn-ea"/>
          <a:cs typeface="+mn-cs"/>
        </a:defRPr>
      </a:lvl9pPr>
    </p:bodyStyle>
    <p:otherStyle>
      <a:defPPr>
        <a:defRPr lang="en-US"/>
      </a:defPPr>
      <a:lvl1pPr marL="0" algn="l" defTabSz="534111" rtl="0" eaLnBrk="1" latinLnBrk="0" hangingPunct="1">
        <a:defRPr sz="1052" kern="1200">
          <a:solidFill>
            <a:schemeClr val="tx1"/>
          </a:solidFill>
          <a:latin typeface="+mn-lt"/>
          <a:ea typeface="+mn-ea"/>
          <a:cs typeface="+mn-cs"/>
        </a:defRPr>
      </a:lvl1pPr>
      <a:lvl2pPr marL="267056" algn="l" defTabSz="534111" rtl="0" eaLnBrk="1" latinLnBrk="0" hangingPunct="1">
        <a:defRPr sz="1052" kern="1200">
          <a:solidFill>
            <a:schemeClr val="tx1"/>
          </a:solidFill>
          <a:latin typeface="+mn-lt"/>
          <a:ea typeface="+mn-ea"/>
          <a:cs typeface="+mn-cs"/>
        </a:defRPr>
      </a:lvl2pPr>
      <a:lvl3pPr marL="534111" algn="l" defTabSz="534111" rtl="0" eaLnBrk="1" latinLnBrk="0" hangingPunct="1">
        <a:defRPr sz="1052" kern="1200">
          <a:solidFill>
            <a:schemeClr val="tx1"/>
          </a:solidFill>
          <a:latin typeface="+mn-lt"/>
          <a:ea typeface="+mn-ea"/>
          <a:cs typeface="+mn-cs"/>
        </a:defRPr>
      </a:lvl3pPr>
      <a:lvl4pPr marL="801167" algn="l" defTabSz="534111" rtl="0" eaLnBrk="1" latinLnBrk="0" hangingPunct="1">
        <a:defRPr sz="1052" kern="1200">
          <a:solidFill>
            <a:schemeClr val="tx1"/>
          </a:solidFill>
          <a:latin typeface="+mn-lt"/>
          <a:ea typeface="+mn-ea"/>
          <a:cs typeface="+mn-cs"/>
        </a:defRPr>
      </a:lvl4pPr>
      <a:lvl5pPr marL="1068222" algn="l" defTabSz="534111" rtl="0" eaLnBrk="1" latinLnBrk="0" hangingPunct="1">
        <a:defRPr sz="1052" kern="1200">
          <a:solidFill>
            <a:schemeClr val="tx1"/>
          </a:solidFill>
          <a:latin typeface="+mn-lt"/>
          <a:ea typeface="+mn-ea"/>
          <a:cs typeface="+mn-cs"/>
        </a:defRPr>
      </a:lvl5pPr>
      <a:lvl6pPr marL="1335277" algn="l" defTabSz="534111" rtl="0" eaLnBrk="1" latinLnBrk="0" hangingPunct="1">
        <a:defRPr sz="1052" kern="1200">
          <a:solidFill>
            <a:schemeClr val="tx1"/>
          </a:solidFill>
          <a:latin typeface="+mn-lt"/>
          <a:ea typeface="+mn-ea"/>
          <a:cs typeface="+mn-cs"/>
        </a:defRPr>
      </a:lvl6pPr>
      <a:lvl7pPr marL="1602333" algn="l" defTabSz="534111" rtl="0" eaLnBrk="1" latinLnBrk="0" hangingPunct="1">
        <a:defRPr sz="1052" kern="1200">
          <a:solidFill>
            <a:schemeClr val="tx1"/>
          </a:solidFill>
          <a:latin typeface="+mn-lt"/>
          <a:ea typeface="+mn-ea"/>
          <a:cs typeface="+mn-cs"/>
        </a:defRPr>
      </a:lvl7pPr>
      <a:lvl8pPr marL="1869388" algn="l" defTabSz="534111" rtl="0" eaLnBrk="1" latinLnBrk="0" hangingPunct="1">
        <a:defRPr sz="1052" kern="1200">
          <a:solidFill>
            <a:schemeClr val="tx1"/>
          </a:solidFill>
          <a:latin typeface="+mn-lt"/>
          <a:ea typeface="+mn-ea"/>
          <a:cs typeface="+mn-cs"/>
        </a:defRPr>
      </a:lvl8pPr>
      <a:lvl9pPr marL="2136445" algn="l" defTabSz="534111" rtl="0" eaLnBrk="1" latinLnBrk="0" hangingPunct="1">
        <a:defRPr sz="10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ABE34C9-C9F3-88B9-7DC7-48B60D3134CC}"/>
              </a:ext>
            </a:extLst>
          </p:cNvPr>
          <p:cNvSpPr>
            <a:spLocks noGrp="1"/>
          </p:cNvSpPr>
          <p:nvPr>
            <p:ph type="title"/>
          </p:nvPr>
        </p:nvSpPr>
        <p:spPr>
          <a:xfrm>
            <a:off x="586597" y="2025650"/>
            <a:ext cx="9139344" cy="2614149"/>
          </a:xfrm>
        </p:spPr>
        <p:txBody>
          <a:bodyPr vert="horz" wrap="square" lIns="81106" tIns="40555" rIns="81106" bIns="40555" rtlCol="0" anchor="ctr">
            <a:normAutofit/>
          </a:bodyPr>
          <a:lstStyle/>
          <a:p>
            <a:r>
              <a:rPr lang="en-IE" sz="3600" dirty="0">
                <a:latin typeface="Helvetica" pitchFamily="2" charset="0"/>
              </a:rPr>
              <a:t>Normalisation</a:t>
            </a:r>
            <a:br>
              <a:rPr lang="en-IE" sz="3015" dirty="0">
                <a:latin typeface="Helvetica" pitchFamily="2" charset="0"/>
              </a:rPr>
            </a:br>
            <a:br>
              <a:rPr lang="en-IE" sz="2638" dirty="0">
                <a:latin typeface="Helvetica" pitchFamily="2" charset="0"/>
              </a:rPr>
            </a:br>
            <a:br>
              <a:rPr lang="en-IE" sz="2638" dirty="0">
                <a:latin typeface="Helvetica" pitchFamily="2" charset="0"/>
              </a:rPr>
            </a:br>
            <a:r>
              <a:rPr lang="en-IE" sz="2638" dirty="0">
                <a:latin typeface="Helvetica" pitchFamily="2" charset="0"/>
              </a:rPr>
              <a:t>Dr Mariana Rocha</a:t>
            </a:r>
            <a:br>
              <a:rPr lang="en-IE" sz="2638" dirty="0">
                <a:latin typeface="Helvetica" pitchFamily="2" charset="0"/>
              </a:rPr>
            </a:br>
            <a:r>
              <a:rPr lang="en-IE" sz="2638" dirty="0">
                <a:latin typeface="Helvetica" pitchFamily="2" charset="0"/>
              </a:rPr>
              <a:t>School of Computer Science</a:t>
            </a:r>
          </a:p>
        </p:txBody>
      </p:sp>
      <p:sp>
        <p:nvSpPr>
          <p:cNvPr id="28" name="TextBox 27">
            <a:extLst>
              <a:ext uri="{FF2B5EF4-FFF2-40B4-BE49-F238E27FC236}">
                <a16:creationId xmlns:a16="http://schemas.microsoft.com/office/drawing/2014/main" id="{F8E066B0-7223-D5C8-AC47-4AE5F2157F6E}"/>
              </a:ext>
            </a:extLst>
          </p:cNvPr>
          <p:cNvSpPr txBox="1"/>
          <p:nvPr/>
        </p:nvSpPr>
        <p:spPr>
          <a:xfrm>
            <a:off x="597861" y="5383568"/>
            <a:ext cx="4918303" cy="437064"/>
          </a:xfrm>
          <a:prstGeom prst="rect">
            <a:avLst/>
          </a:prstGeom>
          <a:noFill/>
        </p:spPr>
        <p:txBody>
          <a:bodyPr wrap="none" lIns="81106" tIns="40555" rIns="81106" bIns="40555" rtlCol="0" anchor="t">
            <a:spAutoFit/>
          </a:bodyPr>
          <a:lstStyle/>
          <a:p>
            <a:r>
              <a:rPr lang="en-US" sz="2308" dirty="0">
                <a:latin typeface="Helvetica" pitchFamily="2" charset="0"/>
                <a:cs typeface="Open sans"/>
              </a:rPr>
              <a:t>CPMU 2007 Databases 1, Lecture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1962026" y="2762349"/>
            <a:ext cx="6659403" cy="3658783"/>
            <a:chOff x="2082276" y="2700085"/>
            <a:chExt cx="7067550" cy="3883025"/>
          </a:xfrm>
        </p:grpSpPr>
        <p:sp>
          <p:nvSpPr>
            <p:cNvPr id="4" name="object 4"/>
            <p:cNvSpPr/>
            <p:nvPr/>
          </p:nvSpPr>
          <p:spPr>
            <a:xfrm>
              <a:off x="2082276" y="2700085"/>
              <a:ext cx="1318895" cy="579755"/>
            </a:xfrm>
            <a:custGeom>
              <a:avLst/>
              <a:gdLst/>
              <a:ahLst/>
              <a:cxnLst/>
              <a:rect l="l" t="t" r="r" b="b"/>
              <a:pathLst>
                <a:path w="1318895" h="579754">
                  <a:moveTo>
                    <a:pt x="1273525" y="518698"/>
                  </a:moveTo>
                  <a:lnTo>
                    <a:pt x="1258423" y="518698"/>
                  </a:lnTo>
                  <a:lnTo>
                    <a:pt x="1288627" y="579128"/>
                  </a:lnTo>
                  <a:lnTo>
                    <a:pt x="1311278" y="533806"/>
                  </a:lnTo>
                  <a:lnTo>
                    <a:pt x="1273525" y="533806"/>
                  </a:lnTo>
                  <a:lnTo>
                    <a:pt x="1273525" y="518698"/>
                  </a:lnTo>
                  <a:close/>
                </a:path>
                <a:path w="1318895" h="579754">
                  <a:moveTo>
                    <a:pt x="1273525" y="15107"/>
                  </a:moveTo>
                  <a:lnTo>
                    <a:pt x="1273525" y="533806"/>
                  </a:lnTo>
                  <a:lnTo>
                    <a:pt x="1303727" y="533806"/>
                  </a:lnTo>
                  <a:lnTo>
                    <a:pt x="1303727" y="30215"/>
                  </a:lnTo>
                  <a:lnTo>
                    <a:pt x="1288627" y="30215"/>
                  </a:lnTo>
                  <a:lnTo>
                    <a:pt x="1273525" y="15107"/>
                  </a:lnTo>
                  <a:close/>
                </a:path>
                <a:path w="1318895" h="579754">
                  <a:moveTo>
                    <a:pt x="1318828" y="518698"/>
                  </a:moveTo>
                  <a:lnTo>
                    <a:pt x="1303727" y="518698"/>
                  </a:lnTo>
                  <a:lnTo>
                    <a:pt x="1303727" y="533806"/>
                  </a:lnTo>
                  <a:lnTo>
                    <a:pt x="1311278" y="533806"/>
                  </a:lnTo>
                  <a:lnTo>
                    <a:pt x="1318828" y="518698"/>
                  </a:lnTo>
                  <a:close/>
                </a:path>
                <a:path w="1318895" h="579754">
                  <a:moveTo>
                    <a:pt x="1296967" y="0"/>
                  </a:moveTo>
                  <a:lnTo>
                    <a:pt x="0" y="0"/>
                  </a:lnTo>
                  <a:lnTo>
                    <a:pt x="0" y="30215"/>
                  </a:lnTo>
                  <a:lnTo>
                    <a:pt x="1273525" y="30215"/>
                  </a:lnTo>
                  <a:lnTo>
                    <a:pt x="1273525" y="15107"/>
                  </a:lnTo>
                  <a:lnTo>
                    <a:pt x="1303727" y="15107"/>
                  </a:lnTo>
                  <a:lnTo>
                    <a:pt x="1303727" y="6764"/>
                  </a:lnTo>
                  <a:lnTo>
                    <a:pt x="1296967" y="0"/>
                  </a:lnTo>
                  <a:close/>
                </a:path>
                <a:path w="1318895" h="579754">
                  <a:moveTo>
                    <a:pt x="1303727" y="15107"/>
                  </a:moveTo>
                  <a:lnTo>
                    <a:pt x="1273525" y="15107"/>
                  </a:lnTo>
                  <a:lnTo>
                    <a:pt x="1288627" y="30215"/>
                  </a:lnTo>
                  <a:lnTo>
                    <a:pt x="1303727" y="30215"/>
                  </a:lnTo>
                  <a:lnTo>
                    <a:pt x="1303727" y="15107"/>
                  </a:lnTo>
                  <a:close/>
                </a:path>
              </a:pathLst>
            </a:custGeom>
            <a:solidFill>
              <a:srgbClr val="000000"/>
            </a:solidFill>
          </p:spPr>
          <p:txBody>
            <a:bodyPr wrap="square" lIns="0" tIns="0" rIns="0" bIns="0" rtlCol="0"/>
            <a:lstStyle/>
            <a:p>
              <a:endParaRPr sz="2200"/>
            </a:p>
          </p:txBody>
        </p:sp>
        <p:sp>
          <p:nvSpPr>
            <p:cNvPr id="5" name="object 5"/>
            <p:cNvSpPr/>
            <p:nvPr/>
          </p:nvSpPr>
          <p:spPr>
            <a:xfrm>
              <a:off x="3892730" y="3594798"/>
              <a:ext cx="711835" cy="0"/>
            </a:xfrm>
            <a:custGeom>
              <a:avLst/>
              <a:gdLst/>
              <a:ahLst/>
              <a:cxnLst/>
              <a:rect l="l" t="t" r="r" b="b"/>
              <a:pathLst>
                <a:path w="711835">
                  <a:moveTo>
                    <a:pt x="0" y="0"/>
                  </a:moveTo>
                  <a:lnTo>
                    <a:pt x="711429" y="1"/>
                  </a:lnTo>
                </a:path>
              </a:pathLst>
            </a:custGeom>
            <a:ln w="30215">
              <a:solidFill>
                <a:srgbClr val="000000"/>
              </a:solidFill>
            </a:ln>
          </p:spPr>
          <p:txBody>
            <a:bodyPr wrap="square" lIns="0" tIns="0" rIns="0" bIns="0" rtlCol="0"/>
            <a:lstStyle/>
            <a:p>
              <a:endParaRPr sz="2200"/>
            </a:p>
          </p:txBody>
        </p:sp>
        <p:sp>
          <p:nvSpPr>
            <p:cNvPr id="6" name="object 6"/>
            <p:cNvSpPr/>
            <p:nvPr/>
          </p:nvSpPr>
          <p:spPr>
            <a:xfrm>
              <a:off x="3926288" y="3398397"/>
              <a:ext cx="243840" cy="434975"/>
            </a:xfrm>
            <a:custGeom>
              <a:avLst/>
              <a:gdLst/>
              <a:ahLst/>
              <a:cxnLst/>
              <a:rect l="l" t="t" r="r" b="b"/>
              <a:pathLst>
                <a:path w="243839" h="434975">
                  <a:moveTo>
                    <a:pt x="53692" y="0"/>
                  </a:moveTo>
                  <a:lnTo>
                    <a:pt x="243295" y="189685"/>
                  </a:lnTo>
                  <a:lnTo>
                    <a:pt x="0" y="434766"/>
                  </a:lnTo>
                </a:path>
              </a:pathLst>
            </a:custGeom>
            <a:ln w="30205">
              <a:solidFill>
                <a:srgbClr val="000000"/>
              </a:solidFill>
            </a:ln>
          </p:spPr>
          <p:txBody>
            <a:bodyPr wrap="square" lIns="0" tIns="0" rIns="0" bIns="0" rtlCol="0"/>
            <a:lstStyle/>
            <a:p>
              <a:endParaRPr sz="2200"/>
            </a:p>
          </p:txBody>
        </p:sp>
        <p:sp>
          <p:nvSpPr>
            <p:cNvPr id="7" name="object 7"/>
            <p:cNvSpPr/>
            <p:nvPr/>
          </p:nvSpPr>
          <p:spPr>
            <a:xfrm>
              <a:off x="3016867" y="3301037"/>
              <a:ext cx="958215" cy="575945"/>
            </a:xfrm>
            <a:custGeom>
              <a:avLst/>
              <a:gdLst/>
              <a:ahLst/>
              <a:cxnLst/>
              <a:rect l="l" t="t" r="r" b="b"/>
              <a:pathLst>
                <a:path w="958214" h="575945">
                  <a:moveTo>
                    <a:pt x="886434" y="0"/>
                  </a:moveTo>
                  <a:lnTo>
                    <a:pt x="71647" y="0"/>
                  </a:lnTo>
                  <a:lnTo>
                    <a:pt x="43758" y="5632"/>
                  </a:lnTo>
                  <a:lnTo>
                    <a:pt x="20985" y="20994"/>
                  </a:lnTo>
                  <a:lnTo>
                    <a:pt x="5630" y="43778"/>
                  </a:lnTo>
                  <a:lnTo>
                    <a:pt x="0" y="71678"/>
                  </a:lnTo>
                  <a:lnTo>
                    <a:pt x="0" y="504094"/>
                  </a:lnTo>
                  <a:lnTo>
                    <a:pt x="5630" y="531994"/>
                  </a:lnTo>
                  <a:lnTo>
                    <a:pt x="20985" y="554778"/>
                  </a:lnTo>
                  <a:lnTo>
                    <a:pt x="43758" y="570139"/>
                  </a:lnTo>
                  <a:lnTo>
                    <a:pt x="71647" y="575772"/>
                  </a:lnTo>
                  <a:lnTo>
                    <a:pt x="886434" y="575772"/>
                  </a:lnTo>
                  <a:lnTo>
                    <a:pt x="914322" y="570139"/>
                  </a:lnTo>
                  <a:lnTo>
                    <a:pt x="937096" y="554778"/>
                  </a:lnTo>
                  <a:lnTo>
                    <a:pt x="952451" y="531994"/>
                  </a:lnTo>
                  <a:lnTo>
                    <a:pt x="958081" y="504094"/>
                  </a:lnTo>
                  <a:lnTo>
                    <a:pt x="958081" y="71678"/>
                  </a:lnTo>
                  <a:lnTo>
                    <a:pt x="952451" y="43778"/>
                  </a:lnTo>
                  <a:lnTo>
                    <a:pt x="937096" y="20994"/>
                  </a:lnTo>
                  <a:lnTo>
                    <a:pt x="914322" y="5632"/>
                  </a:lnTo>
                  <a:lnTo>
                    <a:pt x="886434" y="0"/>
                  </a:lnTo>
                  <a:close/>
                </a:path>
              </a:pathLst>
            </a:custGeom>
            <a:solidFill>
              <a:srgbClr val="3399FF"/>
            </a:solidFill>
          </p:spPr>
          <p:txBody>
            <a:bodyPr wrap="square" lIns="0" tIns="0" rIns="0" bIns="0" rtlCol="0"/>
            <a:lstStyle/>
            <a:p>
              <a:endParaRPr sz="2200"/>
            </a:p>
          </p:txBody>
        </p:sp>
        <p:sp>
          <p:nvSpPr>
            <p:cNvPr id="8" name="object 8"/>
            <p:cNvSpPr/>
            <p:nvPr/>
          </p:nvSpPr>
          <p:spPr>
            <a:xfrm>
              <a:off x="3016867" y="3301037"/>
              <a:ext cx="958215" cy="575945"/>
            </a:xfrm>
            <a:custGeom>
              <a:avLst/>
              <a:gdLst/>
              <a:ahLst/>
              <a:cxnLst/>
              <a:rect l="l" t="t" r="r" b="b"/>
              <a:pathLst>
                <a:path w="958214" h="575945">
                  <a:moveTo>
                    <a:pt x="0" y="71678"/>
                  </a:moveTo>
                  <a:lnTo>
                    <a:pt x="5630" y="43777"/>
                  </a:lnTo>
                  <a:lnTo>
                    <a:pt x="20984" y="20994"/>
                  </a:lnTo>
                  <a:lnTo>
                    <a:pt x="43758" y="5632"/>
                  </a:lnTo>
                  <a:lnTo>
                    <a:pt x="71646" y="0"/>
                  </a:lnTo>
                  <a:lnTo>
                    <a:pt x="886434" y="0"/>
                  </a:lnTo>
                  <a:lnTo>
                    <a:pt x="914322" y="5632"/>
                  </a:lnTo>
                  <a:lnTo>
                    <a:pt x="937096" y="20994"/>
                  </a:lnTo>
                  <a:lnTo>
                    <a:pt x="952450" y="43777"/>
                  </a:lnTo>
                  <a:lnTo>
                    <a:pt x="958080" y="71678"/>
                  </a:lnTo>
                  <a:lnTo>
                    <a:pt x="958080" y="504094"/>
                  </a:lnTo>
                  <a:lnTo>
                    <a:pt x="952450" y="531994"/>
                  </a:lnTo>
                  <a:lnTo>
                    <a:pt x="937096" y="554778"/>
                  </a:lnTo>
                  <a:lnTo>
                    <a:pt x="914322" y="570139"/>
                  </a:lnTo>
                  <a:lnTo>
                    <a:pt x="886434" y="575772"/>
                  </a:lnTo>
                  <a:lnTo>
                    <a:pt x="71646" y="575772"/>
                  </a:lnTo>
                  <a:lnTo>
                    <a:pt x="43758" y="570139"/>
                  </a:lnTo>
                  <a:lnTo>
                    <a:pt x="20984" y="554778"/>
                  </a:lnTo>
                  <a:lnTo>
                    <a:pt x="5630" y="531994"/>
                  </a:lnTo>
                  <a:lnTo>
                    <a:pt x="0" y="504094"/>
                  </a:lnTo>
                  <a:lnTo>
                    <a:pt x="0" y="71678"/>
                  </a:lnTo>
                  <a:close/>
                </a:path>
              </a:pathLst>
            </a:custGeom>
            <a:ln w="30211">
              <a:solidFill>
                <a:srgbClr val="000000"/>
              </a:solidFill>
            </a:ln>
          </p:spPr>
          <p:txBody>
            <a:bodyPr wrap="square" lIns="0" tIns="0" rIns="0" bIns="0" rtlCol="0"/>
            <a:lstStyle/>
            <a:p>
              <a:endParaRPr sz="2200"/>
            </a:p>
          </p:txBody>
        </p:sp>
        <p:sp>
          <p:nvSpPr>
            <p:cNvPr id="9" name="object 9"/>
            <p:cNvSpPr/>
            <p:nvPr/>
          </p:nvSpPr>
          <p:spPr>
            <a:xfrm>
              <a:off x="4740069" y="3601512"/>
              <a:ext cx="1318895" cy="499109"/>
            </a:xfrm>
            <a:custGeom>
              <a:avLst/>
              <a:gdLst/>
              <a:ahLst/>
              <a:cxnLst/>
              <a:rect l="l" t="t" r="r" b="b"/>
              <a:pathLst>
                <a:path w="1318895" h="499110">
                  <a:moveTo>
                    <a:pt x="1273525" y="438123"/>
                  </a:moveTo>
                  <a:lnTo>
                    <a:pt x="1258423" y="438123"/>
                  </a:lnTo>
                  <a:lnTo>
                    <a:pt x="1288627" y="498555"/>
                  </a:lnTo>
                  <a:lnTo>
                    <a:pt x="1311278" y="453231"/>
                  </a:lnTo>
                  <a:lnTo>
                    <a:pt x="1273525" y="453231"/>
                  </a:lnTo>
                  <a:lnTo>
                    <a:pt x="1273525" y="438123"/>
                  </a:lnTo>
                  <a:close/>
                </a:path>
                <a:path w="1318895" h="499110">
                  <a:moveTo>
                    <a:pt x="1273525" y="15107"/>
                  </a:moveTo>
                  <a:lnTo>
                    <a:pt x="1273525" y="453231"/>
                  </a:lnTo>
                  <a:lnTo>
                    <a:pt x="1303727" y="453231"/>
                  </a:lnTo>
                  <a:lnTo>
                    <a:pt x="1303727" y="30215"/>
                  </a:lnTo>
                  <a:lnTo>
                    <a:pt x="1288627" y="30215"/>
                  </a:lnTo>
                  <a:lnTo>
                    <a:pt x="1273525" y="15107"/>
                  </a:lnTo>
                  <a:close/>
                </a:path>
                <a:path w="1318895" h="499110">
                  <a:moveTo>
                    <a:pt x="1318828" y="438123"/>
                  </a:moveTo>
                  <a:lnTo>
                    <a:pt x="1303727" y="438123"/>
                  </a:lnTo>
                  <a:lnTo>
                    <a:pt x="1303727" y="453231"/>
                  </a:lnTo>
                  <a:lnTo>
                    <a:pt x="1311278" y="453231"/>
                  </a:lnTo>
                  <a:lnTo>
                    <a:pt x="1318828" y="438123"/>
                  </a:lnTo>
                  <a:close/>
                </a:path>
                <a:path w="1318895" h="499110">
                  <a:moveTo>
                    <a:pt x="1296967" y="0"/>
                  </a:moveTo>
                  <a:lnTo>
                    <a:pt x="0" y="0"/>
                  </a:lnTo>
                  <a:lnTo>
                    <a:pt x="0" y="30215"/>
                  </a:lnTo>
                  <a:lnTo>
                    <a:pt x="1273525" y="30215"/>
                  </a:lnTo>
                  <a:lnTo>
                    <a:pt x="1273525" y="15107"/>
                  </a:lnTo>
                  <a:lnTo>
                    <a:pt x="1303727" y="15107"/>
                  </a:lnTo>
                  <a:lnTo>
                    <a:pt x="1303727" y="6764"/>
                  </a:lnTo>
                  <a:lnTo>
                    <a:pt x="1296967" y="0"/>
                  </a:lnTo>
                  <a:close/>
                </a:path>
                <a:path w="1318895" h="499110">
                  <a:moveTo>
                    <a:pt x="1303727" y="15107"/>
                  </a:moveTo>
                  <a:lnTo>
                    <a:pt x="1273525" y="15107"/>
                  </a:lnTo>
                  <a:lnTo>
                    <a:pt x="1288627" y="30215"/>
                  </a:lnTo>
                  <a:lnTo>
                    <a:pt x="1303727" y="30215"/>
                  </a:lnTo>
                  <a:lnTo>
                    <a:pt x="1303727" y="15107"/>
                  </a:lnTo>
                  <a:close/>
                </a:path>
              </a:pathLst>
            </a:custGeom>
            <a:solidFill>
              <a:srgbClr val="000000"/>
            </a:solidFill>
          </p:spPr>
          <p:txBody>
            <a:bodyPr wrap="square" lIns="0" tIns="0" rIns="0" bIns="0" rtlCol="0"/>
            <a:lstStyle/>
            <a:p>
              <a:endParaRPr sz="2200"/>
            </a:p>
          </p:txBody>
        </p:sp>
        <p:sp>
          <p:nvSpPr>
            <p:cNvPr id="10" name="object 10"/>
            <p:cNvSpPr/>
            <p:nvPr/>
          </p:nvSpPr>
          <p:spPr>
            <a:xfrm>
              <a:off x="4327306" y="3301037"/>
              <a:ext cx="574040" cy="575945"/>
            </a:xfrm>
            <a:custGeom>
              <a:avLst/>
              <a:gdLst/>
              <a:ahLst/>
              <a:cxnLst/>
              <a:rect l="l" t="t" r="r" b="b"/>
              <a:pathLst>
                <a:path w="574039" h="575945">
                  <a:moveTo>
                    <a:pt x="502403" y="0"/>
                  </a:moveTo>
                  <a:lnTo>
                    <a:pt x="71437" y="0"/>
                  </a:lnTo>
                  <a:lnTo>
                    <a:pt x="43630" y="5616"/>
                  </a:lnTo>
                  <a:lnTo>
                    <a:pt x="20923" y="20933"/>
                  </a:lnTo>
                  <a:lnTo>
                    <a:pt x="5613" y="43650"/>
                  </a:lnTo>
                  <a:lnTo>
                    <a:pt x="0" y="71469"/>
                  </a:lnTo>
                  <a:lnTo>
                    <a:pt x="0" y="504303"/>
                  </a:lnTo>
                  <a:lnTo>
                    <a:pt x="5613" y="532122"/>
                  </a:lnTo>
                  <a:lnTo>
                    <a:pt x="20923" y="554839"/>
                  </a:lnTo>
                  <a:lnTo>
                    <a:pt x="43630" y="570155"/>
                  </a:lnTo>
                  <a:lnTo>
                    <a:pt x="71437" y="575772"/>
                  </a:lnTo>
                  <a:lnTo>
                    <a:pt x="502403" y="575772"/>
                  </a:lnTo>
                  <a:lnTo>
                    <a:pt x="530209" y="570155"/>
                  </a:lnTo>
                  <a:lnTo>
                    <a:pt x="552917" y="554839"/>
                  </a:lnTo>
                  <a:lnTo>
                    <a:pt x="568226" y="532122"/>
                  </a:lnTo>
                  <a:lnTo>
                    <a:pt x="573840" y="504303"/>
                  </a:lnTo>
                  <a:lnTo>
                    <a:pt x="573840" y="71469"/>
                  </a:lnTo>
                  <a:lnTo>
                    <a:pt x="568226" y="43650"/>
                  </a:lnTo>
                  <a:lnTo>
                    <a:pt x="552917" y="20933"/>
                  </a:lnTo>
                  <a:lnTo>
                    <a:pt x="530209" y="5616"/>
                  </a:lnTo>
                  <a:lnTo>
                    <a:pt x="502403" y="0"/>
                  </a:lnTo>
                  <a:close/>
                </a:path>
              </a:pathLst>
            </a:custGeom>
            <a:solidFill>
              <a:srgbClr val="3399FF"/>
            </a:solidFill>
          </p:spPr>
          <p:txBody>
            <a:bodyPr wrap="square" lIns="0" tIns="0" rIns="0" bIns="0" rtlCol="0"/>
            <a:lstStyle/>
            <a:p>
              <a:endParaRPr sz="2200"/>
            </a:p>
          </p:txBody>
        </p:sp>
        <p:sp>
          <p:nvSpPr>
            <p:cNvPr id="11" name="object 11"/>
            <p:cNvSpPr/>
            <p:nvPr/>
          </p:nvSpPr>
          <p:spPr>
            <a:xfrm>
              <a:off x="4327306" y="3301037"/>
              <a:ext cx="574040" cy="575945"/>
            </a:xfrm>
            <a:custGeom>
              <a:avLst/>
              <a:gdLst/>
              <a:ahLst/>
              <a:cxnLst/>
              <a:rect l="l" t="t" r="r" b="b"/>
              <a:pathLst>
                <a:path w="574039" h="575945">
                  <a:moveTo>
                    <a:pt x="0" y="71469"/>
                  </a:moveTo>
                  <a:lnTo>
                    <a:pt x="5613" y="43650"/>
                  </a:lnTo>
                  <a:lnTo>
                    <a:pt x="20923" y="20932"/>
                  </a:lnTo>
                  <a:lnTo>
                    <a:pt x="43630" y="5616"/>
                  </a:lnTo>
                  <a:lnTo>
                    <a:pt x="71437" y="0"/>
                  </a:lnTo>
                  <a:lnTo>
                    <a:pt x="502403" y="0"/>
                  </a:lnTo>
                  <a:lnTo>
                    <a:pt x="530210" y="5616"/>
                  </a:lnTo>
                  <a:lnTo>
                    <a:pt x="552917" y="20932"/>
                  </a:lnTo>
                  <a:lnTo>
                    <a:pt x="568227" y="43650"/>
                  </a:lnTo>
                  <a:lnTo>
                    <a:pt x="573841" y="71469"/>
                  </a:lnTo>
                  <a:lnTo>
                    <a:pt x="573841" y="504303"/>
                  </a:lnTo>
                  <a:lnTo>
                    <a:pt x="568227" y="532121"/>
                  </a:lnTo>
                  <a:lnTo>
                    <a:pt x="552917" y="554839"/>
                  </a:lnTo>
                  <a:lnTo>
                    <a:pt x="530210" y="570155"/>
                  </a:lnTo>
                  <a:lnTo>
                    <a:pt x="502403" y="575772"/>
                  </a:lnTo>
                  <a:lnTo>
                    <a:pt x="71437" y="575772"/>
                  </a:lnTo>
                  <a:lnTo>
                    <a:pt x="43630" y="570155"/>
                  </a:lnTo>
                  <a:lnTo>
                    <a:pt x="20923" y="554839"/>
                  </a:lnTo>
                  <a:lnTo>
                    <a:pt x="5613" y="532121"/>
                  </a:lnTo>
                  <a:lnTo>
                    <a:pt x="0" y="504303"/>
                  </a:lnTo>
                  <a:lnTo>
                    <a:pt x="0" y="71469"/>
                  </a:lnTo>
                  <a:close/>
                </a:path>
              </a:pathLst>
            </a:custGeom>
            <a:ln w="30208">
              <a:solidFill>
                <a:srgbClr val="000000"/>
              </a:solidFill>
            </a:ln>
          </p:spPr>
          <p:txBody>
            <a:bodyPr wrap="square" lIns="0" tIns="0" rIns="0" bIns="0" rtlCol="0"/>
            <a:lstStyle/>
            <a:p>
              <a:endParaRPr sz="2200"/>
            </a:p>
          </p:txBody>
        </p:sp>
        <p:sp>
          <p:nvSpPr>
            <p:cNvPr id="12" name="object 12"/>
            <p:cNvSpPr/>
            <p:nvPr/>
          </p:nvSpPr>
          <p:spPr>
            <a:xfrm>
              <a:off x="6501863" y="4417329"/>
              <a:ext cx="347345" cy="0"/>
            </a:xfrm>
            <a:custGeom>
              <a:avLst/>
              <a:gdLst/>
              <a:ahLst/>
              <a:cxnLst/>
              <a:rect l="l" t="t" r="r" b="b"/>
              <a:pathLst>
                <a:path w="347345">
                  <a:moveTo>
                    <a:pt x="0" y="0"/>
                  </a:moveTo>
                  <a:lnTo>
                    <a:pt x="347324" y="0"/>
                  </a:lnTo>
                </a:path>
              </a:pathLst>
            </a:custGeom>
            <a:ln w="30216">
              <a:solidFill>
                <a:srgbClr val="000000"/>
              </a:solidFill>
            </a:ln>
          </p:spPr>
          <p:txBody>
            <a:bodyPr wrap="square" lIns="0" tIns="0" rIns="0" bIns="0" rtlCol="0"/>
            <a:lstStyle/>
            <a:p>
              <a:endParaRPr sz="2200"/>
            </a:p>
          </p:txBody>
        </p:sp>
        <p:sp>
          <p:nvSpPr>
            <p:cNvPr id="13" name="object 13"/>
            <p:cNvSpPr/>
            <p:nvPr/>
          </p:nvSpPr>
          <p:spPr>
            <a:xfrm>
              <a:off x="6453205" y="4222607"/>
              <a:ext cx="241935" cy="429895"/>
            </a:xfrm>
            <a:custGeom>
              <a:avLst/>
              <a:gdLst/>
              <a:ahLst/>
              <a:cxnLst/>
              <a:rect l="l" t="t" r="r" b="b"/>
              <a:pathLst>
                <a:path w="241934" h="429895">
                  <a:moveTo>
                    <a:pt x="53692" y="0"/>
                  </a:moveTo>
                  <a:lnTo>
                    <a:pt x="241618" y="188007"/>
                  </a:lnTo>
                  <a:lnTo>
                    <a:pt x="0" y="429730"/>
                  </a:lnTo>
                </a:path>
              </a:pathLst>
            </a:custGeom>
            <a:ln w="30205">
              <a:solidFill>
                <a:srgbClr val="000000"/>
              </a:solidFill>
            </a:ln>
          </p:spPr>
          <p:txBody>
            <a:bodyPr wrap="square" lIns="0" tIns="0" rIns="0" bIns="0" rtlCol="0"/>
            <a:lstStyle/>
            <a:p>
              <a:endParaRPr sz="2200"/>
            </a:p>
          </p:txBody>
        </p:sp>
        <p:sp>
          <p:nvSpPr>
            <p:cNvPr id="14" name="object 14"/>
            <p:cNvSpPr/>
            <p:nvPr/>
          </p:nvSpPr>
          <p:spPr>
            <a:xfrm>
              <a:off x="5553850" y="4126925"/>
              <a:ext cx="948055" cy="569595"/>
            </a:xfrm>
            <a:custGeom>
              <a:avLst/>
              <a:gdLst/>
              <a:ahLst/>
              <a:cxnLst/>
              <a:rect l="l" t="t" r="r" b="b"/>
              <a:pathLst>
                <a:path w="948054" h="569595">
                  <a:moveTo>
                    <a:pt x="948013" y="0"/>
                  </a:moveTo>
                  <a:lnTo>
                    <a:pt x="0" y="0"/>
                  </a:lnTo>
                  <a:lnTo>
                    <a:pt x="0" y="569057"/>
                  </a:lnTo>
                  <a:lnTo>
                    <a:pt x="948013" y="569057"/>
                  </a:lnTo>
                  <a:lnTo>
                    <a:pt x="948013" y="0"/>
                  </a:lnTo>
                  <a:close/>
                </a:path>
              </a:pathLst>
            </a:custGeom>
            <a:solidFill>
              <a:srgbClr val="99CC99"/>
            </a:solidFill>
          </p:spPr>
          <p:txBody>
            <a:bodyPr wrap="square" lIns="0" tIns="0" rIns="0" bIns="0" rtlCol="0"/>
            <a:lstStyle/>
            <a:p>
              <a:endParaRPr sz="2200"/>
            </a:p>
          </p:txBody>
        </p:sp>
        <p:sp>
          <p:nvSpPr>
            <p:cNvPr id="15" name="object 15"/>
            <p:cNvSpPr/>
            <p:nvPr/>
          </p:nvSpPr>
          <p:spPr>
            <a:xfrm>
              <a:off x="5553850" y="4126925"/>
              <a:ext cx="948055" cy="569595"/>
            </a:xfrm>
            <a:custGeom>
              <a:avLst/>
              <a:gdLst/>
              <a:ahLst/>
              <a:cxnLst/>
              <a:rect l="l" t="t" r="r" b="b"/>
              <a:pathLst>
                <a:path w="948054" h="569595">
                  <a:moveTo>
                    <a:pt x="0" y="0"/>
                  </a:moveTo>
                  <a:lnTo>
                    <a:pt x="948013" y="0"/>
                  </a:lnTo>
                  <a:lnTo>
                    <a:pt x="948013" y="569057"/>
                  </a:lnTo>
                  <a:lnTo>
                    <a:pt x="0" y="569057"/>
                  </a:lnTo>
                  <a:lnTo>
                    <a:pt x="0" y="0"/>
                  </a:lnTo>
                  <a:close/>
                </a:path>
              </a:pathLst>
            </a:custGeom>
            <a:ln w="30211">
              <a:solidFill>
                <a:srgbClr val="000000"/>
              </a:solidFill>
            </a:ln>
          </p:spPr>
          <p:txBody>
            <a:bodyPr wrap="square" lIns="0" tIns="0" rIns="0" bIns="0" rtlCol="0"/>
            <a:lstStyle/>
            <a:p>
              <a:endParaRPr sz="2200"/>
            </a:p>
          </p:txBody>
        </p:sp>
        <p:sp>
          <p:nvSpPr>
            <p:cNvPr id="16" name="object 16"/>
            <p:cNvSpPr/>
            <p:nvPr/>
          </p:nvSpPr>
          <p:spPr>
            <a:xfrm>
              <a:off x="6849188" y="4126925"/>
              <a:ext cx="567690" cy="569595"/>
            </a:xfrm>
            <a:custGeom>
              <a:avLst/>
              <a:gdLst/>
              <a:ahLst/>
              <a:cxnLst/>
              <a:rect l="l" t="t" r="r" b="b"/>
              <a:pathLst>
                <a:path w="567690" h="569595">
                  <a:moveTo>
                    <a:pt x="567129" y="0"/>
                  </a:moveTo>
                  <a:lnTo>
                    <a:pt x="0" y="0"/>
                  </a:lnTo>
                  <a:lnTo>
                    <a:pt x="0" y="569057"/>
                  </a:lnTo>
                  <a:lnTo>
                    <a:pt x="567129" y="569057"/>
                  </a:lnTo>
                  <a:lnTo>
                    <a:pt x="567129" y="0"/>
                  </a:lnTo>
                  <a:close/>
                </a:path>
              </a:pathLst>
            </a:custGeom>
            <a:solidFill>
              <a:srgbClr val="99CC99"/>
            </a:solidFill>
          </p:spPr>
          <p:txBody>
            <a:bodyPr wrap="square" lIns="0" tIns="0" rIns="0" bIns="0" rtlCol="0"/>
            <a:lstStyle/>
            <a:p>
              <a:endParaRPr sz="2200"/>
            </a:p>
          </p:txBody>
        </p:sp>
        <p:sp>
          <p:nvSpPr>
            <p:cNvPr id="17" name="object 17"/>
            <p:cNvSpPr/>
            <p:nvPr/>
          </p:nvSpPr>
          <p:spPr>
            <a:xfrm>
              <a:off x="6849188" y="4126925"/>
              <a:ext cx="567690" cy="569595"/>
            </a:xfrm>
            <a:custGeom>
              <a:avLst/>
              <a:gdLst/>
              <a:ahLst/>
              <a:cxnLst/>
              <a:rect l="l" t="t" r="r" b="b"/>
              <a:pathLst>
                <a:path w="567690" h="569595">
                  <a:moveTo>
                    <a:pt x="0" y="0"/>
                  </a:moveTo>
                  <a:lnTo>
                    <a:pt x="567129" y="0"/>
                  </a:lnTo>
                  <a:lnTo>
                    <a:pt x="567129" y="569057"/>
                  </a:lnTo>
                  <a:lnTo>
                    <a:pt x="0" y="569057"/>
                  </a:lnTo>
                  <a:lnTo>
                    <a:pt x="0" y="0"/>
                  </a:lnTo>
                  <a:close/>
                </a:path>
              </a:pathLst>
            </a:custGeom>
            <a:ln w="30208">
              <a:solidFill>
                <a:srgbClr val="000000"/>
              </a:solidFill>
            </a:ln>
          </p:spPr>
          <p:txBody>
            <a:bodyPr wrap="square" lIns="0" tIns="0" rIns="0" bIns="0" rtlCol="0"/>
            <a:lstStyle/>
            <a:p>
              <a:endParaRPr sz="2200"/>
            </a:p>
          </p:txBody>
        </p:sp>
        <p:sp>
          <p:nvSpPr>
            <p:cNvPr id="18" name="object 18"/>
            <p:cNvSpPr/>
            <p:nvPr/>
          </p:nvSpPr>
          <p:spPr>
            <a:xfrm>
              <a:off x="7807269" y="5476547"/>
              <a:ext cx="1342390" cy="833119"/>
            </a:xfrm>
            <a:custGeom>
              <a:avLst/>
              <a:gdLst/>
              <a:ahLst/>
              <a:cxnLst/>
              <a:rect l="l" t="t" r="r" b="b"/>
              <a:pathLst>
                <a:path w="1342390" h="833120">
                  <a:moveTo>
                    <a:pt x="1342320" y="0"/>
                  </a:moveTo>
                  <a:lnTo>
                    <a:pt x="0" y="0"/>
                  </a:lnTo>
                  <a:lnTo>
                    <a:pt x="0" y="832603"/>
                  </a:lnTo>
                  <a:lnTo>
                    <a:pt x="1342320" y="832603"/>
                  </a:lnTo>
                  <a:lnTo>
                    <a:pt x="1342320" y="0"/>
                  </a:lnTo>
                  <a:close/>
                </a:path>
              </a:pathLst>
            </a:custGeom>
            <a:solidFill>
              <a:srgbClr val="969696"/>
            </a:solidFill>
          </p:spPr>
          <p:txBody>
            <a:bodyPr wrap="square" lIns="0" tIns="0" rIns="0" bIns="0" rtlCol="0"/>
            <a:lstStyle/>
            <a:p>
              <a:endParaRPr sz="2200"/>
            </a:p>
          </p:txBody>
        </p:sp>
        <p:sp>
          <p:nvSpPr>
            <p:cNvPr id="19" name="object 19"/>
            <p:cNvSpPr/>
            <p:nvPr/>
          </p:nvSpPr>
          <p:spPr>
            <a:xfrm>
              <a:off x="7807269" y="5194537"/>
              <a:ext cx="1342390" cy="534035"/>
            </a:xfrm>
            <a:custGeom>
              <a:avLst/>
              <a:gdLst/>
              <a:ahLst/>
              <a:cxnLst/>
              <a:rect l="l" t="t" r="r" b="b"/>
              <a:pathLst>
                <a:path w="1342390" h="534035">
                  <a:moveTo>
                    <a:pt x="671159" y="0"/>
                  </a:moveTo>
                  <a:lnTo>
                    <a:pt x="606522" y="1221"/>
                  </a:lnTo>
                  <a:lnTo>
                    <a:pt x="543623" y="4812"/>
                  </a:lnTo>
                  <a:lnTo>
                    <a:pt x="482744" y="10660"/>
                  </a:lnTo>
                  <a:lnTo>
                    <a:pt x="424166" y="18653"/>
                  </a:lnTo>
                  <a:lnTo>
                    <a:pt x="368169" y="28680"/>
                  </a:lnTo>
                  <a:lnTo>
                    <a:pt x="315037" y="40629"/>
                  </a:lnTo>
                  <a:lnTo>
                    <a:pt x="265048" y="54387"/>
                  </a:lnTo>
                  <a:lnTo>
                    <a:pt x="218486" y="69843"/>
                  </a:lnTo>
                  <a:lnTo>
                    <a:pt x="175631" y="86885"/>
                  </a:lnTo>
                  <a:lnTo>
                    <a:pt x="136764" y="105402"/>
                  </a:lnTo>
                  <a:lnTo>
                    <a:pt x="102167" y="125281"/>
                  </a:lnTo>
                  <a:lnTo>
                    <a:pt x="46907" y="168679"/>
                  </a:lnTo>
                  <a:lnTo>
                    <a:pt x="12102" y="216184"/>
                  </a:lnTo>
                  <a:lnTo>
                    <a:pt x="0" y="266901"/>
                  </a:lnTo>
                  <a:lnTo>
                    <a:pt x="3072" y="292606"/>
                  </a:lnTo>
                  <a:lnTo>
                    <a:pt x="26807" y="341829"/>
                  </a:lnTo>
                  <a:lnTo>
                    <a:pt x="72121" y="387393"/>
                  </a:lnTo>
                  <a:lnTo>
                    <a:pt x="136764" y="428401"/>
                  </a:lnTo>
                  <a:lnTo>
                    <a:pt x="175631" y="446918"/>
                  </a:lnTo>
                  <a:lnTo>
                    <a:pt x="218486" y="463960"/>
                  </a:lnTo>
                  <a:lnTo>
                    <a:pt x="265048" y="479417"/>
                  </a:lnTo>
                  <a:lnTo>
                    <a:pt x="315037" y="493175"/>
                  </a:lnTo>
                  <a:lnTo>
                    <a:pt x="368169" y="505124"/>
                  </a:lnTo>
                  <a:lnTo>
                    <a:pt x="424166" y="515150"/>
                  </a:lnTo>
                  <a:lnTo>
                    <a:pt x="482744" y="523144"/>
                  </a:lnTo>
                  <a:lnTo>
                    <a:pt x="543623" y="528992"/>
                  </a:lnTo>
                  <a:lnTo>
                    <a:pt x="606522" y="532583"/>
                  </a:lnTo>
                  <a:lnTo>
                    <a:pt x="671159" y="533805"/>
                  </a:lnTo>
                  <a:lnTo>
                    <a:pt x="735796" y="532583"/>
                  </a:lnTo>
                  <a:lnTo>
                    <a:pt x="798695" y="528992"/>
                  </a:lnTo>
                  <a:lnTo>
                    <a:pt x="859575" y="523144"/>
                  </a:lnTo>
                  <a:lnTo>
                    <a:pt x="918153" y="515150"/>
                  </a:lnTo>
                  <a:lnTo>
                    <a:pt x="974149" y="505124"/>
                  </a:lnTo>
                  <a:lnTo>
                    <a:pt x="1027282" y="493175"/>
                  </a:lnTo>
                  <a:lnTo>
                    <a:pt x="1077271" y="479417"/>
                  </a:lnTo>
                  <a:lnTo>
                    <a:pt x="1123833" y="463960"/>
                  </a:lnTo>
                  <a:lnTo>
                    <a:pt x="1166688" y="446918"/>
                  </a:lnTo>
                  <a:lnTo>
                    <a:pt x="1205555" y="428401"/>
                  </a:lnTo>
                  <a:lnTo>
                    <a:pt x="1240152" y="408522"/>
                  </a:lnTo>
                  <a:lnTo>
                    <a:pt x="1295412" y="365124"/>
                  </a:lnTo>
                  <a:lnTo>
                    <a:pt x="1330218" y="317619"/>
                  </a:lnTo>
                  <a:lnTo>
                    <a:pt x="1342320" y="266901"/>
                  </a:lnTo>
                  <a:lnTo>
                    <a:pt x="1339247" y="241197"/>
                  </a:lnTo>
                  <a:lnTo>
                    <a:pt x="1315512" y="191974"/>
                  </a:lnTo>
                  <a:lnTo>
                    <a:pt x="1270198" y="146410"/>
                  </a:lnTo>
                  <a:lnTo>
                    <a:pt x="1205555" y="105402"/>
                  </a:lnTo>
                  <a:lnTo>
                    <a:pt x="1166688" y="86885"/>
                  </a:lnTo>
                  <a:lnTo>
                    <a:pt x="1123833" y="69843"/>
                  </a:lnTo>
                  <a:lnTo>
                    <a:pt x="1077271" y="54387"/>
                  </a:lnTo>
                  <a:lnTo>
                    <a:pt x="1027282" y="40629"/>
                  </a:lnTo>
                  <a:lnTo>
                    <a:pt x="974149" y="28680"/>
                  </a:lnTo>
                  <a:lnTo>
                    <a:pt x="918153" y="18653"/>
                  </a:lnTo>
                  <a:lnTo>
                    <a:pt x="859575" y="10660"/>
                  </a:lnTo>
                  <a:lnTo>
                    <a:pt x="798695" y="4812"/>
                  </a:lnTo>
                  <a:lnTo>
                    <a:pt x="735796" y="1221"/>
                  </a:lnTo>
                  <a:lnTo>
                    <a:pt x="671159" y="0"/>
                  </a:lnTo>
                  <a:close/>
                </a:path>
              </a:pathLst>
            </a:custGeom>
            <a:solidFill>
              <a:srgbClr val="5B9BD5"/>
            </a:solidFill>
          </p:spPr>
          <p:txBody>
            <a:bodyPr wrap="square" lIns="0" tIns="0" rIns="0" bIns="0" rtlCol="0"/>
            <a:lstStyle/>
            <a:p>
              <a:endParaRPr sz="2200"/>
            </a:p>
          </p:txBody>
        </p:sp>
        <p:sp>
          <p:nvSpPr>
            <p:cNvPr id="20" name="object 20"/>
            <p:cNvSpPr/>
            <p:nvPr/>
          </p:nvSpPr>
          <p:spPr>
            <a:xfrm>
              <a:off x="7807269" y="6048961"/>
              <a:ext cx="1342390" cy="534035"/>
            </a:xfrm>
            <a:custGeom>
              <a:avLst/>
              <a:gdLst/>
              <a:ahLst/>
              <a:cxnLst/>
              <a:rect l="l" t="t" r="r" b="b"/>
              <a:pathLst>
                <a:path w="1342390" h="534034">
                  <a:moveTo>
                    <a:pt x="671159" y="0"/>
                  </a:moveTo>
                  <a:lnTo>
                    <a:pt x="606522" y="1221"/>
                  </a:lnTo>
                  <a:lnTo>
                    <a:pt x="543623" y="4812"/>
                  </a:lnTo>
                  <a:lnTo>
                    <a:pt x="482744" y="10660"/>
                  </a:lnTo>
                  <a:lnTo>
                    <a:pt x="424166" y="18653"/>
                  </a:lnTo>
                  <a:lnTo>
                    <a:pt x="368169" y="28680"/>
                  </a:lnTo>
                  <a:lnTo>
                    <a:pt x="315037" y="40629"/>
                  </a:lnTo>
                  <a:lnTo>
                    <a:pt x="265048" y="54387"/>
                  </a:lnTo>
                  <a:lnTo>
                    <a:pt x="218486" y="69843"/>
                  </a:lnTo>
                  <a:lnTo>
                    <a:pt x="175631" y="86886"/>
                  </a:lnTo>
                  <a:lnTo>
                    <a:pt x="136764" y="105402"/>
                  </a:lnTo>
                  <a:lnTo>
                    <a:pt x="102167" y="125281"/>
                  </a:lnTo>
                  <a:lnTo>
                    <a:pt x="46907" y="168679"/>
                  </a:lnTo>
                  <a:lnTo>
                    <a:pt x="12102" y="216184"/>
                  </a:lnTo>
                  <a:lnTo>
                    <a:pt x="0" y="266902"/>
                  </a:lnTo>
                  <a:lnTo>
                    <a:pt x="3072" y="292606"/>
                  </a:lnTo>
                  <a:lnTo>
                    <a:pt x="26807" y="341830"/>
                  </a:lnTo>
                  <a:lnTo>
                    <a:pt x="72121" y="387393"/>
                  </a:lnTo>
                  <a:lnTo>
                    <a:pt x="136764" y="428402"/>
                  </a:lnTo>
                  <a:lnTo>
                    <a:pt x="175631" y="446918"/>
                  </a:lnTo>
                  <a:lnTo>
                    <a:pt x="218486" y="463961"/>
                  </a:lnTo>
                  <a:lnTo>
                    <a:pt x="265048" y="479417"/>
                  </a:lnTo>
                  <a:lnTo>
                    <a:pt x="315037" y="493175"/>
                  </a:lnTo>
                  <a:lnTo>
                    <a:pt x="368169" y="505124"/>
                  </a:lnTo>
                  <a:lnTo>
                    <a:pt x="424166" y="515151"/>
                  </a:lnTo>
                  <a:lnTo>
                    <a:pt x="482744" y="523144"/>
                  </a:lnTo>
                  <a:lnTo>
                    <a:pt x="543623" y="528992"/>
                  </a:lnTo>
                  <a:lnTo>
                    <a:pt x="606522" y="532583"/>
                  </a:lnTo>
                  <a:lnTo>
                    <a:pt x="671159" y="533805"/>
                  </a:lnTo>
                  <a:lnTo>
                    <a:pt x="735796" y="532583"/>
                  </a:lnTo>
                  <a:lnTo>
                    <a:pt x="798695" y="528992"/>
                  </a:lnTo>
                  <a:lnTo>
                    <a:pt x="859575" y="523144"/>
                  </a:lnTo>
                  <a:lnTo>
                    <a:pt x="918153" y="515151"/>
                  </a:lnTo>
                  <a:lnTo>
                    <a:pt x="974149" y="505124"/>
                  </a:lnTo>
                  <a:lnTo>
                    <a:pt x="1027282" y="493175"/>
                  </a:lnTo>
                  <a:lnTo>
                    <a:pt x="1077271" y="479417"/>
                  </a:lnTo>
                  <a:lnTo>
                    <a:pt x="1123833" y="463961"/>
                  </a:lnTo>
                  <a:lnTo>
                    <a:pt x="1166688" y="446918"/>
                  </a:lnTo>
                  <a:lnTo>
                    <a:pt x="1205555" y="428402"/>
                  </a:lnTo>
                  <a:lnTo>
                    <a:pt x="1240152" y="408523"/>
                  </a:lnTo>
                  <a:lnTo>
                    <a:pt x="1295412" y="365125"/>
                  </a:lnTo>
                  <a:lnTo>
                    <a:pt x="1330218" y="317620"/>
                  </a:lnTo>
                  <a:lnTo>
                    <a:pt x="1342320" y="266902"/>
                  </a:lnTo>
                  <a:lnTo>
                    <a:pt x="1339247" y="241197"/>
                  </a:lnTo>
                  <a:lnTo>
                    <a:pt x="1315512" y="191974"/>
                  </a:lnTo>
                  <a:lnTo>
                    <a:pt x="1270198" y="146411"/>
                  </a:lnTo>
                  <a:lnTo>
                    <a:pt x="1205555" y="105402"/>
                  </a:lnTo>
                  <a:lnTo>
                    <a:pt x="1166688" y="86886"/>
                  </a:lnTo>
                  <a:lnTo>
                    <a:pt x="1123833" y="69843"/>
                  </a:lnTo>
                  <a:lnTo>
                    <a:pt x="1077271" y="54387"/>
                  </a:lnTo>
                  <a:lnTo>
                    <a:pt x="1027282" y="40629"/>
                  </a:lnTo>
                  <a:lnTo>
                    <a:pt x="974149" y="28680"/>
                  </a:lnTo>
                  <a:lnTo>
                    <a:pt x="918153" y="18653"/>
                  </a:lnTo>
                  <a:lnTo>
                    <a:pt x="859575" y="10660"/>
                  </a:lnTo>
                  <a:lnTo>
                    <a:pt x="798695" y="4812"/>
                  </a:lnTo>
                  <a:lnTo>
                    <a:pt x="735796" y="1221"/>
                  </a:lnTo>
                  <a:lnTo>
                    <a:pt x="671159" y="0"/>
                  </a:lnTo>
                  <a:close/>
                </a:path>
              </a:pathLst>
            </a:custGeom>
            <a:solidFill>
              <a:srgbClr val="969696"/>
            </a:solidFill>
          </p:spPr>
          <p:txBody>
            <a:bodyPr wrap="square" lIns="0" tIns="0" rIns="0" bIns="0" rtlCol="0"/>
            <a:lstStyle/>
            <a:p>
              <a:endParaRPr sz="2200"/>
            </a:p>
          </p:txBody>
        </p:sp>
      </p:grpSp>
      <p:grpSp>
        <p:nvGrpSpPr>
          <p:cNvPr id="25" name="object 25"/>
          <p:cNvGrpSpPr/>
          <p:nvPr/>
        </p:nvGrpSpPr>
        <p:grpSpPr>
          <a:xfrm>
            <a:off x="5217094" y="4090762"/>
            <a:ext cx="3205249" cy="2194671"/>
            <a:chOff x="5536843" y="4109915"/>
            <a:chExt cx="3401695" cy="2329180"/>
          </a:xfrm>
        </p:grpSpPr>
        <p:sp>
          <p:nvSpPr>
            <p:cNvPr id="26" name="object 26"/>
            <p:cNvSpPr/>
            <p:nvPr/>
          </p:nvSpPr>
          <p:spPr>
            <a:xfrm>
              <a:off x="5550495" y="4271287"/>
              <a:ext cx="956944" cy="0"/>
            </a:xfrm>
            <a:custGeom>
              <a:avLst/>
              <a:gdLst/>
              <a:ahLst/>
              <a:cxnLst/>
              <a:rect l="l" t="t" r="r" b="b"/>
              <a:pathLst>
                <a:path w="956945">
                  <a:moveTo>
                    <a:pt x="0" y="0"/>
                  </a:moveTo>
                  <a:lnTo>
                    <a:pt x="956402" y="1"/>
                  </a:lnTo>
                </a:path>
              </a:pathLst>
            </a:custGeom>
            <a:ln w="26858">
              <a:solidFill>
                <a:srgbClr val="000000"/>
              </a:solidFill>
            </a:ln>
          </p:spPr>
          <p:txBody>
            <a:bodyPr wrap="square" lIns="0" tIns="0" rIns="0" bIns="0" rtlCol="0"/>
            <a:lstStyle/>
            <a:p>
              <a:endParaRPr sz="2200"/>
            </a:p>
          </p:txBody>
        </p:sp>
        <p:sp>
          <p:nvSpPr>
            <p:cNvPr id="27" name="object 27"/>
            <p:cNvSpPr/>
            <p:nvPr/>
          </p:nvSpPr>
          <p:spPr>
            <a:xfrm>
              <a:off x="5550495" y="4422365"/>
              <a:ext cx="956944" cy="0"/>
            </a:xfrm>
            <a:custGeom>
              <a:avLst/>
              <a:gdLst/>
              <a:ahLst/>
              <a:cxnLst/>
              <a:rect l="l" t="t" r="r" b="b"/>
              <a:pathLst>
                <a:path w="956945">
                  <a:moveTo>
                    <a:pt x="0" y="0"/>
                  </a:moveTo>
                  <a:lnTo>
                    <a:pt x="956402" y="1"/>
                  </a:lnTo>
                </a:path>
              </a:pathLst>
            </a:custGeom>
            <a:ln w="26858">
              <a:solidFill>
                <a:srgbClr val="000000"/>
              </a:solidFill>
            </a:ln>
          </p:spPr>
          <p:txBody>
            <a:bodyPr wrap="square" lIns="0" tIns="0" rIns="0" bIns="0" rtlCol="0"/>
            <a:lstStyle/>
            <a:p>
              <a:endParaRPr sz="2200"/>
            </a:p>
          </p:txBody>
        </p:sp>
        <p:sp>
          <p:nvSpPr>
            <p:cNvPr id="28" name="object 28"/>
            <p:cNvSpPr/>
            <p:nvPr/>
          </p:nvSpPr>
          <p:spPr>
            <a:xfrm>
              <a:off x="5550495" y="4558334"/>
              <a:ext cx="956944" cy="0"/>
            </a:xfrm>
            <a:custGeom>
              <a:avLst/>
              <a:gdLst/>
              <a:ahLst/>
              <a:cxnLst/>
              <a:rect l="l" t="t" r="r" b="b"/>
              <a:pathLst>
                <a:path w="956945">
                  <a:moveTo>
                    <a:pt x="0" y="0"/>
                  </a:moveTo>
                  <a:lnTo>
                    <a:pt x="956402" y="1"/>
                  </a:lnTo>
                </a:path>
              </a:pathLst>
            </a:custGeom>
            <a:ln w="26858">
              <a:solidFill>
                <a:srgbClr val="000000"/>
              </a:solidFill>
            </a:ln>
          </p:spPr>
          <p:txBody>
            <a:bodyPr wrap="square" lIns="0" tIns="0" rIns="0" bIns="0" rtlCol="0"/>
            <a:lstStyle/>
            <a:p>
              <a:endParaRPr sz="2200"/>
            </a:p>
          </p:txBody>
        </p:sp>
        <p:sp>
          <p:nvSpPr>
            <p:cNvPr id="29" name="object 29"/>
            <p:cNvSpPr/>
            <p:nvPr/>
          </p:nvSpPr>
          <p:spPr>
            <a:xfrm>
              <a:off x="6859255" y="4271287"/>
              <a:ext cx="563880" cy="0"/>
            </a:xfrm>
            <a:custGeom>
              <a:avLst/>
              <a:gdLst/>
              <a:ahLst/>
              <a:cxnLst/>
              <a:rect l="l" t="t" r="r" b="b"/>
              <a:pathLst>
                <a:path w="563879">
                  <a:moveTo>
                    <a:pt x="0" y="0"/>
                  </a:moveTo>
                  <a:lnTo>
                    <a:pt x="563774" y="1"/>
                  </a:lnTo>
                </a:path>
              </a:pathLst>
            </a:custGeom>
            <a:ln w="26858">
              <a:solidFill>
                <a:srgbClr val="000000"/>
              </a:solidFill>
            </a:ln>
          </p:spPr>
          <p:txBody>
            <a:bodyPr wrap="square" lIns="0" tIns="0" rIns="0" bIns="0" rtlCol="0"/>
            <a:lstStyle/>
            <a:p>
              <a:endParaRPr sz="2200"/>
            </a:p>
          </p:txBody>
        </p:sp>
        <p:sp>
          <p:nvSpPr>
            <p:cNvPr id="30" name="object 30"/>
            <p:cNvSpPr/>
            <p:nvPr/>
          </p:nvSpPr>
          <p:spPr>
            <a:xfrm>
              <a:off x="6859255" y="4422365"/>
              <a:ext cx="563880" cy="0"/>
            </a:xfrm>
            <a:custGeom>
              <a:avLst/>
              <a:gdLst/>
              <a:ahLst/>
              <a:cxnLst/>
              <a:rect l="l" t="t" r="r" b="b"/>
              <a:pathLst>
                <a:path w="563879">
                  <a:moveTo>
                    <a:pt x="0" y="0"/>
                  </a:moveTo>
                  <a:lnTo>
                    <a:pt x="563774" y="1"/>
                  </a:lnTo>
                </a:path>
              </a:pathLst>
            </a:custGeom>
            <a:ln w="26858">
              <a:solidFill>
                <a:srgbClr val="000000"/>
              </a:solidFill>
            </a:ln>
          </p:spPr>
          <p:txBody>
            <a:bodyPr wrap="square" lIns="0" tIns="0" rIns="0" bIns="0" rtlCol="0"/>
            <a:lstStyle/>
            <a:p>
              <a:endParaRPr sz="2200"/>
            </a:p>
          </p:txBody>
        </p:sp>
        <p:sp>
          <p:nvSpPr>
            <p:cNvPr id="31" name="object 31"/>
            <p:cNvSpPr/>
            <p:nvPr/>
          </p:nvSpPr>
          <p:spPr>
            <a:xfrm>
              <a:off x="6859255" y="4558334"/>
              <a:ext cx="563880" cy="0"/>
            </a:xfrm>
            <a:custGeom>
              <a:avLst/>
              <a:gdLst/>
              <a:ahLst/>
              <a:cxnLst/>
              <a:rect l="l" t="t" r="r" b="b"/>
              <a:pathLst>
                <a:path w="563879">
                  <a:moveTo>
                    <a:pt x="0" y="0"/>
                  </a:moveTo>
                  <a:lnTo>
                    <a:pt x="563774" y="1"/>
                  </a:lnTo>
                </a:path>
              </a:pathLst>
            </a:custGeom>
            <a:ln w="26858">
              <a:solidFill>
                <a:srgbClr val="000000"/>
              </a:solidFill>
            </a:ln>
          </p:spPr>
          <p:txBody>
            <a:bodyPr wrap="square" lIns="0" tIns="0" rIns="0" bIns="0" rtlCol="0"/>
            <a:lstStyle/>
            <a:p>
              <a:endParaRPr sz="2200"/>
            </a:p>
          </p:txBody>
        </p:sp>
        <p:sp>
          <p:nvSpPr>
            <p:cNvPr id="32" name="object 32"/>
            <p:cNvSpPr/>
            <p:nvPr/>
          </p:nvSpPr>
          <p:spPr>
            <a:xfrm>
              <a:off x="7283766"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3" name="object 33"/>
            <p:cNvSpPr/>
            <p:nvPr/>
          </p:nvSpPr>
          <p:spPr>
            <a:xfrm>
              <a:off x="7132754"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4" name="object 34"/>
            <p:cNvSpPr/>
            <p:nvPr/>
          </p:nvSpPr>
          <p:spPr>
            <a:xfrm>
              <a:off x="6996843"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5" name="object 35"/>
            <p:cNvSpPr/>
            <p:nvPr/>
          </p:nvSpPr>
          <p:spPr>
            <a:xfrm>
              <a:off x="5975004"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6" name="object 36"/>
            <p:cNvSpPr/>
            <p:nvPr/>
          </p:nvSpPr>
          <p:spPr>
            <a:xfrm>
              <a:off x="5823993"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7" name="object 37"/>
            <p:cNvSpPr/>
            <p:nvPr/>
          </p:nvSpPr>
          <p:spPr>
            <a:xfrm>
              <a:off x="5688082"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8" name="object 38"/>
            <p:cNvSpPr/>
            <p:nvPr/>
          </p:nvSpPr>
          <p:spPr>
            <a:xfrm>
              <a:off x="6387767"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39" name="object 39"/>
            <p:cNvSpPr/>
            <p:nvPr/>
          </p:nvSpPr>
          <p:spPr>
            <a:xfrm>
              <a:off x="6236756"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40" name="object 40"/>
            <p:cNvSpPr/>
            <p:nvPr/>
          </p:nvSpPr>
          <p:spPr>
            <a:xfrm>
              <a:off x="6100846" y="4123567"/>
              <a:ext cx="0" cy="564515"/>
            </a:xfrm>
            <a:custGeom>
              <a:avLst/>
              <a:gdLst/>
              <a:ahLst/>
              <a:cxnLst/>
              <a:rect l="l" t="t" r="r" b="b"/>
              <a:pathLst>
                <a:path h="564514">
                  <a:moveTo>
                    <a:pt x="0" y="0"/>
                  </a:moveTo>
                  <a:lnTo>
                    <a:pt x="1" y="564021"/>
                  </a:lnTo>
                </a:path>
              </a:pathLst>
            </a:custGeom>
            <a:ln w="26846">
              <a:solidFill>
                <a:srgbClr val="000000"/>
              </a:solidFill>
            </a:ln>
          </p:spPr>
          <p:txBody>
            <a:bodyPr wrap="square" lIns="0" tIns="0" rIns="0" bIns="0" rtlCol="0"/>
            <a:lstStyle/>
            <a:p>
              <a:endParaRPr sz="2200"/>
            </a:p>
          </p:txBody>
        </p:sp>
        <p:sp>
          <p:nvSpPr>
            <p:cNvPr id="41" name="object 41"/>
            <p:cNvSpPr/>
            <p:nvPr/>
          </p:nvSpPr>
          <p:spPr>
            <a:xfrm>
              <a:off x="7958279" y="5840809"/>
              <a:ext cx="272415" cy="147955"/>
            </a:xfrm>
            <a:custGeom>
              <a:avLst/>
              <a:gdLst/>
              <a:ahLst/>
              <a:cxnLst/>
              <a:rect l="l" t="t" r="r" b="b"/>
              <a:pathLst>
                <a:path w="272415" h="147954">
                  <a:moveTo>
                    <a:pt x="271820" y="0"/>
                  </a:moveTo>
                  <a:lnTo>
                    <a:pt x="0" y="0"/>
                  </a:lnTo>
                  <a:lnTo>
                    <a:pt x="0" y="147720"/>
                  </a:lnTo>
                  <a:lnTo>
                    <a:pt x="271820" y="147720"/>
                  </a:lnTo>
                  <a:lnTo>
                    <a:pt x="271820" y="0"/>
                  </a:lnTo>
                  <a:close/>
                </a:path>
              </a:pathLst>
            </a:custGeom>
            <a:solidFill>
              <a:srgbClr val="FFCC99"/>
            </a:solidFill>
          </p:spPr>
          <p:txBody>
            <a:bodyPr wrap="square" lIns="0" tIns="0" rIns="0" bIns="0" rtlCol="0"/>
            <a:lstStyle/>
            <a:p>
              <a:endParaRPr sz="2200"/>
            </a:p>
          </p:txBody>
        </p:sp>
        <p:sp>
          <p:nvSpPr>
            <p:cNvPr id="42" name="object 42"/>
            <p:cNvSpPr/>
            <p:nvPr/>
          </p:nvSpPr>
          <p:spPr>
            <a:xfrm>
              <a:off x="7958279" y="5840809"/>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43" name="object 43"/>
            <p:cNvSpPr/>
            <p:nvPr/>
          </p:nvSpPr>
          <p:spPr>
            <a:xfrm>
              <a:off x="8305605" y="5840809"/>
              <a:ext cx="272415" cy="147955"/>
            </a:xfrm>
            <a:custGeom>
              <a:avLst/>
              <a:gdLst/>
              <a:ahLst/>
              <a:cxnLst/>
              <a:rect l="l" t="t" r="r" b="b"/>
              <a:pathLst>
                <a:path w="272415" h="147954">
                  <a:moveTo>
                    <a:pt x="271819" y="0"/>
                  </a:moveTo>
                  <a:lnTo>
                    <a:pt x="0" y="0"/>
                  </a:lnTo>
                  <a:lnTo>
                    <a:pt x="0" y="147720"/>
                  </a:lnTo>
                  <a:lnTo>
                    <a:pt x="271819" y="147720"/>
                  </a:lnTo>
                  <a:lnTo>
                    <a:pt x="271819" y="0"/>
                  </a:lnTo>
                  <a:close/>
                </a:path>
              </a:pathLst>
            </a:custGeom>
            <a:solidFill>
              <a:srgbClr val="FFCC99"/>
            </a:solidFill>
          </p:spPr>
          <p:txBody>
            <a:bodyPr wrap="square" lIns="0" tIns="0" rIns="0" bIns="0" rtlCol="0"/>
            <a:lstStyle/>
            <a:p>
              <a:endParaRPr sz="2200"/>
            </a:p>
          </p:txBody>
        </p:sp>
        <p:sp>
          <p:nvSpPr>
            <p:cNvPr id="44" name="object 44"/>
            <p:cNvSpPr/>
            <p:nvPr/>
          </p:nvSpPr>
          <p:spPr>
            <a:xfrm>
              <a:off x="8305605" y="5840809"/>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45" name="object 45"/>
            <p:cNvSpPr/>
            <p:nvPr/>
          </p:nvSpPr>
          <p:spPr>
            <a:xfrm>
              <a:off x="8651252" y="5840809"/>
              <a:ext cx="272415" cy="147955"/>
            </a:xfrm>
            <a:custGeom>
              <a:avLst/>
              <a:gdLst/>
              <a:ahLst/>
              <a:cxnLst/>
              <a:rect l="l" t="t" r="r" b="b"/>
              <a:pathLst>
                <a:path w="272415" h="147954">
                  <a:moveTo>
                    <a:pt x="271819" y="0"/>
                  </a:moveTo>
                  <a:lnTo>
                    <a:pt x="0" y="0"/>
                  </a:lnTo>
                  <a:lnTo>
                    <a:pt x="0" y="147720"/>
                  </a:lnTo>
                  <a:lnTo>
                    <a:pt x="271819" y="147720"/>
                  </a:lnTo>
                  <a:lnTo>
                    <a:pt x="271819" y="0"/>
                  </a:lnTo>
                  <a:close/>
                </a:path>
              </a:pathLst>
            </a:custGeom>
            <a:solidFill>
              <a:srgbClr val="FFCC99"/>
            </a:solidFill>
          </p:spPr>
          <p:txBody>
            <a:bodyPr wrap="square" lIns="0" tIns="0" rIns="0" bIns="0" rtlCol="0"/>
            <a:lstStyle/>
            <a:p>
              <a:endParaRPr sz="2200"/>
            </a:p>
          </p:txBody>
        </p:sp>
        <p:sp>
          <p:nvSpPr>
            <p:cNvPr id="46" name="object 46"/>
            <p:cNvSpPr/>
            <p:nvPr/>
          </p:nvSpPr>
          <p:spPr>
            <a:xfrm>
              <a:off x="8651252" y="5840809"/>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47" name="object 47"/>
            <p:cNvSpPr/>
            <p:nvPr/>
          </p:nvSpPr>
          <p:spPr>
            <a:xfrm>
              <a:off x="7959958" y="6060711"/>
              <a:ext cx="272415" cy="147955"/>
            </a:xfrm>
            <a:custGeom>
              <a:avLst/>
              <a:gdLst/>
              <a:ahLst/>
              <a:cxnLst/>
              <a:rect l="l" t="t" r="r" b="b"/>
              <a:pathLst>
                <a:path w="272415" h="147954">
                  <a:moveTo>
                    <a:pt x="271819" y="0"/>
                  </a:moveTo>
                  <a:lnTo>
                    <a:pt x="0" y="0"/>
                  </a:lnTo>
                  <a:lnTo>
                    <a:pt x="0" y="147720"/>
                  </a:lnTo>
                  <a:lnTo>
                    <a:pt x="271819" y="147720"/>
                  </a:lnTo>
                  <a:lnTo>
                    <a:pt x="271819" y="0"/>
                  </a:lnTo>
                  <a:close/>
                </a:path>
              </a:pathLst>
            </a:custGeom>
            <a:solidFill>
              <a:srgbClr val="FFCC99"/>
            </a:solidFill>
          </p:spPr>
          <p:txBody>
            <a:bodyPr wrap="square" lIns="0" tIns="0" rIns="0" bIns="0" rtlCol="0"/>
            <a:lstStyle/>
            <a:p>
              <a:endParaRPr sz="2200"/>
            </a:p>
          </p:txBody>
        </p:sp>
        <p:sp>
          <p:nvSpPr>
            <p:cNvPr id="48" name="object 48"/>
            <p:cNvSpPr/>
            <p:nvPr/>
          </p:nvSpPr>
          <p:spPr>
            <a:xfrm>
              <a:off x="7959958" y="6060711"/>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49" name="object 49"/>
            <p:cNvSpPr/>
            <p:nvPr/>
          </p:nvSpPr>
          <p:spPr>
            <a:xfrm>
              <a:off x="8307283" y="6060711"/>
              <a:ext cx="272415" cy="147955"/>
            </a:xfrm>
            <a:custGeom>
              <a:avLst/>
              <a:gdLst/>
              <a:ahLst/>
              <a:cxnLst/>
              <a:rect l="l" t="t" r="r" b="b"/>
              <a:pathLst>
                <a:path w="272415" h="147954">
                  <a:moveTo>
                    <a:pt x="271819" y="0"/>
                  </a:moveTo>
                  <a:lnTo>
                    <a:pt x="0" y="0"/>
                  </a:lnTo>
                  <a:lnTo>
                    <a:pt x="0" y="147720"/>
                  </a:lnTo>
                  <a:lnTo>
                    <a:pt x="271819" y="147720"/>
                  </a:lnTo>
                  <a:lnTo>
                    <a:pt x="271819" y="0"/>
                  </a:lnTo>
                  <a:close/>
                </a:path>
              </a:pathLst>
            </a:custGeom>
            <a:solidFill>
              <a:srgbClr val="FFCC99"/>
            </a:solidFill>
          </p:spPr>
          <p:txBody>
            <a:bodyPr wrap="square" lIns="0" tIns="0" rIns="0" bIns="0" rtlCol="0"/>
            <a:lstStyle/>
            <a:p>
              <a:endParaRPr sz="2200"/>
            </a:p>
          </p:txBody>
        </p:sp>
        <p:sp>
          <p:nvSpPr>
            <p:cNvPr id="50" name="object 50"/>
            <p:cNvSpPr/>
            <p:nvPr/>
          </p:nvSpPr>
          <p:spPr>
            <a:xfrm>
              <a:off x="8307283" y="6060711"/>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51" name="object 51"/>
            <p:cNvSpPr/>
            <p:nvPr/>
          </p:nvSpPr>
          <p:spPr>
            <a:xfrm>
              <a:off x="8652930" y="6060711"/>
              <a:ext cx="270510" cy="147955"/>
            </a:xfrm>
            <a:custGeom>
              <a:avLst/>
              <a:gdLst/>
              <a:ahLst/>
              <a:cxnLst/>
              <a:rect l="l" t="t" r="r" b="b"/>
              <a:pathLst>
                <a:path w="270509" h="147954">
                  <a:moveTo>
                    <a:pt x="270141" y="0"/>
                  </a:moveTo>
                  <a:lnTo>
                    <a:pt x="0" y="0"/>
                  </a:lnTo>
                  <a:lnTo>
                    <a:pt x="0" y="147720"/>
                  </a:lnTo>
                  <a:lnTo>
                    <a:pt x="270141" y="147720"/>
                  </a:lnTo>
                  <a:lnTo>
                    <a:pt x="270141" y="0"/>
                  </a:lnTo>
                  <a:close/>
                </a:path>
              </a:pathLst>
            </a:custGeom>
            <a:solidFill>
              <a:srgbClr val="FFCC99"/>
            </a:solidFill>
          </p:spPr>
          <p:txBody>
            <a:bodyPr wrap="square" lIns="0" tIns="0" rIns="0" bIns="0" rtlCol="0"/>
            <a:lstStyle/>
            <a:p>
              <a:endParaRPr sz="2200"/>
            </a:p>
          </p:txBody>
        </p:sp>
        <p:sp>
          <p:nvSpPr>
            <p:cNvPr id="52" name="object 52"/>
            <p:cNvSpPr/>
            <p:nvPr/>
          </p:nvSpPr>
          <p:spPr>
            <a:xfrm>
              <a:off x="8652930" y="6060711"/>
              <a:ext cx="270510" cy="147955"/>
            </a:xfrm>
            <a:custGeom>
              <a:avLst/>
              <a:gdLst/>
              <a:ahLst/>
              <a:cxnLst/>
              <a:rect l="l" t="t" r="r" b="b"/>
              <a:pathLst>
                <a:path w="270509" h="147954">
                  <a:moveTo>
                    <a:pt x="0" y="0"/>
                  </a:moveTo>
                  <a:lnTo>
                    <a:pt x="270142" y="0"/>
                  </a:lnTo>
                  <a:lnTo>
                    <a:pt x="270142"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53" name="object 53"/>
            <p:cNvSpPr/>
            <p:nvPr/>
          </p:nvSpPr>
          <p:spPr>
            <a:xfrm>
              <a:off x="7959958" y="6275577"/>
              <a:ext cx="272415" cy="147955"/>
            </a:xfrm>
            <a:custGeom>
              <a:avLst/>
              <a:gdLst/>
              <a:ahLst/>
              <a:cxnLst/>
              <a:rect l="l" t="t" r="r" b="b"/>
              <a:pathLst>
                <a:path w="272415" h="147954">
                  <a:moveTo>
                    <a:pt x="271819" y="0"/>
                  </a:moveTo>
                  <a:lnTo>
                    <a:pt x="0" y="0"/>
                  </a:lnTo>
                  <a:lnTo>
                    <a:pt x="0" y="147719"/>
                  </a:lnTo>
                  <a:lnTo>
                    <a:pt x="271819" y="147719"/>
                  </a:lnTo>
                  <a:lnTo>
                    <a:pt x="271819" y="0"/>
                  </a:lnTo>
                  <a:close/>
                </a:path>
              </a:pathLst>
            </a:custGeom>
            <a:solidFill>
              <a:srgbClr val="FFCC99"/>
            </a:solidFill>
          </p:spPr>
          <p:txBody>
            <a:bodyPr wrap="square" lIns="0" tIns="0" rIns="0" bIns="0" rtlCol="0"/>
            <a:lstStyle/>
            <a:p>
              <a:endParaRPr sz="2200"/>
            </a:p>
          </p:txBody>
        </p:sp>
        <p:sp>
          <p:nvSpPr>
            <p:cNvPr id="54" name="object 54"/>
            <p:cNvSpPr/>
            <p:nvPr/>
          </p:nvSpPr>
          <p:spPr>
            <a:xfrm>
              <a:off x="7959958" y="6275577"/>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55" name="object 55"/>
            <p:cNvSpPr/>
            <p:nvPr/>
          </p:nvSpPr>
          <p:spPr>
            <a:xfrm>
              <a:off x="8307283" y="6275577"/>
              <a:ext cx="272415" cy="147955"/>
            </a:xfrm>
            <a:custGeom>
              <a:avLst/>
              <a:gdLst/>
              <a:ahLst/>
              <a:cxnLst/>
              <a:rect l="l" t="t" r="r" b="b"/>
              <a:pathLst>
                <a:path w="272415" h="147954">
                  <a:moveTo>
                    <a:pt x="271819" y="0"/>
                  </a:moveTo>
                  <a:lnTo>
                    <a:pt x="0" y="0"/>
                  </a:lnTo>
                  <a:lnTo>
                    <a:pt x="0" y="147719"/>
                  </a:lnTo>
                  <a:lnTo>
                    <a:pt x="271819" y="147719"/>
                  </a:lnTo>
                  <a:lnTo>
                    <a:pt x="271819" y="0"/>
                  </a:lnTo>
                  <a:close/>
                </a:path>
              </a:pathLst>
            </a:custGeom>
            <a:solidFill>
              <a:srgbClr val="FFCC99"/>
            </a:solidFill>
          </p:spPr>
          <p:txBody>
            <a:bodyPr wrap="square" lIns="0" tIns="0" rIns="0" bIns="0" rtlCol="0"/>
            <a:lstStyle/>
            <a:p>
              <a:endParaRPr sz="2200"/>
            </a:p>
          </p:txBody>
        </p:sp>
        <p:sp>
          <p:nvSpPr>
            <p:cNvPr id="56" name="object 56"/>
            <p:cNvSpPr/>
            <p:nvPr/>
          </p:nvSpPr>
          <p:spPr>
            <a:xfrm>
              <a:off x="8307283" y="6275577"/>
              <a:ext cx="272415" cy="147955"/>
            </a:xfrm>
            <a:custGeom>
              <a:avLst/>
              <a:gdLst/>
              <a:ahLst/>
              <a:cxnLst/>
              <a:rect l="l" t="t" r="r" b="b"/>
              <a:pathLst>
                <a:path w="272415" h="147954">
                  <a:moveTo>
                    <a:pt x="0" y="0"/>
                  </a:moveTo>
                  <a:lnTo>
                    <a:pt x="271819" y="0"/>
                  </a:lnTo>
                  <a:lnTo>
                    <a:pt x="271819"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57" name="object 57"/>
            <p:cNvSpPr/>
            <p:nvPr/>
          </p:nvSpPr>
          <p:spPr>
            <a:xfrm>
              <a:off x="8652930" y="6275577"/>
              <a:ext cx="270510" cy="147955"/>
            </a:xfrm>
            <a:custGeom>
              <a:avLst/>
              <a:gdLst/>
              <a:ahLst/>
              <a:cxnLst/>
              <a:rect l="l" t="t" r="r" b="b"/>
              <a:pathLst>
                <a:path w="270509" h="147954">
                  <a:moveTo>
                    <a:pt x="270141" y="0"/>
                  </a:moveTo>
                  <a:lnTo>
                    <a:pt x="0" y="0"/>
                  </a:lnTo>
                  <a:lnTo>
                    <a:pt x="0" y="147719"/>
                  </a:lnTo>
                  <a:lnTo>
                    <a:pt x="270141" y="147719"/>
                  </a:lnTo>
                  <a:lnTo>
                    <a:pt x="270141" y="0"/>
                  </a:lnTo>
                  <a:close/>
                </a:path>
              </a:pathLst>
            </a:custGeom>
            <a:solidFill>
              <a:srgbClr val="FFCC99"/>
            </a:solidFill>
          </p:spPr>
          <p:txBody>
            <a:bodyPr wrap="square" lIns="0" tIns="0" rIns="0" bIns="0" rtlCol="0"/>
            <a:lstStyle/>
            <a:p>
              <a:endParaRPr sz="2200"/>
            </a:p>
          </p:txBody>
        </p:sp>
        <p:sp>
          <p:nvSpPr>
            <p:cNvPr id="58" name="object 58"/>
            <p:cNvSpPr/>
            <p:nvPr/>
          </p:nvSpPr>
          <p:spPr>
            <a:xfrm>
              <a:off x="8652930" y="6275577"/>
              <a:ext cx="270510" cy="147955"/>
            </a:xfrm>
            <a:custGeom>
              <a:avLst/>
              <a:gdLst/>
              <a:ahLst/>
              <a:cxnLst/>
              <a:rect l="l" t="t" r="r" b="b"/>
              <a:pathLst>
                <a:path w="270509" h="147954">
                  <a:moveTo>
                    <a:pt x="0" y="0"/>
                  </a:moveTo>
                  <a:lnTo>
                    <a:pt x="270142" y="0"/>
                  </a:lnTo>
                  <a:lnTo>
                    <a:pt x="270142" y="147719"/>
                  </a:lnTo>
                  <a:lnTo>
                    <a:pt x="0" y="147719"/>
                  </a:lnTo>
                  <a:lnTo>
                    <a:pt x="0" y="0"/>
                  </a:lnTo>
                  <a:close/>
                </a:path>
              </a:pathLst>
            </a:custGeom>
            <a:ln w="30212">
              <a:solidFill>
                <a:srgbClr val="000000"/>
              </a:solidFill>
            </a:ln>
          </p:spPr>
          <p:txBody>
            <a:bodyPr wrap="square" lIns="0" tIns="0" rIns="0" bIns="0" rtlCol="0"/>
            <a:lstStyle/>
            <a:p>
              <a:endParaRPr sz="2200"/>
            </a:p>
          </p:txBody>
        </p:sp>
        <p:sp>
          <p:nvSpPr>
            <p:cNvPr id="59" name="object 59"/>
            <p:cNvSpPr/>
            <p:nvPr/>
          </p:nvSpPr>
          <p:spPr>
            <a:xfrm>
              <a:off x="6013594" y="4729554"/>
              <a:ext cx="1787525" cy="997585"/>
            </a:xfrm>
            <a:custGeom>
              <a:avLst/>
              <a:gdLst/>
              <a:ahLst/>
              <a:cxnLst/>
              <a:rect l="l" t="t" r="r" b="b"/>
              <a:pathLst>
                <a:path w="1787525" h="997585">
                  <a:moveTo>
                    <a:pt x="1726558" y="936678"/>
                  </a:moveTo>
                  <a:lnTo>
                    <a:pt x="1726558" y="997108"/>
                  </a:lnTo>
                  <a:lnTo>
                    <a:pt x="1756760" y="982000"/>
                  </a:lnTo>
                  <a:lnTo>
                    <a:pt x="1741660" y="982000"/>
                  </a:lnTo>
                  <a:lnTo>
                    <a:pt x="1741660" y="951784"/>
                  </a:lnTo>
                  <a:lnTo>
                    <a:pt x="1756759" y="951784"/>
                  </a:lnTo>
                  <a:lnTo>
                    <a:pt x="1726558" y="936678"/>
                  </a:lnTo>
                  <a:close/>
                </a:path>
                <a:path w="1787525" h="997585">
                  <a:moveTo>
                    <a:pt x="30201" y="0"/>
                  </a:moveTo>
                  <a:lnTo>
                    <a:pt x="0" y="0"/>
                  </a:lnTo>
                  <a:lnTo>
                    <a:pt x="0" y="975236"/>
                  </a:lnTo>
                  <a:lnTo>
                    <a:pt x="6761" y="982000"/>
                  </a:lnTo>
                  <a:lnTo>
                    <a:pt x="1726558" y="982000"/>
                  </a:lnTo>
                  <a:lnTo>
                    <a:pt x="1726558" y="966892"/>
                  </a:lnTo>
                  <a:lnTo>
                    <a:pt x="30201" y="966892"/>
                  </a:lnTo>
                  <a:lnTo>
                    <a:pt x="15101" y="951784"/>
                  </a:lnTo>
                  <a:lnTo>
                    <a:pt x="30201" y="951784"/>
                  </a:lnTo>
                  <a:lnTo>
                    <a:pt x="30201" y="0"/>
                  </a:lnTo>
                  <a:close/>
                </a:path>
                <a:path w="1787525" h="997585">
                  <a:moveTo>
                    <a:pt x="1756759" y="951784"/>
                  </a:moveTo>
                  <a:lnTo>
                    <a:pt x="1741660" y="951784"/>
                  </a:lnTo>
                  <a:lnTo>
                    <a:pt x="1741660" y="982000"/>
                  </a:lnTo>
                  <a:lnTo>
                    <a:pt x="1756760" y="982000"/>
                  </a:lnTo>
                  <a:lnTo>
                    <a:pt x="1786962" y="966892"/>
                  </a:lnTo>
                  <a:lnTo>
                    <a:pt x="1756759" y="951784"/>
                  </a:lnTo>
                  <a:close/>
                </a:path>
                <a:path w="1787525" h="997585">
                  <a:moveTo>
                    <a:pt x="30201" y="951784"/>
                  </a:moveTo>
                  <a:lnTo>
                    <a:pt x="15101" y="951784"/>
                  </a:lnTo>
                  <a:lnTo>
                    <a:pt x="30201" y="966892"/>
                  </a:lnTo>
                  <a:lnTo>
                    <a:pt x="30201" y="951784"/>
                  </a:lnTo>
                  <a:close/>
                </a:path>
                <a:path w="1787525" h="997585">
                  <a:moveTo>
                    <a:pt x="1726558" y="951784"/>
                  </a:moveTo>
                  <a:lnTo>
                    <a:pt x="30201" y="951784"/>
                  </a:lnTo>
                  <a:lnTo>
                    <a:pt x="30201" y="966892"/>
                  </a:lnTo>
                  <a:lnTo>
                    <a:pt x="1726558" y="966892"/>
                  </a:lnTo>
                  <a:lnTo>
                    <a:pt x="1726558" y="951784"/>
                  </a:lnTo>
                  <a:close/>
                </a:path>
              </a:pathLst>
            </a:custGeom>
            <a:solidFill>
              <a:srgbClr val="000000"/>
            </a:solidFill>
          </p:spPr>
          <p:txBody>
            <a:bodyPr wrap="square" lIns="0" tIns="0" rIns="0" bIns="0" rtlCol="0"/>
            <a:lstStyle/>
            <a:p>
              <a:endParaRPr sz="2200"/>
            </a:p>
          </p:txBody>
        </p:sp>
        <p:sp>
          <p:nvSpPr>
            <p:cNvPr id="60" name="object 60"/>
            <p:cNvSpPr/>
            <p:nvPr/>
          </p:nvSpPr>
          <p:spPr>
            <a:xfrm>
              <a:off x="5948156" y="4964563"/>
              <a:ext cx="161290" cy="564515"/>
            </a:xfrm>
            <a:custGeom>
              <a:avLst/>
              <a:gdLst/>
              <a:ahLst/>
              <a:cxnLst/>
              <a:rect l="l" t="t" r="r" b="b"/>
              <a:pathLst>
                <a:path w="161289" h="564514">
                  <a:moveTo>
                    <a:pt x="161077" y="0"/>
                  </a:moveTo>
                  <a:lnTo>
                    <a:pt x="0" y="0"/>
                  </a:lnTo>
                  <a:lnTo>
                    <a:pt x="0" y="564020"/>
                  </a:lnTo>
                  <a:lnTo>
                    <a:pt x="161077" y="564020"/>
                  </a:lnTo>
                  <a:lnTo>
                    <a:pt x="161077" y="0"/>
                  </a:lnTo>
                  <a:close/>
                </a:path>
              </a:pathLst>
            </a:custGeom>
            <a:solidFill>
              <a:srgbClr val="FFFFFF"/>
            </a:solidFill>
          </p:spPr>
          <p:txBody>
            <a:bodyPr wrap="square" lIns="0" tIns="0" rIns="0" bIns="0" rtlCol="0"/>
            <a:lstStyle/>
            <a:p>
              <a:endParaRPr sz="2200"/>
            </a:p>
          </p:txBody>
        </p:sp>
      </p:grpSp>
      <p:pic>
        <p:nvPicPr>
          <p:cNvPr id="62" name="object 62"/>
          <p:cNvPicPr/>
          <p:nvPr/>
        </p:nvPicPr>
        <p:blipFill>
          <a:blip r:embed="rId2" cstate="print"/>
          <a:stretch>
            <a:fillRect/>
          </a:stretch>
        </p:blipFill>
        <p:spPr>
          <a:xfrm>
            <a:off x="1543061" y="2390652"/>
            <a:ext cx="750976" cy="1320714"/>
          </a:xfrm>
          <a:prstGeom prst="rect">
            <a:avLst/>
          </a:prstGeom>
        </p:spPr>
      </p:pic>
      <p:sp>
        <p:nvSpPr>
          <p:cNvPr id="67" name="TextBox 66">
            <a:extLst>
              <a:ext uri="{FF2B5EF4-FFF2-40B4-BE49-F238E27FC236}">
                <a16:creationId xmlns:a16="http://schemas.microsoft.com/office/drawing/2014/main" id="{EE7AA8EC-9008-D3D9-6B86-52CDF0F1380B}"/>
              </a:ext>
            </a:extLst>
          </p:cNvPr>
          <p:cNvSpPr txBox="1"/>
          <p:nvPr/>
        </p:nvSpPr>
        <p:spPr>
          <a:xfrm>
            <a:off x="488057" y="4109127"/>
            <a:ext cx="2892321" cy="769441"/>
          </a:xfrm>
          <a:prstGeom prst="rect">
            <a:avLst/>
          </a:prstGeom>
          <a:noFill/>
        </p:spPr>
        <p:txBody>
          <a:bodyPr wrap="square">
            <a:spAutoFit/>
          </a:bodyPr>
          <a:lstStyle/>
          <a:p>
            <a:pPr algn="ctr"/>
            <a:r>
              <a:rPr lang="en-IE" sz="2200" dirty="0"/>
              <a:t>Model in client’s mind</a:t>
            </a:r>
          </a:p>
          <a:p>
            <a:pPr algn="ctr"/>
            <a:endParaRPr lang="en-IE" sz="2200" dirty="0"/>
          </a:p>
        </p:txBody>
      </p:sp>
      <p:sp>
        <p:nvSpPr>
          <p:cNvPr id="69" name="TextBox 68">
            <a:extLst>
              <a:ext uri="{FF2B5EF4-FFF2-40B4-BE49-F238E27FC236}">
                <a16:creationId xmlns:a16="http://schemas.microsoft.com/office/drawing/2014/main" id="{06C175AF-0484-2C78-A6D2-A685F425D46C}"/>
              </a:ext>
            </a:extLst>
          </p:cNvPr>
          <p:cNvSpPr txBox="1"/>
          <p:nvPr/>
        </p:nvSpPr>
        <p:spPr>
          <a:xfrm>
            <a:off x="3294084" y="2599805"/>
            <a:ext cx="2025452" cy="769441"/>
          </a:xfrm>
          <a:prstGeom prst="rect">
            <a:avLst/>
          </a:prstGeom>
          <a:noFill/>
        </p:spPr>
        <p:txBody>
          <a:bodyPr wrap="square">
            <a:spAutoFit/>
          </a:bodyPr>
          <a:lstStyle/>
          <a:p>
            <a:r>
              <a:rPr lang="en-IE" sz="2200" dirty="0"/>
              <a:t>Logical model</a:t>
            </a:r>
          </a:p>
          <a:p>
            <a:endParaRPr lang="en-IE" sz="2200" dirty="0"/>
          </a:p>
        </p:txBody>
      </p:sp>
      <p:sp>
        <p:nvSpPr>
          <p:cNvPr id="70" name="TextBox 69">
            <a:extLst>
              <a:ext uri="{FF2B5EF4-FFF2-40B4-BE49-F238E27FC236}">
                <a16:creationId xmlns:a16="http://schemas.microsoft.com/office/drawing/2014/main" id="{3EE2D8BE-BDA6-FD07-4D4F-EF6A41A260DB}"/>
              </a:ext>
            </a:extLst>
          </p:cNvPr>
          <p:cNvSpPr txBox="1"/>
          <p:nvPr/>
        </p:nvSpPr>
        <p:spPr>
          <a:xfrm>
            <a:off x="6907278" y="6507468"/>
            <a:ext cx="2822003" cy="430887"/>
          </a:xfrm>
          <a:prstGeom prst="rect">
            <a:avLst/>
          </a:prstGeom>
          <a:noFill/>
        </p:spPr>
        <p:txBody>
          <a:bodyPr wrap="square">
            <a:spAutoFit/>
          </a:bodyPr>
          <a:lstStyle/>
          <a:p>
            <a:r>
              <a:rPr lang="en-IE" sz="2200" dirty="0"/>
              <a:t>Tables on the disk</a:t>
            </a:r>
          </a:p>
        </p:txBody>
      </p:sp>
      <p:sp>
        <p:nvSpPr>
          <p:cNvPr id="71" name="TextBox 70">
            <a:extLst>
              <a:ext uri="{FF2B5EF4-FFF2-40B4-BE49-F238E27FC236}">
                <a16:creationId xmlns:a16="http://schemas.microsoft.com/office/drawing/2014/main" id="{4691571E-937E-DD73-13BB-F6BAFADA82CD}"/>
              </a:ext>
            </a:extLst>
          </p:cNvPr>
          <p:cNvSpPr txBox="1"/>
          <p:nvPr/>
        </p:nvSpPr>
        <p:spPr>
          <a:xfrm>
            <a:off x="6988558" y="4650893"/>
            <a:ext cx="2669688" cy="430887"/>
          </a:xfrm>
          <a:prstGeom prst="rect">
            <a:avLst/>
          </a:prstGeom>
          <a:noFill/>
        </p:spPr>
        <p:txBody>
          <a:bodyPr wrap="square">
            <a:spAutoFit/>
          </a:bodyPr>
          <a:lstStyle/>
          <a:p>
            <a:r>
              <a:rPr lang="en-IE" sz="2200" dirty="0"/>
              <a:t>Databases server</a:t>
            </a:r>
          </a:p>
        </p:txBody>
      </p:sp>
      <p:sp>
        <p:nvSpPr>
          <p:cNvPr id="72" name="TextBox 71">
            <a:extLst>
              <a:ext uri="{FF2B5EF4-FFF2-40B4-BE49-F238E27FC236}">
                <a16:creationId xmlns:a16="http://schemas.microsoft.com/office/drawing/2014/main" id="{80F804E9-D276-2E42-F136-40D016023E93}"/>
              </a:ext>
            </a:extLst>
          </p:cNvPr>
          <p:cNvSpPr txBox="1"/>
          <p:nvPr/>
        </p:nvSpPr>
        <p:spPr>
          <a:xfrm>
            <a:off x="4618297" y="4946004"/>
            <a:ext cx="2612129" cy="430887"/>
          </a:xfrm>
          <a:prstGeom prst="rect">
            <a:avLst/>
          </a:prstGeom>
          <a:noFill/>
        </p:spPr>
        <p:txBody>
          <a:bodyPr wrap="square">
            <a:spAutoFit/>
          </a:bodyPr>
          <a:lstStyle/>
          <a:p>
            <a:r>
              <a:rPr lang="en-IE" sz="2200" dirty="0"/>
              <a:t>Physical model</a:t>
            </a:r>
          </a:p>
        </p:txBody>
      </p:sp>
      <p:sp>
        <p:nvSpPr>
          <p:cNvPr id="2" name="Title 1">
            <a:extLst>
              <a:ext uri="{FF2B5EF4-FFF2-40B4-BE49-F238E27FC236}">
                <a16:creationId xmlns:a16="http://schemas.microsoft.com/office/drawing/2014/main" id="{E2654D7B-509A-4CA1-C31C-458CF917816E}"/>
              </a:ext>
            </a:extLst>
          </p:cNvPr>
          <p:cNvSpPr>
            <a:spLocks noGrp="1"/>
          </p:cNvSpPr>
          <p:nvPr>
            <p:ph type="title"/>
          </p:nvPr>
        </p:nvSpPr>
        <p:spPr>
          <a:xfrm>
            <a:off x="628650" y="365127"/>
            <a:ext cx="7886701" cy="1325563"/>
          </a:xfrm>
        </p:spPr>
        <p:txBody>
          <a:bodyPr>
            <a:normAutofit/>
          </a:bodyPr>
          <a:lstStyle/>
          <a:p>
            <a:r>
              <a:rPr lang="en-IE" sz="3500" dirty="0"/>
              <a:t>Data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BC683B-EE88-4BF2-4461-CF99B356C238}"/>
              </a:ext>
            </a:extLst>
          </p:cNvPr>
          <p:cNvSpPr txBox="1"/>
          <p:nvPr/>
        </p:nvSpPr>
        <p:spPr>
          <a:xfrm>
            <a:off x="471090" y="1416050"/>
            <a:ext cx="9133681" cy="5881097"/>
          </a:xfrm>
          <a:prstGeom prst="rect">
            <a:avLst/>
          </a:prstGeom>
          <a:noFill/>
        </p:spPr>
        <p:txBody>
          <a:bodyPr wrap="square">
            <a:spAutoFit/>
          </a:bodyPr>
          <a:lstStyle/>
          <a:p>
            <a:pPr>
              <a:lnSpc>
                <a:spcPct val="150000"/>
              </a:lnSpc>
            </a:pPr>
            <a:r>
              <a:rPr lang="en-IE" sz="2300" dirty="0">
                <a:latin typeface="Helvetica" pitchFamily="2" charset="0"/>
              </a:rPr>
              <a:t>Figuring out what information purposes the database is to serve:</a:t>
            </a:r>
          </a:p>
          <a:p>
            <a:pPr>
              <a:lnSpc>
                <a:spcPct val="150000"/>
              </a:lnSpc>
            </a:pPr>
            <a:endParaRPr lang="en-IE" sz="2300" dirty="0">
              <a:latin typeface="Helvetica" pitchFamily="2" charset="0"/>
            </a:endParaRPr>
          </a:p>
          <a:p>
            <a:pPr marL="753934" lvl="1" indent="-323115">
              <a:lnSpc>
                <a:spcPct val="150000"/>
              </a:lnSpc>
              <a:buFont typeface="Arial" panose="020B0604020202020204" pitchFamily="34" charset="0"/>
              <a:buChar char="•"/>
            </a:pPr>
            <a:r>
              <a:rPr lang="en-IE" sz="2300" dirty="0">
                <a:latin typeface="Helvetica" pitchFamily="2" charset="0"/>
              </a:rPr>
              <a:t>What questions do the users need to be able to ask of the database?</a:t>
            </a:r>
          </a:p>
          <a:p>
            <a:pPr marL="753934" lvl="1" indent="-323115">
              <a:lnSpc>
                <a:spcPct val="150000"/>
              </a:lnSpc>
              <a:buFont typeface="Arial" panose="020B0604020202020204" pitchFamily="34" charset="0"/>
              <a:buChar char="•"/>
            </a:pPr>
            <a:r>
              <a:rPr lang="en-IE" sz="2300" dirty="0">
                <a:latin typeface="Helvetica" pitchFamily="2" charset="0"/>
              </a:rPr>
              <a:t>What pieces of data make up this information? What type of data is it?</a:t>
            </a:r>
          </a:p>
          <a:p>
            <a:pPr marL="753934" lvl="1" indent="-323115">
              <a:lnSpc>
                <a:spcPct val="150000"/>
              </a:lnSpc>
              <a:buFont typeface="Arial" panose="020B0604020202020204" pitchFamily="34" charset="0"/>
              <a:buChar char="•"/>
            </a:pPr>
            <a:r>
              <a:rPr lang="en-IE" sz="2300" dirty="0">
                <a:latin typeface="Helvetica" pitchFamily="2" charset="0"/>
              </a:rPr>
              <a:t>What things do these pieces of data describe?</a:t>
            </a:r>
          </a:p>
          <a:p>
            <a:pPr marL="753934" lvl="1" indent="-323115">
              <a:lnSpc>
                <a:spcPct val="150000"/>
              </a:lnSpc>
              <a:buFont typeface="Arial" panose="020B0604020202020204" pitchFamily="34" charset="0"/>
              <a:buChar char="•"/>
            </a:pPr>
            <a:r>
              <a:rPr lang="en-IE" sz="2300" dirty="0">
                <a:latin typeface="Helvetica" pitchFamily="2" charset="0"/>
              </a:rPr>
              <a:t>How the things we want to store data about can be linked together to provide the information needed?</a:t>
            </a:r>
          </a:p>
          <a:p>
            <a:pPr>
              <a:lnSpc>
                <a:spcPct val="150000"/>
              </a:lnSpc>
            </a:pPr>
            <a:endParaRPr lang="en-IE" sz="2300" dirty="0">
              <a:latin typeface="Helvetica" pitchFamily="2" charset="0"/>
            </a:endParaRPr>
          </a:p>
          <a:p>
            <a:pPr>
              <a:lnSpc>
                <a:spcPct val="150000"/>
              </a:lnSpc>
            </a:pPr>
            <a:r>
              <a:rPr lang="en-IE" sz="2300" dirty="0">
                <a:latin typeface="Helvetica" pitchFamily="2" charset="0"/>
              </a:rPr>
              <a:t>The result is the </a:t>
            </a:r>
            <a:r>
              <a:rPr lang="en-IE" sz="2300" b="1" dirty="0">
                <a:latin typeface="Helvetica" pitchFamily="2" charset="0"/>
              </a:rPr>
              <a:t>Logical Data Model</a:t>
            </a:r>
            <a:r>
              <a:rPr lang="en-IE" sz="2300" dirty="0">
                <a:latin typeface="Helvetica" pitchFamily="2" charset="0"/>
              </a:rPr>
              <a:t>.</a:t>
            </a:r>
          </a:p>
        </p:txBody>
      </p:sp>
      <p:sp>
        <p:nvSpPr>
          <p:cNvPr id="2" name="Title 1">
            <a:extLst>
              <a:ext uri="{FF2B5EF4-FFF2-40B4-BE49-F238E27FC236}">
                <a16:creationId xmlns:a16="http://schemas.microsoft.com/office/drawing/2014/main" id="{B7420E2F-5600-73BC-03D8-38C3BF39AC22}"/>
              </a:ext>
            </a:extLst>
          </p:cNvPr>
          <p:cNvSpPr>
            <a:spLocks noGrp="1"/>
          </p:cNvSpPr>
          <p:nvPr>
            <p:ph type="title"/>
          </p:nvPr>
        </p:nvSpPr>
        <p:spPr>
          <a:xfrm>
            <a:off x="471089" y="112176"/>
            <a:ext cx="9133681" cy="1325563"/>
          </a:xfrm>
        </p:spPr>
        <p:txBody>
          <a:bodyPr>
            <a:normAutofit/>
          </a:bodyPr>
          <a:lstStyle/>
          <a:p>
            <a:r>
              <a:rPr lang="en-IE" sz="3500" dirty="0"/>
              <a:t>Data design – start at the conceptual level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EE46392-4D9B-DDA9-67B0-1CD78D96E2A7}"/>
              </a:ext>
            </a:extLst>
          </p:cNvPr>
          <p:cNvSpPr txBox="1"/>
          <p:nvPr/>
        </p:nvSpPr>
        <p:spPr>
          <a:xfrm>
            <a:off x="694531" y="2711450"/>
            <a:ext cx="7928974" cy="1948226"/>
          </a:xfrm>
          <a:prstGeom prst="rect">
            <a:avLst/>
          </a:prstGeom>
          <a:noFill/>
        </p:spPr>
        <p:txBody>
          <a:bodyPr wrap="square">
            <a:spAutoFit/>
          </a:bodyPr>
          <a:lstStyle/>
          <a:p>
            <a:r>
              <a:rPr lang="en-IE" sz="3015" dirty="0">
                <a:latin typeface="Helvetica" pitchFamily="2" charset="0"/>
              </a:rPr>
              <a:t>An Entity Relationship Diagram (ERD) shows how different entities (such as people, customers, or other objects) relate to each other in an application or a database.</a:t>
            </a:r>
          </a:p>
        </p:txBody>
      </p:sp>
      <p:sp>
        <p:nvSpPr>
          <p:cNvPr id="2" name="Title 1">
            <a:extLst>
              <a:ext uri="{FF2B5EF4-FFF2-40B4-BE49-F238E27FC236}">
                <a16:creationId xmlns:a16="http://schemas.microsoft.com/office/drawing/2014/main" id="{B6E398B8-EE46-4805-580A-67B5E0F2874B}"/>
              </a:ext>
            </a:extLst>
          </p:cNvPr>
          <p:cNvSpPr>
            <a:spLocks noGrp="1"/>
          </p:cNvSpPr>
          <p:nvPr>
            <p:ph type="title"/>
          </p:nvPr>
        </p:nvSpPr>
        <p:spPr>
          <a:xfrm>
            <a:off x="471089" y="112176"/>
            <a:ext cx="9133681" cy="1325563"/>
          </a:xfrm>
        </p:spPr>
        <p:txBody>
          <a:bodyPr>
            <a:normAutofit/>
          </a:bodyPr>
          <a:lstStyle/>
          <a:p>
            <a:r>
              <a:rPr lang="en-IE" sz="3500" dirty="0"/>
              <a:t>Entity Relationship Diagram (ERD)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4811276" y="3364210"/>
            <a:ext cx="4146681" cy="3713574"/>
          </a:xfrm>
          <a:prstGeom prst="rect">
            <a:avLst/>
          </a:prstGeom>
        </p:spPr>
      </p:pic>
      <p:sp>
        <p:nvSpPr>
          <p:cNvPr id="10" name="TextBox 9">
            <a:extLst>
              <a:ext uri="{FF2B5EF4-FFF2-40B4-BE49-F238E27FC236}">
                <a16:creationId xmlns:a16="http://schemas.microsoft.com/office/drawing/2014/main" id="{214BB5C2-BD7F-1E27-617F-4CFA9DA8B1A6}"/>
              </a:ext>
            </a:extLst>
          </p:cNvPr>
          <p:cNvSpPr txBox="1"/>
          <p:nvPr/>
        </p:nvSpPr>
        <p:spPr>
          <a:xfrm>
            <a:off x="442764" y="2198661"/>
            <a:ext cx="9190335" cy="2923877"/>
          </a:xfrm>
          <a:prstGeom prst="rect">
            <a:avLst/>
          </a:prstGeom>
          <a:noFill/>
        </p:spPr>
        <p:txBody>
          <a:bodyPr wrap="square">
            <a:spAutoFit/>
          </a:bodyPr>
          <a:lstStyle/>
          <a:p>
            <a:r>
              <a:rPr lang="en-IE" sz="2300" dirty="0">
                <a:latin typeface="Helvetica" pitchFamily="2" charset="0"/>
              </a:rPr>
              <a:t>An Entity Relationship Diagram is made up of  many different components:</a:t>
            </a:r>
          </a:p>
          <a:p>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Entity</a:t>
            </a:r>
          </a:p>
          <a:p>
            <a:pPr marL="323115" indent="-323115">
              <a:buFont typeface="Arial" panose="020B0604020202020204" pitchFamily="34" charset="0"/>
              <a:buChar char="•"/>
            </a:pPr>
            <a:r>
              <a:rPr lang="en-IE" sz="2300" dirty="0">
                <a:latin typeface="Helvetica" pitchFamily="2" charset="0"/>
              </a:rPr>
              <a:t>Attribute</a:t>
            </a:r>
          </a:p>
          <a:p>
            <a:pPr marL="323115" indent="-323115">
              <a:buFont typeface="Arial" panose="020B0604020202020204" pitchFamily="34" charset="0"/>
              <a:buChar char="•"/>
            </a:pPr>
            <a:r>
              <a:rPr lang="en-IE" sz="2300" dirty="0">
                <a:latin typeface="Helvetica" pitchFamily="2" charset="0"/>
              </a:rPr>
              <a:t>Relationship</a:t>
            </a:r>
          </a:p>
          <a:p>
            <a:pPr marL="323115" indent="-323115">
              <a:buFont typeface="Arial" panose="020B0604020202020204" pitchFamily="34" charset="0"/>
              <a:buChar char="•"/>
            </a:pPr>
            <a:endParaRPr lang="en-IE" sz="2300" dirty="0">
              <a:latin typeface="Helvetica" pitchFamily="2" charset="0"/>
            </a:endParaRPr>
          </a:p>
          <a:p>
            <a:endParaRPr lang="en-IE" sz="2300" dirty="0">
              <a:latin typeface="Helvetica" pitchFamily="2" charset="0"/>
            </a:endParaRPr>
          </a:p>
        </p:txBody>
      </p:sp>
      <p:sp>
        <p:nvSpPr>
          <p:cNvPr id="2" name="Title 1">
            <a:extLst>
              <a:ext uri="{FF2B5EF4-FFF2-40B4-BE49-F238E27FC236}">
                <a16:creationId xmlns:a16="http://schemas.microsoft.com/office/drawing/2014/main" id="{2215CD55-10A8-0414-C272-2D84C22D5953}"/>
              </a:ext>
            </a:extLst>
          </p:cNvPr>
          <p:cNvSpPr>
            <a:spLocks noGrp="1"/>
          </p:cNvSpPr>
          <p:nvPr>
            <p:ph type="title"/>
          </p:nvPr>
        </p:nvSpPr>
        <p:spPr>
          <a:xfrm>
            <a:off x="471089" y="112176"/>
            <a:ext cx="9133681" cy="1325563"/>
          </a:xfrm>
        </p:spPr>
        <p:txBody>
          <a:bodyPr>
            <a:normAutofit/>
          </a:bodyPr>
          <a:lstStyle/>
          <a:p>
            <a:r>
              <a:rPr lang="en-IE" sz="3500" dirty="0"/>
              <a:t>ERD components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E62ECCC-01CB-237E-4333-124595FA0B4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890F8BF-A09C-BB08-C68B-47B11BA06522}"/>
              </a:ext>
            </a:extLst>
          </p:cNvPr>
          <p:cNvSpPr txBox="1"/>
          <p:nvPr/>
        </p:nvSpPr>
        <p:spPr>
          <a:xfrm>
            <a:off x="386110" y="1608425"/>
            <a:ext cx="9190335" cy="4339650"/>
          </a:xfrm>
          <a:prstGeom prst="rect">
            <a:avLst/>
          </a:prstGeom>
          <a:noFill/>
        </p:spPr>
        <p:txBody>
          <a:bodyPr wrap="square">
            <a:spAutoFit/>
          </a:bodyPr>
          <a:lstStyle/>
          <a:p>
            <a:pPr marL="342900" indent="-342900">
              <a:buFont typeface="Arial" panose="020B0604020202020204" pitchFamily="34" charset="0"/>
              <a:buChar char="•"/>
            </a:pPr>
            <a:r>
              <a:rPr lang="en-IE" sz="2300" dirty="0">
                <a:latin typeface="Helvetica" pitchFamily="2" charset="0"/>
              </a:rPr>
              <a:t>The entity is a thing or object of interest to the organisation being modelled. For instance, a person, a place, an object, an event, a concept</a:t>
            </a:r>
          </a:p>
          <a:p>
            <a:pPr marL="342900" indent="-342900">
              <a:buFont typeface="Arial" panose="020B0604020202020204" pitchFamily="34" charset="0"/>
              <a:buChar char="•"/>
            </a:pPr>
            <a:r>
              <a:rPr lang="en-IE" sz="2300" dirty="0">
                <a:latin typeface="Helvetica" pitchFamily="2" charset="0"/>
              </a:rPr>
              <a:t>Something about which data needs to be stored to fulfil some  function</a:t>
            </a:r>
          </a:p>
          <a:p>
            <a:pPr marL="342900" indent="-342900">
              <a:buFont typeface="Arial" panose="020B0604020202020204" pitchFamily="34" charset="0"/>
              <a:buChar char="•"/>
            </a:pPr>
            <a:r>
              <a:rPr lang="en-IE" sz="2300" dirty="0">
                <a:latin typeface="Helvetica" pitchFamily="2" charset="0"/>
              </a:rPr>
              <a:t>Possible Entities:</a:t>
            </a:r>
          </a:p>
          <a:p>
            <a:endParaRPr lang="en-IE" sz="2300" dirty="0">
              <a:latin typeface="Helvetica" pitchFamily="2" charset="0"/>
            </a:endParaRPr>
          </a:p>
          <a:p>
            <a:pPr marL="800100" lvl="1" indent="-342900">
              <a:buFont typeface="Arial" panose="020B0604020202020204" pitchFamily="34" charset="0"/>
              <a:buChar char="•"/>
            </a:pPr>
            <a:r>
              <a:rPr lang="en-IE" sz="2300" dirty="0">
                <a:latin typeface="Helvetica" pitchFamily="2" charset="0"/>
              </a:rPr>
              <a:t>Obvious physical things</a:t>
            </a:r>
          </a:p>
          <a:p>
            <a:pPr marL="800100" lvl="1" indent="-342900">
              <a:buFont typeface="Arial" panose="020B0604020202020204" pitchFamily="34" charset="0"/>
              <a:buChar char="•"/>
            </a:pPr>
            <a:r>
              <a:rPr lang="en-IE" sz="2300" dirty="0">
                <a:latin typeface="Helvetica" pitchFamily="2" charset="0"/>
              </a:rPr>
              <a:t>Persons, places, objects</a:t>
            </a:r>
          </a:p>
          <a:p>
            <a:pPr marL="800100" lvl="1" indent="-342900">
              <a:buFont typeface="Arial" panose="020B0604020202020204" pitchFamily="34" charset="0"/>
              <a:buChar char="•"/>
            </a:pPr>
            <a:r>
              <a:rPr lang="en-IE" sz="2300" dirty="0">
                <a:latin typeface="Helvetica" pitchFamily="2" charset="0"/>
              </a:rPr>
              <a:t>Transactions or events</a:t>
            </a:r>
          </a:p>
          <a:p>
            <a:pPr marL="800100" lvl="1" indent="-342900">
              <a:buFont typeface="Arial" panose="020B0604020202020204" pitchFamily="34" charset="0"/>
              <a:buChar char="•"/>
            </a:pPr>
            <a:r>
              <a:rPr lang="en-IE" sz="2300" dirty="0">
                <a:latin typeface="Helvetica" pitchFamily="2" charset="0"/>
              </a:rPr>
              <a:t>Orders, Sales, Hospital Admissions, reservation</a:t>
            </a:r>
          </a:p>
          <a:p>
            <a:pPr marL="800100" lvl="1" indent="-342900">
              <a:buFont typeface="Arial" panose="020B0604020202020204" pitchFamily="34" charset="0"/>
              <a:buChar char="•"/>
            </a:pPr>
            <a:r>
              <a:rPr lang="en-IE" sz="2300" dirty="0">
                <a:latin typeface="Helvetica" pitchFamily="2" charset="0"/>
              </a:rPr>
              <a:t>Plan, Schedule, Account, Course, Fund</a:t>
            </a:r>
          </a:p>
        </p:txBody>
      </p:sp>
      <p:sp>
        <p:nvSpPr>
          <p:cNvPr id="2" name="Title 1">
            <a:extLst>
              <a:ext uri="{FF2B5EF4-FFF2-40B4-BE49-F238E27FC236}">
                <a16:creationId xmlns:a16="http://schemas.microsoft.com/office/drawing/2014/main" id="{94DA4176-D2AC-BD72-D120-C9D2D7DEED7E}"/>
              </a:ext>
            </a:extLst>
          </p:cNvPr>
          <p:cNvSpPr>
            <a:spLocks noGrp="1"/>
          </p:cNvSpPr>
          <p:nvPr>
            <p:ph type="title"/>
          </p:nvPr>
        </p:nvSpPr>
        <p:spPr>
          <a:xfrm>
            <a:off x="471089" y="112176"/>
            <a:ext cx="9133681" cy="1325563"/>
          </a:xfrm>
        </p:spPr>
        <p:txBody>
          <a:bodyPr>
            <a:normAutofit/>
          </a:bodyPr>
          <a:lstStyle/>
          <a:p>
            <a:r>
              <a:rPr lang="en-IE" sz="3500" dirty="0"/>
              <a:t>Entity</a:t>
            </a:r>
          </a:p>
        </p:txBody>
      </p:sp>
    </p:spTree>
    <p:extLst>
      <p:ext uri="{BB962C8B-B14F-4D97-AF65-F5344CB8AC3E}">
        <p14:creationId xmlns:p14="http://schemas.microsoft.com/office/powerpoint/2010/main" val="2845899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D709606-6F5D-9C6E-C71B-988740D71AD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75AD4F2-C6C6-047B-D546-CD3DDAD731CE}"/>
              </a:ext>
            </a:extLst>
          </p:cNvPr>
          <p:cNvSpPr txBox="1"/>
          <p:nvPr/>
        </p:nvSpPr>
        <p:spPr>
          <a:xfrm>
            <a:off x="386110" y="1608425"/>
            <a:ext cx="9190335" cy="4339650"/>
          </a:xfrm>
          <a:prstGeom prst="rect">
            <a:avLst/>
          </a:prstGeom>
          <a:noFill/>
        </p:spPr>
        <p:txBody>
          <a:bodyPr wrap="square">
            <a:spAutoFit/>
          </a:bodyPr>
          <a:lstStyle/>
          <a:p>
            <a:pPr marL="342900" indent="-342900">
              <a:buFont typeface="Arial" panose="020B0604020202020204" pitchFamily="34" charset="0"/>
              <a:buChar char="•"/>
            </a:pPr>
            <a:r>
              <a:rPr lang="en-IE" sz="2300" dirty="0">
                <a:latin typeface="Helvetica" pitchFamily="2" charset="0"/>
              </a:rPr>
              <a:t>An entity is represented by a set of attributes, which are descriptive properties possessed by all members of an entity set.</a:t>
            </a:r>
          </a:p>
          <a:p>
            <a:endParaRPr lang="en-IE" sz="2300" dirty="0">
              <a:latin typeface="Helvetica" pitchFamily="2" charset="0"/>
            </a:endParaRPr>
          </a:p>
          <a:p>
            <a:pPr marL="342900" indent="-342900">
              <a:buFont typeface="Arial" panose="020B0604020202020204" pitchFamily="34" charset="0"/>
              <a:buChar char="•"/>
            </a:pPr>
            <a:r>
              <a:rPr lang="en-IE" sz="2300" dirty="0">
                <a:latin typeface="Helvetica" pitchFamily="2" charset="0"/>
              </a:rPr>
              <a:t>Attribute of an entity can be:</a:t>
            </a:r>
          </a:p>
          <a:p>
            <a:pPr marL="800100" lvl="1" indent="-342900">
              <a:buFont typeface="Arial" panose="020B0604020202020204" pitchFamily="34" charset="0"/>
              <a:buChar char="•"/>
            </a:pPr>
            <a:r>
              <a:rPr lang="en-IE" sz="2300" dirty="0">
                <a:latin typeface="Helvetica" pitchFamily="2" charset="0"/>
              </a:rPr>
              <a:t>pieces of data we want to store about an entity</a:t>
            </a:r>
          </a:p>
          <a:p>
            <a:pPr marL="800100" lvl="1" indent="-342900">
              <a:buFont typeface="Arial" panose="020B0604020202020204" pitchFamily="34" charset="0"/>
              <a:buChar char="•"/>
            </a:pPr>
            <a:r>
              <a:rPr lang="en-IE" sz="2300" dirty="0">
                <a:latin typeface="Helvetica" pitchFamily="2" charset="0"/>
              </a:rPr>
              <a:t>a descriptive property or characteristic of an entity</a:t>
            </a:r>
          </a:p>
          <a:p>
            <a:endParaRPr lang="en-IE" sz="2300" dirty="0">
              <a:latin typeface="Helvetica" pitchFamily="2" charset="0"/>
            </a:endParaRPr>
          </a:p>
          <a:p>
            <a:pPr marL="342900" indent="-342900">
              <a:buFont typeface="Arial" panose="020B0604020202020204" pitchFamily="34" charset="0"/>
              <a:buChar char="•"/>
            </a:pPr>
            <a:r>
              <a:rPr lang="en-IE" sz="2300" dirty="0">
                <a:latin typeface="Helvetica" pitchFamily="2" charset="0"/>
              </a:rPr>
              <a:t>We only want to record attributes that are of significance to  the organisation</a:t>
            </a:r>
          </a:p>
          <a:p>
            <a:endParaRPr lang="en-IE" sz="2300" dirty="0">
              <a:latin typeface="Helvetica" pitchFamily="2" charset="0"/>
            </a:endParaRPr>
          </a:p>
          <a:p>
            <a:pPr marL="342900" indent="-342900">
              <a:buFont typeface="Arial" panose="020B0604020202020204" pitchFamily="34" charset="0"/>
              <a:buChar char="•"/>
            </a:pPr>
            <a:r>
              <a:rPr lang="en-IE" sz="2300" dirty="0">
                <a:latin typeface="Helvetica" pitchFamily="2" charset="0"/>
              </a:rPr>
              <a:t>The value of an attribute is the value of that attribute for a particular entity occurrence (or instance)</a:t>
            </a:r>
          </a:p>
        </p:txBody>
      </p:sp>
      <p:sp>
        <p:nvSpPr>
          <p:cNvPr id="2" name="Title 1">
            <a:extLst>
              <a:ext uri="{FF2B5EF4-FFF2-40B4-BE49-F238E27FC236}">
                <a16:creationId xmlns:a16="http://schemas.microsoft.com/office/drawing/2014/main" id="{F7E8F4AD-A4BC-18E2-48B3-5D21651F45E1}"/>
              </a:ext>
            </a:extLst>
          </p:cNvPr>
          <p:cNvSpPr>
            <a:spLocks noGrp="1"/>
          </p:cNvSpPr>
          <p:nvPr>
            <p:ph type="title"/>
          </p:nvPr>
        </p:nvSpPr>
        <p:spPr>
          <a:xfrm>
            <a:off x="471089" y="112176"/>
            <a:ext cx="9133681" cy="1325563"/>
          </a:xfrm>
        </p:spPr>
        <p:txBody>
          <a:bodyPr>
            <a:normAutofit/>
          </a:bodyPr>
          <a:lstStyle/>
          <a:p>
            <a:r>
              <a:rPr lang="en-IE" sz="3500" dirty="0"/>
              <a:t>Attribute</a:t>
            </a:r>
          </a:p>
        </p:txBody>
      </p:sp>
    </p:spTree>
    <p:extLst>
      <p:ext uri="{BB962C8B-B14F-4D97-AF65-F5344CB8AC3E}">
        <p14:creationId xmlns:p14="http://schemas.microsoft.com/office/powerpoint/2010/main" val="3703110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63EDDD6-DDBF-C449-8B87-C039FE67900B}"/>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D10661D-E57D-64B7-94DB-382EC92D317B}"/>
              </a:ext>
            </a:extLst>
          </p:cNvPr>
          <p:cNvSpPr txBox="1"/>
          <p:nvPr/>
        </p:nvSpPr>
        <p:spPr>
          <a:xfrm>
            <a:off x="386110" y="1608425"/>
            <a:ext cx="9190335" cy="3985706"/>
          </a:xfrm>
          <a:prstGeom prst="rect">
            <a:avLst/>
          </a:prstGeom>
          <a:noFill/>
        </p:spPr>
        <p:txBody>
          <a:bodyPr wrap="square">
            <a:spAutoFit/>
          </a:bodyPr>
          <a:lstStyle/>
          <a:p>
            <a:pPr marL="342900" indent="-342900">
              <a:buFont typeface="Arial" panose="020B0604020202020204" pitchFamily="34" charset="0"/>
              <a:buChar char="•"/>
            </a:pPr>
            <a:r>
              <a:rPr lang="en-IE" sz="2300" dirty="0">
                <a:latin typeface="Helvetica" pitchFamily="2" charset="0"/>
              </a:rPr>
              <a:t>A relationship in an ERD defines how two entities are related to each other. There are several types of relationships that are represented on  an ERD:</a:t>
            </a:r>
          </a:p>
          <a:p>
            <a:endParaRPr lang="en-IE" sz="2300" dirty="0">
              <a:latin typeface="Helvetica" pitchFamily="2" charset="0"/>
            </a:endParaRPr>
          </a:p>
          <a:p>
            <a:pPr marL="342900" indent="-342900">
              <a:buFont typeface="Arial" panose="020B0604020202020204" pitchFamily="34" charset="0"/>
              <a:buChar char="•"/>
            </a:pPr>
            <a:r>
              <a:rPr lang="en-IE" sz="2300" dirty="0">
                <a:latin typeface="Helvetica" pitchFamily="2" charset="0"/>
              </a:rPr>
              <a:t>One-to-one: One record of an entity is directly related to another  record of an entity</a:t>
            </a:r>
          </a:p>
          <a:p>
            <a:pPr marL="342900" indent="-342900">
              <a:buFont typeface="Arial" panose="020B0604020202020204" pitchFamily="34" charset="0"/>
              <a:buChar char="•"/>
            </a:pPr>
            <a:r>
              <a:rPr lang="en-IE" sz="2300" dirty="0">
                <a:latin typeface="Helvetica" pitchFamily="2" charset="0"/>
              </a:rPr>
              <a:t>One-to-many: One record of an entity is related to one or more records of another entity.</a:t>
            </a:r>
          </a:p>
          <a:p>
            <a:pPr marL="342900" indent="-342900">
              <a:buFont typeface="Arial" panose="020B0604020202020204" pitchFamily="34" charset="0"/>
              <a:buChar char="•"/>
            </a:pPr>
            <a:r>
              <a:rPr lang="en-IE" sz="2300" dirty="0">
                <a:latin typeface="Helvetica" pitchFamily="2" charset="0"/>
              </a:rPr>
              <a:t>Many to many: Many records of one entity can be related to many records of another entity.</a:t>
            </a:r>
          </a:p>
          <a:p>
            <a:endParaRPr lang="en-IE" sz="2300" dirty="0">
              <a:latin typeface="Helvetica" pitchFamily="2" charset="0"/>
            </a:endParaRPr>
          </a:p>
        </p:txBody>
      </p:sp>
      <p:sp>
        <p:nvSpPr>
          <p:cNvPr id="2" name="Title 1">
            <a:extLst>
              <a:ext uri="{FF2B5EF4-FFF2-40B4-BE49-F238E27FC236}">
                <a16:creationId xmlns:a16="http://schemas.microsoft.com/office/drawing/2014/main" id="{1ACF413A-7DAD-952B-B8FC-897353DBC8CD}"/>
              </a:ext>
            </a:extLst>
          </p:cNvPr>
          <p:cNvSpPr>
            <a:spLocks noGrp="1"/>
          </p:cNvSpPr>
          <p:nvPr>
            <p:ph type="title"/>
          </p:nvPr>
        </p:nvSpPr>
        <p:spPr>
          <a:xfrm>
            <a:off x="471089" y="112176"/>
            <a:ext cx="9133681" cy="1325563"/>
          </a:xfrm>
        </p:spPr>
        <p:txBody>
          <a:bodyPr>
            <a:normAutofit/>
          </a:bodyPr>
          <a:lstStyle/>
          <a:p>
            <a:r>
              <a:rPr lang="en-IE" sz="3500" dirty="0"/>
              <a:t>Relationship</a:t>
            </a:r>
          </a:p>
        </p:txBody>
      </p:sp>
    </p:spTree>
    <p:extLst>
      <p:ext uri="{BB962C8B-B14F-4D97-AF65-F5344CB8AC3E}">
        <p14:creationId xmlns:p14="http://schemas.microsoft.com/office/powerpoint/2010/main" val="66097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88639" y="3269415"/>
            <a:ext cx="7044202" cy="2349096"/>
          </a:xfrm>
          <a:prstGeom prst="rect">
            <a:avLst/>
          </a:prstGeom>
        </p:spPr>
      </p:pic>
      <p:sp>
        <p:nvSpPr>
          <p:cNvPr id="2" name="Title 1">
            <a:extLst>
              <a:ext uri="{FF2B5EF4-FFF2-40B4-BE49-F238E27FC236}">
                <a16:creationId xmlns:a16="http://schemas.microsoft.com/office/drawing/2014/main" id="{864AC511-131A-A8E1-9CDB-E57D5E8575B8}"/>
              </a:ext>
            </a:extLst>
          </p:cNvPr>
          <p:cNvSpPr>
            <a:spLocks noGrp="1"/>
          </p:cNvSpPr>
          <p:nvPr>
            <p:ph type="title"/>
          </p:nvPr>
        </p:nvSpPr>
        <p:spPr>
          <a:xfrm>
            <a:off x="471089" y="112176"/>
            <a:ext cx="9133681" cy="1325563"/>
          </a:xfrm>
        </p:spPr>
        <p:txBody>
          <a:bodyPr>
            <a:normAutofit/>
          </a:bodyPr>
          <a:lstStyle/>
          <a:p>
            <a:r>
              <a:rPr lang="en-IE" sz="3500" dirty="0"/>
              <a:t>ERD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9D55454-0F1C-0504-7AA9-B97C01A0D92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F68992E-210B-DE14-10C2-77238D035CA1}"/>
              </a:ext>
            </a:extLst>
          </p:cNvPr>
          <p:cNvSpPr txBox="1"/>
          <p:nvPr/>
        </p:nvSpPr>
        <p:spPr>
          <a:xfrm>
            <a:off x="386110" y="1608425"/>
            <a:ext cx="9190335" cy="3416320"/>
          </a:xfrm>
          <a:prstGeom prst="rect">
            <a:avLst/>
          </a:prstGeom>
          <a:noFill/>
        </p:spPr>
        <p:txBody>
          <a:bodyPr wrap="square">
            <a:spAutoFit/>
          </a:bodyPr>
          <a:lstStyle/>
          <a:p>
            <a:pPr marL="342900" indent="-342900">
              <a:buFont typeface="Arial" panose="020B0604020202020204" pitchFamily="34" charset="0"/>
              <a:buChar char="•"/>
            </a:pPr>
            <a:r>
              <a:rPr lang="en-IE" sz="2400" dirty="0">
                <a:latin typeface="Helvetica" pitchFamily="2" charset="0"/>
              </a:rPr>
              <a:t>So what are we doing when building an ERD?</a:t>
            </a:r>
          </a:p>
          <a:p>
            <a:endParaRPr lang="en-IE" sz="2400" dirty="0">
              <a:latin typeface="Helvetica" pitchFamily="2" charset="0"/>
            </a:endParaRPr>
          </a:p>
          <a:p>
            <a:pPr marL="342900" indent="-342900">
              <a:buFont typeface="Arial" panose="020B0604020202020204" pitchFamily="34" charset="0"/>
              <a:buChar char="•"/>
            </a:pPr>
            <a:r>
              <a:rPr lang="en-IE" sz="2400" dirty="0">
                <a:latin typeface="Helvetica" pitchFamily="2" charset="0"/>
              </a:rPr>
              <a:t>We are defining the structure of entities and the pattern of relationships between them</a:t>
            </a:r>
          </a:p>
          <a:p>
            <a:pPr marL="342900" indent="-342900">
              <a:buFont typeface="Arial" panose="020B0604020202020204" pitchFamily="34" charset="0"/>
              <a:buChar char="•"/>
            </a:pPr>
            <a:endParaRPr lang="en-IE" sz="2400" dirty="0">
              <a:latin typeface="Helvetica" pitchFamily="2" charset="0"/>
            </a:endParaRPr>
          </a:p>
          <a:p>
            <a:pPr marL="342900" indent="-342900">
              <a:buFont typeface="Arial" panose="020B0604020202020204" pitchFamily="34" charset="0"/>
              <a:buChar char="•"/>
            </a:pPr>
            <a:r>
              <a:rPr lang="en-IE" sz="2400" dirty="0">
                <a:latin typeface="Helvetica" pitchFamily="2" charset="0"/>
              </a:rPr>
              <a:t>When we implement that structure and pattern in a  physical database then we can populate it with instances of the entity</a:t>
            </a:r>
          </a:p>
          <a:p>
            <a:pPr marL="342900" indent="-342900">
              <a:buFont typeface="Arial" panose="020B0604020202020204" pitchFamily="34" charset="0"/>
              <a:buChar char="•"/>
            </a:pPr>
            <a:endParaRPr lang="en-IE" sz="2400" dirty="0">
              <a:latin typeface="Helvetica" pitchFamily="2" charset="0"/>
            </a:endParaRPr>
          </a:p>
          <a:p>
            <a:endParaRPr lang="en-IE" sz="2400" dirty="0">
              <a:latin typeface="Helvetica" pitchFamily="2" charset="0"/>
            </a:endParaRPr>
          </a:p>
        </p:txBody>
      </p:sp>
      <p:sp>
        <p:nvSpPr>
          <p:cNvPr id="2" name="Title 1">
            <a:extLst>
              <a:ext uri="{FF2B5EF4-FFF2-40B4-BE49-F238E27FC236}">
                <a16:creationId xmlns:a16="http://schemas.microsoft.com/office/drawing/2014/main" id="{77626440-17E7-B65B-6C24-5097B63CDCD6}"/>
              </a:ext>
            </a:extLst>
          </p:cNvPr>
          <p:cNvSpPr>
            <a:spLocks noGrp="1"/>
          </p:cNvSpPr>
          <p:nvPr>
            <p:ph type="title"/>
          </p:nvPr>
        </p:nvSpPr>
        <p:spPr>
          <a:xfrm>
            <a:off x="471089" y="112176"/>
            <a:ext cx="9133681" cy="1325563"/>
          </a:xfrm>
        </p:spPr>
        <p:txBody>
          <a:bodyPr>
            <a:normAutofit/>
          </a:bodyPr>
          <a:lstStyle/>
          <a:p>
            <a:r>
              <a:rPr lang="en-IE" sz="3500" dirty="0"/>
              <a:t>ERD - Structures and relationships</a:t>
            </a:r>
          </a:p>
        </p:txBody>
      </p:sp>
    </p:spTree>
    <p:extLst>
      <p:ext uri="{BB962C8B-B14F-4D97-AF65-F5344CB8AC3E}">
        <p14:creationId xmlns:p14="http://schemas.microsoft.com/office/powerpoint/2010/main" val="2469722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81E1A8-4F57-CF83-271E-BD77CC25FDF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7462063-8A07-A138-0C3E-240C0854E778}"/>
              </a:ext>
            </a:extLst>
          </p:cNvPr>
          <p:cNvSpPr txBox="1"/>
          <p:nvPr/>
        </p:nvSpPr>
        <p:spPr>
          <a:xfrm>
            <a:off x="386110" y="1608425"/>
            <a:ext cx="9190335" cy="5262979"/>
          </a:xfrm>
          <a:prstGeom prst="rect">
            <a:avLst/>
          </a:prstGeom>
          <a:noFill/>
        </p:spPr>
        <p:txBody>
          <a:bodyPr wrap="square">
            <a:spAutoFit/>
          </a:bodyPr>
          <a:lstStyle/>
          <a:p>
            <a:pPr marL="342900" indent="-342900">
              <a:buFont typeface="Arial" panose="020B0604020202020204" pitchFamily="34" charset="0"/>
              <a:buChar char="•"/>
            </a:pPr>
            <a:r>
              <a:rPr lang="en-IE" sz="2400" dirty="0">
                <a:latin typeface="Helvetica" pitchFamily="2" charset="0"/>
              </a:rPr>
              <a:t>It is implementation independent of the DBMS</a:t>
            </a:r>
          </a:p>
          <a:p>
            <a:pPr marL="342900" indent="-342900">
              <a:buFont typeface="Arial" panose="020B0604020202020204" pitchFamily="34" charset="0"/>
              <a:buChar char="•"/>
            </a:pPr>
            <a:endParaRPr lang="en-IE" sz="2400" dirty="0">
              <a:latin typeface="Helvetica" pitchFamily="2" charset="0"/>
            </a:endParaRPr>
          </a:p>
          <a:p>
            <a:pPr marL="342900" indent="-342900">
              <a:buFont typeface="Arial" panose="020B0604020202020204" pitchFamily="34" charset="0"/>
              <a:buChar char="•"/>
            </a:pPr>
            <a:r>
              <a:rPr lang="en-IE" sz="2400" dirty="0">
                <a:latin typeface="Helvetica" pitchFamily="2" charset="0"/>
              </a:rPr>
              <a:t>You can implement the same conceptual model in any relational database (PostgreSQL, Oracle etc.)</a:t>
            </a:r>
          </a:p>
          <a:p>
            <a:endParaRPr lang="en-IE" sz="2400" dirty="0">
              <a:latin typeface="Helvetica" pitchFamily="2" charset="0"/>
            </a:endParaRPr>
          </a:p>
          <a:p>
            <a:pPr marL="342900" indent="-342900">
              <a:buFont typeface="Arial" panose="020B0604020202020204" pitchFamily="34" charset="0"/>
              <a:buChar char="•"/>
            </a:pPr>
            <a:r>
              <a:rPr lang="en-IE" sz="2400" dirty="0">
                <a:latin typeface="Helvetica" pitchFamily="2" charset="0"/>
              </a:rPr>
              <a:t>There may be small implementation differences, but the structure and relationships will be the same</a:t>
            </a:r>
          </a:p>
          <a:p>
            <a:pPr marL="342900" indent="-342900">
              <a:buFont typeface="Arial" panose="020B0604020202020204" pitchFamily="34" charset="0"/>
              <a:buChar char="•"/>
            </a:pPr>
            <a:endParaRPr lang="en-IE" sz="2400" dirty="0">
              <a:latin typeface="Helvetica" pitchFamily="2" charset="0"/>
            </a:endParaRPr>
          </a:p>
          <a:p>
            <a:pPr marL="342900" indent="-342900">
              <a:buFont typeface="Arial" panose="020B0604020202020204" pitchFamily="34" charset="0"/>
              <a:buChar char="•"/>
            </a:pPr>
            <a:r>
              <a:rPr lang="en-IE" sz="2400" dirty="0">
                <a:latin typeface="Helvetica" pitchFamily="2" charset="0"/>
              </a:rPr>
              <a:t>An Entity Relationship Diagram can be drawn at  three different levels:</a:t>
            </a:r>
          </a:p>
          <a:p>
            <a:pPr marL="800100" lvl="1" indent="-342900">
              <a:buFont typeface="Arial" panose="020B0604020202020204" pitchFamily="34" charset="0"/>
              <a:buChar char="•"/>
            </a:pPr>
            <a:r>
              <a:rPr lang="en-IE" sz="2400" dirty="0">
                <a:latin typeface="Helvetica" pitchFamily="2" charset="0"/>
              </a:rPr>
              <a:t>Conceptual</a:t>
            </a:r>
          </a:p>
          <a:p>
            <a:pPr marL="800100" lvl="1" indent="-342900">
              <a:buFont typeface="Arial" panose="020B0604020202020204" pitchFamily="34" charset="0"/>
              <a:buChar char="•"/>
            </a:pPr>
            <a:r>
              <a:rPr lang="en-IE" sz="2400" dirty="0">
                <a:latin typeface="Helvetica" pitchFamily="2" charset="0"/>
              </a:rPr>
              <a:t>Logical</a:t>
            </a:r>
          </a:p>
          <a:p>
            <a:pPr marL="800100" lvl="1" indent="-342900">
              <a:buFont typeface="Arial" panose="020B0604020202020204" pitchFamily="34" charset="0"/>
              <a:buChar char="•"/>
            </a:pPr>
            <a:r>
              <a:rPr lang="en-IE" sz="2400" dirty="0">
                <a:latin typeface="Helvetica" pitchFamily="2" charset="0"/>
              </a:rPr>
              <a:t>Physical</a:t>
            </a:r>
          </a:p>
          <a:p>
            <a:pPr marL="342900" indent="-342900">
              <a:buFont typeface="Arial" panose="020B0604020202020204" pitchFamily="34" charset="0"/>
              <a:buChar char="•"/>
            </a:pPr>
            <a:endParaRPr lang="en-IE" sz="2400" dirty="0">
              <a:latin typeface="Helvetica" pitchFamily="2" charset="0"/>
            </a:endParaRPr>
          </a:p>
        </p:txBody>
      </p:sp>
      <p:sp>
        <p:nvSpPr>
          <p:cNvPr id="2" name="Title 1">
            <a:extLst>
              <a:ext uri="{FF2B5EF4-FFF2-40B4-BE49-F238E27FC236}">
                <a16:creationId xmlns:a16="http://schemas.microsoft.com/office/drawing/2014/main" id="{0307F545-5FED-EBE7-1B71-7FD9DFE62540}"/>
              </a:ext>
            </a:extLst>
          </p:cNvPr>
          <p:cNvSpPr>
            <a:spLocks noGrp="1"/>
          </p:cNvSpPr>
          <p:nvPr>
            <p:ph type="title"/>
          </p:nvPr>
        </p:nvSpPr>
        <p:spPr>
          <a:xfrm>
            <a:off x="471089" y="112176"/>
            <a:ext cx="9133681" cy="1325563"/>
          </a:xfrm>
        </p:spPr>
        <p:txBody>
          <a:bodyPr>
            <a:normAutofit/>
          </a:bodyPr>
          <a:lstStyle/>
          <a:p>
            <a:r>
              <a:rPr lang="en-IE" sz="3500" dirty="0"/>
              <a:t>ERD - Structures and relationships</a:t>
            </a:r>
          </a:p>
        </p:txBody>
      </p:sp>
    </p:spTree>
    <p:extLst>
      <p:ext uri="{BB962C8B-B14F-4D97-AF65-F5344CB8AC3E}">
        <p14:creationId xmlns:p14="http://schemas.microsoft.com/office/powerpoint/2010/main" val="1813823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870255" y="4025449"/>
            <a:ext cx="6344401" cy="1428701"/>
          </a:xfrm>
          <a:prstGeom prst="rect">
            <a:avLst/>
          </a:prstGeom>
        </p:spPr>
      </p:pic>
      <p:sp>
        <p:nvSpPr>
          <p:cNvPr id="10" name="TextBox 9">
            <a:extLst>
              <a:ext uri="{FF2B5EF4-FFF2-40B4-BE49-F238E27FC236}">
                <a16:creationId xmlns:a16="http://schemas.microsoft.com/office/drawing/2014/main" id="{474C32C3-D158-8F41-5FD4-8394FAE48AFA}"/>
              </a:ext>
            </a:extLst>
          </p:cNvPr>
          <p:cNvSpPr txBox="1"/>
          <p:nvPr/>
        </p:nvSpPr>
        <p:spPr>
          <a:xfrm>
            <a:off x="801761" y="2200540"/>
            <a:ext cx="8472340" cy="1508105"/>
          </a:xfrm>
          <a:prstGeom prst="rect">
            <a:avLst/>
          </a:prstGeom>
          <a:noFill/>
        </p:spPr>
        <p:txBody>
          <a:bodyPr wrap="square">
            <a:spAutoFit/>
          </a:bodyPr>
          <a:lstStyle/>
          <a:p>
            <a:r>
              <a:rPr lang="en-IE" sz="2300" dirty="0">
                <a:latin typeface="Helvetica" pitchFamily="2" charset="0"/>
              </a:rPr>
              <a:t>A </a:t>
            </a:r>
            <a:r>
              <a:rPr lang="en-IE" sz="2300" b="1" dirty="0">
                <a:latin typeface="Helvetica" pitchFamily="2" charset="0"/>
              </a:rPr>
              <a:t>high level </a:t>
            </a:r>
            <a:r>
              <a:rPr lang="en-IE" sz="2300" dirty="0">
                <a:latin typeface="Helvetica" pitchFamily="2" charset="0"/>
              </a:rPr>
              <a:t>representation of the model showing the main entities (which may not end up as tables) mapped from design requirements</a:t>
            </a:r>
          </a:p>
          <a:p>
            <a:endParaRPr lang="en-IE" sz="2300" dirty="0">
              <a:latin typeface="Helvetica" pitchFamily="2" charset="0"/>
            </a:endParaRPr>
          </a:p>
        </p:txBody>
      </p:sp>
      <p:sp>
        <p:nvSpPr>
          <p:cNvPr id="2" name="Title 1">
            <a:extLst>
              <a:ext uri="{FF2B5EF4-FFF2-40B4-BE49-F238E27FC236}">
                <a16:creationId xmlns:a16="http://schemas.microsoft.com/office/drawing/2014/main" id="{7BE14F9A-63CA-CD48-C05B-0E515AE8EA03}"/>
              </a:ext>
            </a:extLst>
          </p:cNvPr>
          <p:cNvSpPr>
            <a:spLocks noGrp="1"/>
          </p:cNvSpPr>
          <p:nvPr>
            <p:ph type="title"/>
          </p:nvPr>
        </p:nvSpPr>
        <p:spPr>
          <a:xfrm>
            <a:off x="471089" y="112176"/>
            <a:ext cx="9133681" cy="1325563"/>
          </a:xfrm>
        </p:spPr>
        <p:txBody>
          <a:bodyPr>
            <a:normAutofit/>
          </a:bodyPr>
          <a:lstStyle/>
          <a:p>
            <a:r>
              <a:rPr lang="en-IE" sz="3500" dirty="0"/>
              <a:t>Conceptual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373185" y="4405435"/>
            <a:ext cx="6654073" cy="1340099"/>
          </a:xfrm>
          <a:prstGeom prst="rect">
            <a:avLst/>
          </a:prstGeom>
        </p:spPr>
      </p:pic>
      <p:sp>
        <p:nvSpPr>
          <p:cNvPr id="12" name="TextBox 11">
            <a:extLst>
              <a:ext uri="{FF2B5EF4-FFF2-40B4-BE49-F238E27FC236}">
                <a16:creationId xmlns:a16="http://schemas.microsoft.com/office/drawing/2014/main" id="{FD3DC066-8E1A-F4D6-3CC6-D50976D5513F}"/>
              </a:ext>
            </a:extLst>
          </p:cNvPr>
          <p:cNvSpPr txBox="1"/>
          <p:nvPr/>
        </p:nvSpPr>
        <p:spPr>
          <a:xfrm>
            <a:off x="1304357" y="2094409"/>
            <a:ext cx="7682546" cy="1862048"/>
          </a:xfrm>
          <a:prstGeom prst="rect">
            <a:avLst/>
          </a:prstGeom>
          <a:noFill/>
        </p:spPr>
        <p:txBody>
          <a:bodyPr wrap="square">
            <a:spAutoFit/>
          </a:bodyPr>
          <a:lstStyle/>
          <a:p>
            <a:r>
              <a:rPr lang="en-CA" sz="2300" dirty="0">
                <a:latin typeface="Helvetica" pitchFamily="2" charset="0"/>
              </a:rPr>
              <a:t>A logical model is a </a:t>
            </a:r>
            <a:r>
              <a:rPr lang="en-CA" sz="2300" b="1" dirty="0">
                <a:latin typeface="Helvetica" pitchFamily="2" charset="0"/>
              </a:rPr>
              <a:t>more detailed </a:t>
            </a:r>
            <a:r>
              <a:rPr lang="en-CA" sz="2300" dirty="0">
                <a:latin typeface="Helvetica" pitchFamily="2" charset="0"/>
              </a:rPr>
              <a:t>version of a conceptual data model. Attributes are added to each entity, and further entities can be added that represent  areas to capture data in the system.</a:t>
            </a:r>
          </a:p>
          <a:p>
            <a:endParaRPr lang="en-CA" sz="2300" dirty="0">
              <a:latin typeface="Helvetica" pitchFamily="2" charset="0"/>
            </a:endParaRPr>
          </a:p>
        </p:txBody>
      </p:sp>
      <p:sp>
        <p:nvSpPr>
          <p:cNvPr id="2" name="Title 1">
            <a:extLst>
              <a:ext uri="{FF2B5EF4-FFF2-40B4-BE49-F238E27FC236}">
                <a16:creationId xmlns:a16="http://schemas.microsoft.com/office/drawing/2014/main" id="{957F5C4E-D4B8-47A7-A3E5-598BC000304F}"/>
              </a:ext>
            </a:extLst>
          </p:cNvPr>
          <p:cNvSpPr>
            <a:spLocks noGrp="1"/>
          </p:cNvSpPr>
          <p:nvPr>
            <p:ph type="title"/>
          </p:nvPr>
        </p:nvSpPr>
        <p:spPr>
          <a:xfrm>
            <a:off x="471089" y="112176"/>
            <a:ext cx="9133681" cy="1325563"/>
          </a:xfrm>
        </p:spPr>
        <p:txBody>
          <a:bodyPr>
            <a:normAutofit/>
          </a:bodyPr>
          <a:lstStyle/>
          <a:p>
            <a:r>
              <a:rPr lang="en-IE" sz="3500" dirty="0"/>
              <a:t>Logical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471089" y="3625850"/>
            <a:ext cx="9432653" cy="2191536"/>
          </a:xfrm>
          <a:prstGeom prst="rect">
            <a:avLst/>
          </a:prstGeom>
        </p:spPr>
      </p:pic>
      <p:sp>
        <p:nvSpPr>
          <p:cNvPr id="12" name="TextBox 11">
            <a:extLst>
              <a:ext uri="{FF2B5EF4-FFF2-40B4-BE49-F238E27FC236}">
                <a16:creationId xmlns:a16="http://schemas.microsoft.com/office/drawing/2014/main" id="{9F72E38A-78C0-F6C6-08E0-01EA4DA3C90F}"/>
              </a:ext>
            </a:extLst>
          </p:cNvPr>
          <p:cNvSpPr txBox="1"/>
          <p:nvPr/>
        </p:nvSpPr>
        <p:spPr>
          <a:xfrm>
            <a:off x="1124856" y="1457449"/>
            <a:ext cx="7826145" cy="1862048"/>
          </a:xfrm>
          <a:prstGeom prst="rect">
            <a:avLst/>
          </a:prstGeom>
          <a:noFill/>
        </p:spPr>
        <p:txBody>
          <a:bodyPr wrap="square">
            <a:spAutoFit/>
          </a:bodyPr>
          <a:lstStyle/>
          <a:p>
            <a:pPr algn="ctr"/>
            <a:r>
              <a:rPr lang="en-IE" sz="2300" dirty="0">
                <a:latin typeface="Helvetica" pitchFamily="2" charset="0"/>
              </a:rPr>
              <a:t>The physical data model is the </a:t>
            </a:r>
            <a:r>
              <a:rPr lang="en-IE" sz="2300" b="1" dirty="0">
                <a:latin typeface="Helvetica" pitchFamily="2" charset="0"/>
              </a:rPr>
              <a:t>most detailed </a:t>
            </a:r>
            <a:r>
              <a:rPr lang="en-IE" sz="2300" dirty="0">
                <a:latin typeface="Helvetica" pitchFamily="2" charset="0"/>
              </a:rPr>
              <a:t>data model in this process. It defines a set of tables and columns and how they relate to each other. It includes primary and foreign keys, as well as the data types for each column.</a:t>
            </a:r>
          </a:p>
          <a:p>
            <a:endParaRPr lang="pt-PT" sz="2300" dirty="0">
              <a:latin typeface="Helvetica" pitchFamily="2" charset="0"/>
            </a:endParaRPr>
          </a:p>
        </p:txBody>
      </p:sp>
      <p:sp>
        <p:nvSpPr>
          <p:cNvPr id="2" name="Title 1">
            <a:extLst>
              <a:ext uri="{FF2B5EF4-FFF2-40B4-BE49-F238E27FC236}">
                <a16:creationId xmlns:a16="http://schemas.microsoft.com/office/drawing/2014/main" id="{5972C53C-AE07-4683-E20F-CC7982E820CF}"/>
              </a:ext>
            </a:extLst>
          </p:cNvPr>
          <p:cNvSpPr>
            <a:spLocks noGrp="1"/>
          </p:cNvSpPr>
          <p:nvPr>
            <p:ph type="title"/>
          </p:nvPr>
        </p:nvSpPr>
        <p:spPr>
          <a:xfrm>
            <a:off x="471089" y="112176"/>
            <a:ext cx="9133681" cy="1325563"/>
          </a:xfrm>
        </p:spPr>
        <p:txBody>
          <a:bodyPr>
            <a:normAutofit/>
          </a:bodyPr>
          <a:lstStyle/>
          <a:p>
            <a:r>
              <a:rPr lang="en-IE" sz="3500" dirty="0"/>
              <a:t>Physical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F3661C3-EB46-6993-EF78-302204EB5ECC}"/>
              </a:ext>
            </a:extLst>
          </p:cNvPr>
          <p:cNvSpPr txBox="1"/>
          <p:nvPr/>
        </p:nvSpPr>
        <p:spPr>
          <a:xfrm>
            <a:off x="1088959" y="2055062"/>
            <a:ext cx="8515811" cy="2923877"/>
          </a:xfrm>
          <a:prstGeom prst="rect">
            <a:avLst/>
          </a:prstGeom>
          <a:noFill/>
        </p:spPr>
        <p:txBody>
          <a:bodyPr wrap="square">
            <a:spAutoFit/>
          </a:bodyPr>
          <a:lstStyle/>
          <a:p>
            <a:r>
              <a:rPr lang="en-IE" sz="2300" dirty="0">
                <a:latin typeface="Helvetica" pitchFamily="2" charset="0"/>
              </a:rPr>
              <a:t>Building the model right:</a:t>
            </a:r>
          </a:p>
          <a:p>
            <a:endParaRPr lang="en-IE" sz="2300" dirty="0">
              <a:latin typeface="Helvetica" pitchFamily="2" charset="0"/>
            </a:endParaRPr>
          </a:p>
          <a:p>
            <a:pPr marL="269262" indent="-269262">
              <a:buFont typeface="Arial" panose="020B0604020202020204" pitchFamily="34" charset="0"/>
              <a:buChar char="•"/>
            </a:pPr>
            <a:r>
              <a:rPr lang="en-IE" sz="2300" dirty="0">
                <a:latin typeface="Helvetica" pitchFamily="2" charset="0"/>
              </a:rPr>
              <a:t>Translating your logical model into the relational model</a:t>
            </a:r>
          </a:p>
          <a:p>
            <a:pPr marL="269262" indent="-269262">
              <a:buFont typeface="Arial" panose="020B0604020202020204" pitchFamily="34" charset="0"/>
              <a:buChar char="•"/>
            </a:pPr>
            <a:r>
              <a:rPr lang="en-IE" sz="2300" dirty="0">
                <a:latin typeface="Helvetica" pitchFamily="2" charset="0"/>
              </a:rPr>
              <a:t>Understanding the rules</a:t>
            </a:r>
          </a:p>
          <a:p>
            <a:pPr marL="269262" indent="-269262">
              <a:buFont typeface="Arial" panose="020B0604020202020204" pitchFamily="34" charset="0"/>
              <a:buChar char="•"/>
            </a:pPr>
            <a:r>
              <a:rPr lang="en-IE" sz="2300" dirty="0">
                <a:latin typeface="Helvetica" pitchFamily="2" charset="0"/>
              </a:rPr>
              <a:t>Eliminating redundancy</a:t>
            </a:r>
          </a:p>
          <a:p>
            <a:endParaRPr lang="en-IE" sz="2300" dirty="0">
              <a:latin typeface="Helvetica" pitchFamily="2" charset="0"/>
            </a:endParaRPr>
          </a:p>
          <a:p>
            <a:r>
              <a:rPr lang="en-IE" sz="2300" dirty="0">
                <a:latin typeface="Helvetica" pitchFamily="2" charset="0"/>
              </a:rPr>
              <a:t>From which the physical database can be built</a:t>
            </a:r>
          </a:p>
          <a:p>
            <a:endParaRPr lang="en-IE" sz="2300" dirty="0">
              <a:latin typeface="Helvetica" pitchFamily="2" charset="0"/>
            </a:endParaRPr>
          </a:p>
        </p:txBody>
      </p:sp>
      <p:sp>
        <p:nvSpPr>
          <p:cNvPr id="2" name="Title 1">
            <a:extLst>
              <a:ext uri="{FF2B5EF4-FFF2-40B4-BE49-F238E27FC236}">
                <a16:creationId xmlns:a16="http://schemas.microsoft.com/office/drawing/2014/main" id="{BCC3BD50-2DC3-D2F4-2748-1F59F74B817C}"/>
              </a:ext>
            </a:extLst>
          </p:cNvPr>
          <p:cNvSpPr>
            <a:spLocks noGrp="1"/>
          </p:cNvSpPr>
          <p:nvPr>
            <p:ph type="title"/>
          </p:nvPr>
        </p:nvSpPr>
        <p:spPr>
          <a:xfrm>
            <a:off x="471089" y="112176"/>
            <a:ext cx="9133681" cy="1325563"/>
          </a:xfrm>
        </p:spPr>
        <p:txBody>
          <a:bodyPr>
            <a:normAutofit/>
          </a:bodyPr>
          <a:lstStyle/>
          <a:p>
            <a:r>
              <a:rPr lang="en-IE" sz="3500" dirty="0"/>
              <a:t>Physical model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4042005" y="2065243"/>
            <a:ext cx="5542031" cy="4450919"/>
          </a:xfrm>
          <a:prstGeom prst="rect">
            <a:avLst/>
          </a:prstGeom>
        </p:spPr>
      </p:pic>
      <p:sp>
        <p:nvSpPr>
          <p:cNvPr id="9" name="TextBox 8">
            <a:extLst>
              <a:ext uri="{FF2B5EF4-FFF2-40B4-BE49-F238E27FC236}">
                <a16:creationId xmlns:a16="http://schemas.microsoft.com/office/drawing/2014/main" id="{6C60C68D-52D2-C7AD-F543-5ACACDB6395C}"/>
              </a:ext>
            </a:extLst>
          </p:cNvPr>
          <p:cNvSpPr txBox="1"/>
          <p:nvPr/>
        </p:nvSpPr>
        <p:spPr>
          <a:xfrm>
            <a:off x="227365" y="2844856"/>
            <a:ext cx="3518175" cy="3277820"/>
          </a:xfrm>
          <a:prstGeom prst="rect">
            <a:avLst/>
          </a:prstGeom>
          <a:noFill/>
        </p:spPr>
        <p:txBody>
          <a:bodyPr wrap="square">
            <a:spAutoFit/>
          </a:bodyPr>
          <a:lstStyle/>
          <a:p>
            <a:pPr marL="323115" indent="-323115">
              <a:buFont typeface="Arial" panose="020B0604020202020204" pitchFamily="34" charset="0"/>
              <a:buChar char="•"/>
            </a:pPr>
            <a:r>
              <a:rPr lang="en-IE" sz="2300" dirty="0">
                <a:latin typeface="Helvetica" pitchFamily="2" charset="0"/>
              </a:rPr>
              <a:t>Duplication of data in separate tables</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Leads to waste and potential inconsistency</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How to overcome  this?</a:t>
            </a:r>
          </a:p>
          <a:p>
            <a:pPr marL="323115" indent="-323115">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F63ADCD8-6A60-759D-76A5-54EC64D76915}"/>
              </a:ext>
            </a:extLst>
          </p:cNvPr>
          <p:cNvSpPr>
            <a:spLocks noGrp="1"/>
          </p:cNvSpPr>
          <p:nvPr>
            <p:ph type="title"/>
          </p:nvPr>
        </p:nvSpPr>
        <p:spPr>
          <a:xfrm>
            <a:off x="471089" y="112176"/>
            <a:ext cx="9133681" cy="1325563"/>
          </a:xfrm>
        </p:spPr>
        <p:txBody>
          <a:bodyPr>
            <a:normAutofit/>
          </a:bodyPr>
          <a:lstStyle/>
          <a:p>
            <a:r>
              <a:rPr lang="en-IE" sz="3500" dirty="0"/>
              <a:t>Data redundancy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5FF0231-6A3B-0A16-5FA1-A89823B3E732}"/>
              </a:ext>
            </a:extLst>
          </p:cNvPr>
          <p:cNvSpPr txBox="1"/>
          <p:nvPr/>
        </p:nvSpPr>
        <p:spPr>
          <a:xfrm>
            <a:off x="658162" y="1911464"/>
            <a:ext cx="8759538" cy="3631763"/>
          </a:xfrm>
          <a:prstGeom prst="rect">
            <a:avLst/>
          </a:prstGeom>
          <a:noFill/>
        </p:spPr>
        <p:txBody>
          <a:bodyPr wrap="square">
            <a:spAutoFit/>
          </a:bodyPr>
          <a:lstStyle/>
          <a:p>
            <a:pPr marL="323115" indent="-323115">
              <a:buFont typeface="Arial" panose="020B0604020202020204" pitchFamily="34" charset="0"/>
              <a:buChar char="•"/>
            </a:pPr>
            <a:r>
              <a:rPr lang="en-IE" sz="2300" dirty="0">
                <a:latin typeface="Helvetica" pitchFamily="2" charset="0"/>
              </a:rPr>
              <a:t>An attribute of one table that represents the relationship between this table and another</a:t>
            </a:r>
          </a:p>
          <a:p>
            <a:pPr marL="323115" indent="-323115">
              <a:buFont typeface="Arial" panose="020B0604020202020204" pitchFamily="34" charset="0"/>
              <a:buChar char="•"/>
            </a:pPr>
            <a:r>
              <a:rPr lang="en-IE" sz="2300" dirty="0">
                <a:latin typeface="Helvetica" pitchFamily="2" charset="0"/>
              </a:rPr>
              <a:t>The attribute is the primary key of the other table</a:t>
            </a:r>
          </a:p>
          <a:p>
            <a:pPr marL="323115" indent="-323115">
              <a:buFont typeface="Arial" panose="020B0604020202020204" pitchFamily="34" charset="0"/>
              <a:buChar char="•"/>
            </a:pPr>
            <a:r>
              <a:rPr lang="en-IE" sz="2300" dirty="0">
                <a:latin typeface="Helvetica" pitchFamily="2" charset="0"/>
              </a:rPr>
              <a:t>Foreign keys provide a method for maintaining integrity in  the data (called referential integrity) and for navigating  between different instances of an entity.</a:t>
            </a:r>
          </a:p>
          <a:p>
            <a:pPr marL="323115" indent="-323115">
              <a:buFont typeface="Arial" panose="020B0604020202020204" pitchFamily="34" charset="0"/>
              <a:buChar char="•"/>
            </a:pPr>
            <a:r>
              <a:rPr lang="en-IE" sz="2300" dirty="0">
                <a:latin typeface="Helvetica" pitchFamily="2" charset="0"/>
              </a:rPr>
              <a:t>Every relationship between tables must be supported by a foreign key.</a:t>
            </a:r>
          </a:p>
          <a:p>
            <a:pPr marL="323115" indent="-323115">
              <a:buFont typeface="Arial" panose="020B0604020202020204" pitchFamily="34" charset="0"/>
              <a:buChar char="•"/>
            </a:pPr>
            <a:r>
              <a:rPr lang="en-IE" sz="2300" dirty="0">
                <a:latin typeface="Helvetica" pitchFamily="2" charset="0"/>
              </a:rPr>
              <a:t>Foreign keys attributes are indicated by the notation (FK) beside them on database models.</a:t>
            </a:r>
          </a:p>
        </p:txBody>
      </p:sp>
      <p:sp>
        <p:nvSpPr>
          <p:cNvPr id="2" name="Title 1">
            <a:extLst>
              <a:ext uri="{FF2B5EF4-FFF2-40B4-BE49-F238E27FC236}">
                <a16:creationId xmlns:a16="http://schemas.microsoft.com/office/drawing/2014/main" id="{E6D1C81A-7CA7-0B9D-643F-C548EF827CFC}"/>
              </a:ext>
            </a:extLst>
          </p:cNvPr>
          <p:cNvSpPr>
            <a:spLocks noGrp="1"/>
          </p:cNvSpPr>
          <p:nvPr>
            <p:ph type="title"/>
          </p:nvPr>
        </p:nvSpPr>
        <p:spPr>
          <a:xfrm>
            <a:off x="471089" y="112176"/>
            <a:ext cx="9133681" cy="1325563"/>
          </a:xfrm>
        </p:spPr>
        <p:txBody>
          <a:bodyPr>
            <a:normAutofit/>
          </a:bodyPr>
          <a:lstStyle/>
          <a:p>
            <a:r>
              <a:rPr lang="en-IE" sz="3500" dirty="0"/>
              <a:t>Key constraints – Foreign key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054B31B-F62C-E74A-B616-CD454B0616AB}"/>
              </a:ext>
            </a:extLst>
          </p:cNvPr>
          <p:cNvSpPr txBox="1"/>
          <p:nvPr/>
        </p:nvSpPr>
        <p:spPr>
          <a:xfrm>
            <a:off x="311131" y="2126862"/>
            <a:ext cx="9453600" cy="4339650"/>
          </a:xfrm>
          <a:prstGeom prst="rect">
            <a:avLst/>
          </a:prstGeom>
          <a:noFill/>
        </p:spPr>
        <p:txBody>
          <a:bodyPr wrap="square">
            <a:spAutoFit/>
          </a:bodyPr>
          <a:lstStyle/>
          <a:p>
            <a:pPr marL="269262" indent="-269262">
              <a:buFont typeface="Arial" panose="020B0604020202020204" pitchFamily="34" charset="0"/>
              <a:buChar char="•"/>
            </a:pPr>
            <a:r>
              <a:rPr lang="en-IE" sz="2300" dirty="0">
                <a:latin typeface="Helvetica" pitchFamily="2" charset="0"/>
              </a:rPr>
              <a:t>A formal process involves reflecting on tables, attributes, and relationships to be created when developing a database most efficiently.</a:t>
            </a:r>
          </a:p>
          <a:p>
            <a:pPr marL="269262" indent="-269262">
              <a:buFont typeface="Arial" panose="020B0604020202020204" pitchFamily="34" charset="0"/>
              <a:buChar char="•"/>
            </a:pPr>
            <a:endParaRPr lang="en-IE" sz="2300" dirty="0">
              <a:latin typeface="Helvetica" pitchFamily="2" charset="0"/>
            </a:endParaRPr>
          </a:p>
          <a:p>
            <a:pPr marL="269262" indent="-269262">
              <a:buFont typeface="Arial" panose="020B0604020202020204" pitchFamily="34" charset="0"/>
              <a:buChar char="•"/>
            </a:pPr>
            <a:r>
              <a:rPr lang="en-IE" sz="2300" dirty="0">
                <a:latin typeface="Helvetica" pitchFamily="2" charset="0"/>
              </a:rPr>
              <a:t>The objective of normalisation is </a:t>
            </a:r>
            <a:r>
              <a:rPr lang="en-IE" sz="2300" b="1" dirty="0">
                <a:latin typeface="Helvetica" pitchFamily="2" charset="0"/>
              </a:rPr>
              <a:t>to create relations where every dependency is on the key, the whole key, and nothing but the key</a:t>
            </a:r>
            <a:r>
              <a:rPr lang="en-IE" sz="2300" dirty="0">
                <a:latin typeface="Helvetica" pitchFamily="2" charset="0"/>
              </a:rPr>
              <a:t>.</a:t>
            </a:r>
          </a:p>
          <a:p>
            <a:pPr marL="269262" indent="-269262">
              <a:buFont typeface="Arial" panose="020B0604020202020204" pitchFamily="34" charset="0"/>
              <a:buChar char="•"/>
            </a:pPr>
            <a:endParaRPr lang="en-IE" sz="2300" dirty="0">
              <a:latin typeface="Helvetica" pitchFamily="2" charset="0"/>
            </a:endParaRPr>
          </a:p>
          <a:p>
            <a:pPr marL="269262" indent="-269262">
              <a:buFont typeface="Arial" panose="020B0604020202020204" pitchFamily="34" charset="0"/>
              <a:buChar char="•"/>
            </a:pPr>
            <a:r>
              <a:rPr lang="en-IE" sz="2300" dirty="0">
                <a:latin typeface="Helvetica" pitchFamily="2" charset="0"/>
              </a:rPr>
              <a:t>Normalisation reduces </a:t>
            </a:r>
            <a:r>
              <a:rPr lang="en-IE" sz="2300" b="1" dirty="0">
                <a:latin typeface="Helvetica" pitchFamily="2" charset="0"/>
              </a:rPr>
              <a:t>data redundancy </a:t>
            </a:r>
            <a:r>
              <a:rPr lang="en-IE" sz="2300" dirty="0">
                <a:latin typeface="Helvetica" pitchFamily="2" charset="0"/>
              </a:rPr>
              <a:t>and increases </a:t>
            </a:r>
            <a:r>
              <a:rPr lang="en-IE" sz="2300" b="1" dirty="0">
                <a:latin typeface="Helvetica" pitchFamily="2" charset="0"/>
              </a:rPr>
              <a:t>data integrity</a:t>
            </a:r>
            <a:r>
              <a:rPr lang="en-IE" sz="2300" dirty="0">
                <a:latin typeface="Helvetica" pitchFamily="2" charset="0"/>
              </a:rPr>
              <a:t>, making it easier to save space on the server and maintain and access the data</a:t>
            </a:r>
            <a:endParaRPr lang="en-IE" sz="2300" b="1" dirty="0">
              <a:latin typeface="Helvetica" pitchFamily="2" charset="0"/>
            </a:endParaRP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EAC0490B-A98B-696C-0C29-6DDA81EE0B0E}"/>
              </a:ext>
            </a:extLst>
          </p:cNvPr>
          <p:cNvSpPr>
            <a:spLocks noGrp="1"/>
          </p:cNvSpPr>
          <p:nvPr>
            <p:ph type="title"/>
          </p:nvPr>
        </p:nvSpPr>
        <p:spPr>
          <a:xfrm>
            <a:off x="471089" y="112176"/>
            <a:ext cx="9133681" cy="1325563"/>
          </a:xfrm>
        </p:spPr>
        <p:txBody>
          <a:bodyPr>
            <a:normAutofit/>
          </a:bodyPr>
          <a:lstStyle/>
          <a:p>
            <a:r>
              <a:rPr lang="en-IE" sz="3500" dirty="0"/>
              <a:t>Normalisation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F49C3B5-E93A-31C4-76F2-7E44ACF31330}"/>
              </a:ext>
            </a:extLst>
          </p:cNvPr>
          <p:cNvSpPr txBox="1"/>
          <p:nvPr/>
        </p:nvSpPr>
        <p:spPr>
          <a:xfrm>
            <a:off x="402468" y="1402938"/>
            <a:ext cx="9202302" cy="5755422"/>
          </a:xfrm>
          <a:prstGeom prst="rect">
            <a:avLst/>
          </a:prstGeom>
          <a:noFill/>
        </p:spPr>
        <p:txBody>
          <a:bodyPr wrap="square">
            <a:spAutoFit/>
          </a:bodyPr>
          <a:lstStyle/>
          <a:p>
            <a:pPr marL="323115" indent="-323115">
              <a:buFont typeface="Arial" panose="020B0604020202020204" pitchFamily="34" charset="0"/>
              <a:buChar char="•"/>
            </a:pPr>
            <a:r>
              <a:rPr lang="en-IE" sz="2300" dirty="0">
                <a:latin typeface="Helvetica" pitchFamily="2" charset="0"/>
              </a:rPr>
              <a:t>Normalisation came as a solution to data anomalies, like data redundancy, which takes memory space and make it hard to manage the data.</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There are three types of anomalies:</a:t>
            </a:r>
          </a:p>
          <a:p>
            <a:pPr marL="323115" indent="-323115">
              <a:buFont typeface="Arial" panose="020B0604020202020204" pitchFamily="34" charset="0"/>
              <a:buChar char="•"/>
            </a:pPr>
            <a:endParaRPr lang="en-IE" sz="2300" dirty="0">
              <a:latin typeface="Helvetica" pitchFamily="2" charset="0"/>
            </a:endParaRPr>
          </a:p>
          <a:p>
            <a:pPr marL="753934" lvl="1" indent="-323115">
              <a:buFont typeface="Arial" panose="020B0604020202020204" pitchFamily="34" charset="0"/>
              <a:buChar char="•"/>
            </a:pPr>
            <a:r>
              <a:rPr lang="en-IE" sz="2300" dirty="0">
                <a:latin typeface="Helvetica" pitchFamily="2" charset="0"/>
              </a:rPr>
              <a:t>Update anomalies: happen when the data is stored redundantly in the same table and someone when trying to update the data, </a:t>
            </a:r>
            <a:r>
              <a:rPr lang="en-IE" sz="2300" b="1" dirty="0">
                <a:latin typeface="Helvetica" pitchFamily="2" charset="0"/>
              </a:rPr>
              <a:t>misses</a:t>
            </a:r>
            <a:r>
              <a:rPr lang="en-IE" sz="2300" dirty="0">
                <a:latin typeface="Helvetica" pitchFamily="2" charset="0"/>
              </a:rPr>
              <a:t> some of the values.</a:t>
            </a:r>
          </a:p>
          <a:p>
            <a:pPr marL="753934" lvl="1" indent="-323115">
              <a:buFont typeface="Arial" panose="020B0604020202020204" pitchFamily="34" charset="0"/>
              <a:buChar char="•"/>
            </a:pPr>
            <a:endParaRPr lang="en-IE" sz="2300" dirty="0">
              <a:latin typeface="Helvetica" pitchFamily="2" charset="0"/>
            </a:endParaRPr>
          </a:p>
          <a:p>
            <a:pPr marL="753934" lvl="1" indent="-323115">
              <a:buFont typeface="Arial" panose="020B0604020202020204" pitchFamily="34" charset="0"/>
              <a:buChar char="•"/>
            </a:pPr>
            <a:r>
              <a:rPr lang="en-IE" sz="2300" dirty="0">
                <a:latin typeface="Helvetica" pitchFamily="2" charset="0"/>
              </a:rPr>
              <a:t>Insertion anomalies: happen when inserting vital data into the database is not possible because </a:t>
            </a:r>
            <a:r>
              <a:rPr lang="en-IE" sz="2300" b="1" dirty="0">
                <a:latin typeface="Helvetica" pitchFamily="2" charset="0"/>
              </a:rPr>
              <a:t>other data is not </a:t>
            </a:r>
            <a:r>
              <a:rPr lang="en-IE" sz="2300" dirty="0">
                <a:latin typeface="Helvetica" pitchFamily="2" charset="0"/>
              </a:rPr>
              <a:t>there.</a:t>
            </a:r>
          </a:p>
          <a:p>
            <a:pPr marL="753934" lvl="1" indent="-323115">
              <a:buFont typeface="Arial" panose="020B0604020202020204" pitchFamily="34" charset="0"/>
              <a:buChar char="•"/>
            </a:pPr>
            <a:endParaRPr lang="en-IE" sz="2300" dirty="0">
              <a:latin typeface="Helvetica" pitchFamily="2" charset="0"/>
            </a:endParaRPr>
          </a:p>
          <a:p>
            <a:pPr marL="753934" lvl="1" indent="-323115">
              <a:buFont typeface="Arial" panose="020B0604020202020204" pitchFamily="34" charset="0"/>
              <a:buChar char="•"/>
            </a:pPr>
            <a:r>
              <a:rPr lang="en-IE" sz="2300" dirty="0">
                <a:latin typeface="Helvetica" pitchFamily="2" charset="0"/>
              </a:rPr>
              <a:t>Deletion anomalies: happen when the deletion of unwanted information causes </a:t>
            </a:r>
            <a:r>
              <a:rPr lang="en-IE" sz="2300" b="1" dirty="0">
                <a:latin typeface="Helvetica" pitchFamily="2" charset="0"/>
              </a:rPr>
              <a:t>desired information to be deleted </a:t>
            </a:r>
            <a:r>
              <a:rPr lang="en-IE" sz="2300" dirty="0">
                <a:latin typeface="Helvetica" pitchFamily="2" charset="0"/>
              </a:rPr>
              <a:t>as well. </a:t>
            </a:r>
          </a:p>
          <a:p>
            <a:pPr marL="323115" indent="-323115">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5B2BE16B-C9E4-813B-71EA-5B0D5166C3B2}"/>
              </a:ext>
            </a:extLst>
          </p:cNvPr>
          <p:cNvSpPr>
            <a:spLocks noGrp="1"/>
          </p:cNvSpPr>
          <p:nvPr>
            <p:ph type="title"/>
          </p:nvPr>
        </p:nvSpPr>
        <p:spPr>
          <a:xfrm>
            <a:off x="471089" y="112176"/>
            <a:ext cx="9133681" cy="1325563"/>
          </a:xfrm>
        </p:spPr>
        <p:txBody>
          <a:bodyPr>
            <a:normAutofit/>
          </a:bodyPr>
          <a:lstStyle/>
          <a:p>
            <a:r>
              <a:rPr lang="en-IE" sz="3500" dirty="0"/>
              <a:t>Data anomalies</a:t>
            </a:r>
          </a:p>
        </p:txBody>
      </p:sp>
    </p:spTree>
    <p:extLst>
      <p:ext uri="{BB962C8B-B14F-4D97-AF65-F5344CB8AC3E}">
        <p14:creationId xmlns:p14="http://schemas.microsoft.com/office/powerpoint/2010/main" val="1713231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3E1F4A-D321-19DD-CF60-56B352A35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B5178-07D2-86ED-12CB-27179C2986DD}"/>
              </a:ext>
            </a:extLst>
          </p:cNvPr>
          <p:cNvSpPr>
            <a:spLocks noGrp="1"/>
          </p:cNvSpPr>
          <p:nvPr>
            <p:ph type="title"/>
          </p:nvPr>
        </p:nvSpPr>
        <p:spPr>
          <a:xfrm>
            <a:off x="471089" y="112176"/>
            <a:ext cx="9133681" cy="1325563"/>
          </a:xfrm>
        </p:spPr>
        <p:txBody>
          <a:bodyPr>
            <a:normAutofit/>
          </a:bodyPr>
          <a:lstStyle/>
          <a:p>
            <a:r>
              <a:rPr lang="en-IE" sz="3500" dirty="0"/>
              <a:t>Normalisation</a:t>
            </a:r>
          </a:p>
        </p:txBody>
      </p:sp>
      <p:pic>
        <p:nvPicPr>
          <p:cNvPr id="3" name="Picture 2" descr="A diagram of a different way&#10;&#10;AI-generated content may be incorrect.">
            <a:extLst>
              <a:ext uri="{FF2B5EF4-FFF2-40B4-BE49-F238E27FC236}">
                <a16:creationId xmlns:a16="http://schemas.microsoft.com/office/drawing/2014/main" id="{2FE67410-3E38-E9B4-5D66-5966B742E87C}"/>
              </a:ext>
            </a:extLst>
          </p:cNvPr>
          <p:cNvPicPr>
            <a:picLocks noChangeAspect="1"/>
          </p:cNvPicPr>
          <p:nvPr/>
        </p:nvPicPr>
        <p:blipFill>
          <a:blip r:embed="rId2">
            <a:extLst>
              <a:ext uri="{28A0092B-C50C-407E-A947-70E740481C1C}">
                <a14:useLocalDpi xmlns:a14="http://schemas.microsoft.com/office/drawing/2010/main" val="0"/>
              </a:ext>
            </a:extLst>
          </a:blip>
          <a:srcRect b="36536"/>
          <a:stretch>
            <a:fillRect/>
          </a:stretch>
        </p:blipFill>
        <p:spPr>
          <a:xfrm>
            <a:off x="542131" y="909905"/>
            <a:ext cx="8727550" cy="6646595"/>
          </a:xfrm>
          <a:prstGeom prst="rect">
            <a:avLst/>
          </a:prstGeom>
        </p:spPr>
      </p:pic>
    </p:spTree>
    <p:extLst>
      <p:ext uri="{BB962C8B-B14F-4D97-AF65-F5344CB8AC3E}">
        <p14:creationId xmlns:p14="http://schemas.microsoft.com/office/powerpoint/2010/main" val="614818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935C409-0A08-71A1-F9F5-36737DFBAE2C}"/>
              </a:ext>
            </a:extLst>
          </p:cNvPr>
          <p:cNvSpPr txBox="1"/>
          <p:nvPr/>
        </p:nvSpPr>
        <p:spPr>
          <a:xfrm>
            <a:off x="442764" y="2270461"/>
            <a:ext cx="9417700" cy="1508105"/>
          </a:xfrm>
          <a:prstGeom prst="rect">
            <a:avLst/>
          </a:prstGeom>
          <a:noFill/>
        </p:spPr>
        <p:txBody>
          <a:bodyPr wrap="square">
            <a:spAutoFit/>
          </a:bodyPr>
          <a:lstStyle/>
          <a:p>
            <a:pPr marL="269262" indent="-269262">
              <a:buFont typeface="Arial" panose="020B0604020202020204" pitchFamily="34" charset="0"/>
              <a:buChar char="•"/>
            </a:pPr>
            <a:r>
              <a:rPr lang="en-IE" sz="2300" dirty="0">
                <a:latin typeface="Helvetica" pitchFamily="2" charset="0"/>
              </a:rPr>
              <a:t>Each cell should contain a single value (atomic value)</a:t>
            </a:r>
          </a:p>
          <a:p>
            <a:pPr marL="269262" indent="-269262">
              <a:buFont typeface="Arial" panose="020B0604020202020204" pitchFamily="34" charset="0"/>
              <a:buChar char="•"/>
            </a:pPr>
            <a:r>
              <a:rPr lang="en-IE" sz="2300" dirty="0">
                <a:latin typeface="Helvetica" pitchFamily="2" charset="0"/>
              </a:rPr>
              <a:t>All values in a column should be of the same type</a:t>
            </a:r>
          </a:p>
          <a:p>
            <a:pPr marL="269262" indent="-269262">
              <a:buFont typeface="Arial" panose="020B0604020202020204" pitchFamily="34" charset="0"/>
              <a:buChar char="•"/>
            </a:pPr>
            <a:r>
              <a:rPr lang="en-IE" sz="2300" dirty="0">
                <a:latin typeface="Helvetica" pitchFamily="2" charset="0"/>
              </a:rPr>
              <a:t>Each column should be uniquely identified</a:t>
            </a:r>
          </a:p>
          <a:p>
            <a:endParaRPr lang="en-IE" sz="2300" dirty="0">
              <a:latin typeface="Helvetica" pitchFamily="2" charset="0"/>
            </a:endParaRPr>
          </a:p>
        </p:txBody>
      </p:sp>
      <p:sp>
        <p:nvSpPr>
          <p:cNvPr id="2" name="Title 1">
            <a:extLst>
              <a:ext uri="{FF2B5EF4-FFF2-40B4-BE49-F238E27FC236}">
                <a16:creationId xmlns:a16="http://schemas.microsoft.com/office/drawing/2014/main" id="{3C9DAE90-1C8A-E6F8-F750-D7577D07678F}"/>
              </a:ext>
            </a:extLst>
          </p:cNvPr>
          <p:cNvSpPr>
            <a:spLocks noGrp="1"/>
          </p:cNvSpPr>
          <p:nvPr>
            <p:ph type="title"/>
          </p:nvPr>
        </p:nvSpPr>
        <p:spPr>
          <a:xfrm>
            <a:off x="471089" y="112176"/>
            <a:ext cx="9133681" cy="1325563"/>
          </a:xfrm>
        </p:spPr>
        <p:txBody>
          <a:bodyPr>
            <a:normAutofit/>
          </a:bodyPr>
          <a:lstStyle/>
          <a:p>
            <a:r>
              <a:rPr lang="en-IE" sz="3500" dirty="0"/>
              <a:t>First normal form (1NF)</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B0A44AF-B793-8FE5-69D9-B3BAB890C99B}"/>
              </a:ext>
            </a:extLst>
          </p:cNvPr>
          <p:cNvSpPr txBox="1"/>
          <p:nvPr/>
        </p:nvSpPr>
        <p:spPr>
          <a:xfrm>
            <a:off x="84932" y="1274374"/>
            <a:ext cx="9906000" cy="861774"/>
          </a:xfrm>
          <a:prstGeom prst="rect">
            <a:avLst/>
          </a:prstGeom>
          <a:noFill/>
        </p:spPr>
        <p:txBody>
          <a:bodyPr wrap="square">
            <a:spAutoFit/>
          </a:bodyPr>
          <a:lstStyle/>
          <a:p>
            <a:r>
              <a:rPr lang="en-IE" sz="2500" dirty="0">
                <a:latin typeface="Helvetica" pitchFamily="2" charset="0"/>
              </a:rPr>
              <a:t>In the following table, we have cells containing more than one value.</a:t>
            </a:r>
          </a:p>
          <a:p>
            <a:endParaRPr lang="en-IE" sz="2500" dirty="0">
              <a:latin typeface="Helvetica" pitchFamily="2" charset="0"/>
            </a:endParaRPr>
          </a:p>
        </p:txBody>
      </p:sp>
      <p:sp>
        <p:nvSpPr>
          <p:cNvPr id="14" name="TextBox 13">
            <a:extLst>
              <a:ext uri="{FF2B5EF4-FFF2-40B4-BE49-F238E27FC236}">
                <a16:creationId xmlns:a16="http://schemas.microsoft.com/office/drawing/2014/main" id="{FB695051-9BE8-8587-D80E-7D6561C6E5CB}"/>
              </a:ext>
            </a:extLst>
          </p:cNvPr>
          <p:cNvSpPr txBox="1"/>
          <p:nvPr/>
        </p:nvSpPr>
        <p:spPr>
          <a:xfrm>
            <a:off x="245070" y="5073650"/>
            <a:ext cx="6174757" cy="861774"/>
          </a:xfrm>
          <a:prstGeom prst="rect">
            <a:avLst/>
          </a:prstGeom>
          <a:noFill/>
        </p:spPr>
        <p:txBody>
          <a:bodyPr wrap="square">
            <a:spAutoFit/>
          </a:bodyPr>
          <a:lstStyle/>
          <a:p>
            <a:r>
              <a:rPr lang="en-IE" sz="2500" dirty="0">
                <a:latin typeface="Helvetica" pitchFamily="2" charset="0"/>
              </a:rPr>
              <a:t>How can we fix it?</a:t>
            </a:r>
          </a:p>
          <a:p>
            <a:endParaRPr lang="en-IE" sz="2500" dirty="0">
              <a:latin typeface="Helvetica" pitchFamily="2" charset="0"/>
            </a:endParaRPr>
          </a:p>
        </p:txBody>
      </p:sp>
      <p:sp>
        <p:nvSpPr>
          <p:cNvPr id="3" name="Title 1">
            <a:extLst>
              <a:ext uri="{FF2B5EF4-FFF2-40B4-BE49-F238E27FC236}">
                <a16:creationId xmlns:a16="http://schemas.microsoft.com/office/drawing/2014/main" id="{14E8E13C-A76B-D84A-59FA-8917B840F72B}"/>
              </a:ext>
            </a:extLst>
          </p:cNvPr>
          <p:cNvSpPr>
            <a:spLocks noGrp="1"/>
          </p:cNvSpPr>
          <p:nvPr>
            <p:ph type="title"/>
          </p:nvPr>
        </p:nvSpPr>
        <p:spPr>
          <a:xfrm>
            <a:off x="471089" y="112176"/>
            <a:ext cx="9133681" cy="1325563"/>
          </a:xfrm>
        </p:spPr>
        <p:txBody>
          <a:bodyPr>
            <a:normAutofit/>
          </a:bodyPr>
          <a:lstStyle/>
          <a:p>
            <a:r>
              <a:rPr lang="en-IE" sz="3500" dirty="0"/>
              <a:t>First normal form (1NF)</a:t>
            </a:r>
          </a:p>
        </p:txBody>
      </p:sp>
      <p:graphicFrame>
        <p:nvGraphicFramePr>
          <p:cNvPr id="4" name="Table 3">
            <a:extLst>
              <a:ext uri="{FF2B5EF4-FFF2-40B4-BE49-F238E27FC236}">
                <a16:creationId xmlns:a16="http://schemas.microsoft.com/office/drawing/2014/main" id="{C8A9AD7C-D2FB-E97B-647E-C7A7785B559E}"/>
              </a:ext>
            </a:extLst>
          </p:cNvPr>
          <p:cNvGraphicFramePr>
            <a:graphicFrameLocks noGrp="1"/>
          </p:cNvGraphicFramePr>
          <p:nvPr>
            <p:extLst>
              <p:ext uri="{D42A27DB-BD31-4B8C-83A1-F6EECF244321}">
                <p14:modId xmlns:p14="http://schemas.microsoft.com/office/powerpoint/2010/main" val="1718442577"/>
              </p:ext>
            </p:extLst>
          </p:nvPr>
        </p:nvGraphicFramePr>
        <p:xfrm>
          <a:off x="237329" y="2178050"/>
          <a:ext cx="9601200" cy="2316480"/>
        </p:xfrm>
        <a:graphic>
          <a:graphicData uri="http://schemas.openxmlformats.org/drawingml/2006/table">
            <a:tbl>
              <a:tblPr>
                <a:tableStyleId>{5940675A-B579-460E-94D1-54222C63F5DA}</a:tableStyleId>
              </a:tblPr>
              <a:tblGrid>
                <a:gridCol w="1172906">
                  <a:extLst>
                    <a:ext uri="{9D8B030D-6E8A-4147-A177-3AD203B41FA5}">
                      <a16:colId xmlns:a16="http://schemas.microsoft.com/office/drawing/2014/main" val="3445740746"/>
                    </a:ext>
                  </a:extLst>
                </a:gridCol>
                <a:gridCol w="1212087">
                  <a:extLst>
                    <a:ext uri="{9D8B030D-6E8A-4147-A177-3AD203B41FA5}">
                      <a16:colId xmlns:a16="http://schemas.microsoft.com/office/drawing/2014/main" val="1990128041"/>
                    </a:ext>
                  </a:extLst>
                </a:gridCol>
                <a:gridCol w="871943">
                  <a:extLst>
                    <a:ext uri="{9D8B030D-6E8A-4147-A177-3AD203B41FA5}">
                      <a16:colId xmlns:a16="http://schemas.microsoft.com/office/drawing/2014/main" val="1730687183"/>
                    </a:ext>
                  </a:extLst>
                </a:gridCol>
                <a:gridCol w="928360">
                  <a:extLst>
                    <a:ext uri="{9D8B030D-6E8A-4147-A177-3AD203B41FA5}">
                      <a16:colId xmlns:a16="http://schemas.microsoft.com/office/drawing/2014/main" val="4254665778"/>
                    </a:ext>
                  </a:extLst>
                </a:gridCol>
                <a:gridCol w="928360">
                  <a:extLst>
                    <a:ext uri="{9D8B030D-6E8A-4147-A177-3AD203B41FA5}">
                      <a16:colId xmlns:a16="http://schemas.microsoft.com/office/drawing/2014/main" val="1575615673"/>
                    </a:ext>
                  </a:extLst>
                </a:gridCol>
                <a:gridCol w="814759">
                  <a:extLst>
                    <a:ext uri="{9D8B030D-6E8A-4147-A177-3AD203B41FA5}">
                      <a16:colId xmlns:a16="http://schemas.microsoft.com/office/drawing/2014/main" val="3549176471"/>
                    </a:ext>
                  </a:extLst>
                </a:gridCol>
                <a:gridCol w="681427">
                  <a:extLst>
                    <a:ext uri="{9D8B030D-6E8A-4147-A177-3AD203B41FA5}">
                      <a16:colId xmlns:a16="http://schemas.microsoft.com/office/drawing/2014/main" val="1943290164"/>
                    </a:ext>
                  </a:extLst>
                </a:gridCol>
                <a:gridCol w="1590398">
                  <a:extLst>
                    <a:ext uri="{9D8B030D-6E8A-4147-A177-3AD203B41FA5}">
                      <a16:colId xmlns:a16="http://schemas.microsoft.com/office/drawing/2014/main" val="2229586223"/>
                    </a:ext>
                  </a:extLst>
                </a:gridCol>
                <a:gridCol w="1400960">
                  <a:extLst>
                    <a:ext uri="{9D8B030D-6E8A-4147-A177-3AD203B41FA5}">
                      <a16:colId xmlns:a16="http://schemas.microsoft.com/office/drawing/2014/main" val="2818471748"/>
                    </a:ext>
                  </a:extLst>
                </a:gridCol>
              </a:tblGrid>
              <a:tr h="0">
                <a:tc>
                  <a:txBody>
                    <a:bodyPr/>
                    <a:lstStyle/>
                    <a:p>
                      <a:pPr>
                        <a:buNone/>
                      </a:pPr>
                      <a:r>
                        <a:rPr lang="en-IE" sz="1600" dirty="0" err="1"/>
                        <a:t>InvoiceID</a:t>
                      </a:r>
                      <a:endParaRPr lang="en-IE" sz="1600" dirty="0"/>
                    </a:p>
                  </a:txBody>
                  <a:tcPr anchor="ctr"/>
                </a:tc>
                <a:tc>
                  <a:txBody>
                    <a:bodyPr/>
                    <a:lstStyle/>
                    <a:p>
                      <a:pPr>
                        <a:buNone/>
                      </a:pPr>
                      <a:r>
                        <a:rPr lang="en-IE" sz="1600" dirty="0"/>
                        <a:t>CustomerName</a:t>
                      </a:r>
                    </a:p>
                  </a:txBody>
                  <a:tcPr anchor="ctr"/>
                </a:tc>
                <a:tc>
                  <a:txBody>
                    <a:bodyPr/>
                    <a:lstStyle/>
                    <a:p>
                      <a:pPr>
                        <a:buNone/>
                      </a:pPr>
                      <a:r>
                        <a:rPr lang="en-IE" sz="1600"/>
                        <a:t>City</a:t>
                      </a:r>
                    </a:p>
                  </a:txBody>
                  <a:tcPr anchor="ctr"/>
                </a:tc>
                <a:tc>
                  <a:txBody>
                    <a:bodyPr/>
                    <a:lstStyle/>
                    <a:p>
                      <a:pPr>
                        <a:buNone/>
                      </a:pPr>
                      <a:r>
                        <a:rPr lang="en-IE" sz="1600"/>
                        <a:t>ProductLine</a:t>
                      </a:r>
                    </a:p>
                  </a:txBody>
                  <a:tcPr anchor="ctr"/>
                </a:tc>
                <a:tc>
                  <a:txBody>
                    <a:bodyPr/>
                    <a:lstStyle/>
                    <a:p>
                      <a:pPr>
                        <a:buNone/>
                      </a:pPr>
                      <a:r>
                        <a:rPr lang="en-IE" sz="1600"/>
                        <a:t>ItemsBought</a:t>
                      </a:r>
                    </a:p>
                  </a:txBody>
                  <a:tcPr anchor="ctr"/>
                </a:tc>
                <a:tc>
                  <a:txBody>
                    <a:bodyPr/>
                    <a:lstStyle/>
                    <a:p>
                      <a:pPr>
                        <a:buNone/>
                      </a:pPr>
                      <a:r>
                        <a:rPr lang="en-IE" sz="1600"/>
                        <a:t>UnitPrice</a:t>
                      </a:r>
                    </a:p>
                  </a:txBody>
                  <a:tcPr anchor="ctr"/>
                </a:tc>
                <a:tc>
                  <a:txBody>
                    <a:bodyPr/>
                    <a:lstStyle/>
                    <a:p>
                      <a:pPr>
                        <a:buNone/>
                      </a:pPr>
                      <a:r>
                        <a:rPr lang="en-IE" sz="1600"/>
                        <a:t>Total</a:t>
                      </a:r>
                    </a:p>
                  </a:txBody>
                  <a:tcPr anchor="ctr"/>
                </a:tc>
                <a:tc>
                  <a:txBody>
                    <a:bodyPr/>
                    <a:lstStyle/>
                    <a:p>
                      <a:pPr>
                        <a:buNone/>
                      </a:pPr>
                      <a:r>
                        <a:rPr lang="en-IE" sz="1600"/>
                        <a:t>PaymentType</a:t>
                      </a:r>
                    </a:p>
                  </a:txBody>
                  <a:tcPr anchor="ctr"/>
                </a:tc>
                <a:tc>
                  <a:txBody>
                    <a:bodyPr/>
                    <a:lstStyle/>
                    <a:p>
                      <a:pPr>
                        <a:buNone/>
                      </a:pPr>
                      <a:r>
                        <a:rPr lang="en-IE" sz="1600" dirty="0"/>
                        <a:t>Date</a:t>
                      </a:r>
                    </a:p>
                  </a:txBody>
                  <a:tcPr anchor="ctr"/>
                </a:tc>
                <a:extLst>
                  <a:ext uri="{0D108BD9-81ED-4DB2-BD59-A6C34878D82A}">
                    <a16:rowId xmlns:a16="http://schemas.microsoft.com/office/drawing/2014/main" val="2163836385"/>
                  </a:ext>
                </a:extLst>
              </a:tr>
              <a:tr h="0">
                <a:tc>
                  <a:txBody>
                    <a:bodyPr/>
                    <a:lstStyle/>
                    <a:p>
                      <a:pPr>
                        <a:buNone/>
                      </a:pPr>
                      <a:r>
                        <a:rPr lang="en-IE" sz="1600"/>
                        <a:t>INV001</a:t>
                      </a:r>
                    </a:p>
                  </a:txBody>
                  <a:tcPr anchor="ctr"/>
                </a:tc>
                <a:tc>
                  <a:txBody>
                    <a:bodyPr/>
                    <a:lstStyle/>
                    <a:p>
                      <a:pPr>
                        <a:buNone/>
                      </a:pPr>
                      <a:r>
                        <a:rPr lang="en-IE" sz="1600"/>
                        <a:t>Anna Byrne</a:t>
                      </a:r>
                    </a:p>
                  </a:txBody>
                  <a:tcPr anchor="ctr"/>
                </a:tc>
                <a:tc>
                  <a:txBody>
                    <a:bodyPr/>
                    <a:lstStyle/>
                    <a:p>
                      <a:pPr>
                        <a:buNone/>
                      </a:pPr>
                      <a:r>
                        <a:rPr lang="en-IE" sz="1600"/>
                        <a:t>Dublin</a:t>
                      </a:r>
                    </a:p>
                  </a:txBody>
                  <a:tcPr anchor="ctr"/>
                </a:tc>
                <a:tc>
                  <a:txBody>
                    <a:bodyPr/>
                    <a:lstStyle/>
                    <a:p>
                      <a:pPr>
                        <a:buNone/>
                      </a:pPr>
                      <a:r>
                        <a:rPr lang="en-IE" sz="1600"/>
                        <a:t>Bakery, Fruit</a:t>
                      </a:r>
                    </a:p>
                  </a:txBody>
                  <a:tcPr anchor="ctr"/>
                </a:tc>
                <a:tc>
                  <a:txBody>
                    <a:bodyPr/>
                    <a:lstStyle/>
                    <a:p>
                      <a:pPr>
                        <a:buNone/>
                      </a:pPr>
                      <a:r>
                        <a:rPr lang="en-IE" sz="1600"/>
                        <a:t>2.50, 4.00</a:t>
                      </a:r>
                    </a:p>
                  </a:txBody>
                  <a:tcPr anchor="ctr"/>
                </a:tc>
                <a:tc>
                  <a:txBody>
                    <a:bodyPr/>
                    <a:lstStyle/>
                    <a:p>
                      <a:pPr>
                        <a:buNone/>
                      </a:pPr>
                      <a:r>
                        <a:rPr lang="en-IE" sz="1600"/>
                        <a:t>6.50</a:t>
                      </a:r>
                    </a:p>
                  </a:txBody>
                  <a:tcPr anchor="ctr"/>
                </a:tc>
                <a:tc>
                  <a:txBody>
                    <a:bodyPr/>
                    <a:lstStyle/>
                    <a:p>
                      <a:pPr>
                        <a:buNone/>
                      </a:pPr>
                      <a:r>
                        <a:rPr lang="en-IE" sz="1600"/>
                        <a:t>6.50</a:t>
                      </a:r>
                    </a:p>
                  </a:txBody>
                  <a:tcPr anchor="ctr"/>
                </a:tc>
                <a:tc>
                  <a:txBody>
                    <a:bodyPr/>
                    <a:lstStyle/>
                    <a:p>
                      <a:pPr>
                        <a:buNone/>
                      </a:pPr>
                      <a:r>
                        <a:rPr lang="en-IE" sz="1600"/>
                        <a:t>Credit Card</a:t>
                      </a:r>
                    </a:p>
                  </a:txBody>
                  <a:tcPr anchor="ctr"/>
                </a:tc>
                <a:tc>
                  <a:txBody>
                    <a:bodyPr/>
                    <a:lstStyle/>
                    <a:p>
                      <a:pPr>
                        <a:buNone/>
                      </a:pPr>
                      <a:r>
                        <a:rPr lang="en-IE" sz="1600"/>
                        <a:t>2025-09-10</a:t>
                      </a:r>
                    </a:p>
                  </a:txBody>
                  <a:tcPr anchor="ctr"/>
                </a:tc>
                <a:extLst>
                  <a:ext uri="{0D108BD9-81ED-4DB2-BD59-A6C34878D82A}">
                    <a16:rowId xmlns:a16="http://schemas.microsoft.com/office/drawing/2014/main" val="1168500072"/>
                  </a:ext>
                </a:extLst>
              </a:tr>
              <a:tr h="0">
                <a:tc>
                  <a:txBody>
                    <a:bodyPr/>
                    <a:lstStyle/>
                    <a:p>
                      <a:pPr>
                        <a:buNone/>
                      </a:pPr>
                      <a:r>
                        <a:rPr lang="en-IE" sz="1600" dirty="0"/>
                        <a:t>INV002</a:t>
                      </a:r>
                    </a:p>
                  </a:txBody>
                  <a:tcPr anchor="ctr"/>
                </a:tc>
                <a:tc>
                  <a:txBody>
                    <a:bodyPr/>
                    <a:lstStyle/>
                    <a:p>
                      <a:pPr>
                        <a:buNone/>
                      </a:pPr>
                      <a:r>
                        <a:rPr lang="en-IE" sz="1600"/>
                        <a:t>John Murphy</a:t>
                      </a:r>
                    </a:p>
                  </a:txBody>
                  <a:tcPr anchor="ctr"/>
                </a:tc>
                <a:tc>
                  <a:txBody>
                    <a:bodyPr/>
                    <a:lstStyle/>
                    <a:p>
                      <a:pPr>
                        <a:buNone/>
                      </a:pPr>
                      <a:r>
                        <a:rPr lang="en-IE" sz="1600"/>
                        <a:t>Cork</a:t>
                      </a:r>
                    </a:p>
                  </a:txBody>
                  <a:tcPr anchor="ctr"/>
                </a:tc>
                <a:tc>
                  <a:txBody>
                    <a:bodyPr/>
                    <a:lstStyle/>
                    <a:p>
                      <a:pPr>
                        <a:buNone/>
                      </a:pPr>
                      <a:r>
                        <a:rPr lang="en-IE" sz="1600" dirty="0"/>
                        <a:t>Dairy</a:t>
                      </a:r>
                    </a:p>
                  </a:txBody>
                  <a:tcPr anchor="ctr"/>
                </a:tc>
                <a:tc>
                  <a:txBody>
                    <a:bodyPr/>
                    <a:lstStyle/>
                    <a:p>
                      <a:pPr>
                        <a:buNone/>
                      </a:pPr>
                      <a:r>
                        <a:rPr lang="en-IE" sz="1600"/>
                        <a:t>3.00</a:t>
                      </a:r>
                    </a:p>
                  </a:txBody>
                  <a:tcPr anchor="ctr"/>
                </a:tc>
                <a:tc>
                  <a:txBody>
                    <a:bodyPr/>
                    <a:lstStyle/>
                    <a:p>
                      <a:pPr>
                        <a:buNone/>
                      </a:pPr>
                      <a:r>
                        <a:rPr lang="en-IE" sz="1600"/>
                        <a:t>3.00</a:t>
                      </a:r>
                    </a:p>
                  </a:txBody>
                  <a:tcPr anchor="ctr"/>
                </a:tc>
                <a:tc>
                  <a:txBody>
                    <a:bodyPr/>
                    <a:lstStyle/>
                    <a:p>
                      <a:pPr>
                        <a:buNone/>
                      </a:pPr>
                      <a:r>
                        <a:rPr lang="en-IE" sz="1600"/>
                        <a:t>3.00</a:t>
                      </a:r>
                    </a:p>
                  </a:txBody>
                  <a:tcPr anchor="ctr"/>
                </a:tc>
                <a:tc>
                  <a:txBody>
                    <a:bodyPr/>
                    <a:lstStyle/>
                    <a:p>
                      <a:pPr>
                        <a:buNone/>
                      </a:pPr>
                      <a:r>
                        <a:rPr lang="en-IE" sz="1600"/>
                        <a:t>Cash</a:t>
                      </a:r>
                    </a:p>
                  </a:txBody>
                  <a:tcPr anchor="ctr"/>
                </a:tc>
                <a:tc>
                  <a:txBody>
                    <a:bodyPr/>
                    <a:lstStyle/>
                    <a:p>
                      <a:pPr>
                        <a:buNone/>
                      </a:pPr>
                      <a:r>
                        <a:rPr lang="en-IE" sz="1600"/>
                        <a:t>2025-09-11</a:t>
                      </a:r>
                    </a:p>
                  </a:txBody>
                  <a:tcPr anchor="ctr"/>
                </a:tc>
                <a:extLst>
                  <a:ext uri="{0D108BD9-81ED-4DB2-BD59-A6C34878D82A}">
                    <a16:rowId xmlns:a16="http://schemas.microsoft.com/office/drawing/2014/main" val="247207459"/>
                  </a:ext>
                </a:extLst>
              </a:tr>
              <a:tr h="0">
                <a:tc>
                  <a:txBody>
                    <a:bodyPr/>
                    <a:lstStyle/>
                    <a:p>
                      <a:pPr>
                        <a:buNone/>
                      </a:pPr>
                      <a:r>
                        <a:rPr lang="en-IE" sz="1600"/>
                        <a:t>INV003</a:t>
                      </a:r>
                    </a:p>
                  </a:txBody>
                  <a:tcPr anchor="ctr"/>
                </a:tc>
                <a:tc>
                  <a:txBody>
                    <a:bodyPr/>
                    <a:lstStyle/>
                    <a:p>
                      <a:pPr>
                        <a:buNone/>
                      </a:pPr>
                      <a:r>
                        <a:rPr lang="en-IE" sz="1600"/>
                        <a:t>Anna Byrne</a:t>
                      </a:r>
                    </a:p>
                  </a:txBody>
                  <a:tcPr anchor="ctr"/>
                </a:tc>
                <a:tc>
                  <a:txBody>
                    <a:bodyPr/>
                    <a:lstStyle/>
                    <a:p>
                      <a:pPr>
                        <a:buNone/>
                      </a:pPr>
                      <a:r>
                        <a:rPr lang="en-IE" sz="1600" dirty="0"/>
                        <a:t>Dublin</a:t>
                      </a:r>
                    </a:p>
                  </a:txBody>
                  <a:tcPr anchor="ctr"/>
                </a:tc>
                <a:tc>
                  <a:txBody>
                    <a:bodyPr/>
                    <a:lstStyle/>
                    <a:p>
                      <a:pPr>
                        <a:buNone/>
                      </a:pPr>
                      <a:r>
                        <a:rPr lang="en-IE" sz="1600" dirty="0"/>
                        <a:t>Bakery</a:t>
                      </a:r>
                    </a:p>
                  </a:txBody>
                  <a:tcPr anchor="ctr"/>
                </a:tc>
                <a:tc>
                  <a:txBody>
                    <a:bodyPr/>
                    <a:lstStyle/>
                    <a:p>
                      <a:pPr>
                        <a:buNone/>
                      </a:pPr>
                      <a:r>
                        <a:rPr lang="en-IE" sz="1600"/>
                        <a:t>2.50</a:t>
                      </a:r>
                    </a:p>
                  </a:txBody>
                  <a:tcPr anchor="ctr"/>
                </a:tc>
                <a:tc>
                  <a:txBody>
                    <a:bodyPr/>
                    <a:lstStyle/>
                    <a:p>
                      <a:pPr>
                        <a:buNone/>
                      </a:pPr>
                      <a:r>
                        <a:rPr lang="en-IE" sz="1600"/>
                        <a:t>2.50</a:t>
                      </a:r>
                    </a:p>
                  </a:txBody>
                  <a:tcPr anchor="ctr"/>
                </a:tc>
                <a:tc>
                  <a:txBody>
                    <a:bodyPr/>
                    <a:lstStyle/>
                    <a:p>
                      <a:pPr>
                        <a:buNone/>
                      </a:pPr>
                      <a:r>
                        <a:rPr lang="en-IE" sz="1600"/>
                        <a:t>2.50</a:t>
                      </a:r>
                    </a:p>
                  </a:txBody>
                  <a:tcPr anchor="ctr"/>
                </a:tc>
                <a:tc>
                  <a:txBody>
                    <a:bodyPr/>
                    <a:lstStyle/>
                    <a:p>
                      <a:pPr>
                        <a:buNone/>
                      </a:pPr>
                      <a:r>
                        <a:rPr lang="en-IE" sz="1600"/>
                        <a:t>Cash</a:t>
                      </a:r>
                    </a:p>
                  </a:txBody>
                  <a:tcPr anchor="ctr"/>
                </a:tc>
                <a:tc>
                  <a:txBody>
                    <a:bodyPr/>
                    <a:lstStyle/>
                    <a:p>
                      <a:pPr>
                        <a:buNone/>
                      </a:pPr>
                      <a:r>
                        <a:rPr lang="en-IE" sz="1600" dirty="0"/>
                        <a:t>2025-09-12</a:t>
                      </a:r>
                    </a:p>
                  </a:txBody>
                  <a:tcPr anchor="ctr"/>
                </a:tc>
                <a:extLst>
                  <a:ext uri="{0D108BD9-81ED-4DB2-BD59-A6C34878D82A}">
                    <a16:rowId xmlns:a16="http://schemas.microsoft.com/office/drawing/2014/main" val="1898414507"/>
                  </a:ext>
                </a:extLst>
              </a:tr>
            </a:tbl>
          </a:graphicData>
        </a:graphic>
      </p:graphicFrame>
    </p:spTree>
    <p:extLst>
      <p:ext uri="{BB962C8B-B14F-4D97-AF65-F5344CB8AC3E}">
        <p14:creationId xmlns:p14="http://schemas.microsoft.com/office/powerpoint/2010/main" val="3882063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70062-71CC-2050-665D-D7025EAA542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65C492F-5434-3DBD-90BF-DB7128D10C43}"/>
              </a:ext>
            </a:extLst>
          </p:cNvPr>
          <p:cNvSpPr>
            <a:spLocks noGrp="1"/>
          </p:cNvSpPr>
          <p:nvPr>
            <p:ph type="title"/>
          </p:nvPr>
        </p:nvSpPr>
        <p:spPr>
          <a:xfrm>
            <a:off x="471089" y="112176"/>
            <a:ext cx="9133681" cy="1325563"/>
          </a:xfrm>
        </p:spPr>
        <p:txBody>
          <a:bodyPr>
            <a:normAutofit/>
          </a:bodyPr>
          <a:lstStyle/>
          <a:p>
            <a:r>
              <a:rPr lang="en-IE" sz="3500" dirty="0"/>
              <a:t>First normal form (1NF)</a:t>
            </a:r>
          </a:p>
        </p:txBody>
      </p:sp>
      <p:graphicFrame>
        <p:nvGraphicFramePr>
          <p:cNvPr id="2" name="Table 1">
            <a:extLst>
              <a:ext uri="{FF2B5EF4-FFF2-40B4-BE49-F238E27FC236}">
                <a16:creationId xmlns:a16="http://schemas.microsoft.com/office/drawing/2014/main" id="{52F09984-3979-7CEF-F266-ED2A11B20955}"/>
              </a:ext>
            </a:extLst>
          </p:cNvPr>
          <p:cNvGraphicFramePr>
            <a:graphicFrameLocks noGrp="1"/>
          </p:cNvGraphicFramePr>
          <p:nvPr>
            <p:extLst>
              <p:ext uri="{D42A27DB-BD31-4B8C-83A1-F6EECF244321}">
                <p14:modId xmlns:p14="http://schemas.microsoft.com/office/powerpoint/2010/main" val="3065031945"/>
              </p:ext>
            </p:extLst>
          </p:nvPr>
        </p:nvGraphicFramePr>
        <p:xfrm>
          <a:off x="313531" y="2025650"/>
          <a:ext cx="9448803" cy="3276599"/>
        </p:xfrm>
        <a:graphic>
          <a:graphicData uri="http://schemas.openxmlformats.org/drawingml/2006/table">
            <a:tbl>
              <a:tblPr>
                <a:tableStyleId>{5940675A-B579-460E-94D1-54222C63F5DA}</a:tableStyleId>
              </a:tblPr>
              <a:tblGrid>
                <a:gridCol w="1049867">
                  <a:extLst>
                    <a:ext uri="{9D8B030D-6E8A-4147-A177-3AD203B41FA5}">
                      <a16:colId xmlns:a16="http://schemas.microsoft.com/office/drawing/2014/main" val="3483339590"/>
                    </a:ext>
                  </a:extLst>
                </a:gridCol>
                <a:gridCol w="1083733">
                  <a:extLst>
                    <a:ext uri="{9D8B030D-6E8A-4147-A177-3AD203B41FA5}">
                      <a16:colId xmlns:a16="http://schemas.microsoft.com/office/drawing/2014/main" val="170434450"/>
                    </a:ext>
                  </a:extLst>
                </a:gridCol>
                <a:gridCol w="914400">
                  <a:extLst>
                    <a:ext uri="{9D8B030D-6E8A-4147-A177-3AD203B41FA5}">
                      <a16:colId xmlns:a16="http://schemas.microsoft.com/office/drawing/2014/main" val="808178950"/>
                    </a:ext>
                  </a:extLst>
                </a:gridCol>
                <a:gridCol w="1151468">
                  <a:extLst>
                    <a:ext uri="{9D8B030D-6E8A-4147-A177-3AD203B41FA5}">
                      <a16:colId xmlns:a16="http://schemas.microsoft.com/office/drawing/2014/main" val="813732545"/>
                    </a:ext>
                  </a:extLst>
                </a:gridCol>
                <a:gridCol w="1049867">
                  <a:extLst>
                    <a:ext uri="{9D8B030D-6E8A-4147-A177-3AD203B41FA5}">
                      <a16:colId xmlns:a16="http://schemas.microsoft.com/office/drawing/2014/main" val="217075352"/>
                    </a:ext>
                  </a:extLst>
                </a:gridCol>
                <a:gridCol w="1049867">
                  <a:extLst>
                    <a:ext uri="{9D8B030D-6E8A-4147-A177-3AD203B41FA5}">
                      <a16:colId xmlns:a16="http://schemas.microsoft.com/office/drawing/2014/main" val="4102597378"/>
                    </a:ext>
                  </a:extLst>
                </a:gridCol>
                <a:gridCol w="1049867">
                  <a:extLst>
                    <a:ext uri="{9D8B030D-6E8A-4147-A177-3AD203B41FA5}">
                      <a16:colId xmlns:a16="http://schemas.microsoft.com/office/drawing/2014/main" val="511999721"/>
                    </a:ext>
                  </a:extLst>
                </a:gridCol>
                <a:gridCol w="1049867">
                  <a:extLst>
                    <a:ext uri="{9D8B030D-6E8A-4147-A177-3AD203B41FA5}">
                      <a16:colId xmlns:a16="http://schemas.microsoft.com/office/drawing/2014/main" val="1981630268"/>
                    </a:ext>
                  </a:extLst>
                </a:gridCol>
                <a:gridCol w="1049867">
                  <a:extLst>
                    <a:ext uri="{9D8B030D-6E8A-4147-A177-3AD203B41FA5}">
                      <a16:colId xmlns:a16="http://schemas.microsoft.com/office/drawing/2014/main" val="1824552426"/>
                    </a:ext>
                  </a:extLst>
                </a:gridCol>
              </a:tblGrid>
              <a:tr h="858915">
                <a:tc>
                  <a:txBody>
                    <a:bodyPr/>
                    <a:lstStyle/>
                    <a:p>
                      <a:pPr>
                        <a:buNone/>
                      </a:pPr>
                      <a:r>
                        <a:rPr lang="en-IE" sz="1600"/>
                        <a:t>InvoiceID</a:t>
                      </a:r>
                    </a:p>
                  </a:txBody>
                  <a:tcPr anchor="ctr"/>
                </a:tc>
                <a:tc>
                  <a:txBody>
                    <a:bodyPr/>
                    <a:lstStyle/>
                    <a:p>
                      <a:pPr>
                        <a:buNone/>
                      </a:pPr>
                      <a:r>
                        <a:rPr lang="en-IE" sz="1600"/>
                        <a:t>CustomerName</a:t>
                      </a:r>
                    </a:p>
                  </a:txBody>
                  <a:tcPr anchor="ctr"/>
                </a:tc>
                <a:tc>
                  <a:txBody>
                    <a:bodyPr/>
                    <a:lstStyle/>
                    <a:p>
                      <a:pPr>
                        <a:buNone/>
                      </a:pPr>
                      <a:r>
                        <a:rPr lang="en-IE" sz="1600" dirty="0"/>
                        <a:t>City</a:t>
                      </a:r>
                    </a:p>
                  </a:txBody>
                  <a:tcPr anchor="ctr"/>
                </a:tc>
                <a:tc>
                  <a:txBody>
                    <a:bodyPr/>
                    <a:lstStyle/>
                    <a:p>
                      <a:pPr>
                        <a:buNone/>
                      </a:pPr>
                      <a:r>
                        <a:rPr lang="en-IE" sz="1600"/>
                        <a:t>ProductLine</a:t>
                      </a:r>
                    </a:p>
                  </a:txBody>
                  <a:tcPr anchor="ctr"/>
                </a:tc>
                <a:tc>
                  <a:txBody>
                    <a:bodyPr/>
                    <a:lstStyle/>
                    <a:p>
                      <a:pPr>
                        <a:buNone/>
                      </a:pPr>
                      <a:r>
                        <a:rPr lang="en-IE" sz="1600"/>
                        <a:t>UnitPrice</a:t>
                      </a:r>
                    </a:p>
                  </a:txBody>
                  <a:tcPr anchor="ctr"/>
                </a:tc>
                <a:tc>
                  <a:txBody>
                    <a:bodyPr/>
                    <a:lstStyle/>
                    <a:p>
                      <a:pPr>
                        <a:buNone/>
                      </a:pPr>
                      <a:r>
                        <a:rPr lang="en-IE" sz="1600"/>
                        <a:t>Quantity</a:t>
                      </a:r>
                    </a:p>
                  </a:txBody>
                  <a:tcPr anchor="ctr"/>
                </a:tc>
                <a:tc>
                  <a:txBody>
                    <a:bodyPr/>
                    <a:lstStyle/>
                    <a:p>
                      <a:pPr>
                        <a:buNone/>
                      </a:pPr>
                      <a:r>
                        <a:rPr lang="en-IE" sz="1600"/>
                        <a:t>Total</a:t>
                      </a:r>
                    </a:p>
                  </a:txBody>
                  <a:tcPr anchor="ctr"/>
                </a:tc>
                <a:tc>
                  <a:txBody>
                    <a:bodyPr/>
                    <a:lstStyle/>
                    <a:p>
                      <a:pPr>
                        <a:buNone/>
                      </a:pPr>
                      <a:r>
                        <a:rPr lang="en-IE" sz="1600"/>
                        <a:t>PaymentType</a:t>
                      </a:r>
                    </a:p>
                  </a:txBody>
                  <a:tcPr anchor="ctr"/>
                </a:tc>
                <a:tc>
                  <a:txBody>
                    <a:bodyPr/>
                    <a:lstStyle/>
                    <a:p>
                      <a:pPr>
                        <a:buNone/>
                      </a:pPr>
                      <a:r>
                        <a:rPr lang="en-IE" sz="1600"/>
                        <a:t>Date</a:t>
                      </a:r>
                    </a:p>
                  </a:txBody>
                  <a:tcPr anchor="ctr"/>
                </a:tc>
                <a:extLst>
                  <a:ext uri="{0D108BD9-81ED-4DB2-BD59-A6C34878D82A}">
                    <a16:rowId xmlns:a16="http://schemas.microsoft.com/office/drawing/2014/main" val="301723879"/>
                  </a:ext>
                </a:extLst>
              </a:tr>
              <a:tr h="604421">
                <a:tc>
                  <a:txBody>
                    <a:bodyPr/>
                    <a:lstStyle/>
                    <a:p>
                      <a:pPr>
                        <a:buNone/>
                      </a:pPr>
                      <a:r>
                        <a:rPr lang="en-IE" sz="1600"/>
                        <a:t>INV001</a:t>
                      </a:r>
                    </a:p>
                  </a:txBody>
                  <a:tcPr anchor="ctr"/>
                </a:tc>
                <a:tc>
                  <a:txBody>
                    <a:bodyPr/>
                    <a:lstStyle/>
                    <a:p>
                      <a:pPr>
                        <a:buNone/>
                      </a:pPr>
                      <a:r>
                        <a:rPr lang="en-IE" sz="1600"/>
                        <a:t>Anna Byrne</a:t>
                      </a:r>
                    </a:p>
                  </a:txBody>
                  <a:tcPr anchor="ctr"/>
                </a:tc>
                <a:tc>
                  <a:txBody>
                    <a:bodyPr/>
                    <a:lstStyle/>
                    <a:p>
                      <a:pPr>
                        <a:buNone/>
                      </a:pPr>
                      <a:r>
                        <a:rPr lang="en-IE" sz="1600"/>
                        <a:t>Dublin</a:t>
                      </a:r>
                    </a:p>
                  </a:txBody>
                  <a:tcPr anchor="ctr"/>
                </a:tc>
                <a:tc>
                  <a:txBody>
                    <a:bodyPr/>
                    <a:lstStyle/>
                    <a:p>
                      <a:pPr>
                        <a:buNone/>
                      </a:pPr>
                      <a:r>
                        <a:rPr lang="en-IE" sz="1600" dirty="0"/>
                        <a:t>Bakery</a:t>
                      </a:r>
                    </a:p>
                  </a:txBody>
                  <a:tcPr anchor="ctr"/>
                </a:tc>
                <a:tc>
                  <a:txBody>
                    <a:bodyPr/>
                    <a:lstStyle/>
                    <a:p>
                      <a:pPr>
                        <a:buNone/>
                      </a:pPr>
                      <a:r>
                        <a:rPr lang="en-IE" sz="1600"/>
                        <a:t>2.50</a:t>
                      </a:r>
                    </a:p>
                  </a:txBody>
                  <a:tcPr anchor="ctr"/>
                </a:tc>
                <a:tc>
                  <a:txBody>
                    <a:bodyPr/>
                    <a:lstStyle/>
                    <a:p>
                      <a:pPr>
                        <a:buNone/>
                      </a:pPr>
                      <a:r>
                        <a:rPr lang="en-IE" sz="1600"/>
                        <a:t>1</a:t>
                      </a:r>
                    </a:p>
                  </a:txBody>
                  <a:tcPr anchor="ctr"/>
                </a:tc>
                <a:tc>
                  <a:txBody>
                    <a:bodyPr/>
                    <a:lstStyle/>
                    <a:p>
                      <a:pPr>
                        <a:buNone/>
                      </a:pPr>
                      <a:r>
                        <a:rPr lang="en-IE" sz="1600"/>
                        <a:t>2.50</a:t>
                      </a:r>
                    </a:p>
                  </a:txBody>
                  <a:tcPr anchor="ctr"/>
                </a:tc>
                <a:tc>
                  <a:txBody>
                    <a:bodyPr/>
                    <a:lstStyle/>
                    <a:p>
                      <a:pPr>
                        <a:buNone/>
                      </a:pPr>
                      <a:r>
                        <a:rPr lang="en-IE" sz="1600"/>
                        <a:t>Credit Card</a:t>
                      </a:r>
                    </a:p>
                  </a:txBody>
                  <a:tcPr anchor="ctr"/>
                </a:tc>
                <a:tc>
                  <a:txBody>
                    <a:bodyPr/>
                    <a:lstStyle/>
                    <a:p>
                      <a:pPr>
                        <a:buNone/>
                      </a:pPr>
                      <a:r>
                        <a:rPr lang="en-IE" sz="1600"/>
                        <a:t>2025-09-10</a:t>
                      </a:r>
                    </a:p>
                  </a:txBody>
                  <a:tcPr anchor="ctr"/>
                </a:tc>
                <a:extLst>
                  <a:ext uri="{0D108BD9-81ED-4DB2-BD59-A6C34878D82A}">
                    <a16:rowId xmlns:a16="http://schemas.microsoft.com/office/drawing/2014/main" val="738032600"/>
                  </a:ext>
                </a:extLst>
              </a:tr>
              <a:tr h="604421">
                <a:tc>
                  <a:txBody>
                    <a:bodyPr/>
                    <a:lstStyle/>
                    <a:p>
                      <a:pPr>
                        <a:buNone/>
                      </a:pPr>
                      <a:r>
                        <a:rPr lang="en-IE" sz="1600"/>
                        <a:t>INV001</a:t>
                      </a:r>
                    </a:p>
                  </a:txBody>
                  <a:tcPr anchor="ctr"/>
                </a:tc>
                <a:tc>
                  <a:txBody>
                    <a:bodyPr/>
                    <a:lstStyle/>
                    <a:p>
                      <a:pPr>
                        <a:buNone/>
                      </a:pPr>
                      <a:r>
                        <a:rPr lang="en-IE" sz="1600"/>
                        <a:t>Anna Byrne</a:t>
                      </a:r>
                    </a:p>
                  </a:txBody>
                  <a:tcPr anchor="ctr"/>
                </a:tc>
                <a:tc>
                  <a:txBody>
                    <a:bodyPr/>
                    <a:lstStyle/>
                    <a:p>
                      <a:pPr>
                        <a:buNone/>
                      </a:pPr>
                      <a:r>
                        <a:rPr lang="en-IE" sz="1600" dirty="0"/>
                        <a:t>Dublin</a:t>
                      </a:r>
                    </a:p>
                  </a:txBody>
                  <a:tcPr anchor="ctr"/>
                </a:tc>
                <a:tc>
                  <a:txBody>
                    <a:bodyPr/>
                    <a:lstStyle/>
                    <a:p>
                      <a:pPr>
                        <a:buNone/>
                      </a:pPr>
                      <a:r>
                        <a:rPr lang="en-IE" sz="1600"/>
                        <a:t>Fruit</a:t>
                      </a:r>
                    </a:p>
                  </a:txBody>
                  <a:tcPr anchor="ctr"/>
                </a:tc>
                <a:tc>
                  <a:txBody>
                    <a:bodyPr/>
                    <a:lstStyle/>
                    <a:p>
                      <a:pPr>
                        <a:buNone/>
                      </a:pPr>
                      <a:r>
                        <a:rPr lang="en-IE" sz="1600"/>
                        <a:t>4.00</a:t>
                      </a:r>
                    </a:p>
                  </a:txBody>
                  <a:tcPr anchor="ctr"/>
                </a:tc>
                <a:tc>
                  <a:txBody>
                    <a:bodyPr/>
                    <a:lstStyle/>
                    <a:p>
                      <a:pPr>
                        <a:buNone/>
                      </a:pPr>
                      <a:r>
                        <a:rPr lang="en-IE" sz="1600"/>
                        <a:t>1</a:t>
                      </a:r>
                    </a:p>
                  </a:txBody>
                  <a:tcPr anchor="ctr"/>
                </a:tc>
                <a:tc>
                  <a:txBody>
                    <a:bodyPr/>
                    <a:lstStyle/>
                    <a:p>
                      <a:pPr>
                        <a:buNone/>
                      </a:pPr>
                      <a:r>
                        <a:rPr lang="en-IE" sz="1600"/>
                        <a:t>4.00</a:t>
                      </a:r>
                    </a:p>
                  </a:txBody>
                  <a:tcPr anchor="ctr"/>
                </a:tc>
                <a:tc>
                  <a:txBody>
                    <a:bodyPr/>
                    <a:lstStyle/>
                    <a:p>
                      <a:pPr>
                        <a:buNone/>
                      </a:pPr>
                      <a:r>
                        <a:rPr lang="en-IE" sz="1600"/>
                        <a:t>Credit Card</a:t>
                      </a:r>
                    </a:p>
                  </a:txBody>
                  <a:tcPr anchor="ctr"/>
                </a:tc>
                <a:tc>
                  <a:txBody>
                    <a:bodyPr/>
                    <a:lstStyle/>
                    <a:p>
                      <a:pPr>
                        <a:buNone/>
                      </a:pPr>
                      <a:r>
                        <a:rPr lang="en-IE" sz="1600"/>
                        <a:t>2025-09-10</a:t>
                      </a:r>
                    </a:p>
                  </a:txBody>
                  <a:tcPr anchor="ctr"/>
                </a:tc>
                <a:extLst>
                  <a:ext uri="{0D108BD9-81ED-4DB2-BD59-A6C34878D82A}">
                    <a16:rowId xmlns:a16="http://schemas.microsoft.com/office/drawing/2014/main" val="3536272520"/>
                  </a:ext>
                </a:extLst>
              </a:tr>
              <a:tr h="604421">
                <a:tc>
                  <a:txBody>
                    <a:bodyPr/>
                    <a:lstStyle/>
                    <a:p>
                      <a:pPr>
                        <a:buNone/>
                      </a:pPr>
                      <a:r>
                        <a:rPr lang="en-IE" sz="1600"/>
                        <a:t>INV002</a:t>
                      </a:r>
                    </a:p>
                  </a:txBody>
                  <a:tcPr anchor="ctr"/>
                </a:tc>
                <a:tc>
                  <a:txBody>
                    <a:bodyPr/>
                    <a:lstStyle/>
                    <a:p>
                      <a:pPr>
                        <a:buNone/>
                      </a:pPr>
                      <a:r>
                        <a:rPr lang="en-IE" sz="1600"/>
                        <a:t>John Murphy</a:t>
                      </a:r>
                    </a:p>
                  </a:txBody>
                  <a:tcPr anchor="ctr"/>
                </a:tc>
                <a:tc>
                  <a:txBody>
                    <a:bodyPr/>
                    <a:lstStyle/>
                    <a:p>
                      <a:pPr>
                        <a:buNone/>
                      </a:pPr>
                      <a:r>
                        <a:rPr lang="en-IE" sz="1600"/>
                        <a:t>Cork</a:t>
                      </a:r>
                    </a:p>
                  </a:txBody>
                  <a:tcPr anchor="ctr"/>
                </a:tc>
                <a:tc>
                  <a:txBody>
                    <a:bodyPr/>
                    <a:lstStyle/>
                    <a:p>
                      <a:pPr>
                        <a:buNone/>
                      </a:pPr>
                      <a:r>
                        <a:rPr lang="en-IE" sz="1600"/>
                        <a:t>Dairy</a:t>
                      </a:r>
                    </a:p>
                  </a:txBody>
                  <a:tcPr anchor="ctr"/>
                </a:tc>
                <a:tc>
                  <a:txBody>
                    <a:bodyPr/>
                    <a:lstStyle/>
                    <a:p>
                      <a:pPr>
                        <a:buNone/>
                      </a:pPr>
                      <a:r>
                        <a:rPr lang="en-IE" sz="1600"/>
                        <a:t>3.00</a:t>
                      </a:r>
                    </a:p>
                  </a:txBody>
                  <a:tcPr anchor="ctr"/>
                </a:tc>
                <a:tc>
                  <a:txBody>
                    <a:bodyPr/>
                    <a:lstStyle/>
                    <a:p>
                      <a:pPr>
                        <a:buNone/>
                      </a:pPr>
                      <a:r>
                        <a:rPr lang="en-IE" sz="1600"/>
                        <a:t>1</a:t>
                      </a:r>
                    </a:p>
                  </a:txBody>
                  <a:tcPr anchor="ctr"/>
                </a:tc>
                <a:tc>
                  <a:txBody>
                    <a:bodyPr/>
                    <a:lstStyle/>
                    <a:p>
                      <a:pPr>
                        <a:buNone/>
                      </a:pPr>
                      <a:r>
                        <a:rPr lang="en-IE" sz="1600"/>
                        <a:t>3.00</a:t>
                      </a:r>
                    </a:p>
                  </a:txBody>
                  <a:tcPr anchor="ctr"/>
                </a:tc>
                <a:tc>
                  <a:txBody>
                    <a:bodyPr/>
                    <a:lstStyle/>
                    <a:p>
                      <a:pPr>
                        <a:buNone/>
                      </a:pPr>
                      <a:r>
                        <a:rPr lang="en-IE" sz="1600"/>
                        <a:t>Cash</a:t>
                      </a:r>
                    </a:p>
                  </a:txBody>
                  <a:tcPr anchor="ctr"/>
                </a:tc>
                <a:tc>
                  <a:txBody>
                    <a:bodyPr/>
                    <a:lstStyle/>
                    <a:p>
                      <a:pPr>
                        <a:buNone/>
                      </a:pPr>
                      <a:r>
                        <a:rPr lang="en-IE" sz="1600"/>
                        <a:t>2025-09-11</a:t>
                      </a:r>
                    </a:p>
                  </a:txBody>
                  <a:tcPr anchor="ctr"/>
                </a:tc>
                <a:extLst>
                  <a:ext uri="{0D108BD9-81ED-4DB2-BD59-A6C34878D82A}">
                    <a16:rowId xmlns:a16="http://schemas.microsoft.com/office/drawing/2014/main" val="1643591396"/>
                  </a:ext>
                </a:extLst>
              </a:tr>
              <a:tr h="604421">
                <a:tc>
                  <a:txBody>
                    <a:bodyPr/>
                    <a:lstStyle/>
                    <a:p>
                      <a:pPr>
                        <a:buNone/>
                      </a:pPr>
                      <a:r>
                        <a:rPr lang="en-IE" sz="1600"/>
                        <a:t>INV003</a:t>
                      </a:r>
                    </a:p>
                  </a:txBody>
                  <a:tcPr anchor="ctr"/>
                </a:tc>
                <a:tc>
                  <a:txBody>
                    <a:bodyPr/>
                    <a:lstStyle/>
                    <a:p>
                      <a:pPr>
                        <a:buNone/>
                      </a:pPr>
                      <a:r>
                        <a:rPr lang="en-IE" sz="1600"/>
                        <a:t>Anna Byrne</a:t>
                      </a:r>
                    </a:p>
                  </a:txBody>
                  <a:tcPr anchor="ctr"/>
                </a:tc>
                <a:tc>
                  <a:txBody>
                    <a:bodyPr/>
                    <a:lstStyle/>
                    <a:p>
                      <a:pPr>
                        <a:buNone/>
                      </a:pPr>
                      <a:r>
                        <a:rPr lang="en-IE" sz="1600" dirty="0"/>
                        <a:t>Dublin</a:t>
                      </a:r>
                    </a:p>
                  </a:txBody>
                  <a:tcPr anchor="ctr"/>
                </a:tc>
                <a:tc>
                  <a:txBody>
                    <a:bodyPr/>
                    <a:lstStyle/>
                    <a:p>
                      <a:pPr>
                        <a:buNone/>
                      </a:pPr>
                      <a:r>
                        <a:rPr lang="en-IE" sz="1600"/>
                        <a:t>Bakery</a:t>
                      </a:r>
                    </a:p>
                  </a:txBody>
                  <a:tcPr anchor="ctr"/>
                </a:tc>
                <a:tc>
                  <a:txBody>
                    <a:bodyPr/>
                    <a:lstStyle/>
                    <a:p>
                      <a:pPr>
                        <a:buNone/>
                      </a:pPr>
                      <a:r>
                        <a:rPr lang="en-IE" sz="1600"/>
                        <a:t>2.50</a:t>
                      </a:r>
                    </a:p>
                  </a:txBody>
                  <a:tcPr anchor="ctr"/>
                </a:tc>
                <a:tc>
                  <a:txBody>
                    <a:bodyPr/>
                    <a:lstStyle/>
                    <a:p>
                      <a:pPr>
                        <a:buNone/>
                      </a:pPr>
                      <a:r>
                        <a:rPr lang="en-IE" sz="1600"/>
                        <a:t>1</a:t>
                      </a:r>
                    </a:p>
                  </a:txBody>
                  <a:tcPr anchor="ctr"/>
                </a:tc>
                <a:tc>
                  <a:txBody>
                    <a:bodyPr/>
                    <a:lstStyle/>
                    <a:p>
                      <a:pPr>
                        <a:buNone/>
                      </a:pPr>
                      <a:r>
                        <a:rPr lang="en-IE" sz="1600"/>
                        <a:t>2.50</a:t>
                      </a:r>
                    </a:p>
                  </a:txBody>
                  <a:tcPr anchor="ctr"/>
                </a:tc>
                <a:tc>
                  <a:txBody>
                    <a:bodyPr/>
                    <a:lstStyle/>
                    <a:p>
                      <a:pPr>
                        <a:buNone/>
                      </a:pPr>
                      <a:r>
                        <a:rPr lang="en-IE" sz="1600"/>
                        <a:t>Cash</a:t>
                      </a:r>
                    </a:p>
                  </a:txBody>
                  <a:tcPr anchor="ctr"/>
                </a:tc>
                <a:tc>
                  <a:txBody>
                    <a:bodyPr/>
                    <a:lstStyle/>
                    <a:p>
                      <a:pPr>
                        <a:buNone/>
                      </a:pPr>
                      <a:r>
                        <a:rPr lang="en-IE" sz="1600" dirty="0"/>
                        <a:t>2025-09-12</a:t>
                      </a:r>
                    </a:p>
                  </a:txBody>
                  <a:tcPr anchor="ctr"/>
                </a:tc>
                <a:extLst>
                  <a:ext uri="{0D108BD9-81ED-4DB2-BD59-A6C34878D82A}">
                    <a16:rowId xmlns:a16="http://schemas.microsoft.com/office/drawing/2014/main" val="2683644563"/>
                  </a:ext>
                </a:extLst>
              </a:tr>
            </a:tbl>
          </a:graphicData>
        </a:graphic>
      </p:graphicFrame>
    </p:spTree>
    <p:extLst>
      <p:ext uri="{BB962C8B-B14F-4D97-AF65-F5344CB8AC3E}">
        <p14:creationId xmlns:p14="http://schemas.microsoft.com/office/powerpoint/2010/main" val="2767852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570B0D-D1FF-380E-64D3-8333DE89D0A3}"/>
              </a:ext>
            </a:extLst>
          </p:cNvPr>
          <p:cNvSpPr txBox="1"/>
          <p:nvPr/>
        </p:nvSpPr>
        <p:spPr>
          <a:xfrm>
            <a:off x="658162" y="2198661"/>
            <a:ext cx="8418369" cy="2039020"/>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300" dirty="0">
                <a:latin typeface="Helvetica" pitchFamily="2" charset="0"/>
              </a:rPr>
              <a:t>For a table to be in 2NF:</a:t>
            </a:r>
          </a:p>
          <a:p>
            <a:pPr marL="700082" lvl="1" indent="-269262">
              <a:lnSpc>
                <a:spcPct val="150000"/>
              </a:lnSpc>
              <a:buFont typeface="Arial" panose="020B0604020202020204" pitchFamily="34" charset="0"/>
              <a:buChar char="•"/>
            </a:pPr>
            <a:r>
              <a:rPr lang="en-IE" sz="2300" dirty="0">
                <a:latin typeface="Helvetica" pitchFamily="2" charset="0"/>
              </a:rPr>
              <a:t>The database is in its first normal form (1NF)</a:t>
            </a:r>
          </a:p>
          <a:p>
            <a:pPr marL="700082" lvl="1" indent="-269262">
              <a:lnSpc>
                <a:spcPct val="150000"/>
              </a:lnSpc>
              <a:buFont typeface="Arial" panose="020B0604020202020204" pitchFamily="34" charset="0"/>
              <a:buChar char="•"/>
            </a:pPr>
            <a:r>
              <a:rPr lang="en-IE" sz="2300" dirty="0">
                <a:latin typeface="Helvetica" pitchFamily="2" charset="0"/>
              </a:rPr>
              <a:t>Every attribute should be dependent on the primary key</a:t>
            </a: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CA99A7C5-7FB3-DDC2-C11F-D14257010275}"/>
              </a:ext>
            </a:extLst>
          </p:cNvPr>
          <p:cNvSpPr>
            <a:spLocks noGrp="1"/>
          </p:cNvSpPr>
          <p:nvPr>
            <p:ph type="title"/>
          </p:nvPr>
        </p:nvSpPr>
        <p:spPr>
          <a:xfrm>
            <a:off x="471089" y="112176"/>
            <a:ext cx="9133681" cy="1325563"/>
          </a:xfrm>
        </p:spPr>
        <p:txBody>
          <a:bodyPr>
            <a:normAutofit/>
          </a:bodyPr>
          <a:lstStyle/>
          <a:p>
            <a:r>
              <a:rPr lang="en-IE" sz="3500" dirty="0"/>
              <a:t>Second normal form (2NF)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79C6A1A-CDE0-686A-ECCA-48E9888F4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63047-E553-4E27-B15E-4C3D41DFD8F7}"/>
              </a:ext>
            </a:extLst>
          </p:cNvPr>
          <p:cNvSpPr>
            <a:spLocks noGrp="1"/>
          </p:cNvSpPr>
          <p:nvPr>
            <p:ph type="title"/>
          </p:nvPr>
        </p:nvSpPr>
        <p:spPr>
          <a:xfrm>
            <a:off x="471089" y="112176"/>
            <a:ext cx="9133681" cy="1325563"/>
          </a:xfrm>
        </p:spPr>
        <p:txBody>
          <a:bodyPr>
            <a:normAutofit/>
          </a:bodyPr>
          <a:lstStyle/>
          <a:p>
            <a:r>
              <a:rPr lang="en-IE" sz="3500" dirty="0"/>
              <a:t>Second normal form (2NF)</a:t>
            </a:r>
          </a:p>
        </p:txBody>
      </p:sp>
      <p:sp>
        <p:nvSpPr>
          <p:cNvPr id="6" name="TextBox 5">
            <a:extLst>
              <a:ext uri="{FF2B5EF4-FFF2-40B4-BE49-F238E27FC236}">
                <a16:creationId xmlns:a16="http://schemas.microsoft.com/office/drawing/2014/main" id="{E36ACAB0-8E36-6B15-F0DC-854AEC40C230}"/>
              </a:ext>
            </a:extLst>
          </p:cNvPr>
          <p:cNvSpPr txBox="1"/>
          <p:nvPr/>
        </p:nvSpPr>
        <p:spPr>
          <a:xfrm>
            <a:off x="235541" y="1568450"/>
            <a:ext cx="9604774" cy="800219"/>
          </a:xfrm>
          <a:prstGeom prst="rect">
            <a:avLst/>
          </a:prstGeom>
          <a:noFill/>
        </p:spPr>
        <p:txBody>
          <a:bodyPr wrap="square">
            <a:spAutoFit/>
          </a:bodyPr>
          <a:lstStyle/>
          <a:p>
            <a:pPr marL="285750" indent="-285750">
              <a:buFont typeface="Arial" panose="020B0604020202020204" pitchFamily="34" charset="0"/>
              <a:buChar char="•"/>
            </a:pPr>
            <a:r>
              <a:rPr lang="en-IE" sz="2300" dirty="0"/>
              <a:t>Here, our potential key = (</a:t>
            </a:r>
            <a:r>
              <a:rPr lang="en-IE" sz="2300" dirty="0" err="1"/>
              <a:t>InvoiceID</a:t>
            </a:r>
            <a:r>
              <a:rPr lang="en-IE" sz="2300" dirty="0"/>
              <a:t>, </a:t>
            </a:r>
            <a:r>
              <a:rPr lang="en-IE" sz="2300" dirty="0" err="1"/>
              <a:t>ProductLine</a:t>
            </a:r>
            <a:r>
              <a:rPr lang="en-IE" sz="2300" dirty="0"/>
              <a:t>).</a:t>
            </a:r>
          </a:p>
          <a:p>
            <a:pPr marL="285750" indent="-285750">
              <a:buFont typeface="Arial" panose="020B0604020202020204" pitchFamily="34" charset="0"/>
              <a:buChar char="•"/>
            </a:pPr>
            <a:r>
              <a:rPr lang="en-IE" sz="2300" dirty="0"/>
              <a:t>Attributes that depend only on </a:t>
            </a:r>
            <a:r>
              <a:rPr lang="en-IE" sz="2300" dirty="0" err="1"/>
              <a:t>InvoiceID</a:t>
            </a:r>
            <a:r>
              <a:rPr lang="en-IE" sz="2300" dirty="0"/>
              <a:t> move to an Invoice table.</a:t>
            </a:r>
          </a:p>
        </p:txBody>
      </p:sp>
      <p:graphicFrame>
        <p:nvGraphicFramePr>
          <p:cNvPr id="7" name="Table 6">
            <a:extLst>
              <a:ext uri="{FF2B5EF4-FFF2-40B4-BE49-F238E27FC236}">
                <a16:creationId xmlns:a16="http://schemas.microsoft.com/office/drawing/2014/main" id="{6439724B-3244-A575-9D51-917EEA81B919}"/>
              </a:ext>
            </a:extLst>
          </p:cNvPr>
          <p:cNvGraphicFramePr>
            <a:graphicFrameLocks noGrp="1"/>
          </p:cNvGraphicFramePr>
          <p:nvPr>
            <p:extLst>
              <p:ext uri="{D42A27DB-BD31-4B8C-83A1-F6EECF244321}">
                <p14:modId xmlns:p14="http://schemas.microsoft.com/office/powerpoint/2010/main" val="689006676"/>
              </p:ext>
            </p:extLst>
          </p:nvPr>
        </p:nvGraphicFramePr>
        <p:xfrm>
          <a:off x="471089" y="3080782"/>
          <a:ext cx="8888732" cy="1463040"/>
        </p:xfrm>
        <a:graphic>
          <a:graphicData uri="http://schemas.openxmlformats.org/drawingml/2006/table">
            <a:tbl>
              <a:tblPr>
                <a:tableStyleId>{5940675A-B579-460E-94D1-54222C63F5DA}</a:tableStyleId>
              </a:tblPr>
              <a:tblGrid>
                <a:gridCol w="1738313">
                  <a:extLst>
                    <a:ext uri="{9D8B030D-6E8A-4147-A177-3AD203B41FA5}">
                      <a16:colId xmlns:a16="http://schemas.microsoft.com/office/drawing/2014/main" val="2278079866"/>
                    </a:ext>
                  </a:extLst>
                </a:gridCol>
                <a:gridCol w="1935480">
                  <a:extLst>
                    <a:ext uri="{9D8B030D-6E8A-4147-A177-3AD203B41FA5}">
                      <a16:colId xmlns:a16="http://schemas.microsoft.com/office/drawing/2014/main" val="3030399245"/>
                    </a:ext>
                  </a:extLst>
                </a:gridCol>
                <a:gridCol w="1738313">
                  <a:extLst>
                    <a:ext uri="{9D8B030D-6E8A-4147-A177-3AD203B41FA5}">
                      <a16:colId xmlns:a16="http://schemas.microsoft.com/office/drawing/2014/main" val="1484248025"/>
                    </a:ext>
                  </a:extLst>
                </a:gridCol>
                <a:gridCol w="1738313">
                  <a:extLst>
                    <a:ext uri="{9D8B030D-6E8A-4147-A177-3AD203B41FA5}">
                      <a16:colId xmlns:a16="http://schemas.microsoft.com/office/drawing/2014/main" val="195383437"/>
                    </a:ext>
                  </a:extLst>
                </a:gridCol>
                <a:gridCol w="1738313">
                  <a:extLst>
                    <a:ext uri="{9D8B030D-6E8A-4147-A177-3AD203B41FA5}">
                      <a16:colId xmlns:a16="http://schemas.microsoft.com/office/drawing/2014/main" val="390015775"/>
                    </a:ext>
                  </a:extLst>
                </a:gridCol>
              </a:tblGrid>
              <a:tr h="343218">
                <a:tc>
                  <a:txBody>
                    <a:bodyPr/>
                    <a:lstStyle/>
                    <a:p>
                      <a:pPr>
                        <a:buNone/>
                      </a:pPr>
                      <a:r>
                        <a:rPr lang="en-IE" sz="1800" b="1"/>
                        <a:t>InvoiceID (PK)</a:t>
                      </a:r>
                    </a:p>
                  </a:txBody>
                  <a:tcPr anchor="ctr"/>
                </a:tc>
                <a:tc>
                  <a:txBody>
                    <a:bodyPr/>
                    <a:lstStyle/>
                    <a:p>
                      <a:pPr>
                        <a:buNone/>
                      </a:pPr>
                      <a:r>
                        <a:rPr lang="en-IE" sz="1800" b="1"/>
                        <a:t>CustomerName</a:t>
                      </a:r>
                    </a:p>
                  </a:txBody>
                  <a:tcPr anchor="ctr"/>
                </a:tc>
                <a:tc>
                  <a:txBody>
                    <a:bodyPr/>
                    <a:lstStyle/>
                    <a:p>
                      <a:pPr>
                        <a:buNone/>
                      </a:pPr>
                      <a:r>
                        <a:rPr lang="en-IE" sz="1800" b="1"/>
                        <a:t>City</a:t>
                      </a:r>
                    </a:p>
                  </a:txBody>
                  <a:tcPr anchor="ctr"/>
                </a:tc>
                <a:tc>
                  <a:txBody>
                    <a:bodyPr/>
                    <a:lstStyle/>
                    <a:p>
                      <a:pPr>
                        <a:buNone/>
                      </a:pPr>
                      <a:r>
                        <a:rPr lang="en-IE" sz="1800" b="1"/>
                        <a:t>PaymentType</a:t>
                      </a:r>
                    </a:p>
                  </a:txBody>
                  <a:tcPr anchor="ctr"/>
                </a:tc>
                <a:tc>
                  <a:txBody>
                    <a:bodyPr/>
                    <a:lstStyle/>
                    <a:p>
                      <a:pPr>
                        <a:buNone/>
                      </a:pPr>
                      <a:r>
                        <a:rPr lang="en-IE" sz="1800" b="1" dirty="0"/>
                        <a:t>Date</a:t>
                      </a:r>
                    </a:p>
                  </a:txBody>
                  <a:tcPr anchor="ctr"/>
                </a:tc>
                <a:extLst>
                  <a:ext uri="{0D108BD9-81ED-4DB2-BD59-A6C34878D82A}">
                    <a16:rowId xmlns:a16="http://schemas.microsoft.com/office/drawing/2014/main" val="1522942829"/>
                  </a:ext>
                </a:extLst>
              </a:tr>
              <a:tr h="251778">
                <a:tc>
                  <a:txBody>
                    <a:bodyPr/>
                    <a:lstStyle/>
                    <a:p>
                      <a:pPr>
                        <a:buNone/>
                      </a:pPr>
                      <a:r>
                        <a:rPr lang="en-IE" sz="1800"/>
                        <a:t>INV001</a:t>
                      </a:r>
                    </a:p>
                  </a:txBody>
                  <a:tcPr anchor="ctr"/>
                </a:tc>
                <a:tc>
                  <a:txBody>
                    <a:bodyPr/>
                    <a:lstStyle/>
                    <a:p>
                      <a:pPr>
                        <a:buNone/>
                      </a:pPr>
                      <a:r>
                        <a:rPr lang="en-IE" sz="1800"/>
                        <a:t>Anna Byrne</a:t>
                      </a:r>
                    </a:p>
                  </a:txBody>
                  <a:tcPr anchor="ctr"/>
                </a:tc>
                <a:tc>
                  <a:txBody>
                    <a:bodyPr/>
                    <a:lstStyle/>
                    <a:p>
                      <a:pPr>
                        <a:buNone/>
                      </a:pPr>
                      <a:r>
                        <a:rPr lang="en-IE" sz="1800" b="0" dirty="0"/>
                        <a:t>Dublin</a:t>
                      </a:r>
                    </a:p>
                  </a:txBody>
                  <a:tcPr anchor="ctr"/>
                </a:tc>
                <a:tc>
                  <a:txBody>
                    <a:bodyPr/>
                    <a:lstStyle/>
                    <a:p>
                      <a:pPr>
                        <a:buNone/>
                      </a:pPr>
                      <a:r>
                        <a:rPr lang="en-IE" sz="1800" dirty="0"/>
                        <a:t>Credit Card</a:t>
                      </a:r>
                    </a:p>
                  </a:txBody>
                  <a:tcPr anchor="ctr"/>
                </a:tc>
                <a:tc>
                  <a:txBody>
                    <a:bodyPr/>
                    <a:lstStyle/>
                    <a:p>
                      <a:pPr>
                        <a:buNone/>
                      </a:pPr>
                      <a:r>
                        <a:rPr lang="en-IE" sz="1800" dirty="0"/>
                        <a:t>2025-09-10</a:t>
                      </a:r>
                    </a:p>
                  </a:txBody>
                  <a:tcPr anchor="ctr"/>
                </a:tc>
                <a:extLst>
                  <a:ext uri="{0D108BD9-81ED-4DB2-BD59-A6C34878D82A}">
                    <a16:rowId xmlns:a16="http://schemas.microsoft.com/office/drawing/2014/main" val="1303448270"/>
                  </a:ext>
                </a:extLst>
              </a:tr>
              <a:tr h="251778">
                <a:tc>
                  <a:txBody>
                    <a:bodyPr/>
                    <a:lstStyle/>
                    <a:p>
                      <a:pPr>
                        <a:buNone/>
                      </a:pPr>
                      <a:r>
                        <a:rPr lang="en-IE" sz="1800" dirty="0"/>
                        <a:t>INV002</a:t>
                      </a:r>
                    </a:p>
                  </a:txBody>
                  <a:tcPr anchor="ctr"/>
                </a:tc>
                <a:tc>
                  <a:txBody>
                    <a:bodyPr/>
                    <a:lstStyle/>
                    <a:p>
                      <a:pPr>
                        <a:buNone/>
                      </a:pPr>
                      <a:r>
                        <a:rPr lang="en-IE" sz="1800"/>
                        <a:t>John Murphy</a:t>
                      </a:r>
                    </a:p>
                  </a:txBody>
                  <a:tcPr anchor="ctr"/>
                </a:tc>
                <a:tc>
                  <a:txBody>
                    <a:bodyPr/>
                    <a:lstStyle/>
                    <a:p>
                      <a:pPr>
                        <a:buNone/>
                      </a:pPr>
                      <a:r>
                        <a:rPr lang="en-IE" sz="1800" b="0" dirty="0"/>
                        <a:t>Cork</a:t>
                      </a:r>
                    </a:p>
                  </a:txBody>
                  <a:tcPr anchor="ctr"/>
                </a:tc>
                <a:tc>
                  <a:txBody>
                    <a:bodyPr/>
                    <a:lstStyle/>
                    <a:p>
                      <a:pPr>
                        <a:buNone/>
                      </a:pPr>
                      <a:r>
                        <a:rPr lang="en-IE" sz="1800"/>
                        <a:t>Cash</a:t>
                      </a:r>
                    </a:p>
                  </a:txBody>
                  <a:tcPr anchor="ctr"/>
                </a:tc>
                <a:tc>
                  <a:txBody>
                    <a:bodyPr/>
                    <a:lstStyle/>
                    <a:p>
                      <a:pPr>
                        <a:buNone/>
                      </a:pPr>
                      <a:r>
                        <a:rPr lang="en-IE" sz="1800"/>
                        <a:t>2025-09-11</a:t>
                      </a:r>
                    </a:p>
                  </a:txBody>
                  <a:tcPr anchor="ctr"/>
                </a:tc>
                <a:extLst>
                  <a:ext uri="{0D108BD9-81ED-4DB2-BD59-A6C34878D82A}">
                    <a16:rowId xmlns:a16="http://schemas.microsoft.com/office/drawing/2014/main" val="2267171202"/>
                  </a:ext>
                </a:extLst>
              </a:tr>
              <a:tr h="251778">
                <a:tc>
                  <a:txBody>
                    <a:bodyPr/>
                    <a:lstStyle/>
                    <a:p>
                      <a:pPr>
                        <a:buNone/>
                      </a:pPr>
                      <a:r>
                        <a:rPr lang="en-IE" sz="1800"/>
                        <a:t>INV003</a:t>
                      </a:r>
                    </a:p>
                  </a:txBody>
                  <a:tcPr anchor="ctr"/>
                </a:tc>
                <a:tc>
                  <a:txBody>
                    <a:bodyPr/>
                    <a:lstStyle/>
                    <a:p>
                      <a:pPr>
                        <a:buNone/>
                      </a:pPr>
                      <a:r>
                        <a:rPr lang="en-IE" sz="1800" dirty="0"/>
                        <a:t>Anna Byrne</a:t>
                      </a:r>
                    </a:p>
                  </a:txBody>
                  <a:tcPr anchor="ctr"/>
                </a:tc>
                <a:tc>
                  <a:txBody>
                    <a:bodyPr/>
                    <a:lstStyle/>
                    <a:p>
                      <a:pPr>
                        <a:buNone/>
                      </a:pPr>
                      <a:r>
                        <a:rPr lang="en-IE" sz="1800" b="0" dirty="0"/>
                        <a:t>Dublin</a:t>
                      </a:r>
                    </a:p>
                  </a:txBody>
                  <a:tcPr anchor="ctr"/>
                </a:tc>
                <a:tc>
                  <a:txBody>
                    <a:bodyPr/>
                    <a:lstStyle/>
                    <a:p>
                      <a:pPr>
                        <a:buNone/>
                      </a:pPr>
                      <a:r>
                        <a:rPr lang="en-IE" sz="1800"/>
                        <a:t>Cash</a:t>
                      </a:r>
                    </a:p>
                  </a:txBody>
                  <a:tcPr anchor="ctr"/>
                </a:tc>
                <a:tc>
                  <a:txBody>
                    <a:bodyPr/>
                    <a:lstStyle/>
                    <a:p>
                      <a:pPr>
                        <a:buNone/>
                      </a:pPr>
                      <a:r>
                        <a:rPr lang="en-IE" sz="1800" dirty="0"/>
                        <a:t>2025-09-12</a:t>
                      </a:r>
                    </a:p>
                  </a:txBody>
                  <a:tcPr anchor="ctr"/>
                </a:tc>
                <a:extLst>
                  <a:ext uri="{0D108BD9-81ED-4DB2-BD59-A6C34878D82A}">
                    <a16:rowId xmlns:a16="http://schemas.microsoft.com/office/drawing/2014/main" val="1955717595"/>
                  </a:ext>
                </a:extLst>
              </a:tr>
            </a:tbl>
          </a:graphicData>
        </a:graphic>
      </p:graphicFrame>
      <p:graphicFrame>
        <p:nvGraphicFramePr>
          <p:cNvPr id="9" name="Table 8">
            <a:extLst>
              <a:ext uri="{FF2B5EF4-FFF2-40B4-BE49-F238E27FC236}">
                <a16:creationId xmlns:a16="http://schemas.microsoft.com/office/drawing/2014/main" id="{8DC6178D-8B9A-DA93-0E33-A21E37759DC8}"/>
              </a:ext>
            </a:extLst>
          </p:cNvPr>
          <p:cNvGraphicFramePr>
            <a:graphicFrameLocks noGrp="1"/>
          </p:cNvGraphicFramePr>
          <p:nvPr>
            <p:extLst>
              <p:ext uri="{D42A27DB-BD31-4B8C-83A1-F6EECF244321}">
                <p14:modId xmlns:p14="http://schemas.microsoft.com/office/powerpoint/2010/main" val="464549532"/>
              </p:ext>
            </p:extLst>
          </p:nvPr>
        </p:nvGraphicFramePr>
        <p:xfrm>
          <a:off x="467199" y="5343411"/>
          <a:ext cx="9066532" cy="1828800"/>
        </p:xfrm>
        <a:graphic>
          <a:graphicData uri="http://schemas.openxmlformats.org/drawingml/2006/table">
            <a:tbl>
              <a:tblPr>
                <a:tableStyleId>{5940675A-B579-460E-94D1-54222C63F5DA}</a:tableStyleId>
              </a:tblPr>
              <a:tblGrid>
                <a:gridCol w="1738313">
                  <a:extLst>
                    <a:ext uri="{9D8B030D-6E8A-4147-A177-3AD203B41FA5}">
                      <a16:colId xmlns:a16="http://schemas.microsoft.com/office/drawing/2014/main" val="3476939044"/>
                    </a:ext>
                  </a:extLst>
                </a:gridCol>
                <a:gridCol w="2113280">
                  <a:extLst>
                    <a:ext uri="{9D8B030D-6E8A-4147-A177-3AD203B41FA5}">
                      <a16:colId xmlns:a16="http://schemas.microsoft.com/office/drawing/2014/main" val="3776130051"/>
                    </a:ext>
                  </a:extLst>
                </a:gridCol>
                <a:gridCol w="1738313">
                  <a:extLst>
                    <a:ext uri="{9D8B030D-6E8A-4147-A177-3AD203B41FA5}">
                      <a16:colId xmlns:a16="http://schemas.microsoft.com/office/drawing/2014/main" val="3709019866"/>
                    </a:ext>
                  </a:extLst>
                </a:gridCol>
                <a:gridCol w="1738313">
                  <a:extLst>
                    <a:ext uri="{9D8B030D-6E8A-4147-A177-3AD203B41FA5}">
                      <a16:colId xmlns:a16="http://schemas.microsoft.com/office/drawing/2014/main" val="2480231067"/>
                    </a:ext>
                  </a:extLst>
                </a:gridCol>
                <a:gridCol w="1738313">
                  <a:extLst>
                    <a:ext uri="{9D8B030D-6E8A-4147-A177-3AD203B41FA5}">
                      <a16:colId xmlns:a16="http://schemas.microsoft.com/office/drawing/2014/main" val="2258266423"/>
                    </a:ext>
                  </a:extLst>
                </a:gridCol>
              </a:tblGrid>
              <a:tr h="251778">
                <a:tc>
                  <a:txBody>
                    <a:bodyPr/>
                    <a:lstStyle/>
                    <a:p>
                      <a:pPr>
                        <a:buNone/>
                      </a:pPr>
                      <a:r>
                        <a:rPr lang="en-IE" sz="1800" b="1" dirty="0" err="1"/>
                        <a:t>InvoiceID</a:t>
                      </a:r>
                      <a:r>
                        <a:rPr lang="en-IE" sz="1800" b="1" dirty="0"/>
                        <a:t> (PK)</a:t>
                      </a:r>
                    </a:p>
                  </a:txBody>
                  <a:tcPr anchor="ctr"/>
                </a:tc>
                <a:tc>
                  <a:txBody>
                    <a:bodyPr/>
                    <a:lstStyle/>
                    <a:p>
                      <a:pPr>
                        <a:buNone/>
                      </a:pPr>
                      <a:r>
                        <a:rPr lang="en-IE" sz="1800" b="1" dirty="0" err="1"/>
                        <a:t>ProductLine</a:t>
                      </a:r>
                      <a:r>
                        <a:rPr lang="en-IE" sz="1800" b="1" dirty="0"/>
                        <a:t> (PK)</a:t>
                      </a:r>
                    </a:p>
                  </a:txBody>
                  <a:tcPr anchor="ctr"/>
                </a:tc>
                <a:tc>
                  <a:txBody>
                    <a:bodyPr/>
                    <a:lstStyle/>
                    <a:p>
                      <a:pPr algn="r">
                        <a:buNone/>
                      </a:pPr>
                      <a:r>
                        <a:rPr lang="en-IE" sz="1800" b="1"/>
                        <a:t>UnitPrice</a:t>
                      </a:r>
                    </a:p>
                  </a:txBody>
                  <a:tcPr anchor="ctr"/>
                </a:tc>
                <a:tc>
                  <a:txBody>
                    <a:bodyPr/>
                    <a:lstStyle/>
                    <a:p>
                      <a:pPr algn="r">
                        <a:buNone/>
                      </a:pPr>
                      <a:r>
                        <a:rPr lang="en-IE" sz="1800" b="1"/>
                        <a:t>Quantity</a:t>
                      </a:r>
                    </a:p>
                  </a:txBody>
                  <a:tcPr anchor="ctr"/>
                </a:tc>
                <a:tc>
                  <a:txBody>
                    <a:bodyPr/>
                    <a:lstStyle/>
                    <a:p>
                      <a:pPr algn="r">
                        <a:buNone/>
                      </a:pPr>
                      <a:r>
                        <a:rPr lang="en-IE" sz="1800" b="1" dirty="0"/>
                        <a:t>Total</a:t>
                      </a:r>
                    </a:p>
                  </a:txBody>
                  <a:tcPr anchor="ctr"/>
                </a:tc>
                <a:extLst>
                  <a:ext uri="{0D108BD9-81ED-4DB2-BD59-A6C34878D82A}">
                    <a16:rowId xmlns:a16="http://schemas.microsoft.com/office/drawing/2014/main" val="1805356065"/>
                  </a:ext>
                </a:extLst>
              </a:tr>
              <a:tr h="251778">
                <a:tc>
                  <a:txBody>
                    <a:bodyPr/>
                    <a:lstStyle/>
                    <a:p>
                      <a:pPr>
                        <a:buNone/>
                      </a:pPr>
                      <a:r>
                        <a:rPr lang="en-IE" sz="1800"/>
                        <a:t>INV001</a:t>
                      </a:r>
                    </a:p>
                  </a:txBody>
                  <a:tcPr anchor="ctr"/>
                </a:tc>
                <a:tc>
                  <a:txBody>
                    <a:bodyPr/>
                    <a:lstStyle/>
                    <a:p>
                      <a:pPr>
                        <a:buNone/>
                      </a:pPr>
                      <a:r>
                        <a:rPr lang="en-IE" sz="1800"/>
                        <a:t>Bakery</a:t>
                      </a:r>
                    </a:p>
                  </a:txBody>
                  <a:tcPr anchor="ctr"/>
                </a:tc>
                <a:tc>
                  <a:txBody>
                    <a:bodyPr/>
                    <a:lstStyle/>
                    <a:p>
                      <a:pPr algn="r">
                        <a:buNone/>
                      </a:pPr>
                      <a:r>
                        <a:rPr lang="en-IE" sz="1800" dirty="0"/>
                        <a:t>2.50</a:t>
                      </a:r>
                    </a:p>
                  </a:txBody>
                  <a:tcPr anchor="ctr"/>
                </a:tc>
                <a:tc>
                  <a:txBody>
                    <a:bodyPr/>
                    <a:lstStyle/>
                    <a:p>
                      <a:pPr algn="r">
                        <a:buNone/>
                      </a:pPr>
                      <a:r>
                        <a:rPr lang="en-IE" sz="1800"/>
                        <a:t>1</a:t>
                      </a:r>
                    </a:p>
                  </a:txBody>
                  <a:tcPr anchor="ctr"/>
                </a:tc>
                <a:tc>
                  <a:txBody>
                    <a:bodyPr/>
                    <a:lstStyle/>
                    <a:p>
                      <a:pPr algn="r">
                        <a:buNone/>
                      </a:pPr>
                      <a:r>
                        <a:rPr lang="en-IE" sz="1800"/>
                        <a:t>2.50</a:t>
                      </a:r>
                    </a:p>
                  </a:txBody>
                  <a:tcPr anchor="ctr"/>
                </a:tc>
                <a:extLst>
                  <a:ext uri="{0D108BD9-81ED-4DB2-BD59-A6C34878D82A}">
                    <a16:rowId xmlns:a16="http://schemas.microsoft.com/office/drawing/2014/main" val="1540137224"/>
                  </a:ext>
                </a:extLst>
              </a:tr>
              <a:tr h="251778">
                <a:tc>
                  <a:txBody>
                    <a:bodyPr/>
                    <a:lstStyle/>
                    <a:p>
                      <a:pPr>
                        <a:buNone/>
                      </a:pPr>
                      <a:r>
                        <a:rPr lang="en-IE" sz="1800"/>
                        <a:t>INV001</a:t>
                      </a:r>
                    </a:p>
                  </a:txBody>
                  <a:tcPr anchor="ctr"/>
                </a:tc>
                <a:tc>
                  <a:txBody>
                    <a:bodyPr/>
                    <a:lstStyle/>
                    <a:p>
                      <a:pPr>
                        <a:buNone/>
                      </a:pPr>
                      <a:r>
                        <a:rPr lang="en-IE" sz="1800" dirty="0"/>
                        <a:t>Fruit</a:t>
                      </a:r>
                    </a:p>
                  </a:txBody>
                  <a:tcPr anchor="ctr"/>
                </a:tc>
                <a:tc>
                  <a:txBody>
                    <a:bodyPr/>
                    <a:lstStyle/>
                    <a:p>
                      <a:pPr algn="r">
                        <a:buNone/>
                      </a:pPr>
                      <a:r>
                        <a:rPr lang="en-IE" sz="1800" dirty="0"/>
                        <a:t>4.00</a:t>
                      </a:r>
                    </a:p>
                  </a:txBody>
                  <a:tcPr anchor="ctr"/>
                </a:tc>
                <a:tc>
                  <a:txBody>
                    <a:bodyPr/>
                    <a:lstStyle/>
                    <a:p>
                      <a:pPr algn="r">
                        <a:buNone/>
                      </a:pPr>
                      <a:r>
                        <a:rPr lang="en-IE" sz="1800"/>
                        <a:t>1</a:t>
                      </a:r>
                    </a:p>
                  </a:txBody>
                  <a:tcPr anchor="ctr"/>
                </a:tc>
                <a:tc>
                  <a:txBody>
                    <a:bodyPr/>
                    <a:lstStyle/>
                    <a:p>
                      <a:pPr algn="r">
                        <a:buNone/>
                      </a:pPr>
                      <a:r>
                        <a:rPr lang="en-IE" sz="1800"/>
                        <a:t>4.00</a:t>
                      </a:r>
                    </a:p>
                  </a:txBody>
                  <a:tcPr anchor="ctr"/>
                </a:tc>
                <a:extLst>
                  <a:ext uri="{0D108BD9-81ED-4DB2-BD59-A6C34878D82A}">
                    <a16:rowId xmlns:a16="http://schemas.microsoft.com/office/drawing/2014/main" val="1232067545"/>
                  </a:ext>
                </a:extLst>
              </a:tr>
              <a:tr h="251778">
                <a:tc>
                  <a:txBody>
                    <a:bodyPr/>
                    <a:lstStyle/>
                    <a:p>
                      <a:pPr>
                        <a:buNone/>
                      </a:pPr>
                      <a:r>
                        <a:rPr lang="en-IE" sz="1800"/>
                        <a:t>INV002</a:t>
                      </a:r>
                    </a:p>
                  </a:txBody>
                  <a:tcPr anchor="ctr"/>
                </a:tc>
                <a:tc>
                  <a:txBody>
                    <a:bodyPr/>
                    <a:lstStyle/>
                    <a:p>
                      <a:pPr>
                        <a:buNone/>
                      </a:pPr>
                      <a:r>
                        <a:rPr lang="en-IE" sz="1800"/>
                        <a:t>Dairy</a:t>
                      </a:r>
                    </a:p>
                  </a:txBody>
                  <a:tcPr anchor="ctr"/>
                </a:tc>
                <a:tc>
                  <a:txBody>
                    <a:bodyPr/>
                    <a:lstStyle/>
                    <a:p>
                      <a:pPr algn="r">
                        <a:buNone/>
                      </a:pPr>
                      <a:r>
                        <a:rPr lang="en-IE" sz="1800"/>
                        <a:t>3.00</a:t>
                      </a:r>
                    </a:p>
                  </a:txBody>
                  <a:tcPr anchor="ctr"/>
                </a:tc>
                <a:tc>
                  <a:txBody>
                    <a:bodyPr/>
                    <a:lstStyle/>
                    <a:p>
                      <a:pPr algn="r">
                        <a:buNone/>
                      </a:pPr>
                      <a:r>
                        <a:rPr lang="en-IE" sz="1800"/>
                        <a:t>1</a:t>
                      </a:r>
                    </a:p>
                  </a:txBody>
                  <a:tcPr anchor="ctr"/>
                </a:tc>
                <a:tc>
                  <a:txBody>
                    <a:bodyPr/>
                    <a:lstStyle/>
                    <a:p>
                      <a:pPr algn="r">
                        <a:buNone/>
                      </a:pPr>
                      <a:r>
                        <a:rPr lang="en-IE" sz="1800"/>
                        <a:t>3.00</a:t>
                      </a:r>
                    </a:p>
                  </a:txBody>
                  <a:tcPr anchor="ctr"/>
                </a:tc>
                <a:extLst>
                  <a:ext uri="{0D108BD9-81ED-4DB2-BD59-A6C34878D82A}">
                    <a16:rowId xmlns:a16="http://schemas.microsoft.com/office/drawing/2014/main" val="3248393240"/>
                  </a:ext>
                </a:extLst>
              </a:tr>
              <a:tr h="251778">
                <a:tc>
                  <a:txBody>
                    <a:bodyPr/>
                    <a:lstStyle/>
                    <a:p>
                      <a:pPr>
                        <a:buNone/>
                      </a:pPr>
                      <a:r>
                        <a:rPr lang="en-IE" sz="1800"/>
                        <a:t>INV003</a:t>
                      </a:r>
                    </a:p>
                  </a:txBody>
                  <a:tcPr anchor="ctr"/>
                </a:tc>
                <a:tc>
                  <a:txBody>
                    <a:bodyPr/>
                    <a:lstStyle/>
                    <a:p>
                      <a:pPr>
                        <a:buNone/>
                      </a:pPr>
                      <a:r>
                        <a:rPr lang="en-IE" sz="1800" dirty="0"/>
                        <a:t>Bakery</a:t>
                      </a:r>
                    </a:p>
                  </a:txBody>
                  <a:tcPr anchor="ctr"/>
                </a:tc>
                <a:tc>
                  <a:txBody>
                    <a:bodyPr/>
                    <a:lstStyle/>
                    <a:p>
                      <a:pPr algn="r">
                        <a:buNone/>
                      </a:pPr>
                      <a:r>
                        <a:rPr lang="en-IE" sz="1800"/>
                        <a:t>2.50</a:t>
                      </a:r>
                    </a:p>
                  </a:txBody>
                  <a:tcPr anchor="ctr"/>
                </a:tc>
                <a:tc>
                  <a:txBody>
                    <a:bodyPr/>
                    <a:lstStyle/>
                    <a:p>
                      <a:pPr algn="r">
                        <a:buNone/>
                      </a:pPr>
                      <a:r>
                        <a:rPr lang="en-IE" sz="1800"/>
                        <a:t>1</a:t>
                      </a:r>
                    </a:p>
                  </a:txBody>
                  <a:tcPr anchor="ctr"/>
                </a:tc>
                <a:tc>
                  <a:txBody>
                    <a:bodyPr/>
                    <a:lstStyle/>
                    <a:p>
                      <a:pPr algn="r">
                        <a:buNone/>
                      </a:pPr>
                      <a:r>
                        <a:rPr lang="en-IE" sz="1800" dirty="0"/>
                        <a:t>2.50</a:t>
                      </a:r>
                    </a:p>
                  </a:txBody>
                  <a:tcPr anchor="ctr"/>
                </a:tc>
                <a:extLst>
                  <a:ext uri="{0D108BD9-81ED-4DB2-BD59-A6C34878D82A}">
                    <a16:rowId xmlns:a16="http://schemas.microsoft.com/office/drawing/2014/main" val="3090349107"/>
                  </a:ext>
                </a:extLst>
              </a:tr>
            </a:tbl>
          </a:graphicData>
        </a:graphic>
      </p:graphicFrame>
      <p:sp>
        <p:nvSpPr>
          <p:cNvPr id="11" name="TextBox 10">
            <a:extLst>
              <a:ext uri="{FF2B5EF4-FFF2-40B4-BE49-F238E27FC236}">
                <a16:creationId xmlns:a16="http://schemas.microsoft.com/office/drawing/2014/main" id="{5269867D-B826-EE9A-FAD5-1739820BB65E}"/>
              </a:ext>
            </a:extLst>
          </p:cNvPr>
          <p:cNvSpPr txBox="1"/>
          <p:nvPr/>
        </p:nvSpPr>
        <p:spPr>
          <a:xfrm>
            <a:off x="-29864" y="2711450"/>
            <a:ext cx="5035136" cy="369332"/>
          </a:xfrm>
          <a:prstGeom prst="rect">
            <a:avLst/>
          </a:prstGeom>
          <a:noFill/>
        </p:spPr>
        <p:txBody>
          <a:bodyPr wrap="square">
            <a:spAutoFit/>
          </a:bodyPr>
          <a:lstStyle/>
          <a:p>
            <a:pPr lvl="1"/>
            <a:r>
              <a:rPr lang="en-IE" sz="1800" dirty="0"/>
              <a:t>Invoice table</a:t>
            </a:r>
          </a:p>
        </p:txBody>
      </p:sp>
      <p:sp>
        <p:nvSpPr>
          <p:cNvPr id="12" name="TextBox 11">
            <a:extLst>
              <a:ext uri="{FF2B5EF4-FFF2-40B4-BE49-F238E27FC236}">
                <a16:creationId xmlns:a16="http://schemas.microsoft.com/office/drawing/2014/main" id="{FC65E75F-F89E-5F40-3841-C5E64C9809DC}"/>
              </a:ext>
            </a:extLst>
          </p:cNvPr>
          <p:cNvSpPr txBox="1"/>
          <p:nvPr/>
        </p:nvSpPr>
        <p:spPr>
          <a:xfrm>
            <a:off x="-65524" y="4997450"/>
            <a:ext cx="5035136" cy="369332"/>
          </a:xfrm>
          <a:prstGeom prst="rect">
            <a:avLst/>
          </a:prstGeom>
          <a:noFill/>
        </p:spPr>
        <p:txBody>
          <a:bodyPr wrap="square">
            <a:spAutoFit/>
          </a:bodyPr>
          <a:lstStyle/>
          <a:p>
            <a:pPr lvl="1"/>
            <a:r>
              <a:rPr lang="en-IE" sz="1800" dirty="0" err="1"/>
              <a:t>InvoiceItems</a:t>
            </a:r>
            <a:endParaRPr lang="en-IE" sz="1800" dirty="0"/>
          </a:p>
        </p:txBody>
      </p:sp>
    </p:spTree>
    <p:extLst>
      <p:ext uri="{BB962C8B-B14F-4D97-AF65-F5344CB8AC3E}">
        <p14:creationId xmlns:p14="http://schemas.microsoft.com/office/powerpoint/2010/main" val="3154178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308087-872E-8525-D92E-78CFE7C0F8F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64EA9D4-6D98-B64D-3C45-2C8945A9C3AB}"/>
              </a:ext>
            </a:extLst>
          </p:cNvPr>
          <p:cNvSpPr txBox="1"/>
          <p:nvPr/>
        </p:nvSpPr>
        <p:spPr>
          <a:xfrm>
            <a:off x="471089" y="1644650"/>
            <a:ext cx="8687739" cy="4693593"/>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300" dirty="0">
                <a:latin typeface="Helvetica" pitchFamily="2" charset="0"/>
              </a:rPr>
              <a:t>For a table to be in 3NF, there are two requirements:</a:t>
            </a:r>
          </a:p>
          <a:p>
            <a:pPr marL="726462" lvl="1" indent="-269262">
              <a:lnSpc>
                <a:spcPct val="150000"/>
              </a:lnSpc>
              <a:buFont typeface="Arial" panose="020B0604020202020204" pitchFamily="34" charset="0"/>
              <a:buChar char="•"/>
            </a:pPr>
            <a:r>
              <a:rPr lang="en-IE" sz="2300" dirty="0">
                <a:latin typeface="Helvetica" pitchFamily="2" charset="0"/>
              </a:rPr>
              <a:t>The table should be in the second normal form.</a:t>
            </a:r>
          </a:p>
          <a:p>
            <a:pPr marL="726462" lvl="1" indent="-269262">
              <a:lnSpc>
                <a:spcPct val="150000"/>
              </a:lnSpc>
              <a:buFont typeface="Arial" panose="020B0604020202020204" pitchFamily="34" charset="0"/>
              <a:buChar char="•"/>
            </a:pPr>
            <a:r>
              <a:rPr lang="en-IE" sz="2300" dirty="0">
                <a:latin typeface="Helvetica" pitchFamily="2" charset="0"/>
              </a:rPr>
              <a:t>All attributes should be determined (dependent) on the primary key and no other column. This means no attribute should be transitively dependent on the primary key. That happens when an attribute is not directly dependent on the primary key, but of another non-key attribute.</a:t>
            </a:r>
          </a:p>
          <a:p>
            <a:pPr marL="269262" indent="-269262">
              <a:lnSpc>
                <a:spcPct val="150000"/>
              </a:lnSpc>
              <a:buFont typeface="Arial" panose="020B0604020202020204" pitchFamily="34" charset="0"/>
              <a:buChar char="•"/>
            </a:pPr>
            <a:endParaRPr lang="en-IE" sz="2300" dirty="0">
              <a:latin typeface="Helvetica" pitchFamily="2" charset="0"/>
            </a:endParaRP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FE96F8D2-9631-2AFF-5F9A-E1E5D067F3F6}"/>
              </a:ext>
            </a:extLst>
          </p:cNvPr>
          <p:cNvSpPr>
            <a:spLocks noGrp="1"/>
          </p:cNvSpPr>
          <p:nvPr>
            <p:ph type="title"/>
          </p:nvPr>
        </p:nvSpPr>
        <p:spPr>
          <a:xfrm>
            <a:off x="471089" y="112176"/>
            <a:ext cx="9133681" cy="1325563"/>
          </a:xfrm>
        </p:spPr>
        <p:txBody>
          <a:bodyPr>
            <a:normAutofit/>
          </a:bodyPr>
          <a:lstStyle/>
          <a:p>
            <a:r>
              <a:rPr lang="en-IE" sz="3500" dirty="0"/>
              <a:t>Third normal form (3NF)</a:t>
            </a:r>
          </a:p>
        </p:txBody>
      </p:sp>
    </p:spTree>
    <p:extLst>
      <p:ext uri="{BB962C8B-B14F-4D97-AF65-F5344CB8AC3E}">
        <p14:creationId xmlns:p14="http://schemas.microsoft.com/office/powerpoint/2010/main" val="1249131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6BFF94-5A75-CFD4-98A2-95B9374990B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048140A-F812-E0D0-78FF-C83B65E8C196}"/>
              </a:ext>
            </a:extLst>
          </p:cNvPr>
          <p:cNvSpPr txBox="1"/>
          <p:nvPr/>
        </p:nvSpPr>
        <p:spPr>
          <a:xfrm>
            <a:off x="471089" y="1644650"/>
            <a:ext cx="9133681" cy="4162678"/>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300" dirty="0">
                <a:latin typeface="Helvetica" pitchFamily="2" charset="0"/>
              </a:rPr>
              <a:t>We still have transitive dependencies: </a:t>
            </a:r>
          </a:p>
          <a:p>
            <a:pPr marL="726462" lvl="1" indent="-269262">
              <a:lnSpc>
                <a:spcPct val="150000"/>
              </a:lnSpc>
              <a:buFont typeface="Arial" panose="020B0604020202020204" pitchFamily="34" charset="0"/>
              <a:buChar char="•"/>
            </a:pPr>
            <a:r>
              <a:rPr lang="en-IE" sz="2300" dirty="0" err="1">
                <a:latin typeface="Helvetica" pitchFamily="2" charset="0"/>
              </a:rPr>
              <a:t>InvoiceID</a:t>
            </a:r>
            <a:r>
              <a:rPr lang="en-IE" sz="2300" dirty="0">
                <a:latin typeface="Helvetica" pitchFamily="2" charset="0"/>
              </a:rPr>
              <a:t> → CustomerName → City: city depends on the customer, not directly on the invoice.</a:t>
            </a:r>
          </a:p>
          <a:p>
            <a:pPr marL="726462" lvl="1" indent="-269262">
              <a:lnSpc>
                <a:spcPct val="150000"/>
              </a:lnSpc>
              <a:buFont typeface="Arial" panose="020B0604020202020204" pitchFamily="34" charset="0"/>
              <a:buChar char="•"/>
            </a:pPr>
            <a:r>
              <a:rPr lang="en-IE" sz="2300" dirty="0">
                <a:latin typeface="Helvetica" pitchFamily="2" charset="0"/>
              </a:rPr>
              <a:t>(</a:t>
            </a:r>
            <a:r>
              <a:rPr lang="en-IE" sz="2300" dirty="0" err="1">
                <a:latin typeface="Helvetica" pitchFamily="2" charset="0"/>
              </a:rPr>
              <a:t>InvoiceID</a:t>
            </a:r>
            <a:r>
              <a:rPr lang="en-IE" sz="2300" dirty="0">
                <a:latin typeface="Helvetica" pitchFamily="2" charset="0"/>
              </a:rPr>
              <a:t>, </a:t>
            </a:r>
            <a:r>
              <a:rPr lang="en-IE" sz="2300" dirty="0" err="1">
                <a:latin typeface="Helvetica" pitchFamily="2" charset="0"/>
              </a:rPr>
              <a:t>ProductLine</a:t>
            </a:r>
            <a:r>
              <a:rPr lang="en-IE" sz="2300" dirty="0">
                <a:latin typeface="Helvetica" pitchFamily="2" charset="0"/>
              </a:rPr>
              <a:t>) → </a:t>
            </a:r>
            <a:r>
              <a:rPr lang="en-IE" sz="2300" dirty="0" err="1">
                <a:latin typeface="Helvetica" pitchFamily="2" charset="0"/>
              </a:rPr>
              <a:t>ProductLine</a:t>
            </a:r>
            <a:r>
              <a:rPr lang="en-IE" sz="2300" dirty="0">
                <a:latin typeface="Helvetica" pitchFamily="2" charset="0"/>
              </a:rPr>
              <a:t> → UnitPrice: the price depends only on the product, not on the invoice.</a:t>
            </a:r>
          </a:p>
          <a:p>
            <a:pPr marL="726462" lvl="1" indent="-269262">
              <a:lnSpc>
                <a:spcPct val="150000"/>
              </a:lnSpc>
              <a:buFont typeface="Arial" panose="020B0604020202020204" pitchFamily="34" charset="0"/>
              <a:buChar char="•"/>
            </a:pPr>
            <a:r>
              <a:rPr lang="en-IE" sz="2300" dirty="0">
                <a:latin typeface="Helvetica" pitchFamily="2" charset="0"/>
              </a:rPr>
              <a:t>(</a:t>
            </a:r>
            <a:r>
              <a:rPr lang="en-IE" sz="2300" dirty="0" err="1">
                <a:latin typeface="Helvetica" pitchFamily="2" charset="0"/>
              </a:rPr>
              <a:t>InvoiceID</a:t>
            </a:r>
            <a:r>
              <a:rPr lang="en-IE" sz="2300" dirty="0">
                <a:latin typeface="Helvetica" pitchFamily="2" charset="0"/>
              </a:rPr>
              <a:t>, </a:t>
            </a:r>
            <a:r>
              <a:rPr lang="en-IE" sz="2300" dirty="0" err="1">
                <a:latin typeface="Helvetica" pitchFamily="2" charset="0"/>
              </a:rPr>
              <a:t>ProductLine</a:t>
            </a:r>
            <a:r>
              <a:rPr lang="en-IE" sz="2300" dirty="0">
                <a:latin typeface="Helvetica" pitchFamily="2" charset="0"/>
              </a:rPr>
              <a:t>) → (UnitPrice, Quantity) → Total: Total is derived from other non-key attributes (price × quantity).</a:t>
            </a: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99CA7AC9-DD0F-39FC-708D-5130093AFABA}"/>
              </a:ext>
            </a:extLst>
          </p:cNvPr>
          <p:cNvSpPr>
            <a:spLocks noGrp="1"/>
          </p:cNvSpPr>
          <p:nvPr>
            <p:ph type="title"/>
          </p:nvPr>
        </p:nvSpPr>
        <p:spPr>
          <a:xfrm>
            <a:off x="471089" y="112176"/>
            <a:ext cx="9133681" cy="1325563"/>
          </a:xfrm>
        </p:spPr>
        <p:txBody>
          <a:bodyPr>
            <a:normAutofit/>
          </a:bodyPr>
          <a:lstStyle/>
          <a:p>
            <a:r>
              <a:rPr lang="en-IE" sz="3500" dirty="0"/>
              <a:t>Transitive dependencies</a:t>
            </a:r>
          </a:p>
        </p:txBody>
      </p:sp>
    </p:spTree>
    <p:extLst>
      <p:ext uri="{BB962C8B-B14F-4D97-AF65-F5344CB8AC3E}">
        <p14:creationId xmlns:p14="http://schemas.microsoft.com/office/powerpoint/2010/main" val="4008554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76E6E6-4E97-6D9D-0DBE-A0133C753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D0AEE-918E-9ACB-5408-BD70C265231E}"/>
              </a:ext>
            </a:extLst>
          </p:cNvPr>
          <p:cNvSpPr>
            <a:spLocks noGrp="1"/>
          </p:cNvSpPr>
          <p:nvPr>
            <p:ph type="title"/>
          </p:nvPr>
        </p:nvSpPr>
        <p:spPr>
          <a:xfrm>
            <a:off x="471089" y="112177"/>
            <a:ext cx="9133681" cy="694274"/>
          </a:xfrm>
        </p:spPr>
        <p:txBody>
          <a:bodyPr>
            <a:normAutofit/>
          </a:bodyPr>
          <a:lstStyle/>
          <a:p>
            <a:r>
              <a:rPr lang="en-IE" sz="3500" dirty="0"/>
              <a:t>Third normal form (3NF)</a:t>
            </a:r>
          </a:p>
        </p:txBody>
      </p:sp>
      <p:graphicFrame>
        <p:nvGraphicFramePr>
          <p:cNvPr id="3" name="Table 2">
            <a:extLst>
              <a:ext uri="{FF2B5EF4-FFF2-40B4-BE49-F238E27FC236}">
                <a16:creationId xmlns:a16="http://schemas.microsoft.com/office/drawing/2014/main" id="{94F87F77-0D4D-BA78-247F-3ABED731F9FD}"/>
              </a:ext>
            </a:extLst>
          </p:cNvPr>
          <p:cNvGraphicFramePr>
            <a:graphicFrameLocks noGrp="1"/>
          </p:cNvGraphicFramePr>
          <p:nvPr>
            <p:extLst>
              <p:ext uri="{D42A27DB-BD31-4B8C-83A1-F6EECF244321}">
                <p14:modId xmlns:p14="http://schemas.microsoft.com/office/powerpoint/2010/main" val="3281366354"/>
              </p:ext>
            </p:extLst>
          </p:nvPr>
        </p:nvGraphicFramePr>
        <p:xfrm>
          <a:off x="694531" y="882650"/>
          <a:ext cx="5475005" cy="1097280"/>
        </p:xfrm>
        <a:graphic>
          <a:graphicData uri="http://schemas.openxmlformats.org/drawingml/2006/table">
            <a:tbl>
              <a:tblPr>
                <a:tableStyleId>{5940675A-B579-460E-94D1-54222C63F5DA}</a:tableStyleId>
              </a:tblPr>
              <a:tblGrid>
                <a:gridCol w="2075180">
                  <a:extLst>
                    <a:ext uri="{9D8B030D-6E8A-4147-A177-3AD203B41FA5}">
                      <a16:colId xmlns:a16="http://schemas.microsoft.com/office/drawing/2014/main" val="2001180934"/>
                    </a:ext>
                  </a:extLst>
                </a:gridCol>
                <a:gridCol w="1935480">
                  <a:extLst>
                    <a:ext uri="{9D8B030D-6E8A-4147-A177-3AD203B41FA5}">
                      <a16:colId xmlns:a16="http://schemas.microsoft.com/office/drawing/2014/main" val="2092924630"/>
                    </a:ext>
                  </a:extLst>
                </a:gridCol>
                <a:gridCol w="1464345">
                  <a:extLst>
                    <a:ext uri="{9D8B030D-6E8A-4147-A177-3AD203B41FA5}">
                      <a16:colId xmlns:a16="http://schemas.microsoft.com/office/drawing/2014/main" val="3404515868"/>
                    </a:ext>
                  </a:extLst>
                </a:gridCol>
              </a:tblGrid>
              <a:tr h="251778">
                <a:tc>
                  <a:txBody>
                    <a:bodyPr/>
                    <a:lstStyle/>
                    <a:p>
                      <a:pPr>
                        <a:buNone/>
                      </a:pPr>
                      <a:r>
                        <a:rPr lang="en-IE" sz="1800" b="1"/>
                        <a:t>CustomerID (PK)</a:t>
                      </a:r>
                    </a:p>
                  </a:txBody>
                  <a:tcPr anchor="ctr"/>
                </a:tc>
                <a:tc>
                  <a:txBody>
                    <a:bodyPr/>
                    <a:lstStyle/>
                    <a:p>
                      <a:pPr>
                        <a:buNone/>
                      </a:pPr>
                      <a:r>
                        <a:rPr lang="en-IE" sz="1800" b="1" dirty="0"/>
                        <a:t>CustomerName</a:t>
                      </a:r>
                    </a:p>
                  </a:txBody>
                  <a:tcPr anchor="ctr"/>
                </a:tc>
                <a:tc>
                  <a:txBody>
                    <a:bodyPr/>
                    <a:lstStyle/>
                    <a:p>
                      <a:pPr>
                        <a:buNone/>
                      </a:pPr>
                      <a:r>
                        <a:rPr lang="en-IE" sz="1800" b="1" dirty="0"/>
                        <a:t>City</a:t>
                      </a:r>
                    </a:p>
                  </a:txBody>
                  <a:tcPr anchor="ctr"/>
                </a:tc>
                <a:extLst>
                  <a:ext uri="{0D108BD9-81ED-4DB2-BD59-A6C34878D82A}">
                    <a16:rowId xmlns:a16="http://schemas.microsoft.com/office/drawing/2014/main" val="2542084903"/>
                  </a:ext>
                </a:extLst>
              </a:tr>
              <a:tr h="251778">
                <a:tc>
                  <a:txBody>
                    <a:bodyPr/>
                    <a:lstStyle/>
                    <a:p>
                      <a:pPr>
                        <a:buNone/>
                      </a:pPr>
                      <a:r>
                        <a:rPr lang="en-IE" sz="1800"/>
                        <a:t>C01</a:t>
                      </a:r>
                    </a:p>
                  </a:txBody>
                  <a:tcPr anchor="ctr"/>
                </a:tc>
                <a:tc>
                  <a:txBody>
                    <a:bodyPr/>
                    <a:lstStyle/>
                    <a:p>
                      <a:pPr>
                        <a:buNone/>
                      </a:pPr>
                      <a:r>
                        <a:rPr lang="en-IE" sz="1800"/>
                        <a:t>Anna Byrne</a:t>
                      </a:r>
                    </a:p>
                  </a:txBody>
                  <a:tcPr anchor="ctr"/>
                </a:tc>
                <a:tc>
                  <a:txBody>
                    <a:bodyPr/>
                    <a:lstStyle/>
                    <a:p>
                      <a:pPr>
                        <a:buNone/>
                      </a:pPr>
                      <a:r>
                        <a:rPr lang="en-IE" sz="1800" b="0" dirty="0"/>
                        <a:t>Dublin</a:t>
                      </a:r>
                    </a:p>
                  </a:txBody>
                  <a:tcPr anchor="ctr"/>
                </a:tc>
                <a:extLst>
                  <a:ext uri="{0D108BD9-81ED-4DB2-BD59-A6C34878D82A}">
                    <a16:rowId xmlns:a16="http://schemas.microsoft.com/office/drawing/2014/main" val="2846864360"/>
                  </a:ext>
                </a:extLst>
              </a:tr>
              <a:tr h="251778">
                <a:tc>
                  <a:txBody>
                    <a:bodyPr/>
                    <a:lstStyle/>
                    <a:p>
                      <a:pPr>
                        <a:buNone/>
                      </a:pPr>
                      <a:r>
                        <a:rPr lang="en-IE" sz="1800" dirty="0"/>
                        <a:t>C02</a:t>
                      </a:r>
                    </a:p>
                  </a:txBody>
                  <a:tcPr anchor="ctr"/>
                </a:tc>
                <a:tc>
                  <a:txBody>
                    <a:bodyPr/>
                    <a:lstStyle/>
                    <a:p>
                      <a:pPr>
                        <a:buNone/>
                      </a:pPr>
                      <a:r>
                        <a:rPr lang="en-IE" sz="1800" dirty="0"/>
                        <a:t>John Murphy</a:t>
                      </a:r>
                    </a:p>
                  </a:txBody>
                  <a:tcPr anchor="ctr"/>
                </a:tc>
                <a:tc>
                  <a:txBody>
                    <a:bodyPr/>
                    <a:lstStyle/>
                    <a:p>
                      <a:pPr>
                        <a:buNone/>
                      </a:pPr>
                      <a:r>
                        <a:rPr lang="en-IE" sz="1800" b="0" dirty="0"/>
                        <a:t>Cork</a:t>
                      </a:r>
                    </a:p>
                  </a:txBody>
                  <a:tcPr anchor="ctr"/>
                </a:tc>
                <a:extLst>
                  <a:ext uri="{0D108BD9-81ED-4DB2-BD59-A6C34878D82A}">
                    <a16:rowId xmlns:a16="http://schemas.microsoft.com/office/drawing/2014/main" val="2392315825"/>
                  </a:ext>
                </a:extLst>
              </a:tr>
            </a:tbl>
          </a:graphicData>
        </a:graphic>
      </p:graphicFrame>
      <p:graphicFrame>
        <p:nvGraphicFramePr>
          <p:cNvPr id="4" name="Table 3">
            <a:extLst>
              <a:ext uri="{FF2B5EF4-FFF2-40B4-BE49-F238E27FC236}">
                <a16:creationId xmlns:a16="http://schemas.microsoft.com/office/drawing/2014/main" id="{C833D311-4AF7-ADE5-9784-9F4712B4790A}"/>
              </a:ext>
            </a:extLst>
          </p:cNvPr>
          <p:cNvGraphicFramePr>
            <a:graphicFrameLocks noGrp="1"/>
          </p:cNvGraphicFramePr>
          <p:nvPr>
            <p:extLst>
              <p:ext uri="{D42A27DB-BD31-4B8C-83A1-F6EECF244321}">
                <p14:modId xmlns:p14="http://schemas.microsoft.com/office/powerpoint/2010/main" val="3907321423"/>
              </p:ext>
            </p:extLst>
          </p:nvPr>
        </p:nvGraphicFramePr>
        <p:xfrm>
          <a:off x="694531" y="2178050"/>
          <a:ext cx="3907757" cy="1463040"/>
        </p:xfrm>
        <a:graphic>
          <a:graphicData uri="http://schemas.openxmlformats.org/drawingml/2006/table">
            <a:tbl>
              <a:tblPr>
                <a:tableStyleId>{5940675A-B579-460E-94D1-54222C63F5DA}</a:tableStyleId>
              </a:tblPr>
              <a:tblGrid>
                <a:gridCol w="2113280">
                  <a:extLst>
                    <a:ext uri="{9D8B030D-6E8A-4147-A177-3AD203B41FA5}">
                      <a16:colId xmlns:a16="http://schemas.microsoft.com/office/drawing/2014/main" val="2100185224"/>
                    </a:ext>
                  </a:extLst>
                </a:gridCol>
                <a:gridCol w="1794477">
                  <a:extLst>
                    <a:ext uri="{9D8B030D-6E8A-4147-A177-3AD203B41FA5}">
                      <a16:colId xmlns:a16="http://schemas.microsoft.com/office/drawing/2014/main" val="1138166078"/>
                    </a:ext>
                  </a:extLst>
                </a:gridCol>
              </a:tblGrid>
              <a:tr h="251778">
                <a:tc>
                  <a:txBody>
                    <a:bodyPr/>
                    <a:lstStyle/>
                    <a:p>
                      <a:pPr>
                        <a:buNone/>
                      </a:pPr>
                      <a:r>
                        <a:rPr lang="en-IE" sz="1800" b="1"/>
                        <a:t>ProductLine (PK)</a:t>
                      </a:r>
                      <a:endParaRPr lang="en-IE" sz="1800"/>
                    </a:p>
                  </a:txBody>
                  <a:tcPr anchor="ctr"/>
                </a:tc>
                <a:tc>
                  <a:txBody>
                    <a:bodyPr/>
                    <a:lstStyle/>
                    <a:p>
                      <a:pPr algn="r">
                        <a:buNone/>
                      </a:pPr>
                      <a:r>
                        <a:rPr lang="en-IE" sz="1800" b="1" dirty="0"/>
                        <a:t>UnitPrice</a:t>
                      </a:r>
                    </a:p>
                  </a:txBody>
                  <a:tcPr anchor="ctr"/>
                </a:tc>
                <a:extLst>
                  <a:ext uri="{0D108BD9-81ED-4DB2-BD59-A6C34878D82A}">
                    <a16:rowId xmlns:a16="http://schemas.microsoft.com/office/drawing/2014/main" val="3384971701"/>
                  </a:ext>
                </a:extLst>
              </a:tr>
              <a:tr h="251778">
                <a:tc>
                  <a:txBody>
                    <a:bodyPr/>
                    <a:lstStyle/>
                    <a:p>
                      <a:pPr>
                        <a:buNone/>
                      </a:pPr>
                      <a:r>
                        <a:rPr lang="en-IE" sz="1800" dirty="0"/>
                        <a:t>Bakery</a:t>
                      </a:r>
                    </a:p>
                  </a:txBody>
                  <a:tcPr anchor="ctr"/>
                </a:tc>
                <a:tc>
                  <a:txBody>
                    <a:bodyPr/>
                    <a:lstStyle/>
                    <a:p>
                      <a:pPr algn="r">
                        <a:buNone/>
                      </a:pPr>
                      <a:r>
                        <a:rPr lang="en-IE" sz="1800"/>
                        <a:t>2.50</a:t>
                      </a:r>
                    </a:p>
                  </a:txBody>
                  <a:tcPr anchor="ctr"/>
                </a:tc>
                <a:extLst>
                  <a:ext uri="{0D108BD9-81ED-4DB2-BD59-A6C34878D82A}">
                    <a16:rowId xmlns:a16="http://schemas.microsoft.com/office/drawing/2014/main" val="2484726635"/>
                  </a:ext>
                </a:extLst>
              </a:tr>
              <a:tr h="251778">
                <a:tc>
                  <a:txBody>
                    <a:bodyPr/>
                    <a:lstStyle/>
                    <a:p>
                      <a:pPr>
                        <a:buNone/>
                      </a:pPr>
                      <a:r>
                        <a:rPr lang="en-IE" sz="1800"/>
                        <a:t>Fruit</a:t>
                      </a:r>
                    </a:p>
                  </a:txBody>
                  <a:tcPr anchor="ctr"/>
                </a:tc>
                <a:tc>
                  <a:txBody>
                    <a:bodyPr/>
                    <a:lstStyle/>
                    <a:p>
                      <a:pPr algn="r">
                        <a:buNone/>
                      </a:pPr>
                      <a:r>
                        <a:rPr lang="en-IE" sz="1800"/>
                        <a:t>4.00</a:t>
                      </a:r>
                    </a:p>
                  </a:txBody>
                  <a:tcPr anchor="ctr"/>
                </a:tc>
                <a:extLst>
                  <a:ext uri="{0D108BD9-81ED-4DB2-BD59-A6C34878D82A}">
                    <a16:rowId xmlns:a16="http://schemas.microsoft.com/office/drawing/2014/main" val="2178957369"/>
                  </a:ext>
                </a:extLst>
              </a:tr>
              <a:tr h="251778">
                <a:tc>
                  <a:txBody>
                    <a:bodyPr/>
                    <a:lstStyle/>
                    <a:p>
                      <a:pPr>
                        <a:buNone/>
                      </a:pPr>
                      <a:r>
                        <a:rPr lang="en-IE" sz="1800"/>
                        <a:t>Dairy</a:t>
                      </a:r>
                    </a:p>
                  </a:txBody>
                  <a:tcPr anchor="ctr"/>
                </a:tc>
                <a:tc>
                  <a:txBody>
                    <a:bodyPr/>
                    <a:lstStyle/>
                    <a:p>
                      <a:pPr algn="r">
                        <a:buNone/>
                      </a:pPr>
                      <a:r>
                        <a:rPr lang="en-IE" sz="1800" dirty="0"/>
                        <a:t>3.00</a:t>
                      </a:r>
                    </a:p>
                  </a:txBody>
                  <a:tcPr anchor="ctr"/>
                </a:tc>
                <a:extLst>
                  <a:ext uri="{0D108BD9-81ED-4DB2-BD59-A6C34878D82A}">
                    <a16:rowId xmlns:a16="http://schemas.microsoft.com/office/drawing/2014/main" val="1070969768"/>
                  </a:ext>
                </a:extLst>
              </a:tr>
            </a:tbl>
          </a:graphicData>
        </a:graphic>
      </p:graphicFrame>
      <p:graphicFrame>
        <p:nvGraphicFramePr>
          <p:cNvPr id="5" name="Table 4">
            <a:extLst>
              <a:ext uri="{FF2B5EF4-FFF2-40B4-BE49-F238E27FC236}">
                <a16:creationId xmlns:a16="http://schemas.microsoft.com/office/drawing/2014/main" id="{9A07BEFE-0634-0585-2DB4-F112BF01CE20}"/>
              </a:ext>
            </a:extLst>
          </p:cNvPr>
          <p:cNvGraphicFramePr>
            <a:graphicFrameLocks noGrp="1"/>
          </p:cNvGraphicFramePr>
          <p:nvPr>
            <p:extLst>
              <p:ext uri="{D42A27DB-BD31-4B8C-83A1-F6EECF244321}">
                <p14:modId xmlns:p14="http://schemas.microsoft.com/office/powerpoint/2010/main" val="1428242348"/>
              </p:ext>
            </p:extLst>
          </p:nvPr>
        </p:nvGraphicFramePr>
        <p:xfrm>
          <a:off x="692150" y="3778250"/>
          <a:ext cx="8691564" cy="1463040"/>
        </p:xfrm>
        <a:graphic>
          <a:graphicData uri="http://schemas.openxmlformats.org/drawingml/2006/table">
            <a:tbl>
              <a:tblPr>
                <a:tableStyleId>{5940675A-B579-460E-94D1-54222C63F5DA}</a:tableStyleId>
              </a:tblPr>
              <a:tblGrid>
                <a:gridCol w="2172891">
                  <a:extLst>
                    <a:ext uri="{9D8B030D-6E8A-4147-A177-3AD203B41FA5}">
                      <a16:colId xmlns:a16="http://schemas.microsoft.com/office/drawing/2014/main" val="1943959390"/>
                    </a:ext>
                  </a:extLst>
                </a:gridCol>
                <a:gridCol w="2172891">
                  <a:extLst>
                    <a:ext uri="{9D8B030D-6E8A-4147-A177-3AD203B41FA5}">
                      <a16:colId xmlns:a16="http://schemas.microsoft.com/office/drawing/2014/main" val="1859524872"/>
                    </a:ext>
                  </a:extLst>
                </a:gridCol>
                <a:gridCol w="2172891">
                  <a:extLst>
                    <a:ext uri="{9D8B030D-6E8A-4147-A177-3AD203B41FA5}">
                      <a16:colId xmlns:a16="http://schemas.microsoft.com/office/drawing/2014/main" val="1554688929"/>
                    </a:ext>
                  </a:extLst>
                </a:gridCol>
                <a:gridCol w="2172891">
                  <a:extLst>
                    <a:ext uri="{9D8B030D-6E8A-4147-A177-3AD203B41FA5}">
                      <a16:colId xmlns:a16="http://schemas.microsoft.com/office/drawing/2014/main" val="4033459853"/>
                    </a:ext>
                  </a:extLst>
                </a:gridCol>
              </a:tblGrid>
              <a:tr h="251778">
                <a:tc>
                  <a:txBody>
                    <a:bodyPr/>
                    <a:lstStyle/>
                    <a:p>
                      <a:pPr>
                        <a:buNone/>
                      </a:pPr>
                      <a:r>
                        <a:rPr lang="en-IE" sz="1800" b="1"/>
                        <a:t>InvoiceID (PK)</a:t>
                      </a:r>
                    </a:p>
                  </a:txBody>
                  <a:tcPr anchor="ctr"/>
                </a:tc>
                <a:tc>
                  <a:txBody>
                    <a:bodyPr/>
                    <a:lstStyle/>
                    <a:p>
                      <a:pPr>
                        <a:buNone/>
                      </a:pPr>
                      <a:r>
                        <a:rPr lang="en-IE" sz="1800" b="1"/>
                        <a:t>CustomerID (FK)</a:t>
                      </a:r>
                    </a:p>
                  </a:txBody>
                  <a:tcPr anchor="ctr"/>
                </a:tc>
                <a:tc>
                  <a:txBody>
                    <a:bodyPr/>
                    <a:lstStyle/>
                    <a:p>
                      <a:pPr>
                        <a:buNone/>
                      </a:pPr>
                      <a:r>
                        <a:rPr lang="en-IE" sz="1800" b="1"/>
                        <a:t>PaymentType</a:t>
                      </a:r>
                    </a:p>
                  </a:txBody>
                  <a:tcPr anchor="ctr"/>
                </a:tc>
                <a:tc>
                  <a:txBody>
                    <a:bodyPr/>
                    <a:lstStyle/>
                    <a:p>
                      <a:pPr>
                        <a:buNone/>
                      </a:pPr>
                      <a:r>
                        <a:rPr lang="en-IE" sz="1800" b="1" dirty="0"/>
                        <a:t>Date</a:t>
                      </a:r>
                    </a:p>
                  </a:txBody>
                  <a:tcPr anchor="ctr"/>
                </a:tc>
                <a:extLst>
                  <a:ext uri="{0D108BD9-81ED-4DB2-BD59-A6C34878D82A}">
                    <a16:rowId xmlns:a16="http://schemas.microsoft.com/office/drawing/2014/main" val="2364652910"/>
                  </a:ext>
                </a:extLst>
              </a:tr>
              <a:tr h="251778">
                <a:tc>
                  <a:txBody>
                    <a:bodyPr/>
                    <a:lstStyle/>
                    <a:p>
                      <a:pPr>
                        <a:buNone/>
                      </a:pPr>
                      <a:r>
                        <a:rPr lang="en-IE" sz="1800"/>
                        <a:t>INV001</a:t>
                      </a:r>
                    </a:p>
                  </a:txBody>
                  <a:tcPr anchor="ctr"/>
                </a:tc>
                <a:tc>
                  <a:txBody>
                    <a:bodyPr/>
                    <a:lstStyle/>
                    <a:p>
                      <a:pPr>
                        <a:buNone/>
                      </a:pPr>
                      <a:r>
                        <a:rPr lang="en-IE" sz="1800"/>
                        <a:t>C01</a:t>
                      </a:r>
                    </a:p>
                  </a:txBody>
                  <a:tcPr anchor="ctr"/>
                </a:tc>
                <a:tc>
                  <a:txBody>
                    <a:bodyPr/>
                    <a:lstStyle/>
                    <a:p>
                      <a:pPr>
                        <a:buNone/>
                      </a:pPr>
                      <a:r>
                        <a:rPr lang="en-IE" sz="1800"/>
                        <a:t>Credit Card</a:t>
                      </a:r>
                    </a:p>
                  </a:txBody>
                  <a:tcPr anchor="ctr"/>
                </a:tc>
                <a:tc>
                  <a:txBody>
                    <a:bodyPr/>
                    <a:lstStyle/>
                    <a:p>
                      <a:pPr>
                        <a:buNone/>
                      </a:pPr>
                      <a:r>
                        <a:rPr lang="en-IE" sz="1800"/>
                        <a:t>2025-09-10</a:t>
                      </a:r>
                    </a:p>
                  </a:txBody>
                  <a:tcPr anchor="ctr"/>
                </a:tc>
                <a:extLst>
                  <a:ext uri="{0D108BD9-81ED-4DB2-BD59-A6C34878D82A}">
                    <a16:rowId xmlns:a16="http://schemas.microsoft.com/office/drawing/2014/main" val="2046008062"/>
                  </a:ext>
                </a:extLst>
              </a:tr>
              <a:tr h="251778">
                <a:tc>
                  <a:txBody>
                    <a:bodyPr/>
                    <a:lstStyle/>
                    <a:p>
                      <a:pPr>
                        <a:buNone/>
                      </a:pPr>
                      <a:r>
                        <a:rPr lang="en-IE" sz="1800"/>
                        <a:t>INV002</a:t>
                      </a:r>
                    </a:p>
                  </a:txBody>
                  <a:tcPr anchor="ctr"/>
                </a:tc>
                <a:tc>
                  <a:txBody>
                    <a:bodyPr/>
                    <a:lstStyle/>
                    <a:p>
                      <a:pPr>
                        <a:buNone/>
                      </a:pPr>
                      <a:r>
                        <a:rPr lang="en-IE" sz="1800"/>
                        <a:t>C02</a:t>
                      </a:r>
                    </a:p>
                  </a:txBody>
                  <a:tcPr anchor="ctr"/>
                </a:tc>
                <a:tc>
                  <a:txBody>
                    <a:bodyPr/>
                    <a:lstStyle/>
                    <a:p>
                      <a:pPr>
                        <a:buNone/>
                      </a:pPr>
                      <a:r>
                        <a:rPr lang="en-IE" sz="1800"/>
                        <a:t>Cash</a:t>
                      </a:r>
                    </a:p>
                  </a:txBody>
                  <a:tcPr anchor="ctr"/>
                </a:tc>
                <a:tc>
                  <a:txBody>
                    <a:bodyPr/>
                    <a:lstStyle/>
                    <a:p>
                      <a:pPr>
                        <a:buNone/>
                      </a:pPr>
                      <a:r>
                        <a:rPr lang="en-IE" sz="1800"/>
                        <a:t>2025-09-11</a:t>
                      </a:r>
                    </a:p>
                  </a:txBody>
                  <a:tcPr anchor="ctr"/>
                </a:tc>
                <a:extLst>
                  <a:ext uri="{0D108BD9-81ED-4DB2-BD59-A6C34878D82A}">
                    <a16:rowId xmlns:a16="http://schemas.microsoft.com/office/drawing/2014/main" val="3073983639"/>
                  </a:ext>
                </a:extLst>
              </a:tr>
              <a:tr h="251778">
                <a:tc>
                  <a:txBody>
                    <a:bodyPr/>
                    <a:lstStyle/>
                    <a:p>
                      <a:pPr>
                        <a:buNone/>
                      </a:pPr>
                      <a:r>
                        <a:rPr lang="en-IE" sz="1800"/>
                        <a:t>INV003</a:t>
                      </a:r>
                    </a:p>
                  </a:txBody>
                  <a:tcPr anchor="ctr"/>
                </a:tc>
                <a:tc>
                  <a:txBody>
                    <a:bodyPr/>
                    <a:lstStyle/>
                    <a:p>
                      <a:pPr>
                        <a:buNone/>
                      </a:pPr>
                      <a:r>
                        <a:rPr lang="en-IE" sz="1800"/>
                        <a:t>C01</a:t>
                      </a:r>
                    </a:p>
                  </a:txBody>
                  <a:tcPr anchor="ctr"/>
                </a:tc>
                <a:tc>
                  <a:txBody>
                    <a:bodyPr/>
                    <a:lstStyle/>
                    <a:p>
                      <a:pPr>
                        <a:buNone/>
                      </a:pPr>
                      <a:r>
                        <a:rPr lang="en-IE" sz="1800"/>
                        <a:t>Cash</a:t>
                      </a:r>
                    </a:p>
                  </a:txBody>
                  <a:tcPr anchor="ctr"/>
                </a:tc>
                <a:tc>
                  <a:txBody>
                    <a:bodyPr/>
                    <a:lstStyle/>
                    <a:p>
                      <a:pPr>
                        <a:buNone/>
                      </a:pPr>
                      <a:r>
                        <a:rPr lang="en-IE" sz="1800" dirty="0"/>
                        <a:t>2025-09-12</a:t>
                      </a:r>
                    </a:p>
                  </a:txBody>
                  <a:tcPr anchor="ctr"/>
                </a:tc>
                <a:extLst>
                  <a:ext uri="{0D108BD9-81ED-4DB2-BD59-A6C34878D82A}">
                    <a16:rowId xmlns:a16="http://schemas.microsoft.com/office/drawing/2014/main" val="1954972043"/>
                  </a:ext>
                </a:extLst>
              </a:tr>
            </a:tbl>
          </a:graphicData>
        </a:graphic>
      </p:graphicFrame>
      <p:graphicFrame>
        <p:nvGraphicFramePr>
          <p:cNvPr id="8" name="Table 7">
            <a:extLst>
              <a:ext uri="{FF2B5EF4-FFF2-40B4-BE49-F238E27FC236}">
                <a16:creationId xmlns:a16="http://schemas.microsoft.com/office/drawing/2014/main" id="{CD4D2185-45D8-1EE9-D459-E82F66F97D90}"/>
              </a:ext>
            </a:extLst>
          </p:cNvPr>
          <p:cNvGraphicFramePr>
            <a:graphicFrameLocks noGrp="1"/>
          </p:cNvGraphicFramePr>
          <p:nvPr>
            <p:extLst>
              <p:ext uri="{D42A27DB-BD31-4B8C-83A1-F6EECF244321}">
                <p14:modId xmlns:p14="http://schemas.microsoft.com/office/powerpoint/2010/main" val="2222144107"/>
              </p:ext>
            </p:extLst>
          </p:nvPr>
        </p:nvGraphicFramePr>
        <p:xfrm>
          <a:off x="702032" y="5454650"/>
          <a:ext cx="5936099" cy="1828800"/>
        </p:xfrm>
        <a:graphic>
          <a:graphicData uri="http://schemas.openxmlformats.org/drawingml/2006/table">
            <a:tbl>
              <a:tblPr>
                <a:tableStyleId>{5940675A-B579-460E-94D1-54222C63F5DA}</a:tableStyleId>
              </a:tblPr>
              <a:tblGrid>
                <a:gridCol w="1783080">
                  <a:extLst>
                    <a:ext uri="{9D8B030D-6E8A-4147-A177-3AD203B41FA5}">
                      <a16:colId xmlns:a16="http://schemas.microsoft.com/office/drawing/2014/main" val="448165676"/>
                    </a:ext>
                  </a:extLst>
                </a:gridCol>
                <a:gridCol w="2100580">
                  <a:extLst>
                    <a:ext uri="{9D8B030D-6E8A-4147-A177-3AD203B41FA5}">
                      <a16:colId xmlns:a16="http://schemas.microsoft.com/office/drawing/2014/main" val="3348182700"/>
                    </a:ext>
                  </a:extLst>
                </a:gridCol>
                <a:gridCol w="2052439">
                  <a:extLst>
                    <a:ext uri="{9D8B030D-6E8A-4147-A177-3AD203B41FA5}">
                      <a16:colId xmlns:a16="http://schemas.microsoft.com/office/drawing/2014/main" val="4285166354"/>
                    </a:ext>
                  </a:extLst>
                </a:gridCol>
              </a:tblGrid>
              <a:tr h="251778">
                <a:tc>
                  <a:txBody>
                    <a:bodyPr/>
                    <a:lstStyle/>
                    <a:p>
                      <a:pPr>
                        <a:buNone/>
                      </a:pPr>
                      <a:r>
                        <a:rPr lang="en-IE" sz="1800" b="1"/>
                        <a:t>InvoiceID (FK)</a:t>
                      </a:r>
                      <a:endParaRPr lang="en-IE" sz="1800"/>
                    </a:p>
                  </a:txBody>
                  <a:tcPr anchor="ctr"/>
                </a:tc>
                <a:tc>
                  <a:txBody>
                    <a:bodyPr/>
                    <a:lstStyle/>
                    <a:p>
                      <a:pPr>
                        <a:buNone/>
                      </a:pPr>
                      <a:r>
                        <a:rPr lang="en-IE" sz="1800" b="1"/>
                        <a:t>ProductLine (FK)</a:t>
                      </a:r>
                      <a:endParaRPr lang="en-IE" sz="1800"/>
                    </a:p>
                  </a:txBody>
                  <a:tcPr anchor="ctr"/>
                </a:tc>
                <a:tc>
                  <a:txBody>
                    <a:bodyPr/>
                    <a:lstStyle/>
                    <a:p>
                      <a:pPr algn="r">
                        <a:buNone/>
                      </a:pPr>
                      <a:r>
                        <a:rPr lang="en-IE" sz="1800" b="1" dirty="0"/>
                        <a:t>Quantity</a:t>
                      </a:r>
                    </a:p>
                  </a:txBody>
                  <a:tcPr anchor="ctr"/>
                </a:tc>
                <a:extLst>
                  <a:ext uri="{0D108BD9-81ED-4DB2-BD59-A6C34878D82A}">
                    <a16:rowId xmlns:a16="http://schemas.microsoft.com/office/drawing/2014/main" val="1506396297"/>
                  </a:ext>
                </a:extLst>
              </a:tr>
              <a:tr h="251778">
                <a:tc>
                  <a:txBody>
                    <a:bodyPr/>
                    <a:lstStyle/>
                    <a:p>
                      <a:pPr>
                        <a:buNone/>
                      </a:pPr>
                      <a:r>
                        <a:rPr lang="en-IE" sz="1800"/>
                        <a:t>INV001</a:t>
                      </a:r>
                    </a:p>
                  </a:txBody>
                  <a:tcPr anchor="ctr"/>
                </a:tc>
                <a:tc>
                  <a:txBody>
                    <a:bodyPr/>
                    <a:lstStyle/>
                    <a:p>
                      <a:pPr>
                        <a:buNone/>
                      </a:pPr>
                      <a:r>
                        <a:rPr lang="en-IE" sz="1800"/>
                        <a:t>Bakery</a:t>
                      </a:r>
                    </a:p>
                  </a:txBody>
                  <a:tcPr anchor="ctr"/>
                </a:tc>
                <a:tc>
                  <a:txBody>
                    <a:bodyPr/>
                    <a:lstStyle/>
                    <a:p>
                      <a:pPr algn="r">
                        <a:buNone/>
                      </a:pPr>
                      <a:r>
                        <a:rPr lang="en-IE" sz="1800"/>
                        <a:t>1</a:t>
                      </a:r>
                    </a:p>
                  </a:txBody>
                  <a:tcPr anchor="ctr"/>
                </a:tc>
                <a:extLst>
                  <a:ext uri="{0D108BD9-81ED-4DB2-BD59-A6C34878D82A}">
                    <a16:rowId xmlns:a16="http://schemas.microsoft.com/office/drawing/2014/main" val="4144502830"/>
                  </a:ext>
                </a:extLst>
              </a:tr>
              <a:tr h="251778">
                <a:tc>
                  <a:txBody>
                    <a:bodyPr/>
                    <a:lstStyle/>
                    <a:p>
                      <a:pPr>
                        <a:buNone/>
                      </a:pPr>
                      <a:r>
                        <a:rPr lang="en-IE" sz="1800"/>
                        <a:t>INV001</a:t>
                      </a:r>
                    </a:p>
                  </a:txBody>
                  <a:tcPr anchor="ctr"/>
                </a:tc>
                <a:tc>
                  <a:txBody>
                    <a:bodyPr/>
                    <a:lstStyle/>
                    <a:p>
                      <a:pPr>
                        <a:buNone/>
                      </a:pPr>
                      <a:r>
                        <a:rPr lang="en-IE" sz="1800"/>
                        <a:t>Fruit</a:t>
                      </a:r>
                    </a:p>
                  </a:txBody>
                  <a:tcPr anchor="ctr"/>
                </a:tc>
                <a:tc>
                  <a:txBody>
                    <a:bodyPr/>
                    <a:lstStyle/>
                    <a:p>
                      <a:pPr algn="r">
                        <a:buNone/>
                      </a:pPr>
                      <a:r>
                        <a:rPr lang="en-IE" sz="1800"/>
                        <a:t>1</a:t>
                      </a:r>
                    </a:p>
                  </a:txBody>
                  <a:tcPr anchor="ctr"/>
                </a:tc>
                <a:extLst>
                  <a:ext uri="{0D108BD9-81ED-4DB2-BD59-A6C34878D82A}">
                    <a16:rowId xmlns:a16="http://schemas.microsoft.com/office/drawing/2014/main" val="3575957439"/>
                  </a:ext>
                </a:extLst>
              </a:tr>
              <a:tr h="251778">
                <a:tc>
                  <a:txBody>
                    <a:bodyPr/>
                    <a:lstStyle/>
                    <a:p>
                      <a:pPr>
                        <a:buNone/>
                      </a:pPr>
                      <a:r>
                        <a:rPr lang="en-IE" sz="1800"/>
                        <a:t>INV002</a:t>
                      </a:r>
                    </a:p>
                  </a:txBody>
                  <a:tcPr anchor="ctr"/>
                </a:tc>
                <a:tc>
                  <a:txBody>
                    <a:bodyPr/>
                    <a:lstStyle/>
                    <a:p>
                      <a:pPr>
                        <a:buNone/>
                      </a:pPr>
                      <a:r>
                        <a:rPr lang="en-IE" sz="1800"/>
                        <a:t>Dairy</a:t>
                      </a:r>
                    </a:p>
                  </a:txBody>
                  <a:tcPr anchor="ctr"/>
                </a:tc>
                <a:tc>
                  <a:txBody>
                    <a:bodyPr/>
                    <a:lstStyle/>
                    <a:p>
                      <a:pPr algn="r">
                        <a:buNone/>
                      </a:pPr>
                      <a:r>
                        <a:rPr lang="en-IE" sz="1800"/>
                        <a:t>1</a:t>
                      </a:r>
                    </a:p>
                  </a:txBody>
                  <a:tcPr anchor="ctr"/>
                </a:tc>
                <a:extLst>
                  <a:ext uri="{0D108BD9-81ED-4DB2-BD59-A6C34878D82A}">
                    <a16:rowId xmlns:a16="http://schemas.microsoft.com/office/drawing/2014/main" val="4044254094"/>
                  </a:ext>
                </a:extLst>
              </a:tr>
              <a:tr h="251778">
                <a:tc>
                  <a:txBody>
                    <a:bodyPr/>
                    <a:lstStyle/>
                    <a:p>
                      <a:pPr>
                        <a:buNone/>
                      </a:pPr>
                      <a:r>
                        <a:rPr lang="en-IE" sz="1800"/>
                        <a:t>INV003</a:t>
                      </a:r>
                    </a:p>
                  </a:txBody>
                  <a:tcPr anchor="ctr"/>
                </a:tc>
                <a:tc>
                  <a:txBody>
                    <a:bodyPr/>
                    <a:lstStyle/>
                    <a:p>
                      <a:pPr>
                        <a:buNone/>
                      </a:pPr>
                      <a:r>
                        <a:rPr lang="en-IE" sz="1800"/>
                        <a:t>Bakery</a:t>
                      </a:r>
                    </a:p>
                  </a:txBody>
                  <a:tcPr anchor="ctr"/>
                </a:tc>
                <a:tc>
                  <a:txBody>
                    <a:bodyPr/>
                    <a:lstStyle/>
                    <a:p>
                      <a:pPr algn="r">
                        <a:buNone/>
                      </a:pPr>
                      <a:r>
                        <a:rPr lang="en-IE" sz="1800" dirty="0"/>
                        <a:t>1</a:t>
                      </a:r>
                    </a:p>
                  </a:txBody>
                  <a:tcPr anchor="ctr"/>
                </a:tc>
                <a:extLst>
                  <a:ext uri="{0D108BD9-81ED-4DB2-BD59-A6C34878D82A}">
                    <a16:rowId xmlns:a16="http://schemas.microsoft.com/office/drawing/2014/main" val="3631310618"/>
                  </a:ext>
                </a:extLst>
              </a:tr>
            </a:tbl>
          </a:graphicData>
        </a:graphic>
      </p:graphicFrame>
    </p:spTree>
    <p:extLst>
      <p:ext uri="{BB962C8B-B14F-4D97-AF65-F5344CB8AC3E}">
        <p14:creationId xmlns:p14="http://schemas.microsoft.com/office/powerpoint/2010/main" val="1134607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B2678B7-6DF0-E1CB-8A30-D5B7A49349F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8A227CB-5D72-97EA-79F1-1CF329BCDB15}"/>
              </a:ext>
            </a:extLst>
          </p:cNvPr>
          <p:cNvSpPr txBox="1"/>
          <p:nvPr/>
        </p:nvSpPr>
        <p:spPr>
          <a:xfrm>
            <a:off x="471089" y="1644650"/>
            <a:ext cx="9133681" cy="3100849"/>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300" dirty="0">
                <a:latin typeface="Helvetica" pitchFamily="2" charset="0"/>
              </a:rPr>
              <a:t>There are up to six normal forms available. It is recommended we try to normalise the database up to the 3NF.</a:t>
            </a:r>
          </a:p>
          <a:p>
            <a:pPr marL="269262" indent="-269262">
              <a:lnSpc>
                <a:spcPct val="150000"/>
              </a:lnSpc>
              <a:buFont typeface="Arial" panose="020B0604020202020204" pitchFamily="34" charset="0"/>
              <a:buChar char="•"/>
            </a:pPr>
            <a:endParaRPr lang="en-IE" sz="2300" dirty="0">
              <a:latin typeface="Helvetica" pitchFamily="2" charset="0"/>
            </a:endParaRPr>
          </a:p>
          <a:p>
            <a:pPr marL="269262" indent="-269262">
              <a:lnSpc>
                <a:spcPct val="150000"/>
              </a:lnSpc>
              <a:buFont typeface="Arial" panose="020B0604020202020204" pitchFamily="34" charset="0"/>
              <a:buChar char="•"/>
            </a:pPr>
            <a:r>
              <a:rPr lang="en-IE" sz="2300" dirty="0">
                <a:latin typeface="Helvetica" pitchFamily="2" charset="0"/>
              </a:rPr>
              <a:t>We can keep dividing the tables more and more – however, we need to always reflect on how necessary those divisions are</a:t>
            </a:r>
          </a:p>
          <a:p>
            <a:pPr marL="269262" indent="-269262">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72A48AA2-032D-3D95-2BF0-F5F917524AFE}"/>
              </a:ext>
            </a:extLst>
          </p:cNvPr>
          <p:cNvSpPr>
            <a:spLocks noGrp="1"/>
          </p:cNvSpPr>
          <p:nvPr>
            <p:ph type="title"/>
          </p:nvPr>
        </p:nvSpPr>
        <p:spPr>
          <a:xfrm>
            <a:off x="471089" y="112176"/>
            <a:ext cx="9133681" cy="1325563"/>
          </a:xfrm>
        </p:spPr>
        <p:txBody>
          <a:bodyPr>
            <a:normAutofit/>
          </a:bodyPr>
          <a:lstStyle/>
          <a:p>
            <a:r>
              <a:rPr lang="en-IE" sz="3500" dirty="0"/>
              <a:t>Normalisation</a:t>
            </a:r>
          </a:p>
        </p:txBody>
      </p:sp>
    </p:spTree>
    <p:extLst>
      <p:ext uri="{BB962C8B-B14F-4D97-AF65-F5344CB8AC3E}">
        <p14:creationId xmlns:p14="http://schemas.microsoft.com/office/powerpoint/2010/main" val="310868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31F4DFB-BD3B-0979-799D-EB3873A6044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BDF7373-A5BA-9257-1E2C-4627C1B94CCE}"/>
              </a:ext>
            </a:extLst>
          </p:cNvPr>
          <p:cNvSpPr txBox="1"/>
          <p:nvPr/>
        </p:nvSpPr>
        <p:spPr>
          <a:xfrm>
            <a:off x="295540" y="1035050"/>
            <a:ext cx="9309230" cy="6137129"/>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200" dirty="0">
                <a:latin typeface="Helvetica" pitchFamily="2" charset="0"/>
              </a:rPr>
              <a:t>Database normalisation:</a:t>
            </a:r>
          </a:p>
          <a:p>
            <a:pPr marL="726462" lvl="1" indent="-269262">
              <a:lnSpc>
                <a:spcPct val="150000"/>
              </a:lnSpc>
              <a:buFont typeface="Arial" panose="020B0604020202020204" pitchFamily="34" charset="0"/>
              <a:buChar char="•"/>
            </a:pPr>
            <a:r>
              <a:rPr lang="en-IE" sz="2200" dirty="0">
                <a:latin typeface="Helvetica" pitchFamily="2" charset="0"/>
              </a:rPr>
              <a:t>makes the database more efficient.</a:t>
            </a:r>
          </a:p>
          <a:p>
            <a:pPr marL="726462" lvl="1" indent="-269262">
              <a:lnSpc>
                <a:spcPct val="150000"/>
              </a:lnSpc>
              <a:buFont typeface="Arial" panose="020B0604020202020204" pitchFamily="34" charset="0"/>
              <a:buChar char="•"/>
            </a:pPr>
            <a:r>
              <a:rPr lang="en-IE" sz="2200" dirty="0">
                <a:latin typeface="Helvetica" pitchFamily="2" charset="0"/>
              </a:rPr>
              <a:t>prevents the same data from being stored in more than one  place (called an “insert anomaly”)</a:t>
            </a:r>
          </a:p>
          <a:p>
            <a:pPr marL="726462" lvl="1" indent="-269262">
              <a:lnSpc>
                <a:spcPct val="150000"/>
              </a:lnSpc>
              <a:buFont typeface="Arial" panose="020B0604020202020204" pitchFamily="34" charset="0"/>
              <a:buChar char="•"/>
            </a:pPr>
            <a:r>
              <a:rPr lang="en-IE" sz="2200" dirty="0">
                <a:latin typeface="Helvetica" pitchFamily="2" charset="0"/>
              </a:rPr>
              <a:t>prevents updates from being made to some data but not others (called an  “update anomaly”)</a:t>
            </a:r>
          </a:p>
          <a:p>
            <a:pPr marL="726462" lvl="1" indent="-269262">
              <a:lnSpc>
                <a:spcPct val="150000"/>
              </a:lnSpc>
              <a:buFont typeface="Arial" panose="020B0604020202020204" pitchFamily="34" charset="0"/>
              <a:buChar char="•"/>
            </a:pPr>
            <a:r>
              <a:rPr lang="en-IE" sz="2200" dirty="0">
                <a:latin typeface="Helvetica" pitchFamily="2" charset="0"/>
              </a:rPr>
              <a:t>prevents data not being deleted when it is supposed to be or data from being lost when it is not supposed to be (called a “delete anomaly”)</a:t>
            </a:r>
          </a:p>
          <a:p>
            <a:pPr marL="726462" lvl="1" indent="-269262">
              <a:lnSpc>
                <a:spcPct val="150000"/>
              </a:lnSpc>
              <a:buFont typeface="Arial" panose="020B0604020202020204" pitchFamily="34" charset="0"/>
              <a:buChar char="•"/>
            </a:pPr>
            <a:r>
              <a:rPr lang="en-IE" sz="2200" dirty="0">
                <a:latin typeface="Helvetica" pitchFamily="2" charset="0"/>
              </a:rPr>
              <a:t>ensures the data is accurate</a:t>
            </a:r>
          </a:p>
          <a:p>
            <a:pPr marL="726462" lvl="1" indent="-269262">
              <a:lnSpc>
                <a:spcPct val="150000"/>
              </a:lnSpc>
              <a:buFont typeface="Arial" panose="020B0604020202020204" pitchFamily="34" charset="0"/>
              <a:buChar char="•"/>
            </a:pPr>
            <a:r>
              <a:rPr lang="en-IE" sz="2200" dirty="0">
                <a:latin typeface="Helvetica" pitchFamily="2" charset="0"/>
              </a:rPr>
              <a:t>reduces the storage space that a database takes up</a:t>
            </a:r>
          </a:p>
          <a:p>
            <a:pPr marL="726462" lvl="1" indent="-269262">
              <a:lnSpc>
                <a:spcPct val="150000"/>
              </a:lnSpc>
              <a:buFont typeface="Arial" panose="020B0604020202020204" pitchFamily="34" charset="0"/>
              <a:buChar char="•"/>
            </a:pPr>
            <a:r>
              <a:rPr lang="en-IE" sz="2200" dirty="0">
                <a:latin typeface="Helvetica" pitchFamily="2" charset="0"/>
              </a:rPr>
              <a:t>ensures the queries on a database run as fast as possible</a:t>
            </a:r>
          </a:p>
        </p:txBody>
      </p:sp>
      <p:sp>
        <p:nvSpPr>
          <p:cNvPr id="2" name="Title 1">
            <a:extLst>
              <a:ext uri="{FF2B5EF4-FFF2-40B4-BE49-F238E27FC236}">
                <a16:creationId xmlns:a16="http://schemas.microsoft.com/office/drawing/2014/main" id="{72A98536-322A-A5F0-D9CE-D420AEFAB895}"/>
              </a:ext>
            </a:extLst>
          </p:cNvPr>
          <p:cNvSpPr>
            <a:spLocks noGrp="1"/>
          </p:cNvSpPr>
          <p:nvPr>
            <p:ph type="title"/>
          </p:nvPr>
        </p:nvSpPr>
        <p:spPr>
          <a:xfrm>
            <a:off x="471089" y="112176"/>
            <a:ext cx="9133681" cy="1325563"/>
          </a:xfrm>
        </p:spPr>
        <p:txBody>
          <a:bodyPr>
            <a:normAutofit/>
          </a:bodyPr>
          <a:lstStyle/>
          <a:p>
            <a:r>
              <a:rPr lang="en-IE" sz="3500" dirty="0"/>
              <a:t>Normalisation</a:t>
            </a:r>
          </a:p>
        </p:txBody>
      </p:sp>
    </p:spTree>
    <p:extLst>
      <p:ext uri="{BB962C8B-B14F-4D97-AF65-F5344CB8AC3E}">
        <p14:creationId xmlns:p14="http://schemas.microsoft.com/office/powerpoint/2010/main" val="2681581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0A5D975-BAB4-AFDB-BB73-61E9D572EFA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CCD7EA8-6270-509E-DA33-EADD50266D22}"/>
              </a:ext>
            </a:extLst>
          </p:cNvPr>
          <p:cNvSpPr txBox="1"/>
          <p:nvPr/>
        </p:nvSpPr>
        <p:spPr>
          <a:xfrm>
            <a:off x="292396" y="1725348"/>
            <a:ext cx="8707935" cy="4105804"/>
          </a:xfrm>
          <a:prstGeom prst="rect">
            <a:avLst/>
          </a:prstGeom>
          <a:noFill/>
        </p:spPr>
        <p:txBody>
          <a:bodyPr wrap="square">
            <a:spAutoFit/>
          </a:bodyPr>
          <a:lstStyle/>
          <a:p>
            <a:pPr marL="269262" indent="-269262">
              <a:lnSpc>
                <a:spcPct val="150000"/>
              </a:lnSpc>
              <a:buFont typeface="Arial" panose="020B0604020202020204" pitchFamily="34" charset="0"/>
              <a:buChar char="•"/>
            </a:pPr>
            <a:r>
              <a:rPr lang="en-IE" sz="2200" dirty="0">
                <a:latin typeface="Helvetica" pitchFamily="2" charset="0"/>
              </a:rPr>
              <a:t>The process of normalisation involves applying rules to a set of data.  Each of these rules transforms the data to a certain structure, called  a normal form.</a:t>
            </a:r>
          </a:p>
          <a:p>
            <a:pPr marL="269262" indent="-269262">
              <a:lnSpc>
                <a:spcPct val="150000"/>
              </a:lnSpc>
              <a:buFont typeface="Arial" panose="020B0604020202020204" pitchFamily="34" charset="0"/>
              <a:buChar char="•"/>
            </a:pPr>
            <a:r>
              <a:rPr lang="en-IE" sz="2200" dirty="0">
                <a:latin typeface="Helvetica" pitchFamily="2" charset="0"/>
              </a:rPr>
              <a:t>There are three main normal forms that you should consider</a:t>
            </a:r>
          </a:p>
          <a:p>
            <a:pPr marL="269262" indent="-269262">
              <a:lnSpc>
                <a:spcPct val="150000"/>
              </a:lnSpc>
              <a:buFont typeface="Arial" panose="020B0604020202020204" pitchFamily="34" charset="0"/>
              <a:buChar char="•"/>
            </a:pPr>
            <a:r>
              <a:rPr lang="en-IE" sz="2200" dirty="0">
                <a:latin typeface="Helvetica" pitchFamily="2" charset="0"/>
              </a:rPr>
              <a:t>Whenever the first rule is applied, the data is in “first normal form“.  Then, the second rule is applied and the data is in “second normal  form“. The third rule is then applied and the data is in “third normal  form“.</a:t>
            </a:r>
          </a:p>
        </p:txBody>
      </p:sp>
      <p:sp>
        <p:nvSpPr>
          <p:cNvPr id="2" name="Title 1">
            <a:extLst>
              <a:ext uri="{FF2B5EF4-FFF2-40B4-BE49-F238E27FC236}">
                <a16:creationId xmlns:a16="http://schemas.microsoft.com/office/drawing/2014/main" id="{3A0F5536-1999-05AB-45A1-7A0AC7FBC5E7}"/>
              </a:ext>
            </a:extLst>
          </p:cNvPr>
          <p:cNvSpPr>
            <a:spLocks noGrp="1"/>
          </p:cNvSpPr>
          <p:nvPr>
            <p:ph type="title"/>
          </p:nvPr>
        </p:nvSpPr>
        <p:spPr>
          <a:xfrm>
            <a:off x="471089" y="112176"/>
            <a:ext cx="9133681" cy="1325563"/>
          </a:xfrm>
        </p:spPr>
        <p:txBody>
          <a:bodyPr>
            <a:normAutofit/>
          </a:bodyPr>
          <a:lstStyle/>
          <a:p>
            <a:r>
              <a:rPr lang="en-IE" sz="3500" dirty="0"/>
              <a:t>What are normal forms?</a:t>
            </a:r>
          </a:p>
        </p:txBody>
      </p:sp>
    </p:spTree>
    <p:extLst>
      <p:ext uri="{BB962C8B-B14F-4D97-AF65-F5344CB8AC3E}">
        <p14:creationId xmlns:p14="http://schemas.microsoft.com/office/powerpoint/2010/main" val="822773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578D4D30-4E9F-52E6-3C19-16DB17B7C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2293"/>
            <a:ext cx="10056782" cy="3884544"/>
          </a:xfrm>
          <a:prstGeom prst="rect">
            <a:avLst/>
          </a:prstGeom>
        </p:spPr>
      </p:pic>
      <p:sp>
        <p:nvSpPr>
          <p:cNvPr id="2" name="Title 1">
            <a:extLst>
              <a:ext uri="{FF2B5EF4-FFF2-40B4-BE49-F238E27FC236}">
                <a16:creationId xmlns:a16="http://schemas.microsoft.com/office/drawing/2014/main" id="{1E75CE44-3EAC-2976-5131-F325C73F512D}"/>
              </a:ext>
            </a:extLst>
          </p:cNvPr>
          <p:cNvSpPr>
            <a:spLocks noGrp="1"/>
          </p:cNvSpPr>
          <p:nvPr>
            <p:ph type="title"/>
          </p:nvPr>
        </p:nvSpPr>
        <p:spPr>
          <a:xfrm>
            <a:off x="471089" y="112176"/>
            <a:ext cx="9133681" cy="1325563"/>
          </a:xfrm>
        </p:spPr>
        <p:txBody>
          <a:bodyPr>
            <a:normAutofit/>
          </a:bodyPr>
          <a:lstStyle/>
          <a:p>
            <a:r>
              <a:rPr lang="en-IE" sz="3500" dirty="0"/>
              <a:t>Normalisation – another example</a:t>
            </a:r>
          </a:p>
        </p:txBody>
      </p:sp>
    </p:spTree>
    <p:extLst>
      <p:ext uri="{BB962C8B-B14F-4D97-AF65-F5344CB8AC3E}">
        <p14:creationId xmlns:p14="http://schemas.microsoft.com/office/powerpoint/2010/main" val="2455487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893758435"/>
              </p:ext>
            </p:extLst>
          </p:nvPr>
        </p:nvGraphicFramePr>
        <p:xfrm>
          <a:off x="41839" y="5426520"/>
          <a:ext cx="9992179" cy="693463"/>
        </p:xfrm>
        <a:graphic>
          <a:graphicData uri="http://schemas.openxmlformats.org/drawingml/2006/table">
            <a:tbl>
              <a:tblPr firstRow="1" bandRow="1">
                <a:tableStyleId>{2D5ABB26-0587-4C30-8999-92F81FD0307C}</a:tableStyleId>
              </a:tblPr>
              <a:tblGrid>
                <a:gridCol w="1037070">
                  <a:extLst>
                    <a:ext uri="{9D8B030D-6E8A-4147-A177-3AD203B41FA5}">
                      <a16:colId xmlns:a16="http://schemas.microsoft.com/office/drawing/2014/main" val="20000"/>
                    </a:ext>
                  </a:extLst>
                </a:gridCol>
                <a:gridCol w="982470">
                  <a:extLst>
                    <a:ext uri="{9D8B030D-6E8A-4147-A177-3AD203B41FA5}">
                      <a16:colId xmlns:a16="http://schemas.microsoft.com/office/drawing/2014/main" val="20001"/>
                    </a:ext>
                  </a:extLst>
                </a:gridCol>
                <a:gridCol w="1064370">
                  <a:extLst>
                    <a:ext uri="{9D8B030D-6E8A-4147-A177-3AD203B41FA5}">
                      <a16:colId xmlns:a16="http://schemas.microsoft.com/office/drawing/2014/main" val="20002"/>
                    </a:ext>
                  </a:extLst>
                </a:gridCol>
                <a:gridCol w="1153097">
                  <a:extLst>
                    <a:ext uri="{9D8B030D-6E8A-4147-A177-3AD203B41FA5}">
                      <a16:colId xmlns:a16="http://schemas.microsoft.com/office/drawing/2014/main" val="20003"/>
                    </a:ext>
                  </a:extLst>
                </a:gridCol>
                <a:gridCol w="1325429">
                  <a:extLst>
                    <a:ext uri="{9D8B030D-6E8A-4147-A177-3AD203B41FA5}">
                      <a16:colId xmlns:a16="http://schemas.microsoft.com/office/drawing/2014/main" val="20004"/>
                    </a:ext>
                  </a:extLst>
                </a:gridCol>
                <a:gridCol w="1142859">
                  <a:extLst>
                    <a:ext uri="{9D8B030D-6E8A-4147-A177-3AD203B41FA5}">
                      <a16:colId xmlns:a16="http://schemas.microsoft.com/office/drawing/2014/main" val="20005"/>
                    </a:ext>
                  </a:extLst>
                </a:gridCol>
                <a:gridCol w="1030245">
                  <a:extLst>
                    <a:ext uri="{9D8B030D-6E8A-4147-A177-3AD203B41FA5}">
                      <a16:colId xmlns:a16="http://schemas.microsoft.com/office/drawing/2014/main" val="20006"/>
                    </a:ext>
                  </a:extLst>
                </a:gridCol>
                <a:gridCol w="1016036">
                  <a:extLst>
                    <a:ext uri="{9D8B030D-6E8A-4147-A177-3AD203B41FA5}">
                      <a16:colId xmlns:a16="http://schemas.microsoft.com/office/drawing/2014/main" val="20007"/>
                    </a:ext>
                  </a:extLst>
                </a:gridCol>
                <a:gridCol w="1240603">
                  <a:extLst>
                    <a:ext uri="{9D8B030D-6E8A-4147-A177-3AD203B41FA5}">
                      <a16:colId xmlns:a16="http://schemas.microsoft.com/office/drawing/2014/main" val="20008"/>
                    </a:ext>
                  </a:extLst>
                </a:gridCol>
              </a:tblGrid>
              <a:tr h="693463">
                <a:tc>
                  <a:txBody>
                    <a:bodyPr/>
                    <a:lstStyle/>
                    <a:p>
                      <a:pPr marL="13970">
                        <a:lnSpc>
                          <a:spcPts val="1480"/>
                        </a:lnSpc>
                      </a:pPr>
                      <a:r>
                        <a:rPr sz="1500" b="1" u="heavy" spc="0" dirty="0">
                          <a:solidFill>
                            <a:schemeClr val="tx1"/>
                          </a:solidFill>
                          <a:uFill>
                            <a:solidFill>
                              <a:srgbClr val="FF0000"/>
                            </a:solidFill>
                          </a:uFill>
                          <a:latin typeface="Helvetica" pitchFamily="2" charset="0"/>
                          <a:cs typeface="Arial"/>
                        </a:rPr>
                        <a:t>StudentID</a:t>
                      </a:r>
                      <a:endParaRPr sz="1500" b="1" spc="0">
                        <a:solidFill>
                          <a:schemeClr val="tx1"/>
                        </a:solidFill>
                        <a:latin typeface="Helvetica" pitchFamily="2" charset="0"/>
                        <a:cs typeface="Arial"/>
                      </a:endParaRP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b="1" u="heavy" spc="0" dirty="0">
                          <a:solidFill>
                            <a:schemeClr val="tx1"/>
                          </a:solidFill>
                          <a:uFill>
                            <a:solidFill>
                              <a:srgbClr val="FF0000"/>
                            </a:solidFill>
                          </a:uFill>
                          <a:latin typeface="Helvetica" pitchFamily="2" charset="0"/>
                          <a:cs typeface="Arial"/>
                        </a:rPr>
                        <a:t>CourseID</a:t>
                      </a:r>
                      <a:endParaRPr sz="1500" b="1" spc="0">
                        <a:solidFill>
                          <a:schemeClr val="tx1"/>
                        </a:solidFill>
                        <a:latin typeface="Helvetica" pitchFamily="2" charset="0"/>
                        <a:cs typeface="Arial"/>
                      </a:endParaRP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b="1" u="heavy" spc="0" dirty="0">
                          <a:solidFill>
                            <a:schemeClr val="tx1"/>
                          </a:solidFill>
                          <a:uFill>
                            <a:solidFill>
                              <a:srgbClr val="FF0000"/>
                            </a:solidFill>
                          </a:uFill>
                          <a:latin typeface="Helvetica" pitchFamily="2" charset="0"/>
                          <a:cs typeface="Arial"/>
                        </a:rPr>
                        <a:t>ExamDate</a:t>
                      </a:r>
                      <a:endParaRPr sz="1500" b="1" spc="0" dirty="0">
                        <a:solidFill>
                          <a:schemeClr val="tx1"/>
                        </a:solidFill>
                        <a:latin typeface="Helvetica" pitchFamily="2" charset="0"/>
                        <a:cs typeface="Arial"/>
                      </a:endParaRP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a:latin typeface="Helvetica" pitchFamily="2" charset="0"/>
                          <a:cs typeface="Arial"/>
                        </a:rPr>
                        <a:t>ExamMarks</a:t>
                      </a: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a:latin typeface="Helvetica" pitchFamily="2" charset="0"/>
                          <a:cs typeface="Arial"/>
                        </a:rPr>
                        <a:t>StudentName</a:t>
                      </a: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a:latin typeface="Helvetica" pitchFamily="2" charset="0"/>
                          <a:cs typeface="Arial"/>
                        </a:rPr>
                        <a:t>StudentAge</a:t>
                      </a: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a:latin typeface="Helvetica" pitchFamily="2" charset="0"/>
                          <a:cs typeface="Arial"/>
                        </a:rPr>
                        <a:t>Student</a:t>
                      </a:r>
                      <a:endParaRPr sz="1500" spc="0">
                        <a:latin typeface="Helvetica" pitchFamily="2" charset="0"/>
                        <a:cs typeface="Arial"/>
                      </a:endParaRPr>
                    </a:p>
                    <a:p>
                      <a:pPr marL="13970">
                        <a:lnSpc>
                          <a:spcPct val="100000"/>
                        </a:lnSpc>
                        <a:spcBef>
                          <a:spcPts val="45"/>
                        </a:spcBef>
                      </a:pPr>
                      <a:r>
                        <a:rPr sz="1500" spc="0" dirty="0">
                          <a:latin typeface="Helvetica" pitchFamily="2" charset="0"/>
                          <a:cs typeface="Arial"/>
                        </a:rPr>
                        <a:t>Nationality</a:t>
                      </a:r>
                      <a:endParaRPr sz="1500" spc="0">
                        <a:latin typeface="Helvetica" pitchFamily="2" charset="0"/>
                        <a:cs typeface="Arial"/>
                      </a:endParaRP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a:latin typeface="Helvetica" pitchFamily="2" charset="0"/>
                          <a:cs typeface="Arial"/>
                        </a:rPr>
                        <a:t>Course</a:t>
                      </a:r>
                      <a:endParaRPr lang="pt-BR" sz="1500" spc="0" dirty="0">
                        <a:latin typeface="Helvetica" pitchFamily="2" charset="0"/>
                        <a:cs typeface="Arial"/>
                      </a:endParaRPr>
                    </a:p>
                    <a:p>
                      <a:pPr marL="13970">
                        <a:lnSpc>
                          <a:spcPts val="1480"/>
                        </a:lnSpc>
                      </a:pPr>
                      <a:r>
                        <a:rPr sz="1500" spc="0" dirty="0">
                          <a:latin typeface="Helvetica" pitchFamily="2" charset="0"/>
                          <a:cs typeface="Arial"/>
                        </a:rPr>
                        <a:t>Description</a:t>
                      </a: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1480"/>
                        </a:lnSpc>
                      </a:pPr>
                      <a:r>
                        <a:rPr sz="1500" spc="0" dirty="0" err="1">
                          <a:latin typeface="Helvetica" pitchFamily="2" charset="0"/>
                          <a:cs typeface="Arial"/>
                        </a:rPr>
                        <a:t>CourseECTS</a:t>
                      </a:r>
                      <a:endParaRPr sz="1500" spc="0" dirty="0">
                        <a:latin typeface="Helvetica" pitchFamily="2" charset="0"/>
                        <a:cs typeface="Arial"/>
                      </a:endParaRPr>
                    </a:p>
                  </a:txBody>
                  <a:tcPr marL="0" marR="0" marT="0" marB="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val="10000"/>
                  </a:ext>
                </a:extLst>
              </a:tr>
            </a:tbl>
          </a:graphicData>
        </a:graphic>
      </p:graphicFrame>
      <p:sp>
        <p:nvSpPr>
          <p:cNvPr id="12" name="TextBox 11">
            <a:extLst>
              <a:ext uri="{FF2B5EF4-FFF2-40B4-BE49-F238E27FC236}">
                <a16:creationId xmlns:a16="http://schemas.microsoft.com/office/drawing/2014/main" id="{0A743166-E7CA-DE64-AF44-F30D72CEDB2D}"/>
              </a:ext>
            </a:extLst>
          </p:cNvPr>
          <p:cNvSpPr txBox="1"/>
          <p:nvPr/>
        </p:nvSpPr>
        <p:spPr>
          <a:xfrm>
            <a:off x="787121" y="2037636"/>
            <a:ext cx="8845978" cy="2790059"/>
          </a:xfrm>
          <a:prstGeom prst="rect">
            <a:avLst/>
          </a:prstGeom>
          <a:noFill/>
        </p:spPr>
        <p:txBody>
          <a:bodyPr wrap="square">
            <a:spAutoFit/>
          </a:bodyPr>
          <a:lstStyle/>
          <a:p>
            <a:pPr marL="269262" indent="-269262">
              <a:buFont typeface="Arial" panose="020B0604020202020204" pitchFamily="34" charset="0"/>
              <a:buChar char="•"/>
            </a:pPr>
            <a:r>
              <a:rPr lang="en-IE" sz="2262" dirty="0">
                <a:latin typeface="Times" pitchFamily="2" charset="0"/>
              </a:rPr>
              <a:t>If repeating groups are present, they have to be broken down into individuals’ records and a primary key has to be assigned.</a:t>
            </a:r>
          </a:p>
          <a:p>
            <a:pPr marL="269262" indent="-269262">
              <a:buFont typeface="Arial" panose="020B0604020202020204" pitchFamily="34" charset="0"/>
              <a:buChar char="•"/>
            </a:pPr>
            <a:endParaRPr lang="en-IE" sz="2262" dirty="0">
              <a:latin typeface="Times" pitchFamily="2" charset="0"/>
            </a:endParaRPr>
          </a:p>
          <a:p>
            <a:pPr marL="269262" indent="-269262">
              <a:buFont typeface="Arial" panose="020B0604020202020204" pitchFamily="34" charset="0"/>
              <a:buChar char="•"/>
            </a:pPr>
            <a:r>
              <a:rPr lang="en-IE" sz="2262" dirty="0">
                <a:latin typeface="Times" pitchFamily="2" charset="0"/>
              </a:rPr>
              <a:t>In the example above, we need to find a key for the table.</a:t>
            </a:r>
          </a:p>
          <a:p>
            <a:pPr marL="269262" indent="-269262">
              <a:buFont typeface="Arial" panose="020B0604020202020204" pitchFamily="34" charset="0"/>
              <a:buChar char="•"/>
            </a:pPr>
            <a:endParaRPr lang="en-IE" sz="2262" dirty="0">
              <a:latin typeface="Times" pitchFamily="2" charset="0"/>
            </a:endParaRPr>
          </a:p>
          <a:p>
            <a:pPr marL="269262" indent="-269262">
              <a:buFont typeface="Arial" panose="020B0604020202020204" pitchFamily="34" charset="0"/>
              <a:buChar char="•"/>
            </a:pPr>
            <a:r>
              <a:rPr lang="en-IE" sz="2262" dirty="0">
                <a:latin typeface="Times" pitchFamily="2" charset="0"/>
              </a:rPr>
              <a:t>The composite key </a:t>
            </a:r>
            <a:r>
              <a:rPr lang="en-IE" sz="2262" dirty="0" err="1">
                <a:latin typeface="Times" pitchFamily="2" charset="0"/>
              </a:rPr>
              <a:t>StudentID</a:t>
            </a:r>
            <a:r>
              <a:rPr lang="en-IE" sz="2262" dirty="0">
                <a:latin typeface="Times" pitchFamily="2" charset="0"/>
              </a:rPr>
              <a:t> + </a:t>
            </a:r>
            <a:r>
              <a:rPr lang="en-IE" sz="2262" dirty="0" err="1">
                <a:latin typeface="Times" pitchFamily="2" charset="0"/>
              </a:rPr>
              <a:t>CourseID</a:t>
            </a:r>
            <a:r>
              <a:rPr lang="en-IE" sz="2262" dirty="0">
                <a:latin typeface="Times" pitchFamily="2" charset="0"/>
              </a:rPr>
              <a:t> + </a:t>
            </a:r>
            <a:r>
              <a:rPr lang="en-IE" sz="2262" dirty="0" err="1">
                <a:latin typeface="Times" pitchFamily="2" charset="0"/>
              </a:rPr>
              <a:t>ExamDate</a:t>
            </a:r>
            <a:r>
              <a:rPr lang="en-IE" sz="2262" dirty="0">
                <a:latin typeface="Times" pitchFamily="2" charset="0"/>
              </a:rPr>
              <a:t> is unique and it will represent our primary key.</a:t>
            </a:r>
          </a:p>
          <a:p>
            <a:endParaRPr lang="en-IE" sz="1696" dirty="0">
              <a:latin typeface="Times" pitchFamily="2" charset="0"/>
            </a:endParaRPr>
          </a:p>
        </p:txBody>
      </p:sp>
      <p:sp>
        <p:nvSpPr>
          <p:cNvPr id="4" name="Title 1">
            <a:extLst>
              <a:ext uri="{FF2B5EF4-FFF2-40B4-BE49-F238E27FC236}">
                <a16:creationId xmlns:a16="http://schemas.microsoft.com/office/drawing/2014/main" id="{42ED7B94-6D21-D6BF-540C-222E2AEA9421}"/>
              </a:ext>
            </a:extLst>
          </p:cNvPr>
          <p:cNvSpPr>
            <a:spLocks noGrp="1"/>
          </p:cNvSpPr>
          <p:nvPr>
            <p:ph type="title"/>
          </p:nvPr>
        </p:nvSpPr>
        <p:spPr>
          <a:xfrm>
            <a:off x="471089" y="112176"/>
            <a:ext cx="9133681" cy="1325563"/>
          </a:xfrm>
        </p:spPr>
        <p:txBody>
          <a:bodyPr>
            <a:normAutofit/>
          </a:bodyPr>
          <a:lstStyle/>
          <a:p>
            <a:r>
              <a:rPr lang="en-IE" sz="3500" dirty="0"/>
              <a:t>1NF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E5B8B99-BC97-B5E1-E543-725B5DCF2CD6}"/>
              </a:ext>
            </a:extLst>
          </p:cNvPr>
          <p:cNvSpPr txBox="1"/>
          <p:nvPr/>
        </p:nvSpPr>
        <p:spPr>
          <a:xfrm>
            <a:off x="469688" y="1797050"/>
            <a:ext cx="9136486" cy="4162678"/>
          </a:xfrm>
          <a:prstGeom prst="rect">
            <a:avLst/>
          </a:prstGeom>
          <a:noFill/>
        </p:spPr>
        <p:txBody>
          <a:bodyPr wrap="square">
            <a:spAutoFit/>
          </a:bodyPr>
          <a:lstStyle/>
          <a:p>
            <a:pPr marL="323115" indent="-323115">
              <a:lnSpc>
                <a:spcPct val="150000"/>
              </a:lnSpc>
              <a:buFont typeface="Arial" panose="020B0604020202020204" pitchFamily="34" charset="0"/>
              <a:buChar char="•"/>
            </a:pPr>
            <a:r>
              <a:rPr lang="en-IE" sz="2300" dirty="0">
                <a:latin typeface="Helvetica" pitchFamily="2" charset="0"/>
              </a:rPr>
              <a:t>A partial dependency is a dependency between a non-key field (a field that is not part of the primary key) and a field that is part of the primary key. </a:t>
            </a:r>
          </a:p>
          <a:p>
            <a:pPr marL="323115" indent="-323115">
              <a:lnSpc>
                <a:spcPct val="150000"/>
              </a:lnSpc>
              <a:buFont typeface="Arial" panose="020B0604020202020204" pitchFamily="34" charset="0"/>
              <a:buChar char="•"/>
            </a:pPr>
            <a:r>
              <a:rPr lang="en-IE" sz="2300" dirty="0">
                <a:latin typeface="Helvetica" pitchFamily="2" charset="0"/>
              </a:rPr>
              <a:t>For  instance, in our example, the student name depends on the </a:t>
            </a:r>
            <a:r>
              <a:rPr lang="en-IE" sz="2300" dirty="0" err="1">
                <a:latin typeface="Helvetica" pitchFamily="2" charset="0"/>
              </a:rPr>
              <a:t>studentID</a:t>
            </a:r>
            <a:r>
              <a:rPr lang="en-IE" sz="2300" dirty="0">
                <a:latin typeface="Helvetica" pitchFamily="2" charset="0"/>
              </a:rPr>
              <a:t>. </a:t>
            </a:r>
          </a:p>
          <a:p>
            <a:pPr marL="323115" indent="-323115">
              <a:lnSpc>
                <a:spcPct val="150000"/>
              </a:lnSpc>
              <a:buFont typeface="Arial" panose="020B0604020202020204" pitchFamily="34" charset="0"/>
              <a:buChar char="•"/>
            </a:pPr>
            <a:r>
              <a:rPr lang="en-IE" sz="2300" dirty="0">
                <a:latin typeface="Helvetica" pitchFamily="2" charset="0"/>
              </a:rPr>
              <a:t>The </a:t>
            </a:r>
            <a:r>
              <a:rPr lang="en-IE" sz="2300" dirty="0" err="1">
                <a:latin typeface="Helvetica" pitchFamily="2" charset="0"/>
              </a:rPr>
              <a:t>studentID</a:t>
            </a:r>
            <a:r>
              <a:rPr lang="en-IE" sz="2300" dirty="0">
                <a:latin typeface="Helvetica" pitchFamily="2" charset="0"/>
              </a:rPr>
              <a:t> is enough to tell us </a:t>
            </a:r>
            <a:r>
              <a:rPr lang="en-IE" sz="2300" dirty="0" err="1">
                <a:latin typeface="Helvetica" pitchFamily="2" charset="0"/>
              </a:rPr>
              <a:t>studentName</a:t>
            </a:r>
            <a:r>
              <a:rPr lang="en-IE" sz="2300" dirty="0">
                <a:latin typeface="Helvetica" pitchFamily="2" charset="0"/>
              </a:rPr>
              <a:t>. We do not need to know the full table key  (</a:t>
            </a:r>
            <a:r>
              <a:rPr lang="en-IE" sz="2300" dirty="0" err="1">
                <a:latin typeface="Helvetica" pitchFamily="2" charset="0"/>
              </a:rPr>
              <a:t>StudentID+CourseID+ExamDate</a:t>
            </a:r>
            <a:r>
              <a:rPr lang="en-IE" sz="2300" dirty="0">
                <a:latin typeface="Helvetica" pitchFamily="2" charset="0"/>
              </a:rPr>
              <a:t>).</a:t>
            </a:r>
          </a:p>
          <a:p>
            <a:endParaRPr lang="en-IE" sz="2300" dirty="0">
              <a:latin typeface="Helvetica" pitchFamily="2" charset="0"/>
            </a:endParaRPr>
          </a:p>
        </p:txBody>
      </p:sp>
      <p:sp>
        <p:nvSpPr>
          <p:cNvPr id="3" name="Title 1">
            <a:extLst>
              <a:ext uri="{FF2B5EF4-FFF2-40B4-BE49-F238E27FC236}">
                <a16:creationId xmlns:a16="http://schemas.microsoft.com/office/drawing/2014/main" id="{C9D57B25-4884-B64D-4728-7D60C8E88814}"/>
              </a:ext>
            </a:extLst>
          </p:cNvPr>
          <p:cNvSpPr>
            <a:spLocks noGrp="1"/>
          </p:cNvSpPr>
          <p:nvPr>
            <p:ph type="title"/>
          </p:nvPr>
        </p:nvSpPr>
        <p:spPr>
          <a:xfrm>
            <a:off x="471089" y="112176"/>
            <a:ext cx="9133681" cy="1325563"/>
          </a:xfrm>
        </p:spPr>
        <p:txBody>
          <a:bodyPr>
            <a:normAutofit/>
          </a:bodyPr>
          <a:lstStyle/>
          <a:p>
            <a:r>
              <a:rPr lang="en-IE" sz="3500" dirty="0"/>
              <a:t>2NF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55CDAB-0AEC-C1DC-AD69-2B2B3851E325}"/>
              </a:ext>
            </a:extLst>
          </p:cNvPr>
          <p:cNvSpPr txBox="1"/>
          <p:nvPr/>
        </p:nvSpPr>
        <p:spPr>
          <a:xfrm>
            <a:off x="462007" y="2406650"/>
            <a:ext cx="8113343" cy="1508105"/>
          </a:xfrm>
          <a:prstGeom prst="rect">
            <a:avLst/>
          </a:prstGeom>
          <a:noFill/>
        </p:spPr>
        <p:txBody>
          <a:bodyPr wrap="square">
            <a:spAutoFit/>
          </a:bodyPr>
          <a:lstStyle/>
          <a:p>
            <a:r>
              <a:rPr lang="en-IE" sz="2300" dirty="0">
                <a:latin typeface="Helvetica" pitchFamily="2" charset="0"/>
              </a:rPr>
              <a:t>In the second normal form, the starting table most likely has to be divided in smaller tables so that every field in each table depends on the full primary key of that table. </a:t>
            </a:r>
          </a:p>
          <a:p>
            <a:r>
              <a:rPr lang="en-IE" sz="2300" dirty="0">
                <a:latin typeface="Helvetica" pitchFamily="2" charset="0"/>
              </a:rPr>
              <a:t>In this way the partial dependencies are removed.</a:t>
            </a:r>
          </a:p>
        </p:txBody>
      </p:sp>
      <p:sp>
        <p:nvSpPr>
          <p:cNvPr id="3" name="Title 1">
            <a:extLst>
              <a:ext uri="{FF2B5EF4-FFF2-40B4-BE49-F238E27FC236}">
                <a16:creationId xmlns:a16="http://schemas.microsoft.com/office/drawing/2014/main" id="{345D372D-FB97-90AD-0CE8-9A786F6D2E4C}"/>
              </a:ext>
            </a:extLst>
          </p:cNvPr>
          <p:cNvSpPr>
            <a:spLocks noGrp="1"/>
          </p:cNvSpPr>
          <p:nvPr>
            <p:ph type="title"/>
          </p:nvPr>
        </p:nvSpPr>
        <p:spPr>
          <a:xfrm>
            <a:off x="471089" y="112176"/>
            <a:ext cx="9133681" cy="1325563"/>
          </a:xfrm>
        </p:spPr>
        <p:txBody>
          <a:bodyPr>
            <a:normAutofit/>
          </a:bodyPr>
          <a:lstStyle/>
          <a:p>
            <a:r>
              <a:rPr lang="en-IE" sz="3500" dirty="0"/>
              <a:t>2NF</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386351C-EE9D-EE04-D47E-87AC911A049B}"/>
              </a:ext>
            </a:extLst>
          </p:cNvPr>
          <p:cNvSpPr txBox="1"/>
          <p:nvPr/>
        </p:nvSpPr>
        <p:spPr>
          <a:xfrm>
            <a:off x="873560" y="1767865"/>
            <a:ext cx="8472340" cy="4339650"/>
          </a:xfrm>
          <a:prstGeom prst="rect">
            <a:avLst/>
          </a:prstGeom>
          <a:noFill/>
        </p:spPr>
        <p:txBody>
          <a:bodyPr wrap="square">
            <a:spAutoFit/>
          </a:bodyPr>
          <a:lstStyle/>
          <a:p>
            <a:r>
              <a:rPr lang="en-IE" sz="2300" dirty="0" err="1">
                <a:latin typeface="Helvetica" pitchFamily="2" charset="0"/>
              </a:rPr>
              <a:t>StudentID</a:t>
            </a:r>
            <a:r>
              <a:rPr lang="en-IE" sz="2300" dirty="0">
                <a:latin typeface="Helvetica" pitchFamily="2" charset="0"/>
              </a:rPr>
              <a:t> -&gt; </a:t>
            </a:r>
            <a:r>
              <a:rPr lang="en-IE" sz="2300" dirty="0" err="1">
                <a:latin typeface="Helvetica" pitchFamily="2" charset="0"/>
              </a:rPr>
              <a:t>StudentName</a:t>
            </a:r>
            <a:r>
              <a:rPr lang="en-IE" sz="2300" dirty="0">
                <a:latin typeface="Helvetica" pitchFamily="2" charset="0"/>
              </a:rPr>
              <a:t>, </a:t>
            </a:r>
            <a:r>
              <a:rPr lang="en-IE" sz="2300" dirty="0" err="1">
                <a:latin typeface="Helvetica" pitchFamily="2" charset="0"/>
              </a:rPr>
              <a:t>StudentAge</a:t>
            </a:r>
            <a:r>
              <a:rPr lang="en-IE" sz="2300" dirty="0">
                <a:latin typeface="Helvetica" pitchFamily="2" charset="0"/>
              </a:rPr>
              <a:t>, Student Nationality (if I know the </a:t>
            </a:r>
            <a:r>
              <a:rPr lang="en-IE" sz="2300" dirty="0" err="1">
                <a:latin typeface="Helvetica" pitchFamily="2" charset="0"/>
              </a:rPr>
              <a:t>studentID</a:t>
            </a:r>
            <a:r>
              <a:rPr lang="en-IE" sz="2300" dirty="0">
                <a:latin typeface="Helvetica" pitchFamily="2" charset="0"/>
              </a:rPr>
              <a:t>, I can know the  </a:t>
            </a:r>
            <a:r>
              <a:rPr lang="en-IE" sz="2300" dirty="0" err="1">
                <a:latin typeface="Helvetica" pitchFamily="2" charset="0"/>
              </a:rPr>
              <a:t>StudentName</a:t>
            </a:r>
            <a:r>
              <a:rPr lang="en-IE" sz="2300" dirty="0">
                <a:latin typeface="Helvetica" pitchFamily="2" charset="0"/>
              </a:rPr>
              <a:t>, </a:t>
            </a:r>
            <a:r>
              <a:rPr lang="en-IE" sz="2300" dirty="0" err="1">
                <a:latin typeface="Helvetica" pitchFamily="2" charset="0"/>
              </a:rPr>
              <a:t>StudentAge</a:t>
            </a:r>
            <a:r>
              <a:rPr lang="en-IE" sz="2300" dirty="0">
                <a:latin typeface="Helvetica" pitchFamily="2" charset="0"/>
              </a:rPr>
              <a:t> and Student Nationality)</a:t>
            </a:r>
          </a:p>
          <a:p>
            <a:endParaRPr lang="en-IE" sz="2300" dirty="0">
              <a:latin typeface="Helvetica" pitchFamily="2" charset="0"/>
            </a:endParaRPr>
          </a:p>
          <a:p>
            <a:r>
              <a:rPr lang="en-IE" sz="2300" dirty="0" err="1">
                <a:latin typeface="Helvetica" pitchFamily="2" charset="0"/>
              </a:rPr>
              <a:t>CourseID</a:t>
            </a:r>
            <a:r>
              <a:rPr lang="en-IE" sz="2300" dirty="0">
                <a:latin typeface="Helvetica" pitchFamily="2" charset="0"/>
              </a:rPr>
              <a:t> -&gt; Course Description, Course ECTS (if I know the </a:t>
            </a:r>
            <a:r>
              <a:rPr lang="en-IE" sz="2300" dirty="0" err="1">
                <a:latin typeface="Helvetica" pitchFamily="2" charset="0"/>
              </a:rPr>
              <a:t>CourseID</a:t>
            </a:r>
            <a:r>
              <a:rPr lang="en-IE" sz="2300" dirty="0">
                <a:latin typeface="Helvetica" pitchFamily="2" charset="0"/>
              </a:rPr>
              <a:t>, I can know the Course Description and the  ECTS (European credits).</a:t>
            </a:r>
          </a:p>
          <a:p>
            <a:endParaRPr lang="en-IE" sz="2300" dirty="0">
              <a:latin typeface="Helvetica" pitchFamily="2" charset="0"/>
            </a:endParaRPr>
          </a:p>
          <a:p>
            <a:r>
              <a:rPr lang="en-IE" sz="2300" dirty="0" err="1">
                <a:latin typeface="Helvetica" pitchFamily="2" charset="0"/>
              </a:rPr>
              <a:t>StudentID</a:t>
            </a:r>
            <a:r>
              <a:rPr lang="en-IE" sz="2300" dirty="0">
                <a:latin typeface="Helvetica" pitchFamily="2" charset="0"/>
              </a:rPr>
              <a:t>, </a:t>
            </a:r>
            <a:r>
              <a:rPr lang="en-IE" sz="2300" dirty="0" err="1">
                <a:latin typeface="Helvetica" pitchFamily="2" charset="0"/>
              </a:rPr>
              <a:t>CourseID</a:t>
            </a:r>
            <a:r>
              <a:rPr lang="en-IE" sz="2300" dirty="0">
                <a:latin typeface="Helvetica" pitchFamily="2" charset="0"/>
              </a:rPr>
              <a:t>, </a:t>
            </a:r>
            <a:r>
              <a:rPr lang="en-IE" sz="2300" dirty="0" err="1">
                <a:latin typeface="Helvetica" pitchFamily="2" charset="0"/>
              </a:rPr>
              <a:t>ExamDate</a:t>
            </a:r>
            <a:r>
              <a:rPr lang="en-IE" sz="2300" dirty="0">
                <a:latin typeface="Helvetica" pitchFamily="2" charset="0"/>
              </a:rPr>
              <a:t> -&gt; </a:t>
            </a:r>
            <a:r>
              <a:rPr lang="en-IE" sz="2300" dirty="0" err="1">
                <a:latin typeface="Helvetica" pitchFamily="2" charset="0"/>
              </a:rPr>
              <a:t>ExamMarks</a:t>
            </a:r>
            <a:r>
              <a:rPr lang="en-IE" sz="2300" dirty="0">
                <a:latin typeface="Helvetica" pitchFamily="2" charset="0"/>
              </a:rPr>
              <a:t> (if I know  the </a:t>
            </a:r>
            <a:r>
              <a:rPr lang="en-IE" sz="2300" dirty="0" err="1">
                <a:latin typeface="Helvetica" pitchFamily="2" charset="0"/>
              </a:rPr>
              <a:t>studentID+CourseID+ExamDate</a:t>
            </a:r>
            <a:r>
              <a:rPr lang="en-IE" sz="2300" dirty="0">
                <a:latin typeface="Helvetica" pitchFamily="2" charset="0"/>
              </a:rPr>
              <a:t>, I can know the marks the student got for that exam that day).</a:t>
            </a:r>
          </a:p>
          <a:p>
            <a:endParaRPr lang="en-IE" sz="2300" dirty="0">
              <a:latin typeface="Helvetica" pitchFamily="2" charset="0"/>
            </a:endParaRPr>
          </a:p>
        </p:txBody>
      </p:sp>
      <p:sp>
        <p:nvSpPr>
          <p:cNvPr id="3" name="Title 1">
            <a:extLst>
              <a:ext uri="{FF2B5EF4-FFF2-40B4-BE49-F238E27FC236}">
                <a16:creationId xmlns:a16="http://schemas.microsoft.com/office/drawing/2014/main" id="{65A3F4B8-5996-C27B-9E10-96EEAC940812}"/>
              </a:ext>
            </a:extLst>
          </p:cNvPr>
          <p:cNvSpPr>
            <a:spLocks noGrp="1"/>
          </p:cNvSpPr>
          <p:nvPr>
            <p:ph type="title"/>
          </p:nvPr>
        </p:nvSpPr>
        <p:spPr>
          <a:xfrm>
            <a:off x="471089" y="112176"/>
            <a:ext cx="9133681" cy="1325563"/>
          </a:xfrm>
        </p:spPr>
        <p:txBody>
          <a:bodyPr>
            <a:normAutofit/>
          </a:bodyPr>
          <a:lstStyle/>
          <a:p>
            <a:r>
              <a:rPr lang="en-IE" sz="3500" dirty="0"/>
              <a:t>2NF</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016474544"/>
              </p:ext>
            </p:extLst>
          </p:nvPr>
        </p:nvGraphicFramePr>
        <p:xfrm>
          <a:off x="923131" y="1972352"/>
          <a:ext cx="7206613" cy="355408"/>
        </p:xfrm>
        <a:graphic>
          <a:graphicData uri="http://schemas.openxmlformats.org/drawingml/2006/table">
            <a:tbl>
              <a:tblPr firstRow="1" bandRow="1">
                <a:tableStyleId>{2D5ABB26-0587-4C30-8999-92F81FD0307C}</a:tableStyleId>
              </a:tblPr>
              <a:tblGrid>
                <a:gridCol w="1473117">
                  <a:extLst>
                    <a:ext uri="{9D8B030D-6E8A-4147-A177-3AD203B41FA5}">
                      <a16:colId xmlns:a16="http://schemas.microsoft.com/office/drawing/2014/main" val="20000"/>
                    </a:ext>
                  </a:extLst>
                </a:gridCol>
                <a:gridCol w="1877460">
                  <a:extLst>
                    <a:ext uri="{9D8B030D-6E8A-4147-A177-3AD203B41FA5}">
                      <a16:colId xmlns:a16="http://schemas.microsoft.com/office/drawing/2014/main" val="20001"/>
                    </a:ext>
                  </a:extLst>
                </a:gridCol>
                <a:gridCol w="1618826">
                  <a:extLst>
                    <a:ext uri="{9D8B030D-6E8A-4147-A177-3AD203B41FA5}">
                      <a16:colId xmlns:a16="http://schemas.microsoft.com/office/drawing/2014/main" val="20002"/>
                    </a:ext>
                  </a:extLst>
                </a:gridCol>
                <a:gridCol w="2237210">
                  <a:extLst>
                    <a:ext uri="{9D8B030D-6E8A-4147-A177-3AD203B41FA5}">
                      <a16:colId xmlns:a16="http://schemas.microsoft.com/office/drawing/2014/main" val="20003"/>
                    </a:ext>
                  </a:extLst>
                </a:gridCol>
              </a:tblGrid>
              <a:tr h="355408">
                <a:tc>
                  <a:txBody>
                    <a:bodyPr/>
                    <a:lstStyle/>
                    <a:p>
                      <a:pPr marL="13970">
                        <a:lnSpc>
                          <a:spcPts val="2200"/>
                        </a:lnSpc>
                      </a:pPr>
                      <a:r>
                        <a:rPr sz="2000" b="1" u="heavy" spc="0" dirty="0">
                          <a:solidFill>
                            <a:schemeClr val="tx1"/>
                          </a:solidFill>
                          <a:uFill>
                            <a:solidFill>
                              <a:srgbClr val="FF0000"/>
                            </a:solidFill>
                          </a:uFill>
                          <a:latin typeface="Arial"/>
                          <a:cs typeface="Arial"/>
                        </a:rPr>
                        <a:t>StudentID</a:t>
                      </a:r>
                      <a:endParaRPr sz="2000" b="1" spc="0" dirty="0">
                        <a:solidFill>
                          <a:schemeClr val="tx1"/>
                        </a:solidFill>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200"/>
                        </a:lnSpc>
                      </a:pPr>
                      <a:r>
                        <a:rPr sz="2000" spc="0" dirty="0" err="1">
                          <a:latin typeface="Arial"/>
                          <a:cs typeface="Arial"/>
                        </a:rPr>
                        <a:t>StudentName</a:t>
                      </a:r>
                      <a:endParaRPr sz="2000" spc="0" dirty="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200"/>
                        </a:lnSpc>
                      </a:pPr>
                      <a:r>
                        <a:rPr sz="2000" spc="0" dirty="0">
                          <a:latin typeface="Arial"/>
                          <a:cs typeface="Arial"/>
                        </a:rPr>
                        <a:t>StudentAge</a:t>
                      </a:r>
                      <a:endParaRPr sz="2000" spc="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200"/>
                        </a:lnSpc>
                      </a:pPr>
                      <a:r>
                        <a:rPr sz="2000" spc="0" dirty="0">
                          <a:latin typeface="Arial"/>
                          <a:cs typeface="Arial"/>
                        </a:rPr>
                        <a:t>Student Nationality</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val="10000"/>
                  </a:ext>
                </a:extLst>
              </a:tr>
            </a:tbl>
          </a:graphicData>
        </a:graphic>
      </p:graphicFrame>
      <p:graphicFrame>
        <p:nvGraphicFramePr>
          <p:cNvPr id="4" name="object 4"/>
          <p:cNvGraphicFramePr>
            <a:graphicFrameLocks noGrp="1"/>
          </p:cNvGraphicFramePr>
          <p:nvPr>
            <p:extLst>
              <p:ext uri="{D42A27DB-BD31-4B8C-83A1-F6EECF244321}">
                <p14:modId xmlns:p14="http://schemas.microsoft.com/office/powerpoint/2010/main" val="1830904747"/>
              </p:ext>
            </p:extLst>
          </p:nvPr>
        </p:nvGraphicFramePr>
        <p:xfrm>
          <a:off x="930634" y="2886504"/>
          <a:ext cx="5547110" cy="279420"/>
        </p:xfrm>
        <a:graphic>
          <a:graphicData uri="http://schemas.openxmlformats.org/drawingml/2006/table">
            <a:tbl>
              <a:tblPr firstRow="1" bandRow="1">
                <a:tableStyleId>{2D5ABB26-0587-4C30-8999-92F81FD0307C}</a:tableStyleId>
              </a:tblPr>
              <a:tblGrid>
                <a:gridCol w="1426417">
                  <a:extLst>
                    <a:ext uri="{9D8B030D-6E8A-4147-A177-3AD203B41FA5}">
                      <a16:colId xmlns:a16="http://schemas.microsoft.com/office/drawing/2014/main" val="20000"/>
                    </a:ext>
                  </a:extLst>
                </a:gridCol>
                <a:gridCol w="2508196">
                  <a:extLst>
                    <a:ext uri="{9D8B030D-6E8A-4147-A177-3AD203B41FA5}">
                      <a16:colId xmlns:a16="http://schemas.microsoft.com/office/drawing/2014/main" val="20001"/>
                    </a:ext>
                  </a:extLst>
                </a:gridCol>
                <a:gridCol w="1612497">
                  <a:extLst>
                    <a:ext uri="{9D8B030D-6E8A-4147-A177-3AD203B41FA5}">
                      <a16:colId xmlns:a16="http://schemas.microsoft.com/office/drawing/2014/main" val="20002"/>
                    </a:ext>
                  </a:extLst>
                </a:gridCol>
              </a:tblGrid>
              <a:tr h="279420">
                <a:tc>
                  <a:txBody>
                    <a:bodyPr/>
                    <a:lstStyle/>
                    <a:p>
                      <a:pPr marL="13970">
                        <a:lnSpc>
                          <a:spcPts val="2205"/>
                        </a:lnSpc>
                      </a:pPr>
                      <a:r>
                        <a:rPr sz="2000" b="1" u="heavy" spc="0" dirty="0">
                          <a:solidFill>
                            <a:schemeClr val="tx1"/>
                          </a:solidFill>
                          <a:uFill>
                            <a:solidFill>
                              <a:srgbClr val="FF0000"/>
                            </a:solidFill>
                          </a:uFill>
                          <a:latin typeface="Arial"/>
                          <a:cs typeface="Arial"/>
                        </a:rPr>
                        <a:t>CourseID</a:t>
                      </a:r>
                      <a:endParaRPr sz="2000" b="1" spc="0" dirty="0">
                        <a:solidFill>
                          <a:schemeClr val="tx1"/>
                        </a:solidFill>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205"/>
                        </a:lnSpc>
                      </a:pPr>
                      <a:r>
                        <a:rPr sz="2000" spc="0" dirty="0" err="1">
                          <a:latin typeface="Arial"/>
                          <a:cs typeface="Arial"/>
                        </a:rPr>
                        <a:t>CourseDescription</a:t>
                      </a:r>
                      <a:endParaRPr sz="2000" spc="0" dirty="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205"/>
                        </a:lnSpc>
                      </a:pPr>
                      <a:r>
                        <a:rPr sz="2000" spc="0" dirty="0" err="1">
                          <a:latin typeface="Arial"/>
                          <a:cs typeface="Arial"/>
                        </a:rPr>
                        <a:t>CourseECTS</a:t>
                      </a:r>
                      <a:endParaRPr sz="2000" spc="0" dirty="0">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4108900310"/>
              </p:ext>
            </p:extLst>
          </p:nvPr>
        </p:nvGraphicFramePr>
        <p:xfrm>
          <a:off x="922956" y="3930650"/>
          <a:ext cx="5697244" cy="279420"/>
        </p:xfrm>
        <a:graphic>
          <a:graphicData uri="http://schemas.openxmlformats.org/drawingml/2006/table">
            <a:tbl>
              <a:tblPr firstRow="1" bandRow="1">
                <a:tableStyleId>{2D5ABB26-0587-4C30-8999-92F81FD0307C}</a:tableStyleId>
              </a:tblPr>
              <a:tblGrid>
                <a:gridCol w="1283970">
                  <a:extLst>
                    <a:ext uri="{9D8B030D-6E8A-4147-A177-3AD203B41FA5}">
                      <a16:colId xmlns:a16="http://schemas.microsoft.com/office/drawing/2014/main" val="20000"/>
                    </a:ext>
                  </a:extLst>
                </a:gridCol>
                <a:gridCol w="1424023">
                  <a:extLst>
                    <a:ext uri="{9D8B030D-6E8A-4147-A177-3AD203B41FA5}">
                      <a16:colId xmlns:a16="http://schemas.microsoft.com/office/drawing/2014/main" val="20001"/>
                    </a:ext>
                  </a:extLst>
                </a:gridCol>
                <a:gridCol w="1422826">
                  <a:extLst>
                    <a:ext uri="{9D8B030D-6E8A-4147-A177-3AD203B41FA5}">
                      <a16:colId xmlns:a16="http://schemas.microsoft.com/office/drawing/2014/main" val="20002"/>
                    </a:ext>
                  </a:extLst>
                </a:gridCol>
                <a:gridCol w="1566425">
                  <a:extLst>
                    <a:ext uri="{9D8B030D-6E8A-4147-A177-3AD203B41FA5}">
                      <a16:colId xmlns:a16="http://schemas.microsoft.com/office/drawing/2014/main" val="20003"/>
                    </a:ext>
                  </a:extLst>
                </a:gridCol>
              </a:tblGrid>
              <a:tr h="279420">
                <a:tc>
                  <a:txBody>
                    <a:bodyPr/>
                    <a:lstStyle/>
                    <a:p>
                      <a:pPr marL="13970">
                        <a:lnSpc>
                          <a:spcPts val="2190"/>
                        </a:lnSpc>
                      </a:pPr>
                      <a:r>
                        <a:rPr sz="2000" b="1" u="heavy" spc="0" dirty="0">
                          <a:solidFill>
                            <a:schemeClr val="tx1"/>
                          </a:solidFill>
                          <a:uFill>
                            <a:solidFill>
                              <a:srgbClr val="FF0000"/>
                            </a:solidFill>
                          </a:uFill>
                          <a:latin typeface="Arial"/>
                          <a:cs typeface="Arial"/>
                        </a:rPr>
                        <a:t>StudentID</a:t>
                      </a:r>
                      <a:endParaRPr sz="2000" b="1" spc="0">
                        <a:solidFill>
                          <a:schemeClr val="tx1"/>
                        </a:solidFill>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190"/>
                        </a:lnSpc>
                      </a:pPr>
                      <a:r>
                        <a:rPr sz="2000" b="1" u="heavy" spc="0" dirty="0">
                          <a:solidFill>
                            <a:schemeClr val="tx1"/>
                          </a:solidFill>
                          <a:uFill>
                            <a:solidFill>
                              <a:srgbClr val="FF0000"/>
                            </a:solidFill>
                          </a:uFill>
                          <a:latin typeface="Arial"/>
                          <a:cs typeface="Arial"/>
                        </a:rPr>
                        <a:t>CourseID</a:t>
                      </a:r>
                      <a:endParaRPr sz="2000" b="1" spc="0" dirty="0">
                        <a:solidFill>
                          <a:schemeClr val="tx1"/>
                        </a:solidFill>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190"/>
                        </a:lnSpc>
                      </a:pPr>
                      <a:r>
                        <a:rPr sz="2000" b="1" u="heavy" spc="0" dirty="0">
                          <a:solidFill>
                            <a:schemeClr val="tx1"/>
                          </a:solidFill>
                          <a:uFill>
                            <a:solidFill>
                              <a:srgbClr val="FF0000"/>
                            </a:solidFill>
                          </a:uFill>
                          <a:latin typeface="Arial"/>
                          <a:cs typeface="Arial"/>
                        </a:rPr>
                        <a:t>ExamDate</a:t>
                      </a:r>
                      <a:endParaRPr sz="2000" b="1" spc="0" dirty="0">
                        <a:solidFill>
                          <a:schemeClr val="tx1"/>
                        </a:solidFill>
                        <a:latin typeface="Arial"/>
                        <a:cs typeface="Arial"/>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3970">
                        <a:lnSpc>
                          <a:spcPts val="2190"/>
                        </a:lnSpc>
                      </a:pPr>
                      <a:r>
                        <a:rPr sz="2000" spc="0" dirty="0">
                          <a:latin typeface="Arial"/>
                          <a:cs typeface="Arial"/>
                        </a:rPr>
                        <a:t>ExamMarks</a:t>
                      </a: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F3521B59-4584-2563-140A-D0B95D648BD6}"/>
              </a:ext>
            </a:extLst>
          </p:cNvPr>
          <p:cNvSpPr>
            <a:spLocks noGrp="1"/>
          </p:cNvSpPr>
          <p:nvPr>
            <p:ph type="title"/>
          </p:nvPr>
        </p:nvSpPr>
        <p:spPr>
          <a:xfrm>
            <a:off x="471089" y="112176"/>
            <a:ext cx="9133681" cy="1325563"/>
          </a:xfrm>
        </p:spPr>
        <p:txBody>
          <a:bodyPr>
            <a:normAutofit/>
          </a:bodyPr>
          <a:lstStyle/>
          <a:p>
            <a:r>
              <a:rPr lang="en-IE" sz="3500" dirty="0"/>
              <a:t>2NF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C7EECB3-F99A-F225-5071-468D8148222C}"/>
              </a:ext>
            </a:extLst>
          </p:cNvPr>
          <p:cNvSpPr>
            <a:spLocks noGrp="1"/>
          </p:cNvSpPr>
          <p:nvPr>
            <p:ph type="title"/>
          </p:nvPr>
        </p:nvSpPr>
        <p:spPr>
          <a:xfrm>
            <a:off x="471089" y="112176"/>
            <a:ext cx="9133681" cy="1325563"/>
          </a:xfrm>
        </p:spPr>
        <p:txBody>
          <a:bodyPr>
            <a:normAutofit/>
          </a:bodyPr>
          <a:lstStyle/>
          <a:p>
            <a:r>
              <a:rPr lang="en-IE" sz="3500" dirty="0"/>
              <a:t>3NF</a:t>
            </a:r>
          </a:p>
        </p:txBody>
      </p:sp>
      <p:sp>
        <p:nvSpPr>
          <p:cNvPr id="4" name="TextBox 3">
            <a:extLst>
              <a:ext uri="{FF2B5EF4-FFF2-40B4-BE49-F238E27FC236}">
                <a16:creationId xmlns:a16="http://schemas.microsoft.com/office/drawing/2014/main" id="{C5D7071C-D166-7238-981A-0EB187BD3D76}"/>
              </a:ext>
            </a:extLst>
          </p:cNvPr>
          <p:cNvSpPr txBox="1"/>
          <p:nvPr/>
        </p:nvSpPr>
        <p:spPr>
          <a:xfrm>
            <a:off x="462997" y="1797050"/>
            <a:ext cx="9133680" cy="3271986"/>
          </a:xfrm>
          <a:prstGeom prst="rect">
            <a:avLst/>
          </a:prstGeom>
          <a:noFill/>
        </p:spPr>
        <p:txBody>
          <a:bodyPr wrap="square">
            <a:spAutoFit/>
          </a:bodyPr>
          <a:lstStyle/>
          <a:p>
            <a:pPr marL="323115" indent="-323115">
              <a:buFont typeface="Arial" panose="020B0604020202020204" pitchFamily="34" charset="0"/>
              <a:buChar char="•"/>
            </a:pPr>
            <a:r>
              <a:rPr lang="en-IE" sz="2300" dirty="0">
                <a:latin typeface="Helvetica" pitchFamily="2" charset="0"/>
              </a:rPr>
              <a:t>In the third normal form we need to ensure that every attribute that is not the primary key must depend on the primary key and the primary key only.</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The set of the three tables in our example have no transitive dependencies and are already in the third normal form.</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We can stop the normalisation process here.</a:t>
            </a:r>
          </a:p>
          <a:p>
            <a:endParaRPr lang="en-IE" sz="2262" dirty="0">
              <a:latin typeface="Times" pitchFamily="2"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F3BA923-F154-728C-EFA7-D3B0199FE102}"/>
              </a:ext>
            </a:extLst>
          </p:cNvPr>
          <p:cNvSpPr txBox="1"/>
          <p:nvPr/>
        </p:nvSpPr>
        <p:spPr>
          <a:xfrm>
            <a:off x="370964" y="1767865"/>
            <a:ext cx="9118536" cy="5047536"/>
          </a:xfrm>
          <a:prstGeom prst="rect">
            <a:avLst/>
          </a:prstGeom>
          <a:noFill/>
        </p:spPr>
        <p:txBody>
          <a:bodyPr wrap="square">
            <a:spAutoFit/>
          </a:bodyPr>
          <a:lstStyle/>
          <a:p>
            <a:pPr marL="323115" indent="-323115">
              <a:buFont typeface="Arial" panose="020B0604020202020204" pitchFamily="34" charset="0"/>
              <a:buChar char="•"/>
            </a:pPr>
            <a:r>
              <a:rPr lang="en-IE" sz="2300" dirty="0">
                <a:latin typeface="Helvetica" pitchFamily="2" charset="0"/>
              </a:rPr>
              <a:t>ELIMINATE REPEATING GROUPS</a:t>
            </a:r>
          </a:p>
          <a:p>
            <a:pPr marL="753934" lvl="1" indent="-323115">
              <a:buFont typeface="Arial" panose="020B0604020202020204" pitchFamily="34" charset="0"/>
              <a:buChar char="•"/>
            </a:pPr>
            <a:r>
              <a:rPr lang="en-IE" sz="2300" dirty="0">
                <a:latin typeface="Helvetica" pitchFamily="2" charset="0"/>
              </a:rPr>
              <a:t>Make a separate table for each set of related attributes and give each table a primary key.</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ELIMINATE REDUNDANT DATA</a:t>
            </a:r>
          </a:p>
          <a:p>
            <a:pPr marL="753934" lvl="1" indent="-323115">
              <a:buFont typeface="Arial" panose="020B0604020202020204" pitchFamily="34" charset="0"/>
              <a:buChar char="•"/>
            </a:pPr>
            <a:r>
              <a:rPr lang="en-IE" sz="2300" dirty="0">
                <a:latin typeface="Helvetica" pitchFamily="2" charset="0"/>
              </a:rPr>
              <a:t>If an attribute/column depends on only part of a multivalued key, remove it to a separate table.</a:t>
            </a:r>
          </a:p>
          <a:p>
            <a:pPr marL="323115" indent="-323115">
              <a:buFont typeface="Arial" panose="020B0604020202020204" pitchFamily="34" charset="0"/>
              <a:buChar char="•"/>
            </a:pPr>
            <a:endParaRPr lang="en-IE" sz="2300" dirty="0">
              <a:latin typeface="Helvetica" pitchFamily="2" charset="0"/>
            </a:endParaRPr>
          </a:p>
          <a:p>
            <a:pPr marL="323115" indent="-323115">
              <a:buFont typeface="Arial" panose="020B0604020202020204" pitchFamily="34" charset="0"/>
              <a:buChar char="•"/>
            </a:pPr>
            <a:r>
              <a:rPr lang="en-IE" sz="2300" dirty="0">
                <a:latin typeface="Helvetica" pitchFamily="2" charset="0"/>
              </a:rPr>
              <a:t>ELIMINATE COLUMNS NOT DEPENDENT ON KEY</a:t>
            </a:r>
          </a:p>
          <a:p>
            <a:pPr marL="753934" lvl="1" indent="-323115">
              <a:buFont typeface="Arial" panose="020B0604020202020204" pitchFamily="34" charset="0"/>
              <a:buChar char="•"/>
            </a:pPr>
            <a:r>
              <a:rPr lang="en-IE" sz="2300" dirty="0">
                <a:latin typeface="Helvetica" pitchFamily="2" charset="0"/>
              </a:rPr>
              <a:t>If attributes/columns do not contribute to a description of the key, remove them to a separate table.</a:t>
            </a:r>
          </a:p>
          <a:p>
            <a:pPr marL="753934" lvl="1" indent="-323115">
              <a:buFont typeface="Arial" panose="020B0604020202020204" pitchFamily="34" charset="0"/>
              <a:buChar char="•"/>
            </a:pPr>
            <a:r>
              <a:rPr lang="en-IE" sz="2300" dirty="0">
                <a:latin typeface="Helvetica" pitchFamily="2" charset="0"/>
              </a:rPr>
              <a:t>Everything should depend on the key the whole key and nothing but the key.</a:t>
            </a:r>
          </a:p>
          <a:p>
            <a:pPr marL="323115" indent="-323115">
              <a:buFont typeface="Arial" panose="020B0604020202020204" pitchFamily="34" charset="0"/>
              <a:buChar char="•"/>
            </a:pPr>
            <a:endParaRPr lang="en-IE" sz="2300" dirty="0">
              <a:latin typeface="Helvetica" pitchFamily="2" charset="0"/>
            </a:endParaRPr>
          </a:p>
        </p:txBody>
      </p:sp>
      <p:sp>
        <p:nvSpPr>
          <p:cNvPr id="2" name="Title 1">
            <a:extLst>
              <a:ext uri="{FF2B5EF4-FFF2-40B4-BE49-F238E27FC236}">
                <a16:creationId xmlns:a16="http://schemas.microsoft.com/office/drawing/2014/main" id="{D460ADE0-6236-A16B-8A47-DD32DD0F6C94}"/>
              </a:ext>
            </a:extLst>
          </p:cNvPr>
          <p:cNvSpPr>
            <a:spLocks noGrp="1"/>
          </p:cNvSpPr>
          <p:nvPr>
            <p:ph type="title"/>
          </p:nvPr>
        </p:nvSpPr>
        <p:spPr>
          <a:xfrm>
            <a:off x="471089" y="112176"/>
            <a:ext cx="9133681" cy="1325563"/>
          </a:xfrm>
        </p:spPr>
        <p:txBody>
          <a:bodyPr>
            <a:normAutofit/>
          </a:bodyPr>
          <a:lstStyle/>
          <a:p>
            <a:r>
              <a:rPr lang="en-IE" sz="3500" dirty="0"/>
              <a:t>Process of data normalisation</a:t>
            </a:r>
          </a:p>
        </p:txBody>
      </p:sp>
    </p:spTree>
  </p:cSld>
  <p:clrMapOvr>
    <a:masterClrMapping/>
  </p:clrMapOvr>
</p:sld>
</file>

<file path=ppt/theme/theme1.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docProps/app.xml><?xml version="1.0" encoding="utf-8"?>
<Properties xmlns="http://schemas.openxmlformats.org/officeDocument/2006/extended-properties" xmlns:vt="http://schemas.openxmlformats.org/officeDocument/2006/docPropsVTypes">
  <Template/>
  <TotalTime>1663</TotalTime>
  <Words>2153</Words>
  <Application>Microsoft Macintosh PowerPoint</Application>
  <PresentationFormat>Custom</PresentationFormat>
  <Paragraphs>389</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Times</vt:lpstr>
      <vt:lpstr>Arial</vt:lpstr>
      <vt:lpstr>Helvetica</vt:lpstr>
      <vt:lpstr>Times New Roman</vt:lpstr>
      <vt:lpstr>1_Office Theme</vt:lpstr>
      <vt:lpstr>Normalisation   Dr Mariana Rocha School of Computer Science</vt:lpstr>
      <vt:lpstr>Data model</vt:lpstr>
      <vt:lpstr>Data design – start at the conceptual level</vt:lpstr>
      <vt:lpstr>Entity Relationship Diagram (ERD)</vt:lpstr>
      <vt:lpstr>ERD components</vt:lpstr>
      <vt:lpstr>Entity</vt:lpstr>
      <vt:lpstr>Attribute</vt:lpstr>
      <vt:lpstr>Relationship</vt:lpstr>
      <vt:lpstr>ERD</vt:lpstr>
      <vt:lpstr>ERD - Structures and relationships</vt:lpstr>
      <vt:lpstr>ERD - Structures and relationships</vt:lpstr>
      <vt:lpstr>Conceptual model</vt:lpstr>
      <vt:lpstr>Logical model</vt:lpstr>
      <vt:lpstr>Physical model</vt:lpstr>
      <vt:lpstr>Physical model</vt:lpstr>
      <vt:lpstr>Data redundancy</vt:lpstr>
      <vt:lpstr>Key constraints – Foreign key</vt:lpstr>
      <vt:lpstr>Normalisation</vt:lpstr>
      <vt:lpstr>Data anomalies</vt:lpstr>
      <vt:lpstr>Normalisation</vt:lpstr>
      <vt:lpstr>First normal form (1NF)</vt:lpstr>
      <vt:lpstr>First normal form (1NF)</vt:lpstr>
      <vt:lpstr>First normal form (1NF)</vt:lpstr>
      <vt:lpstr>Second normal form (2NF)</vt:lpstr>
      <vt:lpstr>Second normal form (2NF)</vt:lpstr>
      <vt:lpstr>Third normal form (3NF)</vt:lpstr>
      <vt:lpstr>Transitive dependencies</vt:lpstr>
      <vt:lpstr>Third normal form (3NF)</vt:lpstr>
      <vt:lpstr>Normalisation</vt:lpstr>
      <vt:lpstr>Normalisation</vt:lpstr>
      <vt:lpstr>What are normal forms?</vt:lpstr>
      <vt:lpstr>Normalisation – another example</vt:lpstr>
      <vt:lpstr>1NF</vt:lpstr>
      <vt:lpstr>2NF</vt:lpstr>
      <vt:lpstr>2NF</vt:lpstr>
      <vt:lpstr>2NF</vt:lpstr>
      <vt:lpstr>2NF</vt:lpstr>
      <vt:lpstr>3NF</vt:lpstr>
      <vt:lpstr>Process of data normalisation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L3_week3-normalisation</dc:title>
  <dc:creator>Emma Murphy</dc:creator>
  <cp:lastModifiedBy>Mariana Rocha</cp:lastModifiedBy>
  <cp:revision>81</cp:revision>
  <dcterms:created xsi:type="dcterms:W3CDTF">2021-10-01T13:37:55Z</dcterms:created>
  <dcterms:modified xsi:type="dcterms:W3CDTF">2025-11-03T10:53:03Z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2020-10-05T00:00:00Z</vt:filetime>
  </property>
  <property fmtid="{D5CDD505-2E9C-101B-9397-08002B2CF9AE}" pid="3" name="Creator">
    <vt:lpwstr>PowerPoint</vt:lpwstr>
  </property>
  <property fmtid="{D5CDD505-2E9C-101B-9397-08002B2CF9AE}" pid="4" name="LastSaved">
    <vt:filetime>2021-10-01T00:00:00Z</vt:filetime>
  </property>
</Properties>
</file>