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446" r:id="rId1"/>
  </p:sldMasterIdLst>
  <p:notesMasterIdLst>
    <p:notesMasterId r:id="rId14"/>
  </p:notesMasterIdLst>
  <p:handoutMasterIdLst>
    <p:handoutMasterId r:id="rId15"/>
  </p:handoutMasterIdLst>
  <p:sldIdLst>
    <p:sldId id="280" r:id="rId2"/>
    <p:sldId id="281" r:id="rId3"/>
    <p:sldId id="289" r:id="rId4"/>
    <p:sldId id="290" r:id="rId5"/>
    <p:sldId id="293" r:id="rId6"/>
    <p:sldId id="291" r:id="rId7"/>
    <p:sldId id="300" r:id="rId8"/>
    <p:sldId id="295" r:id="rId9"/>
    <p:sldId id="299" r:id="rId10"/>
    <p:sldId id="296" r:id="rId11"/>
    <p:sldId id="297" r:id="rId12"/>
    <p:sldId id="298" r:id="rId13"/>
  </p:sldIdLst>
  <p:sldSz cx="9144000" cy="6858000" type="letter"/>
  <p:notesSz cx="6797675" cy="9928225"/>
  <p:custDataLst>
    <p:tags r:id="rId16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00" d="100"/>
          <a:sy n="100" d="100"/>
        </p:scale>
        <p:origin x="15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8CC12A5C-FC9C-4E0E-8855-445E9824A927}"/>
    <pc:docChg chg="modSld">
      <pc:chgData name="Denis Manley" userId="445117d2-14a5-4c3e-af19-f1006b049bb1" providerId="ADAL" clId="{8CC12A5C-FC9C-4E0E-8855-445E9824A927}" dt="2025-09-08T14:21:30.074" v="118" actId="20577"/>
      <pc:docMkLst>
        <pc:docMk/>
      </pc:docMkLst>
      <pc:sldChg chg="modSp mod">
        <pc:chgData name="Denis Manley" userId="445117d2-14a5-4c3e-af19-f1006b049bb1" providerId="ADAL" clId="{8CC12A5C-FC9C-4E0E-8855-445E9824A927}" dt="2025-09-08T14:15:30.090" v="11" actId="20577"/>
        <pc:sldMkLst>
          <pc:docMk/>
          <pc:sldMk cId="0" sldId="281"/>
        </pc:sldMkLst>
        <pc:spChg chg="mod">
          <ac:chgData name="Denis Manley" userId="445117d2-14a5-4c3e-af19-f1006b049bb1" providerId="ADAL" clId="{8CC12A5C-FC9C-4E0E-8855-445E9824A927}" dt="2025-09-08T14:15:30.090" v="11" actId="20577"/>
          <ac:spMkLst>
            <pc:docMk/>
            <pc:sldMk cId="0" sldId="281"/>
            <ac:spMk id="17411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08T14:16:04.801" v="14" actId="20577"/>
        <pc:sldMkLst>
          <pc:docMk/>
          <pc:sldMk cId="4127844608" sldId="289"/>
        </pc:sldMkLst>
        <pc:spChg chg="mod">
          <ac:chgData name="Denis Manley" userId="445117d2-14a5-4c3e-af19-f1006b049bb1" providerId="ADAL" clId="{8CC12A5C-FC9C-4E0E-8855-445E9824A927}" dt="2025-09-08T14:16:04.801" v="14" actId="20577"/>
          <ac:spMkLst>
            <pc:docMk/>
            <pc:sldMk cId="4127844608" sldId="289"/>
            <ac:spMk id="7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08T14:18:56.124" v="67" actId="20577"/>
        <pc:sldMkLst>
          <pc:docMk/>
          <pc:sldMk cId="3034608909" sldId="293"/>
        </pc:sldMkLst>
        <pc:spChg chg="mod">
          <ac:chgData name="Denis Manley" userId="445117d2-14a5-4c3e-af19-f1006b049bb1" providerId="ADAL" clId="{8CC12A5C-FC9C-4E0E-8855-445E9824A927}" dt="2025-09-08T14:18:56.124" v="67" actId="20577"/>
          <ac:spMkLst>
            <pc:docMk/>
            <pc:sldMk cId="3034608909" sldId="293"/>
            <ac:spMk id="3" creationId="{00000000-0000-0000-0000-000000000000}"/>
          </ac:spMkLst>
        </pc:spChg>
      </pc:sldChg>
      <pc:sldChg chg="modSp mod">
        <pc:chgData name="Denis Manley" userId="445117d2-14a5-4c3e-af19-f1006b049bb1" providerId="ADAL" clId="{8CC12A5C-FC9C-4E0E-8855-445E9824A927}" dt="2025-09-08T14:21:30.074" v="118" actId="20577"/>
        <pc:sldMkLst>
          <pc:docMk/>
          <pc:sldMk cId="950364558" sldId="300"/>
        </pc:sldMkLst>
        <pc:spChg chg="mod">
          <ac:chgData name="Denis Manley" userId="445117d2-14a5-4c3e-af19-f1006b049bb1" providerId="ADAL" clId="{8CC12A5C-FC9C-4E0E-8855-445E9824A927}" dt="2025-09-08T14:21:30.074" v="118" actId="20577"/>
          <ac:spMkLst>
            <pc:docMk/>
            <pc:sldMk cId="950364558" sldId="300"/>
            <ac:spMk id="25603" creationId="{00000000-0000-0000-0000-000000000000}"/>
          </ac:spMkLst>
        </pc:spChg>
      </pc:sldChg>
    </pc:docChg>
  </pc:docChgLst>
  <pc:docChgLst>
    <pc:chgData name="Denis Manley" userId="445117d2-14a5-4c3e-af19-f1006b049bb1" providerId="ADAL" clId="{C7BB69B4-856E-491F-8074-C2656D2741E7}"/>
    <pc:docChg chg="undo custSel modSld replTag delTag">
      <pc:chgData name="Denis Manley" userId="445117d2-14a5-4c3e-af19-f1006b049bb1" providerId="ADAL" clId="{C7BB69B4-856E-491F-8074-C2656D2741E7}" dt="2023-09-15T16:01:20.252" v="134"/>
      <pc:docMkLst>
        <pc:docMk/>
      </pc:docMkLst>
      <pc:sldChg chg="addSp delSp modSp mod">
        <pc:chgData name="Denis Manley" userId="445117d2-14a5-4c3e-af19-f1006b049bb1" providerId="ADAL" clId="{C7BB69B4-856E-491F-8074-C2656D2741E7}" dt="2023-09-15T15:45:17.035" v="84" actId="14100"/>
        <pc:sldMkLst>
          <pc:docMk/>
          <pc:sldMk cId="2451905875" sldId="295"/>
        </pc:sldMkLst>
      </pc:sldChg>
      <pc:sldChg chg="addSp delSp modSp mod">
        <pc:chgData name="Denis Manley" userId="445117d2-14a5-4c3e-af19-f1006b049bb1" providerId="ADAL" clId="{C7BB69B4-856E-491F-8074-C2656D2741E7}" dt="2023-09-15T16:00:35.286" v="108" actId="21"/>
        <pc:sldMkLst>
          <pc:docMk/>
          <pc:sldMk cId="691820555" sldId="297"/>
        </pc:sldMkLst>
      </pc:sldChg>
      <pc:sldChg chg="addSp delSp modSp mod">
        <pc:chgData name="Denis Manley" userId="445117d2-14a5-4c3e-af19-f1006b049bb1" providerId="ADAL" clId="{C7BB69B4-856E-491F-8074-C2656D2741E7}" dt="2023-09-15T16:01:13.728" v="131" actId="14100"/>
        <pc:sldMkLst>
          <pc:docMk/>
          <pc:sldMk cId="1176689462" sldId="298"/>
        </pc:sldMkLst>
      </pc:sldChg>
      <pc:sldChg chg="addSp delSp modSp mod">
        <pc:chgData name="Denis Manley" userId="445117d2-14a5-4c3e-af19-f1006b049bb1" providerId="ADAL" clId="{C7BB69B4-856E-491F-8074-C2656D2741E7}" dt="2023-09-15T15:40:11.097" v="41" actId="478"/>
        <pc:sldMkLst>
          <pc:docMk/>
          <pc:sldMk cId="595793616" sldId="299"/>
        </pc:sldMkLst>
      </pc:sldChg>
    </pc:docChg>
  </pc:docChgLst>
  <pc:docChgLst>
    <pc:chgData name="Denis Manley" userId="445117d2-14a5-4c3e-af19-f1006b049bb1" providerId="ADAL" clId="{F6313526-967A-4D39-975C-5AFB51F0DA4E}"/>
    <pc:docChg chg="modSld">
      <pc:chgData name="Denis Manley" userId="445117d2-14a5-4c3e-af19-f1006b049bb1" providerId="ADAL" clId="{F6313526-967A-4D39-975C-5AFB51F0DA4E}" dt="2024-09-09T13:44:16.517" v="7" actId="14100"/>
      <pc:docMkLst>
        <pc:docMk/>
      </pc:docMkLst>
      <pc:sldChg chg="modSp mod">
        <pc:chgData name="Denis Manley" userId="445117d2-14a5-4c3e-af19-f1006b049bb1" providerId="ADAL" clId="{F6313526-967A-4D39-975C-5AFB51F0DA4E}" dt="2024-09-09T12:52:25.983" v="2" actId="20577"/>
        <pc:sldMkLst>
          <pc:docMk/>
          <pc:sldMk cId="0" sldId="280"/>
        </pc:sldMkLst>
      </pc:sldChg>
      <pc:sldChg chg="modSp mod">
        <pc:chgData name="Denis Manley" userId="445117d2-14a5-4c3e-af19-f1006b049bb1" providerId="ADAL" clId="{F6313526-967A-4D39-975C-5AFB51F0DA4E}" dt="2024-09-09T13:44:16.517" v="7" actId="14100"/>
        <pc:sldMkLst>
          <pc:docMk/>
          <pc:sldMk cId="691820555" sldId="2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6408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4891"/>
            <a:ext cx="4984962" cy="44707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3611" tIns="45985" rIns="93611" bIns="459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50888"/>
            <a:ext cx="4945063" cy="3709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806434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2338" y="742950"/>
            <a:ext cx="4964112" cy="3724275"/>
          </a:xfrm>
          <a:ln/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14891"/>
            <a:ext cx="5438140" cy="4470752"/>
          </a:xfrm>
          <a:noFill/>
          <a:ln w="9525"/>
        </p:spPr>
        <p:txBody>
          <a:bodyPr lIns="94578" tIns="47289" rIns="94578" bIns="47289"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16387" name="Slide Number Placeholder 3"/>
          <p:cNvSpPr txBox="1">
            <a:spLocks noGrp="1"/>
          </p:cNvSpPr>
          <p:nvPr/>
        </p:nvSpPr>
        <p:spPr bwMode="auto">
          <a:xfrm>
            <a:off x="3850443" y="9429779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 anchor="b"/>
          <a:lstStyle/>
          <a:p>
            <a:pPr algn="r" defTabSz="473075"/>
            <a:fld id="{40ECF2AE-E3E8-493C-A151-D0D4C038F49E}" type="slidenum">
              <a:rPr lang="en-IE" sz="1300">
                <a:latin typeface="Calibri" pitchFamily="34" charset="0"/>
              </a:rPr>
              <a:pPr algn="r" defTabSz="473075"/>
              <a:t>1</a:t>
            </a:fld>
            <a:endParaRPr lang="en-IE" sz="1300">
              <a:latin typeface="Calibri" pitchFamily="34" charset="0"/>
            </a:endParaRPr>
          </a:p>
        </p:txBody>
      </p:sp>
      <p:sp>
        <p:nvSpPr>
          <p:cNvPr id="16388" name="Date Placeholder 5"/>
          <p:cNvSpPr txBox="1">
            <a:spLocks noGrp="1"/>
          </p:cNvSpPr>
          <p:nvPr/>
        </p:nvSpPr>
        <p:spPr bwMode="auto">
          <a:xfrm>
            <a:off x="3850443" y="0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/>
          <a:lstStyle/>
          <a:p>
            <a:pPr algn="r" defTabSz="473075"/>
            <a:r>
              <a:rPr lang="en-US" sz="1300">
                <a:latin typeface="Calibri" pitchFamily="34" charset="0"/>
              </a:rPr>
              <a:t>   </a:t>
            </a:r>
            <a:endParaRPr lang="en-IE" sz="13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2338" y="742950"/>
            <a:ext cx="4964112" cy="3724275"/>
          </a:xfrm>
          <a:ln/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14891"/>
            <a:ext cx="5438140" cy="4470752"/>
          </a:xfrm>
          <a:noFill/>
          <a:ln w="9525"/>
        </p:spPr>
        <p:txBody>
          <a:bodyPr lIns="94578" tIns="47289" rIns="94578" bIns="47289"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18435" name="Slide Number Placeholder 3"/>
          <p:cNvSpPr txBox="1">
            <a:spLocks noGrp="1"/>
          </p:cNvSpPr>
          <p:nvPr/>
        </p:nvSpPr>
        <p:spPr bwMode="auto">
          <a:xfrm>
            <a:off x="3850443" y="9429779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 anchor="b"/>
          <a:lstStyle/>
          <a:p>
            <a:pPr algn="r" defTabSz="473075"/>
            <a:fld id="{76862F6B-0B72-47D5-9126-6CA000F57DDF}" type="slidenum">
              <a:rPr lang="en-IE" sz="1300">
                <a:latin typeface="Calibri" pitchFamily="34" charset="0"/>
              </a:rPr>
              <a:pPr algn="r" defTabSz="473075"/>
              <a:t>2</a:t>
            </a:fld>
            <a:endParaRPr lang="en-IE" sz="1300">
              <a:latin typeface="Calibri" pitchFamily="34" charset="0"/>
            </a:endParaRPr>
          </a:p>
        </p:txBody>
      </p:sp>
      <p:sp>
        <p:nvSpPr>
          <p:cNvPr id="18436" name="Date Placeholder 5"/>
          <p:cNvSpPr txBox="1">
            <a:spLocks noGrp="1"/>
          </p:cNvSpPr>
          <p:nvPr/>
        </p:nvSpPr>
        <p:spPr bwMode="auto">
          <a:xfrm>
            <a:off x="3850443" y="0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/>
          <a:lstStyle/>
          <a:p>
            <a:pPr algn="r" defTabSz="473075"/>
            <a:r>
              <a:rPr lang="en-US" sz="1300">
                <a:latin typeface="Calibri" pitchFamily="34" charset="0"/>
              </a:rPr>
              <a:t>   </a:t>
            </a:r>
            <a:endParaRPr lang="en-IE" sz="13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22338" y="742950"/>
            <a:ext cx="4964112" cy="3724275"/>
          </a:xfrm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xfrm>
            <a:off x="679768" y="4714891"/>
            <a:ext cx="5438140" cy="4470752"/>
          </a:xfrm>
          <a:noFill/>
          <a:ln w="9525"/>
        </p:spPr>
        <p:txBody>
          <a:bodyPr lIns="94578" tIns="47289" rIns="94578" bIns="47289"/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  <p:sp>
        <p:nvSpPr>
          <p:cNvPr id="20483" name="Slide Number Placeholder 3"/>
          <p:cNvSpPr txBox="1">
            <a:spLocks noGrp="1"/>
          </p:cNvSpPr>
          <p:nvPr/>
        </p:nvSpPr>
        <p:spPr bwMode="auto">
          <a:xfrm>
            <a:off x="3850443" y="9429779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 anchor="b"/>
          <a:lstStyle/>
          <a:p>
            <a:pPr algn="r" defTabSz="473075"/>
            <a:fld id="{E899B594-C8D1-499E-982F-8BE370B5A925}" type="slidenum">
              <a:rPr lang="en-IE" sz="1300">
                <a:latin typeface="Calibri" pitchFamily="34" charset="0"/>
              </a:rPr>
              <a:pPr algn="r" defTabSz="473075"/>
              <a:t>6</a:t>
            </a:fld>
            <a:endParaRPr lang="en-IE" sz="1300">
              <a:latin typeface="Calibri" pitchFamily="34" charset="0"/>
            </a:endParaRPr>
          </a:p>
        </p:txBody>
      </p:sp>
      <p:sp>
        <p:nvSpPr>
          <p:cNvPr id="20484" name="Date Placeholder 5"/>
          <p:cNvSpPr txBox="1">
            <a:spLocks noGrp="1"/>
          </p:cNvSpPr>
          <p:nvPr/>
        </p:nvSpPr>
        <p:spPr bwMode="auto">
          <a:xfrm>
            <a:off x="3850443" y="0"/>
            <a:ext cx="2945659" cy="496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578" tIns="47289" rIns="94578" bIns="47289"/>
          <a:lstStyle/>
          <a:p>
            <a:pPr algn="r" defTabSz="473075"/>
            <a:r>
              <a:rPr lang="en-US" sz="1300">
                <a:latin typeface="Calibri" pitchFamily="34" charset="0"/>
              </a:rPr>
              <a:t>   </a:t>
            </a:r>
            <a:endParaRPr lang="en-IE" sz="130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548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4D6166-557C-4A0C-A89B-35F0D5ADDAFB}" type="datetime4">
              <a:rPr lang="en-US" smtClean="0"/>
              <a:pPr>
                <a:defRPr/>
              </a:pPr>
              <a:t>September 8,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A82A59-9FEB-4112-B5CC-6DB1990569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3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C90940-A002-403F-ABF6-A3925B740FBC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E149-9A97-4CFE-8EC9-E7E86BF17A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9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6A5CB-D0EA-4BFE-86DC-6A9ADFE68F81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837CEC-A841-424A-98AC-04B7AAD7E4E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3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126AAB-F3A4-4204-82D5-27A1EB67FCD9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85B5F-EBE6-434E-9A11-6FA0B3A37D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9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3CE41F9-7A3A-415D-90C3-FE0F3AD4A15F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D45F1F-A265-46BD-9FA3-82C1CCD20C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B0E105-9EE2-4D70-9B7D-7AB788A9B51E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0F7485-0151-47B0-BC23-F3E31E3350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1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F55997-EE3A-48E3-AEF5-F59502E8C335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4C12AD-8AAA-4067-AF0E-C191B5022D1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4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9F8907-5721-458C-AE2F-7C12379418D0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C2C3EF-5151-49EB-AD98-F091C35D4A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BB5D67-616A-45B8-AD70-2E1EFB5A4B82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B1E814-73F3-46D9-97A0-0D1ADB6E888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5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F39533-55E1-4419-A00A-96C8F2C7E09B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E1FDB6-9C65-4F67-A266-ABD6D561E6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95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D13933-863F-4812-A65A-6C3D962E652A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1906F-E827-4BC1-9BC8-E1049176959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2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9D1A38-AAF5-4218-A8CC-D4F9D30E73AF}" type="datetime4">
              <a:rPr lang="en-US" smtClean="0"/>
              <a:pPr>
                <a:defRPr/>
              </a:pPr>
              <a:t>September 8,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7BCACB8-3F6A-4DA0-B72D-B9FECBFFFA8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9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  <p:sldLayoutId id="2147484454" r:id="rId8"/>
    <p:sldLayoutId id="2147484455" r:id="rId9"/>
    <p:sldLayoutId id="2147484456" r:id="rId10"/>
    <p:sldLayoutId id="214748445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uting.llnl.gov/tutorials/pthread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FE355-168E-4ED7-B6DF-532B7D176E7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1746" name="Title 1"/>
          <p:cNvSpPr>
            <a:spLocks noGrp="1"/>
          </p:cNvSpPr>
          <p:nvPr>
            <p:ph type="ctrTitle" idx="4294967295"/>
          </p:nvPr>
        </p:nvSpPr>
        <p:spPr bwMode="auto">
          <a:xfrm>
            <a:off x="0" y="1412875"/>
            <a:ext cx="8915400" cy="877888"/>
          </a:xfrm>
        </p:spPr>
        <p:txBody>
          <a:bodyPr wrap="square" lIns="1188720" rIns="274320" numCol="1" anchor="ctr" anchorCtr="0" compatLnSpc="1">
            <a:prstTxWarp prst="textNoShape">
              <a:avLst/>
            </a:prstTxWarp>
            <a:normAutofit fontScale="90000"/>
          </a:bodyPr>
          <a:lstStyle/>
          <a:p>
            <a:pPr algn="ctr" eaLnBrk="1" hangingPunct="1">
              <a:defRPr/>
            </a:pPr>
            <a:r>
              <a:rPr lang="en-IE" cap="none" dirty="0"/>
              <a:t>TU856/2 and TU858/2</a:t>
            </a:r>
            <a:br>
              <a:rPr lang="en-IE" cap="none" dirty="0"/>
            </a:br>
            <a:r>
              <a:rPr lang="en-IE" cap="none" dirty="0"/>
              <a:t>Operating Systems 2</a:t>
            </a:r>
            <a:br>
              <a:rPr lang="en-IE" cap="none" dirty="0"/>
            </a:br>
            <a:r>
              <a:rPr lang="en-IE" cap="none" dirty="0"/>
              <a:t>CMPU2017</a:t>
            </a:r>
            <a:endParaRPr lang="en-US" cap="none" dirty="0"/>
          </a:p>
        </p:txBody>
      </p:sp>
      <p:sp>
        <p:nvSpPr>
          <p:cNvPr id="15363" name="Subtitle 2"/>
          <p:cNvSpPr>
            <a:spLocks noGrp="1"/>
          </p:cNvSpPr>
          <p:nvPr>
            <p:ph type="subTitle" idx="4294967295"/>
          </p:nvPr>
        </p:nvSpPr>
        <p:spPr>
          <a:xfrm>
            <a:off x="539552" y="2780928"/>
            <a:ext cx="8317111" cy="3672260"/>
          </a:xfrm>
        </p:spPr>
        <p:txBody>
          <a:bodyPr lIns="292608" tIns="91440" rIns="274320" bIns="91440"/>
          <a:lstStyle/>
          <a:p>
            <a:pPr eaLnBrk="1" hangingPunct="1"/>
            <a:endParaRPr lang="en-IE" sz="1800" dirty="0"/>
          </a:p>
          <a:p>
            <a:pPr eaLnBrk="1" hangingPunct="1"/>
            <a:br>
              <a:rPr lang="en-IE" sz="1800" dirty="0"/>
            </a:br>
            <a:endParaRPr lang="en-IE" sz="1800" dirty="0"/>
          </a:p>
          <a:p>
            <a:pPr algn="ctr" eaLnBrk="1" hangingPunct="1"/>
            <a:r>
              <a:rPr lang="en-IE" sz="2800" dirty="0"/>
              <a:t>Denis Manley</a:t>
            </a:r>
            <a:br>
              <a:rPr lang="en-IE" sz="2800" dirty="0"/>
            </a:br>
            <a:r>
              <a:rPr lang="en-IE" sz="2800" dirty="0"/>
              <a:t>CQ-214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denis.manley@tudublin.ie</a:t>
            </a:r>
            <a:br>
              <a:rPr lang="en-US" sz="2800" dirty="0"/>
            </a:br>
            <a:endParaRPr lang="en-US" sz="2800" dirty="0"/>
          </a:p>
          <a:p>
            <a:pPr eaLnBrk="1" hangingPunct="1"/>
            <a:endParaRPr lang="en-IE" sz="2800" dirty="0"/>
          </a:p>
        </p:txBody>
      </p:sp>
      <p:sp>
        <p:nvSpPr>
          <p:cNvPr id="7" name="Slide Number Placeholder 6"/>
          <p:cNvSpPr txBox="1">
            <a:spLocks noGrp="1"/>
          </p:cNvSpPr>
          <p:nvPr/>
        </p:nvSpPr>
        <p:spPr>
          <a:xfrm>
            <a:off x="8789988" y="6569075"/>
            <a:ext cx="457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C7A31ADA-9B5B-447A-A847-26AC9D039ACB}" type="slidenum"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AF335-C556-49ED-B2BE-8F54D1A4AE3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0" y="152400"/>
            <a:ext cx="5791200" cy="1371600"/>
          </a:xfrm>
        </p:spPr>
        <p:txBody>
          <a:bodyPr wrap="square" lIns="1188720" rIns="2743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IE" sz="4800" cap="none" dirty="0"/>
              <a:t>Module Aims</a:t>
            </a:r>
            <a:endParaRPr lang="en-US" sz="4800" cap="none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611560" y="1524000"/>
            <a:ext cx="7599362" cy="4102100"/>
          </a:xfrm>
        </p:spPr>
        <p:txBody>
          <a:bodyPr/>
          <a:lstStyle/>
          <a:p>
            <a:pPr marL="342900" indent="-342900" eaLnBrk="1" hangingPunct="1"/>
            <a:r>
              <a:rPr lang="en-US" sz="2800" dirty="0"/>
              <a:t>Introduction to fundamental programming principles related to Operating Systems management</a:t>
            </a:r>
          </a:p>
          <a:p>
            <a:pPr marL="342900" indent="-342900" eaLnBrk="1" hangingPunct="1"/>
            <a:r>
              <a:rPr lang="en-US" sz="2800" dirty="0"/>
              <a:t>Analysis of the major elements Operating System management</a:t>
            </a:r>
          </a:p>
          <a:p>
            <a:pPr marL="342900" indent="-342900" eaLnBrk="1" hangingPunct="1"/>
            <a:r>
              <a:rPr lang="en-US" sz="2800" dirty="0"/>
              <a:t>Implementing core Linux Operating System management principles</a:t>
            </a:r>
          </a:p>
        </p:txBody>
      </p:sp>
      <p:sp>
        <p:nvSpPr>
          <p:cNvPr id="4" name="Footer Placeholder 3"/>
          <p:cNvSpPr txBox="1">
            <a:spLocks noGrp="1"/>
          </p:cNvSpPr>
          <p:nvPr/>
        </p:nvSpPr>
        <p:spPr>
          <a:xfrm>
            <a:off x="1120775" y="188913"/>
            <a:ext cx="2895600" cy="365125"/>
          </a:xfrm>
          <a:prstGeom prst="rect">
            <a:avLst/>
          </a:prstGeom>
          <a:noFill/>
        </p:spPr>
        <p:txBody>
          <a:bodyPr anchor="ctr"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8" name="Slide Number Placeholder 7"/>
          <p:cNvSpPr txBox="1">
            <a:spLocks noGrp="1"/>
          </p:cNvSpPr>
          <p:nvPr/>
        </p:nvSpPr>
        <p:spPr>
          <a:xfrm>
            <a:off x="8789988" y="6569075"/>
            <a:ext cx="457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FAD0195F-5B7C-44A4-8F77-93C5E62B6E1D}" type="slidenum"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67545" y="260648"/>
            <a:ext cx="8047806" cy="648072"/>
          </a:xfrm>
        </p:spPr>
        <p:txBody>
          <a:bodyPr>
            <a:normAutofit fontScale="90000"/>
          </a:bodyPr>
          <a:lstStyle/>
          <a:p>
            <a:r>
              <a:rPr lang="en-IE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management Syllabus 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11560" y="1152908"/>
            <a:ext cx="8064896" cy="5084404"/>
          </a:xfrm>
        </p:spPr>
        <p:txBody>
          <a:bodyPr>
            <a:normAutofit/>
          </a:bodyPr>
          <a:lstStyle/>
          <a:p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 system principles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process and threads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principles of synchronisation  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process: creation and synchronisation 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threads creation and synchronisation</a:t>
            </a:r>
          </a:p>
          <a:p>
            <a:pPr lvl="1"/>
            <a:endParaRPr lang="en-IE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deadlock and starvation 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pPr lvl="1"/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memory management: Virtual memory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C12AD-8AAA-4067-AF0E-C191B5022D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8047806" cy="687610"/>
          </a:xfrm>
        </p:spPr>
        <p:txBody>
          <a:bodyPr>
            <a:noAutofit/>
          </a:bodyPr>
          <a:lstStyle/>
          <a:p>
            <a:r>
              <a:rPr lang="en-IE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Programming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263830" cy="4764187"/>
          </a:xfrm>
        </p:spPr>
        <p:txBody>
          <a:bodyPr>
            <a:normAutofit/>
          </a:bodyPr>
          <a:lstStyle/>
          <a:p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operating systems concepts in C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basic C programming concepts 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pointers, pass by reference…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defined data Structures; records 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data structures: Link lists, Stacks and Queues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Creation and synchronisation using C in Linux </a:t>
            </a:r>
          </a:p>
          <a:p>
            <a:pPr lvl="1"/>
            <a:r>
              <a:rPr lang="en-IE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creation and synchronisation using C in Linux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E149-9A97-4CFE-8EC9-E7E86BF17AD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6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2400"/>
            <a:ext cx="7642225" cy="828328"/>
          </a:xfrm>
        </p:spPr>
        <p:txBody>
          <a:bodyPr/>
          <a:lstStyle/>
          <a:p>
            <a:r>
              <a:rPr lang="en-IE" dirty="0"/>
              <a:t>Labs: Linux environment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08720"/>
            <a:ext cx="7620000" cy="540060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The Linux Operating System command line mode. </a:t>
            </a:r>
          </a:p>
          <a:p>
            <a:r>
              <a:rPr lang="en-IE" dirty="0"/>
              <a:t>Students will access the Linux command line environment in a number of ways referred to below. </a:t>
            </a:r>
          </a:p>
          <a:p>
            <a:endParaRPr lang="en-IE" dirty="0"/>
          </a:p>
          <a:p>
            <a:pPr lvl="1"/>
            <a:r>
              <a:rPr lang="en-IE" b="1" dirty="0"/>
              <a:t>Linux OS server </a:t>
            </a:r>
            <a:r>
              <a:rPr lang="en-IE" dirty="0"/>
              <a:t>(use ssh/Putty client to access the server) This is the method that will be used in the computer labs and for lab tests – ).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Each lab will consist of a number of programming exercises the students will be expected to complete.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first few are a revision of core c programming covered in year 1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other labs will require the student to modify the sample code covered in the lecturers.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There will also be exercise to </a:t>
            </a:r>
            <a:r>
              <a:rPr lang="en-IE" i="1" dirty="0"/>
              <a:t>explain the relevant concepts</a:t>
            </a:r>
            <a:r>
              <a:rPr lang="en-IE" dirty="0"/>
              <a:t> being covered in the  sample code exercises.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These exercises will form the basics of the two lab tests. 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3E149-9A97-4CFE-8EC9-E7E86BF17AD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08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5601-3082-4746-8E76-E7633A2B0A7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5842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1500188" y="-20638"/>
            <a:ext cx="7643812" cy="1371601"/>
          </a:xfrm>
        </p:spPr>
        <p:txBody>
          <a:bodyPr wrap="square" lIns="1188720" rIns="274320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IE" sz="4800" cap="none" dirty="0"/>
              <a:t>Reference Material</a:t>
            </a:r>
            <a:endParaRPr lang="en-US" sz="4800" cap="none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4294967295"/>
          </p:nvPr>
        </p:nvSpPr>
        <p:spPr>
          <a:xfrm>
            <a:off x="467545" y="1350963"/>
            <a:ext cx="8676456" cy="5218112"/>
          </a:xfrm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</a:pPr>
            <a:r>
              <a:rPr lang="en-US" sz="2800" dirty="0">
                <a:solidFill>
                  <a:schemeClr val="tx2"/>
                </a:solidFill>
              </a:rPr>
              <a:t>Understanding Operating Systems (8</a:t>
            </a:r>
            <a:r>
              <a:rPr lang="en-US" sz="2800" baseline="30000" dirty="0">
                <a:solidFill>
                  <a:schemeClr val="tx2"/>
                </a:solidFill>
              </a:rPr>
              <a:t>th</a:t>
            </a:r>
            <a:r>
              <a:rPr lang="en-US" sz="2800" dirty="0">
                <a:solidFill>
                  <a:schemeClr val="tx2"/>
                </a:solidFill>
              </a:rPr>
              <a:t> Ed)</a:t>
            </a:r>
          </a:p>
          <a:p>
            <a:pPr marL="685800" lvl="1" indent="-336550" eaLnBrk="1" hangingPunct="1">
              <a:lnSpc>
                <a:spcPct val="80000"/>
              </a:lnSpc>
            </a:pPr>
            <a:r>
              <a:rPr lang="en-US" sz="2400" dirty="0">
                <a:solidFill>
                  <a:schemeClr val="tx2"/>
                </a:solidFill>
              </a:rPr>
              <a:t>I.M. Flynn and A. </a:t>
            </a:r>
            <a:r>
              <a:rPr lang="en-US" sz="2400" dirty="0" err="1">
                <a:solidFill>
                  <a:schemeClr val="tx2"/>
                </a:solidFill>
              </a:rPr>
              <a:t>Mclver-McHoes</a:t>
            </a:r>
            <a:r>
              <a:rPr lang="en-US" sz="2400" dirty="0">
                <a:solidFill>
                  <a:schemeClr val="tx2"/>
                </a:solidFill>
              </a:rPr>
              <a:t>, Thompson Learning (2008) </a:t>
            </a:r>
          </a:p>
          <a:p>
            <a:pPr marL="685800" lvl="1" indent="-336550" eaLnBrk="1" hangingPunct="1">
              <a:lnSpc>
                <a:spcPct val="80000"/>
              </a:lnSpc>
            </a:pPr>
            <a:endParaRPr lang="en-IE" sz="240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C how to program </a:t>
            </a:r>
            <a:r>
              <a:rPr lang="en-US" sz="2400" dirty="0" err="1"/>
              <a:t>Dietel</a:t>
            </a:r>
            <a:r>
              <a:rPr lang="en-US" sz="2400" dirty="0"/>
              <a:t> and </a:t>
            </a:r>
            <a:r>
              <a:rPr lang="en-US" sz="2400" dirty="0" err="1"/>
              <a:t>Dietel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hlinkClick r:id="rId3"/>
              </a:rPr>
              <a:t>Link: POSIX thread programming in C </a:t>
            </a:r>
            <a:r>
              <a:rPr lang="en-US" sz="24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marL="228600" indent="-336550" eaLnBrk="1" hangingPunct="1">
              <a:lnSpc>
                <a:spcPct val="80000"/>
              </a:lnSpc>
            </a:pPr>
            <a:endParaRPr lang="en-US" sz="2400" dirty="0"/>
          </a:p>
          <a:p>
            <a:pPr marL="228600" indent="-336550" eaLnBrk="1" hangingPunct="1">
              <a:lnSpc>
                <a:spcPct val="80000"/>
              </a:lnSpc>
            </a:pPr>
            <a:endParaRPr lang="en-US" sz="2400" dirty="0"/>
          </a:p>
        </p:txBody>
      </p:sp>
      <p:sp>
        <p:nvSpPr>
          <p:cNvPr id="4" name="Footer Placeholder 3"/>
          <p:cNvSpPr txBox="1">
            <a:spLocks noGrp="1"/>
          </p:cNvSpPr>
          <p:nvPr/>
        </p:nvSpPr>
        <p:spPr>
          <a:xfrm>
            <a:off x="1120775" y="188913"/>
            <a:ext cx="2895600" cy="365125"/>
          </a:xfrm>
          <a:prstGeom prst="rect">
            <a:avLst/>
          </a:prstGeom>
          <a:noFill/>
        </p:spPr>
        <p:txBody>
          <a:bodyPr anchor="ctr"/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8" name="Slide Number Placeholder 7"/>
          <p:cNvSpPr txBox="1">
            <a:spLocks noGrp="1"/>
          </p:cNvSpPr>
          <p:nvPr/>
        </p:nvSpPr>
        <p:spPr>
          <a:xfrm>
            <a:off x="8789988" y="6569075"/>
            <a:ext cx="457200" cy="365125"/>
          </a:xfrm>
          <a:prstGeom prst="rect">
            <a:avLst/>
          </a:prstGeom>
          <a:noFill/>
        </p:spPr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fld id="{AC151CBA-1B1D-4873-8ECE-B8B02659FCF4}" type="slidenum">
              <a:rPr 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pPr algn="ctr" defTabSz="457200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40248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003232" cy="1371600"/>
          </a:xfrm>
        </p:spPr>
        <p:txBody>
          <a:bodyPr/>
          <a:lstStyle/>
          <a:p>
            <a:r>
              <a:rPr lang="en-US" dirty="0" err="1"/>
              <a:t>Modeule</a:t>
            </a:r>
            <a:r>
              <a:rPr lang="en-US"/>
              <a:t> Details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058150" cy="483619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Lectures: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Lab 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Assessment and Examination: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- Continuous Assessment consist of 2 lab tests and two related in class tests.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- End-of Semester Examination</a:t>
            </a:r>
          </a:p>
        </p:txBody>
      </p:sp>
      <p:sp>
        <p:nvSpPr>
          <p:cNvPr id="25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698AA-C311-4EEE-B94D-14ABA0EA6CE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6455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8650" y="365127"/>
            <a:ext cx="2071142" cy="831626"/>
          </a:xfrm>
        </p:spPr>
        <p:txBody>
          <a:bodyPr/>
          <a:lstStyle/>
          <a:p>
            <a:r>
              <a:rPr lang="en-IE" dirty="0"/>
              <a:t>Time Table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837CEC-A841-424A-98AC-04B7AAD7E4E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5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A1363C0B-8A03-F9C2-BD80-7882A29F9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63853"/>
            <a:ext cx="6048672" cy="1667859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5F4DD196-E786-5EAC-3F33-D742D304B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94" y="3433197"/>
            <a:ext cx="5977586" cy="1594980"/>
          </a:xfrm>
          <a:prstGeom prst="rect">
            <a:avLst/>
          </a:prstGeom>
        </p:spPr>
      </p:pic>
      <p:pic>
        <p:nvPicPr>
          <p:cNvPr id="13" name="Picture 12" descr="A screen shot of a computer&#10;&#10;Description automatically generated">
            <a:extLst>
              <a:ext uri="{FF2B5EF4-FFF2-40B4-BE49-F238E27FC236}">
                <a16:creationId xmlns:a16="http://schemas.microsoft.com/office/drawing/2014/main" id="{1BA41E34-A57D-7BD7-5FA0-D701CDE83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644" y="5189950"/>
            <a:ext cx="6018826" cy="126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05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837CEC-A841-424A-98AC-04B7AAD7E4E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D14E64F-7391-0ACC-24B8-CAA29B8D9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908720"/>
            <a:ext cx="6233700" cy="2857748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9CB96E0-5157-1ABD-06EA-22B26072E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867406"/>
            <a:ext cx="6447079" cy="1444115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3CE4A27F-CCFD-0C61-545F-EFE7F46FE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26207"/>
            <a:ext cx="3151262" cy="831626"/>
          </a:xfrm>
        </p:spPr>
        <p:txBody>
          <a:bodyPr>
            <a:normAutofit/>
          </a:bodyPr>
          <a:lstStyle/>
          <a:p>
            <a:r>
              <a:rPr lang="en-IE" dirty="0"/>
              <a:t>Time Table </a:t>
            </a:r>
          </a:p>
        </p:txBody>
      </p:sp>
    </p:spTree>
    <p:extLst>
      <p:ext uri="{BB962C8B-B14F-4D97-AF65-F5344CB8AC3E}">
        <p14:creationId xmlns:p14="http://schemas.microsoft.com/office/powerpoint/2010/main" val="59579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IE" dirty="0"/>
              <a:t>Week 1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328592"/>
          </a:xfrm>
        </p:spPr>
        <p:txBody>
          <a:bodyPr>
            <a:normAutofit/>
          </a:bodyPr>
          <a:lstStyle/>
          <a:p>
            <a:r>
              <a:rPr lang="en-IE" dirty="0"/>
              <a:t>Access to a </a:t>
            </a:r>
            <a:r>
              <a:rPr lang="en-IE" dirty="0" err="1"/>
              <a:t>linux</a:t>
            </a:r>
            <a:r>
              <a:rPr lang="en-IE" dirty="0"/>
              <a:t> terminal </a:t>
            </a:r>
          </a:p>
          <a:p>
            <a:pPr lvl="1"/>
            <a:r>
              <a:rPr lang="en-IE" dirty="0"/>
              <a:t>Putty (</a:t>
            </a:r>
            <a:r>
              <a:rPr lang="en-IE" dirty="0" err="1"/>
              <a:t>ssh</a:t>
            </a:r>
            <a:r>
              <a:rPr lang="en-IE" dirty="0"/>
              <a:t> app): </a:t>
            </a:r>
          </a:p>
          <a:p>
            <a:pPr lvl="2"/>
            <a:r>
              <a:rPr lang="en-IE" dirty="0"/>
              <a:t>The </a:t>
            </a:r>
            <a:r>
              <a:rPr lang="en-IE" dirty="0" err="1"/>
              <a:t>linux</a:t>
            </a:r>
            <a:r>
              <a:rPr lang="en-IE" dirty="0"/>
              <a:t> server IP address is: </a:t>
            </a:r>
            <a:r>
              <a:rPr lang="en-IE" b="1" dirty="0"/>
              <a:t>147.252.250.34</a:t>
            </a:r>
            <a:endParaRPr lang="en-IE" dirty="0"/>
          </a:p>
          <a:p>
            <a:pPr lvl="2"/>
            <a:r>
              <a:rPr lang="en-IE" dirty="0"/>
              <a:t>Enter students number and password that you use to log onto the Desktops. </a:t>
            </a:r>
          </a:p>
          <a:p>
            <a:endParaRPr lang="en-IE" dirty="0"/>
          </a:p>
          <a:p>
            <a:r>
              <a:rPr lang="en-IE" dirty="0"/>
              <a:t>Create a file called </a:t>
            </a:r>
            <a:r>
              <a:rPr lang="en-IE" dirty="0" err="1"/>
              <a:t>HelloWorld.c</a:t>
            </a:r>
            <a:r>
              <a:rPr lang="en-IE" dirty="0"/>
              <a:t> using a text editor. (in the lab use the </a:t>
            </a:r>
            <a:r>
              <a:rPr lang="en-IE" b="1" dirty="0"/>
              <a:t>vi/</a:t>
            </a:r>
            <a:r>
              <a:rPr lang="en-IE" b="1" dirty="0" err="1"/>
              <a:t>nano</a:t>
            </a:r>
            <a:r>
              <a:rPr lang="en-IE" b="1" dirty="0"/>
              <a:t> editor</a:t>
            </a:r>
            <a:r>
              <a:rPr lang="en-IE" dirty="0"/>
              <a:t> refer to instructions given in the lab section of bright space). </a:t>
            </a:r>
          </a:p>
          <a:p>
            <a:r>
              <a:rPr lang="en-IE" dirty="0"/>
              <a:t>The instructions are shown in the week 1 lab section….    </a:t>
            </a:r>
          </a:p>
        </p:txBody>
      </p:sp>
    </p:spTree>
    <p:extLst>
      <p:ext uri="{BB962C8B-B14F-4D97-AF65-F5344CB8AC3E}">
        <p14:creationId xmlns:p14="http://schemas.microsoft.com/office/powerpoint/2010/main" val="3244033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Lab 1: instructions</a:t>
            </a:r>
          </a:p>
        </p:txBody>
      </p:sp>
      <p:pic>
        <p:nvPicPr>
          <p:cNvPr id="8" name="Content Placeholder 7" descr="Screen Clipping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309448"/>
            <a:ext cx="6192688" cy="517798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3E149-9A97-4CFE-8EC9-E7E86BF17AD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E4B779-5DC7-5327-1098-E2432A0750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82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152400"/>
            <a:ext cx="5050904" cy="396280"/>
          </a:xfrm>
        </p:spPr>
        <p:txBody>
          <a:bodyPr>
            <a:normAutofit fontScale="90000"/>
          </a:bodyPr>
          <a:lstStyle/>
          <a:p>
            <a:r>
              <a:rPr lang="en-IE" dirty="0"/>
              <a:t>Lab 1 expected output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485B5F-EBE6-434E-9A11-6FA0B3A37DE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391C-0B94-BC7D-F6A1-A0967BAEF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Content Placeholder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CE16AC6-32AB-E9D6-5046-6009DF79F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919" y="733702"/>
            <a:ext cx="5214353" cy="542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89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ec533bf-fd35-4347-bd1c-da64f985c97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1472332140</TotalTime>
  <Pages>15</Pages>
  <Words>476</Words>
  <Application>Microsoft Office PowerPoint</Application>
  <PresentationFormat>Letter Paper (8.5x11 in)</PresentationFormat>
  <Paragraphs>98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TU856/2 and TU858/2 Operating Systems 2 CMPU2017</vt:lpstr>
      <vt:lpstr>Module Aims</vt:lpstr>
      <vt:lpstr>Operating System management Syllabus  </vt:lpstr>
      <vt:lpstr>Operating System Programming syllabus</vt:lpstr>
      <vt:lpstr>Labs: Linux environment </vt:lpstr>
      <vt:lpstr>Reference Material</vt:lpstr>
      <vt:lpstr>Modeule Details</vt:lpstr>
      <vt:lpstr>Time Table </vt:lpstr>
      <vt:lpstr>Time Table </vt:lpstr>
      <vt:lpstr>Week 1 lab</vt:lpstr>
      <vt:lpstr>Lab 1: instructions</vt:lpstr>
      <vt:lpstr>Lab 1 expected output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</dc:title>
  <dc:creator>Ken</dc:creator>
  <cp:lastModifiedBy>Denis Manley</cp:lastModifiedBy>
  <cp:revision>119</cp:revision>
  <cp:lastPrinted>2013-01-24T18:31:45Z</cp:lastPrinted>
  <dcterms:created xsi:type="dcterms:W3CDTF">2011-03-15T11:49:08Z</dcterms:created>
  <dcterms:modified xsi:type="dcterms:W3CDTF">2025-09-08T14:23:18Z</dcterms:modified>
</cp:coreProperties>
</file>