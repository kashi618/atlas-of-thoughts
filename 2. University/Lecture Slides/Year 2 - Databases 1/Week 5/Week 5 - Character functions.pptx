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7" r:id="rId1"/>
  </p:sldMasterIdLst>
  <p:notesMasterIdLst>
    <p:notesMasterId r:id="rId30"/>
  </p:notesMasterIdLst>
  <p:handoutMasterIdLst>
    <p:handoutMasterId r:id="rId31"/>
  </p:handoutMasterIdLst>
  <p:sldIdLst>
    <p:sldId id="291" r:id="rId2"/>
    <p:sldId id="597" r:id="rId3"/>
    <p:sldId id="598" r:id="rId4"/>
    <p:sldId id="599" r:id="rId5"/>
    <p:sldId id="259" r:id="rId6"/>
    <p:sldId id="261" r:id="rId7"/>
    <p:sldId id="398" r:id="rId8"/>
    <p:sldId id="262" r:id="rId9"/>
    <p:sldId id="492" r:id="rId10"/>
    <p:sldId id="490" r:id="rId11"/>
    <p:sldId id="600" r:id="rId12"/>
    <p:sldId id="489" r:id="rId13"/>
    <p:sldId id="586" r:id="rId14"/>
    <p:sldId id="491" r:id="rId15"/>
    <p:sldId id="588" r:id="rId16"/>
    <p:sldId id="589" r:id="rId17"/>
    <p:sldId id="590" r:id="rId18"/>
    <p:sldId id="591" r:id="rId19"/>
    <p:sldId id="592" r:id="rId20"/>
    <p:sldId id="593" r:id="rId21"/>
    <p:sldId id="594" r:id="rId22"/>
    <p:sldId id="595" r:id="rId23"/>
    <p:sldId id="266" r:id="rId24"/>
    <p:sldId id="327" r:id="rId25"/>
    <p:sldId id="601" r:id="rId26"/>
    <p:sldId id="395" r:id="rId27"/>
    <p:sldId id="325" r:id="rId28"/>
    <p:sldId id="602" r:id="rId29"/>
  </p:sldIdLst>
  <p:sldSz cx="9144000" cy="6858000" type="screen4x3"/>
  <p:notesSz cx="6797675" cy="9928225"/>
  <p:defaultTextStyle>
    <a:defPPr>
      <a:defRPr lang="en-S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A1EB69-7953-DA4B-A3AC-F85765BC6A07}" v="57" dt="2025-10-08T15:18:18.2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123"/>
    <p:restoredTop sz="96197" autoAdjust="0"/>
  </p:normalViewPr>
  <p:slideViewPr>
    <p:cSldViewPr>
      <p:cViewPr varScale="1">
        <p:scale>
          <a:sx n="152" d="100"/>
          <a:sy n="152" d="100"/>
        </p:scale>
        <p:origin x="1200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na Rocha" userId="0a3173bd-d0ed-4c32-8e4c-b90c820606c5" providerId="ADAL" clId="{DCC3A51D-31E8-5BC6-970B-354B54D5302A}"/>
    <pc:docChg chg="undo custSel addSld delSld modSld sldOrd">
      <pc:chgData name="Mariana Rocha" userId="0a3173bd-d0ed-4c32-8e4c-b90c820606c5" providerId="ADAL" clId="{DCC3A51D-31E8-5BC6-970B-354B54D5302A}" dt="2025-10-08T15:18:18.276" v="1166"/>
      <pc:docMkLst>
        <pc:docMk/>
      </pc:docMkLst>
      <pc:sldChg chg="addSp delSp modSp del mod">
        <pc:chgData name="Mariana Rocha" userId="0a3173bd-d0ed-4c32-8e4c-b90c820606c5" providerId="ADAL" clId="{DCC3A51D-31E8-5BC6-970B-354B54D5302A}" dt="2025-10-08T13:29:43.833" v="65" actId="2696"/>
        <pc:sldMkLst>
          <pc:docMk/>
          <pc:sldMk cId="3175074416" sldId="258"/>
        </pc:sldMkLst>
        <pc:spChg chg="add mod">
          <ac:chgData name="Mariana Rocha" userId="0a3173bd-d0ed-4c32-8e4c-b90c820606c5" providerId="ADAL" clId="{DCC3A51D-31E8-5BC6-970B-354B54D5302A}" dt="2025-10-08T13:28:33.681" v="33"/>
          <ac:spMkLst>
            <pc:docMk/>
            <pc:sldMk cId="3175074416" sldId="258"/>
            <ac:spMk id="2" creationId="{BFA2EDC9-0AAB-146C-54A0-628C03B290D2}"/>
          </ac:spMkLst>
        </pc:spChg>
        <pc:spChg chg="del">
          <ac:chgData name="Mariana Rocha" userId="0a3173bd-d0ed-4c32-8e4c-b90c820606c5" providerId="ADAL" clId="{DCC3A51D-31E8-5BC6-970B-354B54D5302A}" dt="2025-10-08T13:28:33.076" v="32" actId="478"/>
          <ac:spMkLst>
            <pc:docMk/>
            <pc:sldMk cId="3175074416" sldId="258"/>
            <ac:spMk id="6" creationId="{D620CFEA-1C55-772D-AB23-1E1B0A64714A}"/>
          </ac:spMkLst>
        </pc:spChg>
        <pc:spChg chg="mod">
          <ac:chgData name="Mariana Rocha" userId="0a3173bd-d0ed-4c32-8e4c-b90c820606c5" providerId="ADAL" clId="{DCC3A51D-31E8-5BC6-970B-354B54D5302A}" dt="2025-10-08T13:28:41.782" v="35" actId="1076"/>
          <ac:spMkLst>
            <pc:docMk/>
            <pc:sldMk cId="3175074416" sldId="258"/>
            <ac:spMk id="367632" creationId="{00000000-0000-0000-0000-000000000000}"/>
          </ac:spMkLst>
        </pc:spChg>
      </pc:sldChg>
      <pc:sldChg chg="addSp delSp modSp mod">
        <pc:chgData name="Mariana Rocha" userId="0a3173bd-d0ed-4c32-8e4c-b90c820606c5" providerId="ADAL" clId="{DCC3A51D-31E8-5BC6-970B-354B54D5302A}" dt="2025-10-08T13:30:02.428" v="73" actId="1038"/>
        <pc:sldMkLst>
          <pc:docMk/>
          <pc:sldMk cId="960980915" sldId="259"/>
        </pc:sldMkLst>
        <pc:spChg chg="add mod">
          <ac:chgData name="Mariana Rocha" userId="0a3173bd-d0ed-4c32-8e4c-b90c820606c5" providerId="ADAL" clId="{DCC3A51D-31E8-5BC6-970B-354B54D5302A}" dt="2025-10-08T13:28:51.806" v="53" actId="20577"/>
          <ac:spMkLst>
            <pc:docMk/>
            <pc:sldMk cId="960980915" sldId="259"/>
            <ac:spMk id="2" creationId="{0543648F-00BC-FA88-07A4-184AEDA6599F}"/>
          </ac:spMkLst>
        </pc:spChg>
        <pc:spChg chg="del mod">
          <ac:chgData name="Mariana Rocha" userId="0a3173bd-d0ed-4c32-8e4c-b90c820606c5" providerId="ADAL" clId="{DCC3A51D-31E8-5BC6-970B-354B54D5302A}" dt="2025-10-08T13:28:47.041" v="37" actId="478"/>
          <ac:spMkLst>
            <pc:docMk/>
            <pc:sldMk cId="960980915" sldId="259"/>
            <ac:spMk id="4" creationId="{6E531048-616C-4632-4C9A-0E3515AE73C1}"/>
          </ac:spMkLst>
        </pc:spChg>
        <pc:spChg chg="mod">
          <ac:chgData name="Mariana Rocha" userId="0a3173bd-d0ed-4c32-8e4c-b90c820606c5" providerId="ADAL" clId="{DCC3A51D-31E8-5BC6-970B-354B54D5302A}" dt="2025-10-08T13:29:50.718" v="66" actId="122"/>
          <ac:spMkLst>
            <pc:docMk/>
            <pc:sldMk cId="960980915" sldId="259"/>
            <ac:spMk id="369670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10-08T13:29:54.616" v="67" actId="122"/>
          <ac:spMkLst>
            <pc:docMk/>
            <pc:sldMk cId="960980915" sldId="259"/>
            <ac:spMk id="369671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10-08T13:29:58.067" v="72" actId="1038"/>
          <ac:spMkLst>
            <pc:docMk/>
            <pc:sldMk cId="960980915" sldId="259"/>
            <ac:spMk id="369673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10-08T13:30:02.428" v="73" actId="1038"/>
          <ac:spMkLst>
            <pc:docMk/>
            <pc:sldMk cId="960980915" sldId="259"/>
            <ac:spMk id="369674" creationId="{00000000-0000-0000-0000-000000000000}"/>
          </ac:spMkLst>
        </pc:spChg>
      </pc:sldChg>
      <pc:sldChg chg="addSp delSp modSp mod">
        <pc:chgData name="Mariana Rocha" userId="0a3173bd-d0ed-4c32-8e4c-b90c820606c5" providerId="ADAL" clId="{DCC3A51D-31E8-5BC6-970B-354B54D5302A}" dt="2025-10-08T13:30:39.130" v="116" actId="1076"/>
        <pc:sldMkLst>
          <pc:docMk/>
          <pc:sldMk cId="2621406211" sldId="261"/>
        </pc:sldMkLst>
        <pc:spChg chg="add mod">
          <ac:chgData name="Mariana Rocha" userId="0a3173bd-d0ed-4c32-8e4c-b90c820606c5" providerId="ADAL" clId="{DCC3A51D-31E8-5BC6-970B-354B54D5302A}" dt="2025-10-08T13:30:29.144" v="113" actId="20577"/>
          <ac:spMkLst>
            <pc:docMk/>
            <pc:sldMk cId="2621406211" sldId="261"/>
            <ac:spMk id="2" creationId="{F294ACB1-A6CB-AB3C-1BC5-677C55C10783}"/>
          </ac:spMkLst>
        </pc:spChg>
        <pc:spChg chg="del">
          <ac:chgData name="Mariana Rocha" userId="0a3173bd-d0ed-4c32-8e4c-b90c820606c5" providerId="ADAL" clId="{DCC3A51D-31E8-5BC6-970B-354B54D5302A}" dt="2025-10-08T13:30:15.188" v="74" actId="478"/>
          <ac:spMkLst>
            <pc:docMk/>
            <pc:sldMk cId="2621406211" sldId="261"/>
            <ac:spMk id="4" creationId="{17F01862-C8EB-64A2-A451-454CD35EBEFF}"/>
          </ac:spMkLst>
        </pc:spChg>
        <pc:spChg chg="mod">
          <ac:chgData name="Mariana Rocha" userId="0a3173bd-d0ed-4c32-8e4c-b90c820606c5" providerId="ADAL" clId="{DCC3A51D-31E8-5BC6-970B-354B54D5302A}" dt="2025-10-08T13:30:39.130" v="116" actId="1076"/>
          <ac:spMkLst>
            <pc:docMk/>
            <pc:sldMk cId="2621406211" sldId="261"/>
            <ac:spMk id="371716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10-08T13:30:36.462" v="115" actId="5793"/>
          <ac:spMkLst>
            <pc:docMk/>
            <pc:sldMk cId="2621406211" sldId="261"/>
            <ac:spMk id="371718" creationId="{00000000-0000-0000-0000-000000000000}"/>
          </ac:spMkLst>
        </pc:spChg>
      </pc:sldChg>
      <pc:sldChg chg="addSp delSp modSp mod modAnim">
        <pc:chgData name="Mariana Rocha" userId="0a3173bd-d0ed-4c32-8e4c-b90c820606c5" providerId="ADAL" clId="{DCC3A51D-31E8-5BC6-970B-354B54D5302A}" dt="2025-10-08T13:33:22.926" v="129"/>
        <pc:sldMkLst>
          <pc:docMk/>
          <pc:sldMk cId="4195453093" sldId="262"/>
        </pc:sldMkLst>
        <pc:spChg chg="mod">
          <ac:chgData name="Mariana Rocha" userId="0a3173bd-d0ed-4c32-8e4c-b90c820606c5" providerId="ADAL" clId="{DCC3A51D-31E8-5BC6-970B-354B54D5302A}" dt="2025-10-08T13:31:56.711" v="125" actId="12"/>
          <ac:spMkLst>
            <pc:docMk/>
            <pc:sldMk cId="4195453093" sldId="262"/>
            <ac:spMk id="2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10-08T13:32:01.962" v="127" actId="12"/>
          <ac:spMkLst>
            <pc:docMk/>
            <pc:sldMk cId="4195453093" sldId="262"/>
            <ac:spMk id="3" creationId="{00000000-0000-0000-0000-000000000000}"/>
          </ac:spMkLst>
        </pc:spChg>
        <pc:spChg chg="add mod">
          <ac:chgData name="Mariana Rocha" userId="0a3173bd-d0ed-4c32-8e4c-b90c820606c5" providerId="ADAL" clId="{DCC3A51D-31E8-5BC6-970B-354B54D5302A}" dt="2025-10-08T13:31:31.175" v="120"/>
          <ac:spMkLst>
            <pc:docMk/>
            <pc:sldMk cId="4195453093" sldId="262"/>
            <ac:spMk id="4" creationId="{9E8DDF97-53C3-9B07-DCC3-9EE7DBD8A0B0}"/>
          </ac:spMkLst>
        </pc:spChg>
        <pc:spChg chg="del">
          <ac:chgData name="Mariana Rocha" userId="0a3173bd-d0ed-4c32-8e4c-b90c820606c5" providerId="ADAL" clId="{DCC3A51D-31E8-5BC6-970B-354B54D5302A}" dt="2025-10-08T13:31:30.520" v="119" actId="478"/>
          <ac:spMkLst>
            <pc:docMk/>
            <pc:sldMk cId="4195453093" sldId="262"/>
            <ac:spMk id="9" creationId="{43062FFA-3CC4-1CB9-0D96-2166B817D6DD}"/>
          </ac:spMkLst>
        </pc:spChg>
        <pc:spChg chg="mod">
          <ac:chgData name="Mariana Rocha" userId="0a3173bd-d0ed-4c32-8e4c-b90c820606c5" providerId="ADAL" clId="{DCC3A51D-31E8-5BC6-970B-354B54D5302A}" dt="2025-10-08T13:31:52.781" v="124" actId="12"/>
          <ac:spMkLst>
            <pc:docMk/>
            <pc:sldMk cId="4195453093" sldId="262"/>
            <ac:spMk id="15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10-08T13:32:05.622" v="128" actId="1076"/>
          <ac:spMkLst>
            <pc:docMk/>
            <pc:sldMk cId="4195453093" sldId="262"/>
            <ac:spMk id="17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10-08T13:31:36.775" v="122" actId="1076"/>
          <ac:spMkLst>
            <pc:docMk/>
            <pc:sldMk cId="4195453093" sldId="262"/>
            <ac:spMk id="19" creationId="{00000000-0000-0000-0000-000000000000}"/>
          </ac:spMkLst>
        </pc:spChg>
      </pc:sldChg>
      <pc:sldChg chg="addSp delSp modSp del mod">
        <pc:chgData name="Mariana Rocha" userId="0a3173bd-d0ed-4c32-8e4c-b90c820606c5" providerId="ADAL" clId="{DCC3A51D-31E8-5BC6-970B-354B54D5302A}" dt="2025-10-08T15:00:18.536" v="474" actId="2696"/>
        <pc:sldMkLst>
          <pc:docMk/>
          <pc:sldMk cId="851023260" sldId="266"/>
        </pc:sldMkLst>
        <pc:spChg chg="add mod">
          <ac:chgData name="Mariana Rocha" userId="0a3173bd-d0ed-4c32-8e4c-b90c820606c5" providerId="ADAL" clId="{DCC3A51D-31E8-5BC6-970B-354B54D5302A}" dt="2025-10-08T14:50:56.516" v="465" actId="20577"/>
          <ac:spMkLst>
            <pc:docMk/>
            <pc:sldMk cId="851023260" sldId="266"/>
            <ac:spMk id="2" creationId="{471800B2-CCBC-F796-63D4-AF0347F2A3FC}"/>
          </ac:spMkLst>
        </pc:spChg>
        <pc:spChg chg="del">
          <ac:chgData name="Mariana Rocha" userId="0a3173bd-d0ed-4c32-8e4c-b90c820606c5" providerId="ADAL" clId="{DCC3A51D-31E8-5BC6-970B-354B54D5302A}" dt="2025-10-08T14:59:55.555" v="469" actId="478"/>
          <ac:spMkLst>
            <pc:docMk/>
            <pc:sldMk cId="851023260" sldId="266"/>
            <ac:spMk id="3" creationId="{0D324AD5-69BE-AB73-7607-5C602051DAAD}"/>
          </ac:spMkLst>
        </pc:spChg>
        <pc:spChg chg="del">
          <ac:chgData name="Mariana Rocha" userId="0a3173bd-d0ed-4c32-8e4c-b90c820606c5" providerId="ADAL" clId="{DCC3A51D-31E8-5BC6-970B-354B54D5302A}" dt="2025-10-08T14:50:49.691" v="435" actId="478"/>
          <ac:spMkLst>
            <pc:docMk/>
            <pc:sldMk cId="851023260" sldId="266"/>
            <ac:spMk id="5" creationId="{C26FFB12-92FA-A90D-5C31-B0C7BE46A86F}"/>
          </ac:spMkLst>
        </pc:spChg>
        <pc:spChg chg="del">
          <ac:chgData name="Mariana Rocha" userId="0a3173bd-d0ed-4c32-8e4c-b90c820606c5" providerId="ADAL" clId="{DCC3A51D-31E8-5BC6-970B-354B54D5302A}" dt="2025-10-08T14:59:54.203" v="468" actId="478"/>
          <ac:spMkLst>
            <pc:docMk/>
            <pc:sldMk cId="851023260" sldId="266"/>
            <ac:spMk id="6" creationId="{08F96215-2713-1985-B4B9-E025DB0A29F1}"/>
          </ac:spMkLst>
        </pc:spChg>
        <pc:spChg chg="add del mod">
          <ac:chgData name="Mariana Rocha" userId="0a3173bd-d0ed-4c32-8e4c-b90c820606c5" providerId="ADAL" clId="{DCC3A51D-31E8-5BC6-970B-354B54D5302A}" dt="2025-10-08T14:59:52.910" v="467" actId="478"/>
          <ac:spMkLst>
            <pc:docMk/>
            <pc:sldMk cId="851023260" sldId="266"/>
            <ac:spMk id="7" creationId="{169B87BD-BBD5-60BA-A251-696EBBD22127}"/>
          </ac:spMkLst>
        </pc:spChg>
        <pc:spChg chg="add mod">
          <ac:chgData name="Mariana Rocha" userId="0a3173bd-d0ed-4c32-8e4c-b90c820606c5" providerId="ADAL" clId="{DCC3A51D-31E8-5BC6-970B-354B54D5302A}" dt="2025-10-08T15:00:02.105" v="473" actId="14100"/>
          <ac:spMkLst>
            <pc:docMk/>
            <pc:sldMk cId="851023260" sldId="266"/>
            <ac:spMk id="9" creationId="{CAA1CA8C-4633-EDBB-8B0B-61E147978343}"/>
          </ac:spMkLst>
        </pc:spChg>
        <pc:spChg chg="del mod">
          <ac:chgData name="Mariana Rocha" userId="0a3173bd-d0ed-4c32-8e4c-b90c820606c5" providerId="ADAL" clId="{DCC3A51D-31E8-5BC6-970B-354B54D5302A}" dt="2025-10-08T14:59:51.581" v="466" actId="478"/>
          <ac:spMkLst>
            <pc:docMk/>
            <pc:sldMk cId="851023260" sldId="266"/>
            <ac:spMk id="381968" creationId="{00000000-0000-0000-0000-000000000000}"/>
          </ac:spMkLst>
        </pc:spChg>
      </pc:sldChg>
      <pc:sldChg chg="add">
        <pc:chgData name="Mariana Rocha" userId="0a3173bd-d0ed-4c32-8e4c-b90c820606c5" providerId="ADAL" clId="{DCC3A51D-31E8-5BC6-970B-354B54D5302A}" dt="2025-10-08T15:00:22.215" v="475"/>
        <pc:sldMkLst>
          <pc:docMk/>
          <pc:sldMk cId="3773628253" sldId="266"/>
        </pc:sldMkLst>
      </pc:sldChg>
      <pc:sldChg chg="addSp delSp modSp del mod">
        <pc:chgData name="Mariana Rocha" userId="0a3173bd-d0ed-4c32-8e4c-b90c820606c5" providerId="ADAL" clId="{DCC3A51D-31E8-5BC6-970B-354B54D5302A}" dt="2025-10-08T15:16:04.061" v="1153" actId="2696"/>
        <pc:sldMkLst>
          <pc:docMk/>
          <pc:sldMk cId="1625725764" sldId="269"/>
        </pc:sldMkLst>
        <pc:spChg chg="add mod">
          <ac:chgData name="Mariana Rocha" userId="0a3173bd-d0ed-4c32-8e4c-b90c820606c5" providerId="ADAL" clId="{DCC3A51D-31E8-5BC6-970B-354B54D5302A}" dt="2025-10-08T13:45:38.798" v="391" actId="20577"/>
          <ac:spMkLst>
            <pc:docMk/>
            <pc:sldMk cId="1625725764" sldId="269"/>
            <ac:spMk id="2" creationId="{B9DE418E-3D46-3CA1-8284-71F0BAE19A15}"/>
          </ac:spMkLst>
        </pc:spChg>
        <pc:spChg chg="add del">
          <ac:chgData name="Mariana Rocha" userId="0a3173bd-d0ed-4c32-8e4c-b90c820606c5" providerId="ADAL" clId="{DCC3A51D-31E8-5BC6-970B-354B54D5302A}" dt="2025-10-08T13:45:40.774" v="392" actId="478"/>
          <ac:spMkLst>
            <pc:docMk/>
            <pc:sldMk cId="1625725764" sldId="269"/>
            <ac:spMk id="8" creationId="{A0495FD0-77CB-6A04-3CED-B90C60A048E9}"/>
          </ac:spMkLst>
        </pc:spChg>
      </pc:sldChg>
      <pc:sldChg chg="addSp delSp modSp mod">
        <pc:chgData name="Mariana Rocha" userId="0a3173bd-d0ed-4c32-8e4c-b90c820606c5" providerId="ADAL" clId="{DCC3A51D-31E8-5BC6-970B-354B54D5302A}" dt="2025-10-08T15:15:49.210" v="1150" actId="20577"/>
        <pc:sldMkLst>
          <pc:docMk/>
          <pc:sldMk cId="4283828102" sldId="325"/>
        </pc:sldMkLst>
        <pc:spChg chg="del">
          <ac:chgData name="Mariana Rocha" userId="0a3173bd-d0ed-4c32-8e4c-b90c820606c5" providerId="ADAL" clId="{DCC3A51D-31E8-5BC6-970B-354B54D5302A}" dt="2025-10-08T15:14:53.994" v="1111" actId="478"/>
          <ac:spMkLst>
            <pc:docMk/>
            <pc:sldMk cId="4283828102" sldId="325"/>
            <ac:spMk id="2" creationId="{00000000-0000-0000-0000-000000000000}"/>
          </ac:spMkLst>
        </pc:spChg>
        <pc:spChg chg="add del">
          <ac:chgData name="Mariana Rocha" userId="0a3173bd-d0ed-4c32-8e4c-b90c820606c5" providerId="ADAL" clId="{DCC3A51D-31E8-5BC6-970B-354B54D5302A}" dt="2025-10-08T15:14:59.075" v="1114" actId="22"/>
          <ac:spMkLst>
            <pc:docMk/>
            <pc:sldMk cId="4283828102" sldId="325"/>
            <ac:spMk id="4" creationId="{D0B340A7-6ED7-BECB-81B4-8F50D90CD9A1}"/>
          </ac:spMkLst>
        </pc:spChg>
        <pc:spChg chg="del">
          <ac:chgData name="Mariana Rocha" userId="0a3173bd-d0ed-4c32-8e4c-b90c820606c5" providerId="ADAL" clId="{DCC3A51D-31E8-5BC6-970B-354B54D5302A}" dt="2025-10-08T15:15:40.286" v="1132" actId="478"/>
          <ac:spMkLst>
            <pc:docMk/>
            <pc:sldMk cId="4283828102" sldId="325"/>
            <ac:spMk id="5" creationId="{F798B663-5957-1973-26E0-E645A6614B33}"/>
          </ac:spMkLst>
        </pc:spChg>
        <pc:spChg chg="add mod">
          <ac:chgData name="Mariana Rocha" userId="0a3173bd-d0ed-4c32-8e4c-b90c820606c5" providerId="ADAL" clId="{DCC3A51D-31E8-5BC6-970B-354B54D5302A}" dt="2025-10-08T15:15:25.626" v="1131" actId="108"/>
          <ac:spMkLst>
            <pc:docMk/>
            <pc:sldMk cId="4283828102" sldId="325"/>
            <ac:spMk id="7" creationId="{986D2D71-A658-CD19-F979-7B18D278D457}"/>
          </ac:spMkLst>
        </pc:spChg>
        <pc:spChg chg="add mod">
          <ac:chgData name="Mariana Rocha" userId="0a3173bd-d0ed-4c32-8e4c-b90c820606c5" providerId="ADAL" clId="{DCC3A51D-31E8-5BC6-970B-354B54D5302A}" dt="2025-10-08T15:15:49.210" v="1150" actId="20577"/>
          <ac:spMkLst>
            <pc:docMk/>
            <pc:sldMk cId="4283828102" sldId="325"/>
            <ac:spMk id="8" creationId="{7636E5EB-C557-0ACE-5C21-B92CD34C2854}"/>
          </ac:spMkLst>
        </pc:spChg>
        <pc:spChg chg="del">
          <ac:chgData name="Mariana Rocha" userId="0a3173bd-d0ed-4c32-8e4c-b90c820606c5" providerId="ADAL" clId="{DCC3A51D-31E8-5BC6-970B-354B54D5302A}" dt="2025-10-08T15:14:51.283" v="1109" actId="478"/>
          <ac:spMkLst>
            <pc:docMk/>
            <pc:sldMk cId="4283828102" sldId="325"/>
            <ac:spMk id="386054" creationId="{00000000-0000-0000-0000-000000000000}"/>
          </ac:spMkLst>
        </pc:spChg>
        <pc:spChg chg="del">
          <ac:chgData name="Mariana Rocha" userId="0a3173bd-d0ed-4c32-8e4c-b90c820606c5" providerId="ADAL" clId="{DCC3A51D-31E8-5BC6-970B-354B54D5302A}" dt="2025-10-08T15:14:51.283" v="1109" actId="478"/>
          <ac:spMkLst>
            <pc:docMk/>
            <pc:sldMk cId="4283828102" sldId="325"/>
            <ac:spMk id="386055" creationId="{00000000-0000-0000-0000-000000000000}"/>
          </ac:spMkLst>
        </pc:spChg>
        <pc:spChg chg="del">
          <ac:chgData name="Mariana Rocha" userId="0a3173bd-d0ed-4c32-8e4c-b90c820606c5" providerId="ADAL" clId="{DCC3A51D-31E8-5BC6-970B-354B54D5302A}" dt="2025-10-08T15:14:56.443" v="1112" actId="478"/>
          <ac:spMkLst>
            <pc:docMk/>
            <pc:sldMk cId="4283828102" sldId="325"/>
            <ac:spMk id="386060" creationId="{00000000-0000-0000-0000-000000000000}"/>
          </ac:spMkLst>
        </pc:spChg>
        <pc:spChg chg="del">
          <ac:chgData name="Mariana Rocha" userId="0a3173bd-d0ed-4c32-8e4c-b90c820606c5" providerId="ADAL" clId="{DCC3A51D-31E8-5BC6-970B-354B54D5302A}" dt="2025-10-08T15:14:51.283" v="1109" actId="478"/>
          <ac:spMkLst>
            <pc:docMk/>
            <pc:sldMk cId="4283828102" sldId="325"/>
            <ac:spMk id="386061" creationId="{00000000-0000-0000-0000-000000000000}"/>
          </ac:spMkLst>
        </pc:spChg>
        <pc:spChg chg="del">
          <ac:chgData name="Mariana Rocha" userId="0a3173bd-d0ed-4c32-8e4c-b90c820606c5" providerId="ADAL" clId="{DCC3A51D-31E8-5BC6-970B-354B54D5302A}" dt="2025-10-08T15:14:51.283" v="1109" actId="478"/>
          <ac:spMkLst>
            <pc:docMk/>
            <pc:sldMk cId="4283828102" sldId="325"/>
            <ac:spMk id="386063" creationId="{00000000-0000-0000-0000-000000000000}"/>
          </ac:spMkLst>
        </pc:spChg>
        <pc:spChg chg="del">
          <ac:chgData name="Mariana Rocha" userId="0a3173bd-d0ed-4c32-8e4c-b90c820606c5" providerId="ADAL" clId="{DCC3A51D-31E8-5BC6-970B-354B54D5302A}" dt="2025-10-08T15:14:51.283" v="1109" actId="478"/>
          <ac:spMkLst>
            <pc:docMk/>
            <pc:sldMk cId="4283828102" sldId="325"/>
            <ac:spMk id="386064" creationId="{00000000-0000-0000-0000-000000000000}"/>
          </ac:spMkLst>
        </pc:spChg>
        <pc:spChg chg="del">
          <ac:chgData name="Mariana Rocha" userId="0a3173bd-d0ed-4c32-8e4c-b90c820606c5" providerId="ADAL" clId="{DCC3A51D-31E8-5BC6-970B-354B54D5302A}" dt="2025-10-08T15:14:51.283" v="1109" actId="478"/>
          <ac:spMkLst>
            <pc:docMk/>
            <pc:sldMk cId="4283828102" sldId="325"/>
            <ac:spMk id="386065" creationId="{00000000-0000-0000-0000-000000000000}"/>
          </ac:spMkLst>
        </pc:spChg>
        <pc:spChg chg="del">
          <ac:chgData name="Mariana Rocha" userId="0a3173bd-d0ed-4c32-8e4c-b90c820606c5" providerId="ADAL" clId="{DCC3A51D-31E8-5BC6-970B-354B54D5302A}" dt="2025-10-08T15:14:51.283" v="1109" actId="478"/>
          <ac:spMkLst>
            <pc:docMk/>
            <pc:sldMk cId="4283828102" sldId="325"/>
            <ac:spMk id="386066" creationId="{00000000-0000-0000-0000-000000000000}"/>
          </ac:spMkLst>
        </pc:spChg>
        <pc:spChg chg="del">
          <ac:chgData name="Mariana Rocha" userId="0a3173bd-d0ed-4c32-8e4c-b90c820606c5" providerId="ADAL" clId="{DCC3A51D-31E8-5BC6-970B-354B54D5302A}" dt="2025-10-08T15:14:51.283" v="1109" actId="478"/>
          <ac:spMkLst>
            <pc:docMk/>
            <pc:sldMk cId="4283828102" sldId="325"/>
            <ac:spMk id="386069" creationId="{00000000-0000-0000-0000-000000000000}"/>
          </ac:spMkLst>
        </pc:spChg>
        <pc:spChg chg="del">
          <ac:chgData name="Mariana Rocha" userId="0a3173bd-d0ed-4c32-8e4c-b90c820606c5" providerId="ADAL" clId="{DCC3A51D-31E8-5BC6-970B-354B54D5302A}" dt="2025-10-08T15:14:51.283" v="1109" actId="478"/>
          <ac:spMkLst>
            <pc:docMk/>
            <pc:sldMk cId="4283828102" sldId="325"/>
            <ac:spMk id="386070" creationId="{00000000-0000-0000-0000-000000000000}"/>
          </ac:spMkLst>
        </pc:spChg>
        <pc:spChg chg="del">
          <ac:chgData name="Mariana Rocha" userId="0a3173bd-d0ed-4c32-8e4c-b90c820606c5" providerId="ADAL" clId="{DCC3A51D-31E8-5BC6-970B-354B54D5302A}" dt="2025-10-08T15:14:51.283" v="1109" actId="478"/>
          <ac:spMkLst>
            <pc:docMk/>
            <pc:sldMk cId="4283828102" sldId="325"/>
            <ac:spMk id="386071" creationId="{00000000-0000-0000-0000-000000000000}"/>
          </ac:spMkLst>
        </pc:spChg>
        <pc:spChg chg="del">
          <ac:chgData name="Mariana Rocha" userId="0a3173bd-d0ed-4c32-8e4c-b90c820606c5" providerId="ADAL" clId="{DCC3A51D-31E8-5BC6-970B-354B54D5302A}" dt="2025-10-08T15:14:47.502" v="1108" actId="478"/>
          <ac:spMkLst>
            <pc:docMk/>
            <pc:sldMk cId="4283828102" sldId="325"/>
            <ac:spMk id="386072" creationId="{00000000-0000-0000-0000-000000000000}"/>
          </ac:spMkLst>
        </pc:spChg>
        <pc:picChg chg="del">
          <ac:chgData name="Mariana Rocha" userId="0a3173bd-d0ed-4c32-8e4c-b90c820606c5" providerId="ADAL" clId="{DCC3A51D-31E8-5BC6-970B-354B54D5302A}" dt="2025-10-08T15:14:52.827" v="1110" actId="478"/>
          <ac:picMkLst>
            <pc:docMk/>
            <pc:sldMk cId="4283828102" sldId="325"/>
            <ac:picMk id="23554" creationId="{00000000-0000-0000-0000-000000000000}"/>
          </ac:picMkLst>
        </pc:picChg>
      </pc:sldChg>
      <pc:sldChg chg="addSp delSp modSp mod">
        <pc:chgData name="Mariana Rocha" userId="0a3173bd-d0ed-4c32-8e4c-b90c820606c5" providerId="ADAL" clId="{DCC3A51D-31E8-5BC6-970B-354B54D5302A}" dt="2025-10-08T15:05:18.815" v="683" actId="1076"/>
        <pc:sldMkLst>
          <pc:docMk/>
          <pc:sldMk cId="3629833191" sldId="327"/>
        </pc:sldMkLst>
        <pc:spChg chg="mod">
          <ac:chgData name="Mariana Rocha" userId="0a3173bd-d0ed-4c32-8e4c-b90c820606c5" providerId="ADAL" clId="{DCC3A51D-31E8-5BC6-970B-354B54D5302A}" dt="2025-10-08T15:05:08.571" v="678" actId="12"/>
          <ac:spMkLst>
            <pc:docMk/>
            <pc:sldMk cId="3629833191" sldId="327"/>
            <ac:spMk id="2" creationId="{00000000-0000-0000-0000-000000000000}"/>
          </ac:spMkLst>
        </pc:spChg>
        <pc:spChg chg="add mod">
          <ac:chgData name="Mariana Rocha" userId="0a3173bd-d0ed-4c32-8e4c-b90c820606c5" providerId="ADAL" clId="{DCC3A51D-31E8-5BC6-970B-354B54D5302A}" dt="2025-10-08T15:01:05.913" v="505" actId="20577"/>
          <ac:spMkLst>
            <pc:docMk/>
            <pc:sldMk cId="3629833191" sldId="327"/>
            <ac:spMk id="3" creationId="{BDECE329-0F4A-9852-5890-6F8B6EDA65E6}"/>
          </ac:spMkLst>
        </pc:spChg>
        <pc:spChg chg="del">
          <ac:chgData name="Mariana Rocha" userId="0a3173bd-d0ed-4c32-8e4c-b90c820606c5" providerId="ADAL" clId="{DCC3A51D-31E8-5BC6-970B-354B54D5302A}" dt="2025-10-08T15:02:33.880" v="506" actId="478"/>
          <ac:spMkLst>
            <pc:docMk/>
            <pc:sldMk cId="3629833191" sldId="327"/>
            <ac:spMk id="4" creationId="{42215EE5-4F71-5F9D-1E98-91019646EACE}"/>
          </ac:spMkLst>
        </pc:spChg>
        <pc:spChg chg="del">
          <ac:chgData name="Mariana Rocha" userId="0a3173bd-d0ed-4c32-8e4c-b90c820606c5" providerId="ADAL" clId="{DCC3A51D-31E8-5BC6-970B-354B54D5302A}" dt="2025-10-08T15:00:58.125" v="476" actId="478"/>
          <ac:spMkLst>
            <pc:docMk/>
            <pc:sldMk cId="3629833191" sldId="327"/>
            <ac:spMk id="5" creationId="{0591BB6E-E86C-7280-CCCE-6FE7A708FF26}"/>
          </ac:spMkLst>
        </pc:spChg>
        <pc:spChg chg="add mod">
          <ac:chgData name="Mariana Rocha" userId="0a3173bd-d0ed-4c32-8e4c-b90c820606c5" providerId="ADAL" clId="{DCC3A51D-31E8-5BC6-970B-354B54D5302A}" dt="2025-10-08T15:05:18.815" v="683" actId="1076"/>
          <ac:spMkLst>
            <pc:docMk/>
            <pc:sldMk cId="3629833191" sldId="327"/>
            <ac:spMk id="7" creationId="{4F47DBB6-391A-F349-32F4-C5DC029E42F4}"/>
          </ac:spMkLst>
        </pc:spChg>
        <pc:picChg chg="del">
          <ac:chgData name="Mariana Rocha" userId="0a3173bd-d0ed-4c32-8e4c-b90c820606c5" providerId="ADAL" clId="{DCC3A51D-31E8-5BC6-970B-354B54D5302A}" dt="2025-10-08T15:02:36.403" v="507" actId="478"/>
          <ac:picMkLst>
            <pc:docMk/>
            <pc:sldMk cId="3629833191" sldId="327"/>
            <ac:picMk id="16386" creationId="{00000000-0000-0000-0000-000000000000}"/>
          </ac:picMkLst>
        </pc:picChg>
      </pc:sldChg>
      <pc:sldChg chg="addSp delSp modSp del mod">
        <pc:chgData name="Mariana Rocha" userId="0a3173bd-d0ed-4c32-8e4c-b90c820606c5" providerId="ADAL" clId="{DCC3A51D-31E8-5BC6-970B-354B54D5302A}" dt="2025-10-08T13:29:18.047" v="59" actId="2696"/>
        <pc:sldMkLst>
          <pc:docMk/>
          <pc:sldMk cId="1906343376" sldId="330"/>
        </pc:sldMkLst>
        <pc:spChg chg="mod">
          <ac:chgData name="Mariana Rocha" userId="0a3173bd-d0ed-4c32-8e4c-b90c820606c5" providerId="ADAL" clId="{DCC3A51D-31E8-5BC6-970B-354B54D5302A}" dt="2025-10-08T13:28:24.424" v="31" actId="20577"/>
          <ac:spMkLst>
            <pc:docMk/>
            <pc:sldMk cId="1906343376" sldId="330"/>
            <ac:spMk id="3" creationId="{00000000-0000-0000-0000-000000000000}"/>
          </ac:spMkLst>
        </pc:spChg>
        <pc:spChg chg="add mod">
          <ac:chgData name="Mariana Rocha" userId="0a3173bd-d0ed-4c32-8e4c-b90c820606c5" providerId="ADAL" clId="{DCC3A51D-31E8-5BC6-970B-354B54D5302A}" dt="2025-10-08T13:28:18.790" v="28" actId="20577"/>
          <ac:spMkLst>
            <pc:docMk/>
            <pc:sldMk cId="1906343376" sldId="330"/>
            <ac:spMk id="4" creationId="{B24E3C8D-452E-64C1-DDF1-7049B0919D6B}"/>
          </ac:spMkLst>
        </pc:spChg>
        <pc:spChg chg="del">
          <ac:chgData name="Mariana Rocha" userId="0a3173bd-d0ed-4c32-8e4c-b90c820606c5" providerId="ADAL" clId="{DCC3A51D-31E8-5BC6-970B-354B54D5302A}" dt="2025-10-08T13:28:05.383" v="16" actId="478"/>
          <ac:spMkLst>
            <pc:docMk/>
            <pc:sldMk cId="1906343376" sldId="330"/>
            <ac:spMk id="5" creationId="{4F1C8256-B3D3-F286-7B66-C62585062D11}"/>
          </ac:spMkLst>
        </pc:spChg>
      </pc:sldChg>
      <pc:sldChg chg="addSp delSp modSp mod">
        <pc:chgData name="Mariana Rocha" userId="0a3173bd-d0ed-4c32-8e4c-b90c820606c5" providerId="ADAL" clId="{DCC3A51D-31E8-5BC6-970B-354B54D5302A}" dt="2025-10-08T15:15:55.807" v="1152"/>
        <pc:sldMkLst>
          <pc:docMk/>
          <pc:sldMk cId="3588333543" sldId="395"/>
        </pc:sldMkLst>
        <pc:spChg chg="add mod">
          <ac:chgData name="Mariana Rocha" userId="0a3173bd-d0ed-4c32-8e4c-b90c820606c5" providerId="ADAL" clId="{DCC3A51D-31E8-5BC6-970B-354B54D5302A}" dt="2025-10-08T15:15:55.807" v="1152"/>
          <ac:spMkLst>
            <pc:docMk/>
            <pc:sldMk cId="3588333543" sldId="395"/>
            <ac:spMk id="2" creationId="{326C3894-96A7-FA92-8C4B-5AABA5FEC224}"/>
          </ac:spMkLst>
        </pc:spChg>
        <pc:spChg chg="del">
          <ac:chgData name="Mariana Rocha" userId="0a3173bd-d0ed-4c32-8e4c-b90c820606c5" providerId="ADAL" clId="{DCC3A51D-31E8-5BC6-970B-354B54D5302A}" dt="2025-10-08T15:15:55.286" v="1151" actId="478"/>
          <ac:spMkLst>
            <pc:docMk/>
            <pc:sldMk cId="3588333543" sldId="395"/>
            <ac:spMk id="4" creationId="{565E532D-85A4-ED1E-E921-81279BACEBC1}"/>
          </ac:spMkLst>
        </pc:spChg>
        <pc:spChg chg="mod">
          <ac:chgData name="Mariana Rocha" userId="0a3173bd-d0ed-4c32-8e4c-b90c820606c5" providerId="ADAL" clId="{DCC3A51D-31E8-5BC6-970B-354B54D5302A}" dt="2025-10-08T13:27:15.450" v="2" actId="27636"/>
          <ac:spMkLst>
            <pc:docMk/>
            <pc:sldMk cId="3588333543" sldId="395"/>
            <ac:spMk id="449553" creationId="{00000000-0000-0000-0000-000000000000}"/>
          </ac:spMkLst>
        </pc:spChg>
      </pc:sldChg>
      <pc:sldChg chg="del">
        <pc:chgData name="Mariana Rocha" userId="0a3173bd-d0ed-4c32-8e4c-b90c820606c5" providerId="ADAL" clId="{DCC3A51D-31E8-5BC6-970B-354B54D5302A}" dt="2025-10-08T15:16:26.952" v="1161" actId="2696"/>
        <pc:sldMkLst>
          <pc:docMk/>
          <pc:sldMk cId="2957625562" sldId="396"/>
        </pc:sldMkLst>
      </pc:sldChg>
      <pc:sldChg chg="addSp delSp modSp mod">
        <pc:chgData name="Mariana Rocha" userId="0a3173bd-d0ed-4c32-8e4c-b90c820606c5" providerId="ADAL" clId="{DCC3A51D-31E8-5BC6-970B-354B54D5302A}" dt="2025-10-08T13:31:01.957" v="118"/>
        <pc:sldMkLst>
          <pc:docMk/>
          <pc:sldMk cId="1952944206" sldId="398"/>
        </pc:sldMkLst>
        <pc:spChg chg="mod">
          <ac:chgData name="Mariana Rocha" userId="0a3173bd-d0ed-4c32-8e4c-b90c820606c5" providerId="ADAL" clId="{DCC3A51D-31E8-5BC6-970B-354B54D5302A}" dt="2025-10-08T13:27:15.198" v="0"/>
          <ac:spMkLst>
            <pc:docMk/>
            <pc:sldMk cId="1952944206" sldId="398"/>
            <ac:spMk id="2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10-08T13:27:15.198" v="0"/>
          <ac:spMkLst>
            <pc:docMk/>
            <pc:sldMk cId="1952944206" sldId="398"/>
            <ac:spMk id="3" creationId="{00000000-0000-0000-0000-000000000000}"/>
          </ac:spMkLst>
        </pc:spChg>
        <pc:spChg chg="add mod">
          <ac:chgData name="Mariana Rocha" userId="0a3173bd-d0ed-4c32-8e4c-b90c820606c5" providerId="ADAL" clId="{DCC3A51D-31E8-5BC6-970B-354B54D5302A}" dt="2025-10-08T13:31:01.957" v="118"/>
          <ac:spMkLst>
            <pc:docMk/>
            <pc:sldMk cId="1952944206" sldId="398"/>
            <ac:spMk id="4" creationId="{0E8ECA81-3665-6699-6926-43890CA5A369}"/>
          </ac:spMkLst>
        </pc:spChg>
        <pc:spChg chg="del">
          <ac:chgData name="Mariana Rocha" userId="0a3173bd-d0ed-4c32-8e4c-b90c820606c5" providerId="ADAL" clId="{DCC3A51D-31E8-5BC6-970B-354B54D5302A}" dt="2025-10-08T13:30:57.634" v="117" actId="478"/>
          <ac:spMkLst>
            <pc:docMk/>
            <pc:sldMk cId="1952944206" sldId="398"/>
            <ac:spMk id="6" creationId="{39AE94D0-1461-7A4E-AF34-EEBAC2F56C96}"/>
          </ac:spMkLst>
        </pc:spChg>
      </pc:sldChg>
      <pc:sldChg chg="addSp delSp modSp mod">
        <pc:chgData name="Mariana Rocha" userId="0a3173bd-d0ed-4c32-8e4c-b90c820606c5" providerId="ADAL" clId="{DCC3A51D-31E8-5BC6-970B-354B54D5302A}" dt="2025-10-08T13:37:26.060" v="182" actId="1076"/>
        <pc:sldMkLst>
          <pc:docMk/>
          <pc:sldMk cId="589308537" sldId="489"/>
        </pc:sldMkLst>
        <pc:spChg chg="del mod">
          <ac:chgData name="Mariana Rocha" userId="0a3173bd-d0ed-4c32-8e4c-b90c820606c5" providerId="ADAL" clId="{DCC3A51D-31E8-5BC6-970B-354B54D5302A}" dt="2025-10-08T13:33:35.359" v="131" actId="478"/>
          <ac:spMkLst>
            <pc:docMk/>
            <pc:sldMk cId="589308537" sldId="489"/>
            <ac:spMk id="2" creationId="{D5562AD6-4D24-9E17-F1E7-A4696117B233}"/>
          </ac:spMkLst>
        </pc:spChg>
        <pc:spChg chg="add mod">
          <ac:chgData name="Mariana Rocha" userId="0a3173bd-d0ed-4c32-8e4c-b90c820606c5" providerId="ADAL" clId="{DCC3A51D-31E8-5BC6-970B-354B54D5302A}" dt="2025-10-08T13:37:26.060" v="182" actId="1076"/>
          <ac:spMkLst>
            <pc:docMk/>
            <pc:sldMk cId="589308537" sldId="489"/>
            <ac:spMk id="3" creationId="{272D75D0-57F4-E7E7-C8E3-3B0EE3B4EDEE}"/>
          </ac:spMkLst>
        </pc:spChg>
        <pc:spChg chg="add mod">
          <ac:chgData name="Mariana Rocha" userId="0a3173bd-d0ed-4c32-8e4c-b90c820606c5" providerId="ADAL" clId="{DCC3A51D-31E8-5BC6-970B-354B54D5302A}" dt="2025-10-08T13:37:17.477" v="181" actId="1076"/>
          <ac:spMkLst>
            <pc:docMk/>
            <pc:sldMk cId="589308537" sldId="489"/>
            <ac:spMk id="5" creationId="{7CA36EA9-3690-EC35-A88D-AE9F2D367918}"/>
          </ac:spMkLst>
        </pc:spChg>
        <pc:spChg chg="mod">
          <ac:chgData name="Mariana Rocha" userId="0a3173bd-d0ed-4c32-8e4c-b90c820606c5" providerId="ADAL" clId="{DCC3A51D-31E8-5BC6-970B-354B54D5302A}" dt="2025-10-08T13:36:56.392" v="176" actId="1076"/>
          <ac:spMkLst>
            <pc:docMk/>
            <pc:sldMk cId="589308537" sldId="489"/>
            <ac:spMk id="6" creationId="{CA1A3596-BC7C-3D67-7EC1-8AA7F4F483E3}"/>
          </ac:spMkLst>
        </pc:spChg>
        <pc:spChg chg="del">
          <ac:chgData name="Mariana Rocha" userId="0a3173bd-d0ed-4c32-8e4c-b90c820606c5" providerId="ADAL" clId="{DCC3A51D-31E8-5BC6-970B-354B54D5302A}" dt="2025-10-08T13:33:54.761" v="175" actId="478"/>
          <ac:spMkLst>
            <pc:docMk/>
            <pc:sldMk cId="589308537" sldId="489"/>
            <ac:spMk id="8" creationId="{42AF3694-1D5D-249B-894B-092908CD231A}"/>
          </ac:spMkLst>
        </pc:spChg>
      </pc:sldChg>
      <pc:sldChg chg="delSp modSp del mod">
        <pc:chgData name="Mariana Rocha" userId="0a3173bd-d0ed-4c32-8e4c-b90c820606c5" providerId="ADAL" clId="{DCC3A51D-31E8-5BC6-970B-354B54D5302A}" dt="2025-10-08T13:28:02.792" v="15" actId="2696"/>
        <pc:sldMkLst>
          <pc:docMk/>
          <pc:sldMk cId="1579789609" sldId="573"/>
        </pc:sldMkLst>
        <pc:spChg chg="mod">
          <ac:chgData name="Mariana Rocha" userId="0a3173bd-d0ed-4c32-8e4c-b90c820606c5" providerId="ADAL" clId="{DCC3A51D-31E8-5BC6-970B-354B54D5302A}" dt="2025-10-08T13:27:15.398" v="1" actId="27636"/>
          <ac:spMkLst>
            <pc:docMk/>
            <pc:sldMk cId="1579789609" sldId="573"/>
            <ac:spMk id="3" creationId="{00000000-0000-0000-0000-000000000000}"/>
          </ac:spMkLst>
        </pc:spChg>
        <pc:spChg chg="del">
          <ac:chgData name="Mariana Rocha" userId="0a3173bd-d0ed-4c32-8e4c-b90c820606c5" providerId="ADAL" clId="{DCC3A51D-31E8-5BC6-970B-354B54D5302A}" dt="2025-10-08T13:27:25.514" v="3" actId="478"/>
          <ac:spMkLst>
            <pc:docMk/>
            <pc:sldMk cId="1579789609" sldId="573"/>
            <ac:spMk id="4" creationId="{8AD6D761-CF5D-0C3E-0A00-A63AE60DD73F}"/>
          </ac:spMkLst>
        </pc:spChg>
      </pc:sldChg>
      <pc:sldChg chg="del">
        <pc:chgData name="Mariana Rocha" userId="0a3173bd-d0ed-4c32-8e4c-b90c820606c5" providerId="ADAL" clId="{DCC3A51D-31E8-5BC6-970B-354B54D5302A}" dt="2025-10-08T15:16:21.992" v="1158" actId="2696"/>
        <pc:sldMkLst>
          <pc:docMk/>
          <pc:sldMk cId="819174305" sldId="577"/>
        </pc:sldMkLst>
      </pc:sldChg>
      <pc:sldChg chg="del">
        <pc:chgData name="Mariana Rocha" userId="0a3173bd-d0ed-4c32-8e4c-b90c820606c5" providerId="ADAL" clId="{DCC3A51D-31E8-5BC6-970B-354B54D5302A}" dt="2025-10-08T15:16:21.978" v="1156" actId="2696"/>
        <pc:sldMkLst>
          <pc:docMk/>
          <pc:sldMk cId="2337404884" sldId="580"/>
        </pc:sldMkLst>
      </pc:sldChg>
      <pc:sldChg chg="del">
        <pc:chgData name="Mariana Rocha" userId="0a3173bd-d0ed-4c32-8e4c-b90c820606c5" providerId="ADAL" clId="{DCC3A51D-31E8-5BC6-970B-354B54D5302A}" dt="2025-10-08T15:16:22.006" v="1159" actId="2696"/>
        <pc:sldMkLst>
          <pc:docMk/>
          <pc:sldMk cId="3018171747" sldId="581"/>
        </pc:sldMkLst>
      </pc:sldChg>
      <pc:sldChg chg="del">
        <pc:chgData name="Mariana Rocha" userId="0a3173bd-d0ed-4c32-8e4c-b90c820606c5" providerId="ADAL" clId="{DCC3A51D-31E8-5BC6-970B-354B54D5302A}" dt="2025-10-08T15:16:22.017" v="1160" actId="2696"/>
        <pc:sldMkLst>
          <pc:docMk/>
          <pc:sldMk cId="2315993019" sldId="582"/>
        </pc:sldMkLst>
      </pc:sldChg>
      <pc:sldChg chg="del">
        <pc:chgData name="Mariana Rocha" userId="0a3173bd-d0ed-4c32-8e4c-b90c820606c5" providerId="ADAL" clId="{DCC3A51D-31E8-5BC6-970B-354B54D5302A}" dt="2025-10-08T15:16:21.973" v="1155" actId="2696"/>
        <pc:sldMkLst>
          <pc:docMk/>
          <pc:sldMk cId="3264118262" sldId="583"/>
        </pc:sldMkLst>
      </pc:sldChg>
      <pc:sldChg chg="del">
        <pc:chgData name="Mariana Rocha" userId="0a3173bd-d0ed-4c32-8e4c-b90c820606c5" providerId="ADAL" clId="{DCC3A51D-31E8-5BC6-970B-354B54D5302A}" dt="2025-10-08T15:16:21.980" v="1157" actId="2696"/>
        <pc:sldMkLst>
          <pc:docMk/>
          <pc:sldMk cId="1357587264" sldId="584"/>
        </pc:sldMkLst>
      </pc:sldChg>
      <pc:sldChg chg="addSp delSp modSp mod">
        <pc:chgData name="Mariana Rocha" userId="0a3173bd-d0ed-4c32-8e4c-b90c820606c5" providerId="ADAL" clId="{DCC3A51D-31E8-5BC6-970B-354B54D5302A}" dt="2025-10-08T13:37:52.572" v="189" actId="1076"/>
        <pc:sldMkLst>
          <pc:docMk/>
          <pc:sldMk cId="2160409055" sldId="586"/>
        </pc:sldMkLst>
        <pc:spChg chg="del">
          <ac:chgData name="Mariana Rocha" userId="0a3173bd-d0ed-4c32-8e4c-b90c820606c5" providerId="ADAL" clId="{DCC3A51D-31E8-5BC6-970B-354B54D5302A}" dt="2025-10-08T13:37:29.013" v="183" actId="478"/>
          <ac:spMkLst>
            <pc:docMk/>
            <pc:sldMk cId="2160409055" sldId="586"/>
            <ac:spMk id="2" creationId="{D5562AD6-4D24-9E17-F1E7-A4696117B233}"/>
          </ac:spMkLst>
        </pc:spChg>
        <pc:spChg chg="add mod">
          <ac:chgData name="Mariana Rocha" userId="0a3173bd-d0ed-4c32-8e4c-b90c820606c5" providerId="ADAL" clId="{DCC3A51D-31E8-5BC6-970B-354B54D5302A}" dt="2025-10-08T13:37:29.501" v="184"/>
          <ac:spMkLst>
            <pc:docMk/>
            <pc:sldMk cId="2160409055" sldId="586"/>
            <ac:spMk id="3" creationId="{3C2537B8-CF4A-7B3E-8969-5920A325994C}"/>
          </ac:spMkLst>
        </pc:spChg>
        <pc:spChg chg="del">
          <ac:chgData name="Mariana Rocha" userId="0a3173bd-d0ed-4c32-8e4c-b90c820606c5" providerId="ADAL" clId="{DCC3A51D-31E8-5BC6-970B-354B54D5302A}" dt="2025-10-08T13:37:36.960" v="185" actId="478"/>
          <ac:spMkLst>
            <pc:docMk/>
            <pc:sldMk cId="2160409055" sldId="586"/>
            <ac:spMk id="4" creationId="{61443CC3-877B-E601-A06E-964BFBD806F3}"/>
          </ac:spMkLst>
        </pc:spChg>
        <pc:spChg chg="mod">
          <ac:chgData name="Mariana Rocha" userId="0a3173bd-d0ed-4c32-8e4c-b90c820606c5" providerId="ADAL" clId="{DCC3A51D-31E8-5BC6-970B-354B54D5302A}" dt="2025-10-08T13:37:40" v="186" actId="20577"/>
          <ac:spMkLst>
            <pc:docMk/>
            <pc:sldMk cId="2160409055" sldId="586"/>
            <ac:spMk id="6" creationId="{CA1A3596-BC7C-3D67-7EC1-8AA7F4F483E3}"/>
          </ac:spMkLst>
        </pc:spChg>
        <pc:spChg chg="add mod">
          <ac:chgData name="Mariana Rocha" userId="0a3173bd-d0ed-4c32-8e4c-b90c820606c5" providerId="ADAL" clId="{DCC3A51D-31E8-5BC6-970B-354B54D5302A}" dt="2025-10-08T13:37:52.572" v="189" actId="1076"/>
          <ac:spMkLst>
            <pc:docMk/>
            <pc:sldMk cId="2160409055" sldId="586"/>
            <ac:spMk id="7" creationId="{4C4C2F86-6214-955E-EE32-458980ADDDAF}"/>
          </ac:spMkLst>
        </pc:spChg>
      </pc:sldChg>
      <pc:sldChg chg="addSp delSp modSp mod">
        <pc:chgData name="Mariana Rocha" userId="0a3173bd-d0ed-4c32-8e4c-b90c820606c5" providerId="ADAL" clId="{DCC3A51D-31E8-5BC6-970B-354B54D5302A}" dt="2025-10-08T13:44:16.388" v="330" actId="20577"/>
        <pc:sldMkLst>
          <pc:docMk/>
          <pc:sldMk cId="3728114558" sldId="588"/>
        </pc:sldMkLst>
        <pc:spChg chg="add del">
          <ac:chgData name="Mariana Rocha" userId="0a3173bd-d0ed-4c32-8e4c-b90c820606c5" providerId="ADAL" clId="{DCC3A51D-31E8-5BC6-970B-354B54D5302A}" dt="2025-10-08T13:41:00.085" v="270" actId="478"/>
          <ac:spMkLst>
            <pc:docMk/>
            <pc:sldMk cId="3728114558" sldId="588"/>
            <ac:spMk id="2" creationId="{D5562AD6-4D24-9E17-F1E7-A4696117B233}"/>
          </ac:spMkLst>
        </pc:spChg>
        <pc:spChg chg="add mod">
          <ac:chgData name="Mariana Rocha" userId="0a3173bd-d0ed-4c32-8e4c-b90c820606c5" providerId="ADAL" clId="{DCC3A51D-31E8-5BC6-970B-354B54D5302A}" dt="2025-10-08T13:40:55.428" v="268"/>
          <ac:spMkLst>
            <pc:docMk/>
            <pc:sldMk cId="3728114558" sldId="588"/>
            <ac:spMk id="3" creationId="{3DC3422D-A6D6-8010-769F-F4BA06E12637}"/>
          </ac:spMkLst>
        </pc:spChg>
        <pc:spChg chg="add mod">
          <ac:chgData name="Mariana Rocha" userId="0a3173bd-d0ed-4c32-8e4c-b90c820606c5" providerId="ADAL" clId="{DCC3A51D-31E8-5BC6-970B-354B54D5302A}" dt="2025-10-08T13:44:16.388" v="330" actId="20577"/>
          <ac:spMkLst>
            <pc:docMk/>
            <pc:sldMk cId="3728114558" sldId="588"/>
            <ac:spMk id="4" creationId="{E689422A-4760-7DDF-DE28-55B7F13A7BB1}"/>
          </ac:spMkLst>
        </pc:spChg>
        <pc:spChg chg="del">
          <ac:chgData name="Mariana Rocha" userId="0a3173bd-d0ed-4c32-8e4c-b90c820606c5" providerId="ADAL" clId="{DCC3A51D-31E8-5BC6-970B-354B54D5302A}" dt="2025-10-08T13:41:08.081" v="283" actId="478"/>
          <ac:spMkLst>
            <pc:docMk/>
            <pc:sldMk cId="3728114558" sldId="588"/>
            <ac:spMk id="5" creationId="{8B97961B-4BE0-3D34-7ACA-F5F0C277D210}"/>
          </ac:spMkLst>
        </pc:spChg>
        <pc:spChg chg="add mod">
          <ac:chgData name="Mariana Rocha" userId="0a3173bd-d0ed-4c32-8e4c-b90c820606c5" providerId="ADAL" clId="{DCC3A51D-31E8-5BC6-970B-354B54D5302A}" dt="2025-10-08T13:43:30.813" v="291" actId="14100"/>
          <ac:spMkLst>
            <pc:docMk/>
            <pc:sldMk cId="3728114558" sldId="588"/>
            <ac:spMk id="8" creationId="{115943EE-689D-4664-816D-7823761C51ED}"/>
          </ac:spMkLst>
        </pc:spChg>
      </pc:sldChg>
      <pc:sldChg chg="addSp delSp modSp mod">
        <pc:chgData name="Mariana Rocha" userId="0a3173bd-d0ed-4c32-8e4c-b90c820606c5" providerId="ADAL" clId="{DCC3A51D-31E8-5BC6-970B-354B54D5302A}" dt="2025-10-08T13:50:05.121" v="398" actId="1076"/>
        <pc:sldMkLst>
          <pc:docMk/>
          <pc:sldMk cId="2057483738" sldId="589"/>
        </pc:sldMkLst>
        <pc:spChg chg="del">
          <ac:chgData name="Mariana Rocha" userId="0a3173bd-d0ed-4c32-8e4c-b90c820606c5" providerId="ADAL" clId="{DCC3A51D-31E8-5BC6-970B-354B54D5302A}" dt="2025-10-08T13:43:47.682" v="292" actId="478"/>
          <ac:spMkLst>
            <pc:docMk/>
            <pc:sldMk cId="2057483738" sldId="589"/>
            <ac:spMk id="2" creationId="{D5562AD6-4D24-9E17-F1E7-A4696117B233}"/>
          </ac:spMkLst>
        </pc:spChg>
        <pc:spChg chg="add mod">
          <ac:chgData name="Mariana Rocha" userId="0a3173bd-d0ed-4c32-8e4c-b90c820606c5" providerId="ADAL" clId="{DCC3A51D-31E8-5BC6-970B-354B54D5302A}" dt="2025-10-08T13:44:24.777" v="332" actId="20577"/>
          <ac:spMkLst>
            <pc:docMk/>
            <pc:sldMk cId="2057483738" sldId="589"/>
            <ac:spMk id="3" creationId="{E87EC0C7-B637-863F-317C-D8356A6FF3D6}"/>
          </ac:spMkLst>
        </pc:spChg>
        <pc:spChg chg="del">
          <ac:chgData name="Mariana Rocha" userId="0a3173bd-d0ed-4c32-8e4c-b90c820606c5" providerId="ADAL" clId="{DCC3A51D-31E8-5BC6-970B-354B54D5302A}" dt="2025-10-08T13:43:54.234" v="303" actId="478"/>
          <ac:spMkLst>
            <pc:docMk/>
            <pc:sldMk cId="2057483738" sldId="589"/>
            <ac:spMk id="4" creationId="{95DA397F-9071-E8D6-B155-7B9FC9279E15}"/>
          </ac:spMkLst>
        </pc:spChg>
        <pc:spChg chg="add mod">
          <ac:chgData name="Mariana Rocha" userId="0a3173bd-d0ed-4c32-8e4c-b90c820606c5" providerId="ADAL" clId="{DCC3A51D-31E8-5BC6-970B-354B54D5302A}" dt="2025-10-08T13:50:05.121" v="398" actId="1076"/>
          <ac:spMkLst>
            <pc:docMk/>
            <pc:sldMk cId="2057483738" sldId="589"/>
            <ac:spMk id="7" creationId="{4B0F920B-4B7C-BC20-9016-D314C91A983A}"/>
          </ac:spMkLst>
        </pc:spChg>
      </pc:sldChg>
      <pc:sldChg chg="addSp delSp modSp mod">
        <pc:chgData name="Mariana Rocha" userId="0a3173bd-d0ed-4c32-8e4c-b90c820606c5" providerId="ADAL" clId="{DCC3A51D-31E8-5BC6-970B-354B54D5302A}" dt="2025-10-08T13:51:33.496" v="404" actId="1076"/>
        <pc:sldMkLst>
          <pc:docMk/>
          <pc:sldMk cId="3580862494" sldId="590"/>
        </pc:sldMkLst>
        <pc:spChg chg="del">
          <ac:chgData name="Mariana Rocha" userId="0a3173bd-d0ed-4c32-8e4c-b90c820606c5" providerId="ADAL" clId="{DCC3A51D-31E8-5BC6-970B-354B54D5302A}" dt="2025-10-08T13:43:57.432" v="304" actId="478"/>
          <ac:spMkLst>
            <pc:docMk/>
            <pc:sldMk cId="3580862494" sldId="590"/>
            <ac:spMk id="2" creationId="{D5562AD6-4D24-9E17-F1E7-A4696117B233}"/>
          </ac:spMkLst>
        </pc:spChg>
        <pc:spChg chg="add mod">
          <ac:chgData name="Mariana Rocha" userId="0a3173bd-d0ed-4c32-8e4c-b90c820606c5" providerId="ADAL" clId="{DCC3A51D-31E8-5BC6-970B-354B54D5302A}" dt="2025-10-08T13:44:29.425" v="334" actId="20577"/>
          <ac:spMkLst>
            <pc:docMk/>
            <pc:sldMk cId="3580862494" sldId="590"/>
            <ac:spMk id="3" creationId="{D21D0BEE-C74D-F06C-ED7D-1D2DCF2E71D5}"/>
          </ac:spMkLst>
        </pc:spChg>
        <pc:spChg chg="add del mod">
          <ac:chgData name="Mariana Rocha" userId="0a3173bd-d0ed-4c32-8e4c-b90c820606c5" providerId="ADAL" clId="{DCC3A51D-31E8-5BC6-970B-354B54D5302A}" dt="2025-10-08T13:51:14.938" v="401" actId="478"/>
          <ac:spMkLst>
            <pc:docMk/>
            <pc:sldMk cId="3580862494" sldId="590"/>
            <ac:spMk id="5" creationId="{2DFDF3F4-92C7-368B-D3AE-463FC93C4AC1}"/>
          </ac:spMkLst>
        </pc:spChg>
        <pc:spChg chg="del">
          <ac:chgData name="Mariana Rocha" userId="0a3173bd-d0ed-4c32-8e4c-b90c820606c5" providerId="ADAL" clId="{DCC3A51D-31E8-5BC6-970B-354B54D5302A}" dt="2025-10-08T13:44:02.653" v="312" actId="478"/>
          <ac:spMkLst>
            <pc:docMk/>
            <pc:sldMk cId="3580862494" sldId="590"/>
            <ac:spMk id="8" creationId="{AC909369-853E-A939-012C-CC82D2E6CF30}"/>
          </ac:spMkLst>
        </pc:spChg>
        <pc:spChg chg="add mod">
          <ac:chgData name="Mariana Rocha" userId="0a3173bd-d0ed-4c32-8e4c-b90c820606c5" providerId="ADAL" clId="{DCC3A51D-31E8-5BC6-970B-354B54D5302A}" dt="2025-10-08T13:51:33.496" v="404" actId="1076"/>
          <ac:spMkLst>
            <pc:docMk/>
            <pc:sldMk cId="3580862494" sldId="590"/>
            <ac:spMk id="9" creationId="{4151D466-6E74-7DA4-3B91-3B09C9049D2F}"/>
          </ac:spMkLst>
        </pc:spChg>
      </pc:sldChg>
      <pc:sldChg chg="addSp delSp modSp mod">
        <pc:chgData name="Mariana Rocha" userId="0a3173bd-d0ed-4c32-8e4c-b90c820606c5" providerId="ADAL" clId="{DCC3A51D-31E8-5BC6-970B-354B54D5302A}" dt="2025-10-08T13:52:27.710" v="407" actId="14100"/>
        <pc:sldMkLst>
          <pc:docMk/>
          <pc:sldMk cId="811559921" sldId="591"/>
        </pc:sldMkLst>
        <pc:spChg chg="del mod">
          <ac:chgData name="Mariana Rocha" userId="0a3173bd-d0ed-4c32-8e4c-b90c820606c5" providerId="ADAL" clId="{DCC3A51D-31E8-5BC6-970B-354B54D5302A}" dt="2025-10-08T13:44:05.344" v="314" actId="478"/>
          <ac:spMkLst>
            <pc:docMk/>
            <pc:sldMk cId="811559921" sldId="591"/>
            <ac:spMk id="2" creationId="{D5562AD6-4D24-9E17-F1E7-A4696117B233}"/>
          </ac:spMkLst>
        </pc:spChg>
        <pc:spChg chg="add mod">
          <ac:chgData name="Mariana Rocha" userId="0a3173bd-d0ed-4c32-8e4c-b90c820606c5" providerId="ADAL" clId="{DCC3A51D-31E8-5BC6-970B-354B54D5302A}" dt="2025-10-08T13:44:34.467" v="336" actId="20577"/>
          <ac:spMkLst>
            <pc:docMk/>
            <pc:sldMk cId="811559921" sldId="591"/>
            <ac:spMk id="3" creationId="{41CAF34D-7BB4-524C-6D3C-B6F8F123DE59}"/>
          </ac:spMkLst>
        </pc:spChg>
        <pc:spChg chg="del">
          <ac:chgData name="Mariana Rocha" userId="0a3173bd-d0ed-4c32-8e4c-b90c820606c5" providerId="ADAL" clId="{DCC3A51D-31E8-5BC6-970B-354B54D5302A}" dt="2025-10-08T13:44:37.359" v="337" actId="478"/>
          <ac:spMkLst>
            <pc:docMk/>
            <pc:sldMk cId="811559921" sldId="591"/>
            <ac:spMk id="4" creationId="{A0818638-F1D1-366F-026C-20EBFA747BCE}"/>
          </ac:spMkLst>
        </pc:spChg>
        <pc:spChg chg="add mod">
          <ac:chgData name="Mariana Rocha" userId="0a3173bd-d0ed-4c32-8e4c-b90c820606c5" providerId="ADAL" clId="{DCC3A51D-31E8-5BC6-970B-354B54D5302A}" dt="2025-10-08T13:52:27.710" v="407" actId="14100"/>
          <ac:spMkLst>
            <pc:docMk/>
            <pc:sldMk cId="811559921" sldId="591"/>
            <ac:spMk id="7" creationId="{27D79AE3-9112-8180-D53A-A295986BD9C5}"/>
          </ac:spMkLst>
        </pc:spChg>
      </pc:sldChg>
      <pc:sldChg chg="addSp delSp modSp mod">
        <pc:chgData name="Mariana Rocha" userId="0a3173bd-d0ed-4c32-8e4c-b90c820606c5" providerId="ADAL" clId="{DCC3A51D-31E8-5BC6-970B-354B54D5302A}" dt="2025-10-08T13:52:44.182" v="409" actId="255"/>
        <pc:sldMkLst>
          <pc:docMk/>
          <pc:sldMk cId="597625244" sldId="592"/>
        </pc:sldMkLst>
        <pc:spChg chg="del">
          <ac:chgData name="Mariana Rocha" userId="0a3173bd-d0ed-4c32-8e4c-b90c820606c5" providerId="ADAL" clId="{DCC3A51D-31E8-5BC6-970B-354B54D5302A}" dt="2025-10-08T13:44:41.641" v="338" actId="478"/>
          <ac:spMkLst>
            <pc:docMk/>
            <pc:sldMk cId="597625244" sldId="592"/>
            <ac:spMk id="2" creationId="{D5562AD6-4D24-9E17-F1E7-A4696117B233}"/>
          </ac:spMkLst>
        </pc:spChg>
        <pc:spChg chg="add mod">
          <ac:chgData name="Mariana Rocha" userId="0a3173bd-d0ed-4c32-8e4c-b90c820606c5" providerId="ADAL" clId="{DCC3A51D-31E8-5BC6-970B-354B54D5302A}" dt="2025-10-08T13:44:49.085" v="355" actId="20577"/>
          <ac:spMkLst>
            <pc:docMk/>
            <pc:sldMk cId="597625244" sldId="592"/>
            <ac:spMk id="3" creationId="{DE07015A-4FE4-7154-3486-27181F12D487}"/>
          </ac:spMkLst>
        </pc:spChg>
        <pc:spChg chg="mod">
          <ac:chgData name="Mariana Rocha" userId="0a3173bd-d0ed-4c32-8e4c-b90c820606c5" providerId="ADAL" clId="{DCC3A51D-31E8-5BC6-970B-354B54D5302A}" dt="2025-10-08T13:52:44.182" v="409" actId="255"/>
          <ac:spMkLst>
            <pc:docMk/>
            <pc:sldMk cId="597625244" sldId="592"/>
            <ac:spMk id="6" creationId="{CA1A3596-BC7C-3D67-7EC1-8AA7F4F483E3}"/>
          </ac:spMkLst>
        </pc:spChg>
      </pc:sldChg>
      <pc:sldChg chg="addSp delSp modSp mod">
        <pc:chgData name="Mariana Rocha" userId="0a3173bd-d0ed-4c32-8e4c-b90c820606c5" providerId="ADAL" clId="{DCC3A51D-31E8-5BC6-970B-354B54D5302A}" dt="2025-10-08T14:00:41.173" v="417" actId="1076"/>
        <pc:sldMkLst>
          <pc:docMk/>
          <pc:sldMk cId="212678857" sldId="593"/>
        </pc:sldMkLst>
        <pc:spChg chg="del">
          <ac:chgData name="Mariana Rocha" userId="0a3173bd-d0ed-4c32-8e4c-b90c820606c5" providerId="ADAL" clId="{DCC3A51D-31E8-5BC6-970B-354B54D5302A}" dt="2025-10-08T13:44:53.457" v="356" actId="478"/>
          <ac:spMkLst>
            <pc:docMk/>
            <pc:sldMk cId="212678857" sldId="593"/>
            <ac:spMk id="2" creationId="{D5562AD6-4D24-9E17-F1E7-A4696117B233}"/>
          </ac:spMkLst>
        </pc:spChg>
        <pc:spChg chg="add mod">
          <ac:chgData name="Mariana Rocha" userId="0a3173bd-d0ed-4c32-8e4c-b90c820606c5" providerId="ADAL" clId="{DCC3A51D-31E8-5BC6-970B-354B54D5302A}" dt="2025-10-08T13:44:58.629" v="357"/>
          <ac:spMkLst>
            <pc:docMk/>
            <pc:sldMk cId="212678857" sldId="593"/>
            <ac:spMk id="3" creationId="{3661D496-FCC1-5FA4-2EDE-57C3BF8A04AC}"/>
          </ac:spMkLst>
        </pc:spChg>
        <pc:spChg chg="add del">
          <ac:chgData name="Mariana Rocha" userId="0a3173bd-d0ed-4c32-8e4c-b90c820606c5" providerId="ADAL" clId="{DCC3A51D-31E8-5BC6-970B-354B54D5302A}" dt="2025-10-08T13:52:51.952" v="412" actId="22"/>
          <ac:spMkLst>
            <pc:docMk/>
            <pc:sldMk cId="212678857" sldId="593"/>
            <ac:spMk id="5" creationId="{DC38ECDE-612C-FAA5-BB9E-303A96DA770D}"/>
          </ac:spMkLst>
        </pc:spChg>
        <pc:spChg chg="del">
          <ac:chgData name="Mariana Rocha" userId="0a3173bd-d0ed-4c32-8e4c-b90c820606c5" providerId="ADAL" clId="{DCC3A51D-31E8-5BC6-970B-354B54D5302A}" dt="2025-10-08T13:52:50.149" v="410" actId="478"/>
          <ac:spMkLst>
            <pc:docMk/>
            <pc:sldMk cId="212678857" sldId="593"/>
            <ac:spMk id="7" creationId="{820D5B4F-5C01-DC1F-52EB-FBF5085B1AE8}"/>
          </ac:spMkLst>
        </pc:spChg>
        <pc:spChg chg="add mod">
          <ac:chgData name="Mariana Rocha" userId="0a3173bd-d0ed-4c32-8e4c-b90c820606c5" providerId="ADAL" clId="{DCC3A51D-31E8-5BC6-970B-354B54D5302A}" dt="2025-10-08T14:00:41.173" v="417" actId="1076"/>
          <ac:spMkLst>
            <pc:docMk/>
            <pc:sldMk cId="212678857" sldId="593"/>
            <ac:spMk id="8" creationId="{233CC20D-0320-9737-C590-6F950EC29918}"/>
          </ac:spMkLst>
        </pc:spChg>
      </pc:sldChg>
      <pc:sldChg chg="addSp delSp modSp mod">
        <pc:chgData name="Mariana Rocha" userId="0a3173bd-d0ed-4c32-8e4c-b90c820606c5" providerId="ADAL" clId="{DCC3A51D-31E8-5BC6-970B-354B54D5302A}" dt="2025-10-08T14:03:31.126" v="426" actId="1076"/>
        <pc:sldMkLst>
          <pc:docMk/>
          <pc:sldMk cId="1659632661" sldId="594"/>
        </pc:sldMkLst>
        <pc:spChg chg="del mod">
          <ac:chgData name="Mariana Rocha" userId="0a3173bd-d0ed-4c32-8e4c-b90c820606c5" providerId="ADAL" clId="{DCC3A51D-31E8-5BC6-970B-354B54D5302A}" dt="2025-10-08T13:45:03.173" v="359" actId="478"/>
          <ac:spMkLst>
            <pc:docMk/>
            <pc:sldMk cId="1659632661" sldId="594"/>
            <ac:spMk id="2" creationId="{D5562AD6-4D24-9E17-F1E7-A4696117B233}"/>
          </ac:spMkLst>
        </pc:spChg>
        <pc:spChg chg="add mod">
          <ac:chgData name="Mariana Rocha" userId="0a3173bd-d0ed-4c32-8e4c-b90c820606c5" providerId="ADAL" clId="{DCC3A51D-31E8-5BC6-970B-354B54D5302A}" dt="2025-10-08T13:45:08.376" v="370" actId="20577"/>
          <ac:spMkLst>
            <pc:docMk/>
            <pc:sldMk cId="1659632661" sldId="594"/>
            <ac:spMk id="3" creationId="{CF377C3D-7DF0-4EC6-BD27-63ECA96F146A}"/>
          </ac:spMkLst>
        </pc:spChg>
        <pc:spChg chg="del">
          <ac:chgData name="Mariana Rocha" userId="0a3173bd-d0ed-4c32-8e4c-b90c820606c5" providerId="ADAL" clId="{DCC3A51D-31E8-5BC6-970B-354B54D5302A}" dt="2025-10-08T14:00:45.478" v="418" actId="478"/>
          <ac:spMkLst>
            <pc:docMk/>
            <pc:sldMk cId="1659632661" sldId="594"/>
            <ac:spMk id="5" creationId="{61205D4D-E4F8-6EB5-5BC4-5F2A32E46306}"/>
          </ac:spMkLst>
        </pc:spChg>
        <pc:spChg chg="mod">
          <ac:chgData name="Mariana Rocha" userId="0a3173bd-d0ed-4c32-8e4c-b90c820606c5" providerId="ADAL" clId="{DCC3A51D-31E8-5BC6-970B-354B54D5302A}" dt="2025-10-08T14:01:26.037" v="420" actId="1076"/>
          <ac:spMkLst>
            <pc:docMk/>
            <pc:sldMk cId="1659632661" sldId="594"/>
            <ac:spMk id="6" creationId="{CA1A3596-BC7C-3D67-7EC1-8AA7F4F483E3}"/>
          </ac:spMkLst>
        </pc:spChg>
        <pc:spChg chg="add mod">
          <ac:chgData name="Mariana Rocha" userId="0a3173bd-d0ed-4c32-8e4c-b90c820606c5" providerId="ADAL" clId="{DCC3A51D-31E8-5BC6-970B-354B54D5302A}" dt="2025-10-08T14:03:31.126" v="426" actId="1076"/>
          <ac:spMkLst>
            <pc:docMk/>
            <pc:sldMk cId="1659632661" sldId="594"/>
            <ac:spMk id="7" creationId="{FA479B5B-46D5-8261-F01E-61736A8D93E5}"/>
          </ac:spMkLst>
        </pc:spChg>
      </pc:sldChg>
      <pc:sldChg chg="addSp delSp modSp mod">
        <pc:chgData name="Mariana Rocha" userId="0a3173bd-d0ed-4c32-8e4c-b90c820606c5" providerId="ADAL" clId="{DCC3A51D-31E8-5BC6-970B-354B54D5302A}" dt="2025-10-08T14:10:01.457" v="434" actId="14100"/>
        <pc:sldMkLst>
          <pc:docMk/>
          <pc:sldMk cId="3170125810" sldId="595"/>
        </pc:sldMkLst>
        <pc:spChg chg="del">
          <ac:chgData name="Mariana Rocha" userId="0a3173bd-d0ed-4c32-8e4c-b90c820606c5" providerId="ADAL" clId="{DCC3A51D-31E8-5BC6-970B-354B54D5302A}" dt="2025-10-08T13:45:11.705" v="371" actId="478"/>
          <ac:spMkLst>
            <pc:docMk/>
            <pc:sldMk cId="3170125810" sldId="595"/>
            <ac:spMk id="2" creationId="{D5562AD6-4D24-9E17-F1E7-A4696117B233}"/>
          </ac:spMkLst>
        </pc:spChg>
        <pc:spChg chg="add mod">
          <ac:chgData name="Mariana Rocha" userId="0a3173bd-d0ed-4c32-8e4c-b90c820606c5" providerId="ADAL" clId="{DCC3A51D-31E8-5BC6-970B-354B54D5302A}" dt="2025-10-08T13:45:15.780" v="379" actId="20577"/>
          <ac:spMkLst>
            <pc:docMk/>
            <pc:sldMk cId="3170125810" sldId="595"/>
            <ac:spMk id="3" creationId="{B50D8514-5019-1CEC-6326-1C8889B91F93}"/>
          </ac:spMkLst>
        </pc:spChg>
        <pc:spChg chg="del">
          <ac:chgData name="Mariana Rocha" userId="0a3173bd-d0ed-4c32-8e4c-b90c820606c5" providerId="ADAL" clId="{DCC3A51D-31E8-5BC6-970B-354B54D5302A}" dt="2025-10-08T14:02:20.294" v="421" actId="478"/>
          <ac:spMkLst>
            <pc:docMk/>
            <pc:sldMk cId="3170125810" sldId="595"/>
            <ac:spMk id="4" creationId="{F162474E-7E27-D20A-606C-A76481A5964D}"/>
          </ac:spMkLst>
        </pc:spChg>
        <pc:spChg chg="mod">
          <ac:chgData name="Mariana Rocha" userId="0a3173bd-d0ed-4c32-8e4c-b90c820606c5" providerId="ADAL" clId="{DCC3A51D-31E8-5BC6-970B-354B54D5302A}" dt="2025-10-08T14:09:57.322" v="432" actId="20577"/>
          <ac:spMkLst>
            <pc:docMk/>
            <pc:sldMk cId="3170125810" sldId="595"/>
            <ac:spMk id="6" creationId="{CA1A3596-BC7C-3D67-7EC1-8AA7F4F483E3}"/>
          </ac:spMkLst>
        </pc:spChg>
        <pc:spChg chg="add mod">
          <ac:chgData name="Mariana Rocha" userId="0a3173bd-d0ed-4c32-8e4c-b90c820606c5" providerId="ADAL" clId="{DCC3A51D-31E8-5BC6-970B-354B54D5302A}" dt="2025-10-08T14:10:01.457" v="434" actId="14100"/>
          <ac:spMkLst>
            <pc:docMk/>
            <pc:sldMk cId="3170125810" sldId="595"/>
            <ac:spMk id="7" creationId="{4C29A465-CA66-9ECE-6F4B-9F0F59023F49}"/>
          </ac:spMkLst>
        </pc:spChg>
      </pc:sldChg>
      <pc:sldChg chg="del">
        <pc:chgData name="Mariana Rocha" userId="0a3173bd-d0ed-4c32-8e4c-b90c820606c5" providerId="ADAL" clId="{DCC3A51D-31E8-5BC6-970B-354B54D5302A}" dt="2025-10-08T15:16:21.964" v="1154" actId="2696"/>
        <pc:sldMkLst>
          <pc:docMk/>
          <pc:sldMk cId="2465964031" sldId="596"/>
        </pc:sldMkLst>
      </pc:sldChg>
      <pc:sldChg chg="addSp modSp new mod">
        <pc:chgData name="Mariana Rocha" userId="0a3173bd-d0ed-4c32-8e4c-b90c820606c5" providerId="ADAL" clId="{DCC3A51D-31E8-5BC6-970B-354B54D5302A}" dt="2025-10-08T13:27:52.088" v="14" actId="20577"/>
        <pc:sldMkLst>
          <pc:docMk/>
          <pc:sldMk cId="545482937" sldId="597"/>
        </pc:sldMkLst>
        <pc:spChg chg="mod">
          <ac:chgData name="Mariana Rocha" userId="0a3173bd-d0ed-4c32-8e4c-b90c820606c5" providerId="ADAL" clId="{DCC3A51D-31E8-5BC6-970B-354B54D5302A}" dt="2025-10-08T13:27:38.302" v="7" actId="20577"/>
          <ac:spMkLst>
            <pc:docMk/>
            <pc:sldMk cId="545482937" sldId="597"/>
            <ac:spMk id="2" creationId="{706CA85C-9AFA-B478-2F01-CC288FAE91EA}"/>
          </ac:spMkLst>
        </pc:spChg>
        <pc:spChg chg="add mod">
          <ac:chgData name="Mariana Rocha" userId="0a3173bd-d0ed-4c32-8e4c-b90c820606c5" providerId="ADAL" clId="{DCC3A51D-31E8-5BC6-970B-354B54D5302A}" dt="2025-10-08T13:27:52.088" v="14" actId="20577"/>
          <ac:spMkLst>
            <pc:docMk/>
            <pc:sldMk cId="545482937" sldId="597"/>
            <ac:spMk id="3" creationId="{FB5ED299-20DE-47F7-C5D6-A353F6FD2CF2}"/>
          </ac:spMkLst>
        </pc:spChg>
      </pc:sldChg>
      <pc:sldChg chg="addSp delSp modSp add mod">
        <pc:chgData name="Mariana Rocha" userId="0a3173bd-d0ed-4c32-8e4c-b90c820606c5" providerId="ADAL" clId="{DCC3A51D-31E8-5BC6-970B-354B54D5302A}" dt="2025-10-08T13:29:16.524" v="58"/>
        <pc:sldMkLst>
          <pc:docMk/>
          <pc:sldMk cId="2356434699" sldId="598"/>
        </pc:sldMkLst>
        <pc:spChg chg="del">
          <ac:chgData name="Mariana Rocha" userId="0a3173bd-d0ed-4c32-8e4c-b90c820606c5" providerId="ADAL" clId="{DCC3A51D-31E8-5BC6-970B-354B54D5302A}" dt="2025-10-08T13:29:07.803" v="56" actId="478"/>
          <ac:spMkLst>
            <pc:docMk/>
            <pc:sldMk cId="2356434699" sldId="598"/>
            <ac:spMk id="2" creationId="{88BCBF28-58C0-82EF-FDEB-733C51EE06A5}"/>
          </ac:spMkLst>
        </pc:spChg>
        <pc:spChg chg="del">
          <ac:chgData name="Mariana Rocha" userId="0a3173bd-d0ed-4c32-8e4c-b90c820606c5" providerId="ADAL" clId="{DCC3A51D-31E8-5BC6-970B-354B54D5302A}" dt="2025-10-08T13:29:07.803" v="56" actId="478"/>
          <ac:spMkLst>
            <pc:docMk/>
            <pc:sldMk cId="2356434699" sldId="598"/>
            <ac:spMk id="3" creationId="{8BD45DA5-597D-C418-8FC6-F106784EAF62}"/>
          </ac:spMkLst>
        </pc:spChg>
        <pc:spChg chg="add del mod">
          <ac:chgData name="Mariana Rocha" userId="0a3173bd-d0ed-4c32-8e4c-b90c820606c5" providerId="ADAL" clId="{DCC3A51D-31E8-5BC6-970B-354B54D5302A}" dt="2025-10-08T13:29:07.803" v="56" actId="478"/>
          <ac:spMkLst>
            <pc:docMk/>
            <pc:sldMk cId="2356434699" sldId="598"/>
            <ac:spMk id="4" creationId="{A16717BB-BB69-8DF1-E329-321D5BF2D499}"/>
          </ac:spMkLst>
        </pc:spChg>
        <pc:spChg chg="add del mod">
          <ac:chgData name="Mariana Rocha" userId="0a3173bd-d0ed-4c32-8e4c-b90c820606c5" providerId="ADAL" clId="{DCC3A51D-31E8-5BC6-970B-354B54D5302A}" dt="2025-10-08T13:29:10.006" v="57" actId="478"/>
          <ac:spMkLst>
            <pc:docMk/>
            <pc:sldMk cId="2356434699" sldId="598"/>
            <ac:spMk id="6" creationId="{4C8B6A17-D9F7-DA6A-65D5-E45D50DDA4E5}"/>
          </ac:spMkLst>
        </pc:spChg>
        <pc:spChg chg="add mod">
          <ac:chgData name="Mariana Rocha" userId="0a3173bd-d0ed-4c32-8e4c-b90c820606c5" providerId="ADAL" clId="{DCC3A51D-31E8-5BC6-970B-354B54D5302A}" dt="2025-10-08T13:29:16.524" v="58"/>
          <ac:spMkLst>
            <pc:docMk/>
            <pc:sldMk cId="2356434699" sldId="598"/>
            <ac:spMk id="7" creationId="{E00BAA2A-3EEB-9278-808A-F9CE021CB7DA}"/>
          </ac:spMkLst>
        </pc:spChg>
        <pc:spChg chg="add mod">
          <ac:chgData name="Mariana Rocha" userId="0a3173bd-d0ed-4c32-8e4c-b90c820606c5" providerId="ADAL" clId="{DCC3A51D-31E8-5BC6-970B-354B54D5302A}" dt="2025-10-08T13:29:16.524" v="58"/>
          <ac:spMkLst>
            <pc:docMk/>
            <pc:sldMk cId="2356434699" sldId="598"/>
            <ac:spMk id="8" creationId="{7FBB2830-64D6-0C04-319C-15CFEF6BA5D3}"/>
          </ac:spMkLst>
        </pc:spChg>
        <pc:spChg chg="add mod">
          <ac:chgData name="Mariana Rocha" userId="0a3173bd-d0ed-4c32-8e4c-b90c820606c5" providerId="ADAL" clId="{DCC3A51D-31E8-5BC6-970B-354B54D5302A}" dt="2025-10-08T13:29:16.524" v="58"/>
          <ac:spMkLst>
            <pc:docMk/>
            <pc:sldMk cId="2356434699" sldId="598"/>
            <ac:spMk id="9" creationId="{BFF5CD2E-BB0F-4E4F-EF21-8E689730CEDD}"/>
          </ac:spMkLst>
        </pc:spChg>
      </pc:sldChg>
      <pc:sldChg chg="addSp delSp modSp add mod">
        <pc:chgData name="Mariana Rocha" userId="0a3173bd-d0ed-4c32-8e4c-b90c820606c5" providerId="ADAL" clId="{DCC3A51D-31E8-5BC6-970B-354B54D5302A}" dt="2025-10-08T13:29:37.856" v="64"/>
        <pc:sldMkLst>
          <pc:docMk/>
          <pc:sldMk cId="1736159355" sldId="599"/>
        </pc:sldMkLst>
        <pc:spChg chg="add del mod">
          <ac:chgData name="Mariana Rocha" userId="0a3173bd-d0ed-4c32-8e4c-b90c820606c5" providerId="ADAL" clId="{DCC3A51D-31E8-5BC6-970B-354B54D5302A}" dt="2025-10-08T13:29:35.033" v="62" actId="478"/>
          <ac:spMkLst>
            <pc:docMk/>
            <pc:sldMk cId="1736159355" sldId="599"/>
            <ac:spMk id="3" creationId="{A899F98D-C72B-9CC1-04A9-B29535163A91}"/>
          </ac:spMkLst>
        </pc:spChg>
        <pc:spChg chg="add mod">
          <ac:chgData name="Mariana Rocha" userId="0a3173bd-d0ed-4c32-8e4c-b90c820606c5" providerId="ADAL" clId="{DCC3A51D-31E8-5BC6-970B-354B54D5302A}" dt="2025-10-08T13:29:37.856" v="64"/>
          <ac:spMkLst>
            <pc:docMk/>
            <pc:sldMk cId="1736159355" sldId="599"/>
            <ac:spMk id="5" creationId="{B7FA0779-4207-7C72-FAA9-4003EF23884C}"/>
          </ac:spMkLst>
        </pc:spChg>
        <pc:spChg chg="del">
          <ac:chgData name="Mariana Rocha" userId="0a3173bd-d0ed-4c32-8e4c-b90c820606c5" providerId="ADAL" clId="{DCC3A51D-31E8-5BC6-970B-354B54D5302A}" dt="2025-10-08T13:29:30.983" v="61" actId="478"/>
          <ac:spMkLst>
            <pc:docMk/>
            <pc:sldMk cId="1736159355" sldId="599"/>
            <ac:spMk id="7" creationId="{38FD834D-63B7-74A5-F083-3BBAB94BFEFB}"/>
          </ac:spMkLst>
        </pc:spChg>
        <pc:spChg chg="del">
          <ac:chgData name="Mariana Rocha" userId="0a3173bd-d0ed-4c32-8e4c-b90c820606c5" providerId="ADAL" clId="{DCC3A51D-31E8-5BC6-970B-354B54D5302A}" dt="2025-10-08T13:29:36.585" v="63" actId="478"/>
          <ac:spMkLst>
            <pc:docMk/>
            <pc:sldMk cId="1736159355" sldId="599"/>
            <ac:spMk id="8" creationId="{E3D908A6-07A8-9BF6-BC3F-126F6989046E}"/>
          </ac:spMkLst>
        </pc:spChg>
        <pc:spChg chg="del">
          <ac:chgData name="Mariana Rocha" userId="0a3173bd-d0ed-4c32-8e4c-b90c820606c5" providerId="ADAL" clId="{DCC3A51D-31E8-5BC6-970B-354B54D5302A}" dt="2025-10-08T13:29:30.983" v="61" actId="478"/>
          <ac:spMkLst>
            <pc:docMk/>
            <pc:sldMk cId="1736159355" sldId="599"/>
            <ac:spMk id="9" creationId="{CD14A559-98D9-EE2A-1764-30C52D86C9E2}"/>
          </ac:spMkLst>
        </pc:spChg>
        <pc:spChg chg="add mod">
          <ac:chgData name="Mariana Rocha" userId="0a3173bd-d0ed-4c32-8e4c-b90c820606c5" providerId="ADAL" clId="{DCC3A51D-31E8-5BC6-970B-354B54D5302A}" dt="2025-10-08T13:29:37.856" v="64"/>
          <ac:spMkLst>
            <pc:docMk/>
            <pc:sldMk cId="1736159355" sldId="599"/>
            <ac:spMk id="11" creationId="{39142A7C-D181-EB18-066F-9CB6EC431E4C}"/>
          </ac:spMkLst>
        </pc:spChg>
        <pc:spChg chg="add mod">
          <ac:chgData name="Mariana Rocha" userId="0a3173bd-d0ed-4c32-8e4c-b90c820606c5" providerId="ADAL" clId="{DCC3A51D-31E8-5BC6-970B-354B54D5302A}" dt="2025-10-08T13:29:37.856" v="64"/>
          <ac:spMkLst>
            <pc:docMk/>
            <pc:sldMk cId="1736159355" sldId="599"/>
            <ac:spMk id="14" creationId="{5E0A5EE1-B5F2-573C-FA3C-45917876B84B}"/>
          </ac:spMkLst>
        </pc:spChg>
        <pc:spChg chg="mod">
          <ac:chgData name="Mariana Rocha" userId="0a3173bd-d0ed-4c32-8e4c-b90c820606c5" providerId="ADAL" clId="{DCC3A51D-31E8-5BC6-970B-354B54D5302A}" dt="2025-10-08T13:29:37.856" v="64"/>
          <ac:spMkLst>
            <pc:docMk/>
            <pc:sldMk cId="1736159355" sldId="599"/>
            <ac:spMk id="16" creationId="{EDB94526-3D53-8C4D-43DA-91ED31649743}"/>
          </ac:spMkLst>
        </pc:spChg>
        <pc:spChg chg="mod">
          <ac:chgData name="Mariana Rocha" userId="0a3173bd-d0ed-4c32-8e4c-b90c820606c5" providerId="ADAL" clId="{DCC3A51D-31E8-5BC6-970B-354B54D5302A}" dt="2025-10-08T13:29:37.856" v="64"/>
          <ac:spMkLst>
            <pc:docMk/>
            <pc:sldMk cId="1736159355" sldId="599"/>
            <ac:spMk id="17" creationId="{13B895C2-99EF-8C21-76A0-C4F5CD72CA6F}"/>
          </ac:spMkLst>
        </pc:spChg>
        <pc:spChg chg="mod">
          <ac:chgData name="Mariana Rocha" userId="0a3173bd-d0ed-4c32-8e4c-b90c820606c5" providerId="ADAL" clId="{DCC3A51D-31E8-5BC6-970B-354B54D5302A}" dt="2025-10-08T13:29:37.856" v="64"/>
          <ac:spMkLst>
            <pc:docMk/>
            <pc:sldMk cId="1736159355" sldId="599"/>
            <ac:spMk id="18" creationId="{2C989408-7BCC-26A4-EAF3-F227785F3DF6}"/>
          </ac:spMkLst>
        </pc:spChg>
        <pc:spChg chg="add mod">
          <ac:chgData name="Mariana Rocha" userId="0a3173bd-d0ed-4c32-8e4c-b90c820606c5" providerId="ADAL" clId="{DCC3A51D-31E8-5BC6-970B-354B54D5302A}" dt="2025-10-08T13:29:37.856" v="64"/>
          <ac:spMkLst>
            <pc:docMk/>
            <pc:sldMk cId="1736159355" sldId="599"/>
            <ac:spMk id="21" creationId="{934B7BFE-58B7-37C2-5D30-E906706DC710}"/>
          </ac:spMkLst>
        </pc:spChg>
        <pc:spChg chg="add mod">
          <ac:chgData name="Mariana Rocha" userId="0a3173bd-d0ed-4c32-8e4c-b90c820606c5" providerId="ADAL" clId="{DCC3A51D-31E8-5BC6-970B-354B54D5302A}" dt="2025-10-08T13:29:37.856" v="64"/>
          <ac:spMkLst>
            <pc:docMk/>
            <pc:sldMk cId="1736159355" sldId="599"/>
            <ac:spMk id="22" creationId="{A65D2109-F621-9DB5-69C9-7BE4CA0B9B13}"/>
          </ac:spMkLst>
        </pc:spChg>
        <pc:spChg chg="add mod">
          <ac:chgData name="Mariana Rocha" userId="0a3173bd-d0ed-4c32-8e4c-b90c820606c5" providerId="ADAL" clId="{DCC3A51D-31E8-5BC6-970B-354B54D5302A}" dt="2025-10-08T13:29:37.856" v="64"/>
          <ac:spMkLst>
            <pc:docMk/>
            <pc:sldMk cId="1736159355" sldId="599"/>
            <ac:spMk id="23" creationId="{E275669A-1E73-9471-157A-068F30937767}"/>
          </ac:spMkLst>
        </pc:spChg>
        <pc:spChg chg="add mod">
          <ac:chgData name="Mariana Rocha" userId="0a3173bd-d0ed-4c32-8e4c-b90c820606c5" providerId="ADAL" clId="{DCC3A51D-31E8-5BC6-970B-354B54D5302A}" dt="2025-10-08T13:29:37.856" v="64"/>
          <ac:spMkLst>
            <pc:docMk/>
            <pc:sldMk cId="1736159355" sldId="599"/>
            <ac:spMk id="24" creationId="{93C52366-11B6-01AB-5265-03AC4165DF99}"/>
          </ac:spMkLst>
        </pc:spChg>
      </pc:sldChg>
      <pc:sldChg chg="addSp modSp new mod ord">
        <pc:chgData name="Mariana Rocha" userId="0a3173bd-d0ed-4c32-8e4c-b90c820606c5" providerId="ADAL" clId="{DCC3A51D-31E8-5BC6-970B-354B54D5302A}" dt="2025-10-08T13:40:19.860" v="266" actId="403"/>
        <pc:sldMkLst>
          <pc:docMk/>
          <pc:sldMk cId="1481536862" sldId="600"/>
        </pc:sldMkLst>
        <pc:spChg chg="add mod">
          <ac:chgData name="Mariana Rocha" userId="0a3173bd-d0ed-4c32-8e4c-b90c820606c5" providerId="ADAL" clId="{DCC3A51D-31E8-5BC6-970B-354B54D5302A}" dt="2025-10-08T13:40:19.860" v="266" actId="403"/>
          <ac:spMkLst>
            <pc:docMk/>
            <pc:sldMk cId="1481536862" sldId="600"/>
            <ac:spMk id="5" creationId="{7233CC9E-6BE6-DCEA-7063-F0C63FEA69C6}"/>
          </ac:spMkLst>
        </pc:spChg>
        <pc:picChg chg="add mod">
          <ac:chgData name="Mariana Rocha" userId="0a3173bd-d0ed-4c32-8e4c-b90c820606c5" providerId="ADAL" clId="{DCC3A51D-31E8-5BC6-970B-354B54D5302A}" dt="2025-10-08T13:39:50.244" v="200" actId="1076"/>
          <ac:picMkLst>
            <pc:docMk/>
            <pc:sldMk cId="1481536862" sldId="600"/>
            <ac:picMk id="4" creationId="{E93CB616-36B9-8421-4E28-4D7BFD1245A6}"/>
          </ac:picMkLst>
        </pc:picChg>
      </pc:sldChg>
      <pc:sldChg chg="addSp delSp modSp add mod">
        <pc:chgData name="Mariana Rocha" userId="0a3173bd-d0ed-4c32-8e4c-b90c820606c5" providerId="ADAL" clId="{DCC3A51D-31E8-5BC6-970B-354B54D5302A}" dt="2025-10-08T15:13:56.749" v="1107" actId="1076"/>
        <pc:sldMkLst>
          <pc:docMk/>
          <pc:sldMk cId="943863549" sldId="601"/>
        </pc:sldMkLst>
        <pc:spChg chg="mod">
          <ac:chgData name="Mariana Rocha" userId="0a3173bd-d0ed-4c32-8e4c-b90c820606c5" providerId="ADAL" clId="{DCC3A51D-31E8-5BC6-970B-354B54D5302A}" dt="2025-10-08T15:13:54.031" v="1106" actId="313"/>
          <ac:spMkLst>
            <pc:docMk/>
            <pc:sldMk cId="943863549" sldId="601"/>
            <ac:spMk id="2" creationId="{C10EBA27-3CB8-BBA0-38C9-5EF0CE7F0B64}"/>
          </ac:spMkLst>
        </pc:spChg>
        <pc:spChg chg="add mod">
          <ac:chgData name="Mariana Rocha" userId="0a3173bd-d0ed-4c32-8e4c-b90c820606c5" providerId="ADAL" clId="{DCC3A51D-31E8-5BC6-970B-354B54D5302A}" dt="2025-10-08T15:13:56.749" v="1107" actId="1076"/>
          <ac:spMkLst>
            <pc:docMk/>
            <pc:sldMk cId="943863549" sldId="601"/>
            <ac:spMk id="5" creationId="{38833B41-6DE5-3810-214E-789A01F970BF}"/>
          </ac:spMkLst>
        </pc:spChg>
        <pc:spChg chg="del">
          <ac:chgData name="Mariana Rocha" userId="0a3173bd-d0ed-4c32-8e4c-b90c820606c5" providerId="ADAL" clId="{DCC3A51D-31E8-5BC6-970B-354B54D5302A}" dt="2025-10-08T15:05:35.628" v="685" actId="478"/>
          <ac:spMkLst>
            <pc:docMk/>
            <pc:sldMk cId="943863549" sldId="601"/>
            <ac:spMk id="7" creationId="{721C82F3-B483-12C7-7728-C110E3A8C2DB}"/>
          </ac:spMkLst>
        </pc:spChg>
      </pc:sldChg>
      <pc:sldChg chg="addSp delSp new mod">
        <pc:chgData name="Mariana Rocha" userId="0a3173bd-d0ed-4c32-8e4c-b90c820606c5" providerId="ADAL" clId="{DCC3A51D-31E8-5BC6-970B-354B54D5302A}" dt="2025-10-08T15:18:18.276" v="1166"/>
        <pc:sldMkLst>
          <pc:docMk/>
          <pc:sldMk cId="100787878" sldId="602"/>
        </pc:sldMkLst>
        <pc:spChg chg="del">
          <ac:chgData name="Mariana Rocha" userId="0a3173bd-d0ed-4c32-8e4c-b90c820606c5" providerId="ADAL" clId="{DCC3A51D-31E8-5BC6-970B-354B54D5302A}" dt="2025-10-08T15:18:17.134" v="1165" actId="478"/>
          <ac:spMkLst>
            <pc:docMk/>
            <pc:sldMk cId="100787878" sldId="602"/>
            <ac:spMk id="2" creationId="{845B54C5-00A8-24B3-71AD-F50A0DD1566F}"/>
          </ac:spMkLst>
        </pc:spChg>
        <pc:picChg chg="add">
          <ac:chgData name="Mariana Rocha" userId="0a3173bd-d0ed-4c32-8e4c-b90c820606c5" providerId="ADAL" clId="{DCC3A51D-31E8-5BC6-970B-354B54D5302A}" dt="2025-10-08T15:18:18.276" v="1166"/>
          <ac:picMkLst>
            <pc:docMk/>
            <pc:sldMk cId="100787878" sldId="602"/>
            <ac:picMk id="1026" creationId="{E9FC5FDE-1736-4FF2-A1B1-5A181CD93029}"/>
          </ac:picMkLst>
        </pc:picChg>
      </pc:sldChg>
      <pc:sldChg chg="add del">
        <pc:chgData name="Mariana Rocha" userId="0a3173bd-d0ed-4c32-8e4c-b90c820606c5" providerId="ADAL" clId="{DCC3A51D-31E8-5BC6-970B-354B54D5302A}" dt="2025-10-08T15:18:09.609" v="1163" actId="2890"/>
        <pc:sldMkLst>
          <pc:docMk/>
          <pc:sldMk cId="2774147706" sldId="60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17CB29-5A85-4E64-A9E4-4DC1B6A127F9}" type="datetimeFigureOut">
              <a:rPr lang="en-IE" smtClean="0"/>
              <a:t>08/10/2025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1862DF-C730-410C-A6E4-05E8BE6569B1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38058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34359A-35A8-4FC0-8C4F-E4C86FD4CAEC}" type="datetimeFigureOut">
              <a:rPr lang="en-IE" smtClean="0"/>
              <a:t>08/10/2025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53EF01-2925-4A1D-AF01-F11BF48F593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25340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4" Type="http://schemas.openxmlformats.org/officeDocument/2006/relationships/image" Target="../media/image3.wmf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4" Type="http://schemas.openxmlformats.org/officeDocument/2006/relationships/image" Target="../media/image3.wmf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Relationship Id="rId4" Type="http://schemas.openxmlformats.org/officeDocument/2006/relationships/image" Target="../media/image3.wmf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Relationship Id="rId4" Type="http://schemas.openxmlformats.org/officeDocument/2006/relationships/image" Target="../media/image3.wmf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Relationship Id="rId4" Type="http://schemas.openxmlformats.org/officeDocument/2006/relationships/image" Target="../media/image3.wmf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Relationship Id="rId4" Type="http://schemas.openxmlformats.org/officeDocument/2006/relationships/image" Target="../media/image3.wmf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Relationship Id="rId4" Type="http://schemas.openxmlformats.org/officeDocument/2006/relationships/image" Target="../media/image3.wmf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Relationship Id="rId4" Type="http://schemas.openxmlformats.org/officeDocument/2006/relationships/image" Target="../media/image3.wmf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Relationship Id="rId4" Type="http://schemas.openxmlformats.org/officeDocument/2006/relationships/image" Target="../media/image3.wmf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Relationship Id="rId4" Type="http://schemas.openxmlformats.org/officeDocument/2006/relationships/image" Target="../media/image3.wmf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Relationship Id="rId4" Type="http://schemas.openxmlformats.org/officeDocument/2006/relationships/image" Target="../media/image3.wmf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Relationship Id="rId4" Type="http://schemas.openxmlformats.org/officeDocument/2006/relationships/image" Target="../media/image3.wmf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Relationship Id="rId4" Type="http://schemas.openxmlformats.org/officeDocument/2006/relationships/image" Target="../media/image3.wmf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ChangeArrowheads="1"/>
          </p:cNvSpPr>
          <p:nvPr/>
        </p:nvSpPr>
        <p:spPr bwMode="auto">
          <a:xfrm>
            <a:off x="-1543" y="-1698"/>
            <a:ext cx="2943498" cy="502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913" tIns="44956" rIns="89913" bIns="44956" anchor="ctr"/>
          <a:lstStyle/>
          <a:p>
            <a:endParaRPr lang="en-IE">
              <a:solidFill>
                <a:prstClr val="black"/>
              </a:solidFill>
            </a:endParaRPr>
          </a:p>
        </p:txBody>
      </p:sp>
      <p:sp>
        <p:nvSpPr>
          <p:cNvPr id="370693" name="Rectangle 5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0694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SQL Functions (continued)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There are two types of functions:</a:t>
            </a:r>
          </a:p>
          <a:p>
            <a:pPr lvl="2">
              <a:buClr>
                <a:schemeClr val="tx1"/>
              </a:buClr>
            </a:pPr>
            <a:r>
              <a:rPr lang="en-US" altLang="en-US" dirty="0">
                <a:solidFill>
                  <a:schemeClr val="tx1"/>
                </a:solidFill>
              </a:rPr>
              <a:t>Single-row functions</a:t>
            </a:r>
          </a:p>
          <a:p>
            <a:pPr lvl="2">
              <a:buClr>
                <a:schemeClr val="tx1"/>
              </a:buClr>
            </a:pPr>
            <a:r>
              <a:rPr lang="en-US" altLang="en-US" dirty="0">
                <a:solidFill>
                  <a:schemeClr val="tx1"/>
                </a:solidFill>
              </a:rPr>
              <a:t>Multiple-row functions</a:t>
            </a:r>
          </a:p>
          <a:p>
            <a:pPr lvl="1"/>
            <a:r>
              <a:rPr lang="en-US" altLang="en-US" b="1" dirty="0">
                <a:solidFill>
                  <a:schemeClr val="tx1"/>
                </a:solidFill>
              </a:rPr>
              <a:t>Single-Row Functions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These functions operate on single rows only and return one result per row. There are different types of single-row functions. This lesson covers the following ones:</a:t>
            </a:r>
          </a:p>
          <a:p>
            <a:pPr lvl="2">
              <a:buClr>
                <a:schemeClr val="tx1"/>
              </a:buClr>
            </a:pPr>
            <a:r>
              <a:rPr lang="en-US" altLang="en-US" dirty="0">
                <a:solidFill>
                  <a:schemeClr val="tx1"/>
                </a:solidFill>
              </a:rPr>
              <a:t>Character</a:t>
            </a:r>
          </a:p>
          <a:p>
            <a:pPr lvl="2">
              <a:buClr>
                <a:schemeClr val="tx1"/>
              </a:buClr>
            </a:pPr>
            <a:r>
              <a:rPr lang="en-US" altLang="en-US" dirty="0">
                <a:solidFill>
                  <a:schemeClr val="tx1"/>
                </a:solidFill>
              </a:rPr>
              <a:t>Number</a:t>
            </a:r>
          </a:p>
          <a:p>
            <a:pPr lvl="2">
              <a:buClr>
                <a:schemeClr val="tx1"/>
              </a:buClr>
            </a:pPr>
            <a:r>
              <a:rPr lang="en-US" altLang="en-US" dirty="0">
                <a:solidFill>
                  <a:schemeClr val="tx1"/>
                </a:solidFill>
              </a:rPr>
              <a:t>Date</a:t>
            </a:r>
          </a:p>
          <a:p>
            <a:pPr lvl="2">
              <a:buClr>
                <a:schemeClr val="tx1"/>
              </a:buClr>
            </a:pPr>
            <a:r>
              <a:rPr lang="en-US" altLang="en-US" dirty="0">
                <a:solidFill>
                  <a:schemeClr val="tx1"/>
                </a:solidFill>
              </a:rPr>
              <a:t>Conversion</a:t>
            </a:r>
          </a:p>
          <a:p>
            <a:pPr lvl="2">
              <a:buClr>
                <a:schemeClr val="tx1"/>
              </a:buClr>
            </a:pPr>
            <a:r>
              <a:rPr lang="en-US" altLang="en-US" dirty="0">
                <a:solidFill>
                  <a:schemeClr val="tx1"/>
                </a:solidFill>
              </a:rPr>
              <a:t>General</a:t>
            </a:r>
          </a:p>
          <a:p>
            <a:pPr lvl="1"/>
            <a:r>
              <a:rPr lang="en-US" altLang="en-US" b="1" dirty="0"/>
              <a:t>Multiple-Row Functions</a:t>
            </a:r>
          </a:p>
          <a:p>
            <a:pPr lvl="1"/>
            <a:r>
              <a:rPr lang="en-US" altLang="en-US" dirty="0"/>
              <a:t>Functions can manipulate groups of rows to give one result per group of rows. These functions are also known as </a:t>
            </a:r>
            <a:r>
              <a:rPr lang="en-US" altLang="en-US" i="1" dirty="0"/>
              <a:t>group functions</a:t>
            </a:r>
            <a:r>
              <a:rPr lang="en-US" altLang="en-US" dirty="0"/>
              <a:t> (covered in a later lesson).</a:t>
            </a:r>
          </a:p>
          <a:p>
            <a:pPr lvl="1"/>
            <a:r>
              <a:rPr lang="en-US" altLang="en-US" b="1" dirty="0"/>
              <a:t>Note:</a:t>
            </a:r>
            <a:r>
              <a:rPr lang="en-US" altLang="en-US" dirty="0"/>
              <a:t> For more information and a complete list of available functions and their syntax, see </a:t>
            </a:r>
            <a:r>
              <a:rPr lang="en-US" altLang="en-US" i="1" dirty="0"/>
              <a:t>Oracle SQL Reference</a:t>
            </a:r>
            <a:r>
              <a:rPr lang="en-US" altLang="en-US" dirty="0"/>
              <a:t>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40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2741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5000"/>
              </a:lnSpc>
            </a:pPr>
            <a:r>
              <a:rPr lang="en-US" altLang="en-US" dirty="0"/>
              <a:t>Single-Row Functions</a:t>
            </a:r>
          </a:p>
          <a:p>
            <a:pPr lvl="1">
              <a:lnSpc>
                <a:spcPct val="95000"/>
              </a:lnSpc>
            </a:pPr>
            <a:r>
              <a:rPr lang="en-US" altLang="en-US" dirty="0"/>
              <a:t>Single-row functions</a:t>
            </a:r>
            <a:r>
              <a:rPr lang="en-US" altLang="en-US" dirty="0">
                <a:solidFill>
                  <a:srgbClr val="FC0128"/>
                </a:solidFill>
              </a:rPr>
              <a:t> </a:t>
            </a:r>
            <a:r>
              <a:rPr lang="en-US" altLang="en-US" dirty="0"/>
              <a:t>are used to manipulate data items. </a:t>
            </a:r>
            <a:r>
              <a:rPr lang="en-US" altLang="en-US" dirty="0">
                <a:solidFill>
                  <a:schemeClr val="tx1"/>
                </a:solidFill>
              </a:rPr>
              <a:t>They accept one or more arguments and return one value for each row that is returned by the query. An argument can be one of the following:</a:t>
            </a:r>
          </a:p>
          <a:p>
            <a:pPr lvl="2">
              <a:lnSpc>
                <a:spcPct val="95000"/>
              </a:lnSpc>
            </a:pPr>
            <a:r>
              <a:rPr lang="en-US" altLang="en-US" dirty="0"/>
              <a:t>User-supplied constant</a:t>
            </a:r>
          </a:p>
          <a:p>
            <a:pPr lvl="2">
              <a:lnSpc>
                <a:spcPct val="95000"/>
              </a:lnSpc>
            </a:pPr>
            <a:r>
              <a:rPr lang="en-US" altLang="en-US" dirty="0"/>
              <a:t>Variable value </a:t>
            </a:r>
          </a:p>
          <a:p>
            <a:pPr lvl="2">
              <a:lnSpc>
                <a:spcPct val="95000"/>
              </a:lnSpc>
            </a:pPr>
            <a:r>
              <a:rPr lang="en-US" altLang="en-US" dirty="0"/>
              <a:t>Column name</a:t>
            </a:r>
          </a:p>
          <a:p>
            <a:pPr lvl="2">
              <a:lnSpc>
                <a:spcPct val="95000"/>
              </a:lnSpc>
            </a:pPr>
            <a:r>
              <a:rPr lang="en-US" altLang="en-US" dirty="0"/>
              <a:t>Expression</a:t>
            </a:r>
          </a:p>
          <a:p>
            <a:pPr lvl="1"/>
            <a:r>
              <a:rPr lang="en-US" altLang="en-US" dirty="0"/>
              <a:t>Features of single-row functions include:</a:t>
            </a:r>
          </a:p>
          <a:p>
            <a:pPr lvl="2">
              <a:lnSpc>
                <a:spcPct val="95000"/>
              </a:lnSpc>
            </a:pPr>
            <a:r>
              <a:rPr lang="en-US" altLang="en-US" dirty="0"/>
              <a:t>Acting on each row that is returned in the query</a:t>
            </a:r>
          </a:p>
          <a:p>
            <a:pPr lvl="2">
              <a:lnSpc>
                <a:spcPct val="95000"/>
              </a:lnSpc>
            </a:pPr>
            <a:r>
              <a:rPr lang="en-US" altLang="en-US" dirty="0"/>
              <a:t>Returning one result per row</a:t>
            </a:r>
          </a:p>
          <a:p>
            <a:pPr lvl="2">
              <a:lnSpc>
                <a:spcPct val="95000"/>
              </a:lnSpc>
            </a:pPr>
            <a:r>
              <a:rPr lang="en-US" altLang="en-US" dirty="0"/>
              <a:t>Possibly returning a data value of a different type than the one that is referenced</a:t>
            </a:r>
          </a:p>
          <a:p>
            <a:pPr lvl="2">
              <a:lnSpc>
                <a:spcPct val="95000"/>
              </a:lnSpc>
            </a:pPr>
            <a:r>
              <a:rPr lang="en-US" altLang="en-US" dirty="0"/>
              <a:t>Possibly expecting one or more arguments</a:t>
            </a:r>
          </a:p>
          <a:p>
            <a:pPr lvl="2">
              <a:lnSpc>
                <a:spcPct val="95000"/>
              </a:lnSpc>
            </a:pPr>
            <a:r>
              <a:rPr lang="en-US" altLang="en-US" dirty="0"/>
              <a:t>Can be used in </a:t>
            </a:r>
            <a:r>
              <a:rPr lang="en-US" altLang="en-US" dirty="0">
                <a:latin typeface="Courier New" pitchFamily="49" charset="0"/>
              </a:rPr>
              <a:t>SELECT</a:t>
            </a:r>
            <a:r>
              <a:rPr lang="en-US" altLang="en-US" dirty="0"/>
              <a:t>, </a:t>
            </a:r>
            <a:r>
              <a:rPr lang="en-US" altLang="en-US" dirty="0">
                <a:latin typeface="Courier New" pitchFamily="49" charset="0"/>
              </a:rPr>
              <a:t>WHERE</a:t>
            </a:r>
            <a:r>
              <a:rPr lang="en-US" altLang="en-US" dirty="0"/>
              <a:t>, and </a:t>
            </a:r>
            <a:r>
              <a:rPr lang="en-US" altLang="en-US" dirty="0">
                <a:latin typeface="Courier New" pitchFamily="49" charset="0"/>
              </a:rPr>
              <a:t>ORDER BY</a:t>
            </a:r>
            <a:r>
              <a:rPr lang="en-US" altLang="en-US" dirty="0"/>
              <a:t> clauses; can be nested</a:t>
            </a:r>
          </a:p>
          <a:p>
            <a:pPr lvl="1">
              <a:lnSpc>
                <a:spcPct val="95000"/>
              </a:lnSpc>
            </a:pPr>
            <a:r>
              <a:rPr lang="en-US" altLang="en-US" dirty="0"/>
              <a:t>In the syntax:</a:t>
            </a:r>
          </a:p>
          <a:p>
            <a:pPr lvl="2" algn="just">
              <a:lnSpc>
                <a:spcPct val="95000"/>
              </a:lnSpc>
              <a:buFontTx/>
              <a:buNone/>
            </a:pPr>
            <a:r>
              <a:rPr lang="en-US" altLang="en-US" i="1" dirty="0" err="1">
                <a:latin typeface="Courier New" pitchFamily="49" charset="0"/>
              </a:rPr>
              <a:t>function_name</a:t>
            </a:r>
            <a:r>
              <a:rPr lang="en-US" altLang="en-US" dirty="0">
                <a:latin typeface="Times" pitchFamily="18" charset="0"/>
              </a:rPr>
              <a:t>	is the name of the function</a:t>
            </a:r>
          </a:p>
          <a:p>
            <a:pPr lvl="2" algn="just">
              <a:lnSpc>
                <a:spcPct val="95000"/>
              </a:lnSpc>
              <a:buFontTx/>
              <a:buNone/>
            </a:pPr>
            <a:r>
              <a:rPr lang="en-US" altLang="en-US" i="1" dirty="0">
                <a:latin typeface="Courier New" pitchFamily="49" charset="0"/>
              </a:rPr>
              <a:t>arg1, arg2		</a:t>
            </a:r>
            <a:r>
              <a:rPr lang="en-US" altLang="en-US" dirty="0">
                <a:latin typeface="Times" pitchFamily="18" charset="0"/>
              </a:rPr>
              <a:t>is any argument to be used by the function. This can be 				represented by a column name or expression.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40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2741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5000"/>
              </a:lnSpc>
            </a:pPr>
            <a:r>
              <a:rPr lang="en-US" altLang="en-US" dirty="0"/>
              <a:t>Single-Row Functions</a:t>
            </a:r>
          </a:p>
          <a:p>
            <a:pPr lvl="1">
              <a:lnSpc>
                <a:spcPct val="95000"/>
              </a:lnSpc>
            </a:pPr>
            <a:r>
              <a:rPr lang="en-US" altLang="en-US" dirty="0"/>
              <a:t>Single-row functions</a:t>
            </a:r>
            <a:r>
              <a:rPr lang="en-US" altLang="en-US" dirty="0">
                <a:solidFill>
                  <a:srgbClr val="FC0128"/>
                </a:solidFill>
              </a:rPr>
              <a:t> </a:t>
            </a:r>
            <a:r>
              <a:rPr lang="en-US" altLang="en-US" dirty="0"/>
              <a:t>are used to manipulate data items. </a:t>
            </a:r>
            <a:r>
              <a:rPr lang="en-US" altLang="en-US" dirty="0">
                <a:solidFill>
                  <a:schemeClr val="tx1"/>
                </a:solidFill>
              </a:rPr>
              <a:t>They accept one or more arguments and return one value for each row that is returned by the query. An argument can be one of the following:</a:t>
            </a:r>
          </a:p>
          <a:p>
            <a:pPr lvl="2">
              <a:lnSpc>
                <a:spcPct val="95000"/>
              </a:lnSpc>
            </a:pPr>
            <a:r>
              <a:rPr lang="en-US" altLang="en-US" dirty="0"/>
              <a:t>User-supplied constant</a:t>
            </a:r>
          </a:p>
          <a:p>
            <a:pPr lvl="2">
              <a:lnSpc>
                <a:spcPct val="95000"/>
              </a:lnSpc>
            </a:pPr>
            <a:r>
              <a:rPr lang="en-US" altLang="en-US" dirty="0"/>
              <a:t>Variable value </a:t>
            </a:r>
          </a:p>
          <a:p>
            <a:pPr lvl="2">
              <a:lnSpc>
                <a:spcPct val="95000"/>
              </a:lnSpc>
            </a:pPr>
            <a:r>
              <a:rPr lang="en-US" altLang="en-US" dirty="0"/>
              <a:t>Column name</a:t>
            </a:r>
          </a:p>
          <a:p>
            <a:pPr lvl="2">
              <a:lnSpc>
                <a:spcPct val="95000"/>
              </a:lnSpc>
            </a:pPr>
            <a:r>
              <a:rPr lang="en-US" altLang="en-US" dirty="0"/>
              <a:t>Expression</a:t>
            </a:r>
          </a:p>
          <a:p>
            <a:pPr lvl="1"/>
            <a:r>
              <a:rPr lang="en-US" altLang="en-US" dirty="0"/>
              <a:t>Features of single-row functions include:</a:t>
            </a:r>
          </a:p>
          <a:p>
            <a:pPr lvl="2">
              <a:lnSpc>
                <a:spcPct val="95000"/>
              </a:lnSpc>
            </a:pPr>
            <a:r>
              <a:rPr lang="en-US" altLang="en-US" dirty="0"/>
              <a:t>Acting on each row that is returned in the query</a:t>
            </a:r>
          </a:p>
          <a:p>
            <a:pPr lvl="2">
              <a:lnSpc>
                <a:spcPct val="95000"/>
              </a:lnSpc>
            </a:pPr>
            <a:r>
              <a:rPr lang="en-US" altLang="en-US" dirty="0"/>
              <a:t>Returning one result per row</a:t>
            </a:r>
          </a:p>
          <a:p>
            <a:pPr lvl="2">
              <a:lnSpc>
                <a:spcPct val="95000"/>
              </a:lnSpc>
            </a:pPr>
            <a:r>
              <a:rPr lang="en-US" altLang="en-US" dirty="0"/>
              <a:t>Possibly returning a data value of a different type than the one that is referenced</a:t>
            </a:r>
          </a:p>
          <a:p>
            <a:pPr lvl="2">
              <a:lnSpc>
                <a:spcPct val="95000"/>
              </a:lnSpc>
            </a:pPr>
            <a:r>
              <a:rPr lang="en-US" altLang="en-US" dirty="0"/>
              <a:t>Possibly expecting one or more arguments</a:t>
            </a:r>
          </a:p>
          <a:p>
            <a:pPr lvl="2">
              <a:lnSpc>
                <a:spcPct val="95000"/>
              </a:lnSpc>
            </a:pPr>
            <a:r>
              <a:rPr lang="en-US" altLang="en-US" dirty="0"/>
              <a:t>Can be used in </a:t>
            </a:r>
            <a:r>
              <a:rPr lang="en-US" altLang="en-US" dirty="0">
                <a:latin typeface="Courier New" pitchFamily="49" charset="0"/>
              </a:rPr>
              <a:t>SELECT</a:t>
            </a:r>
            <a:r>
              <a:rPr lang="en-US" altLang="en-US" dirty="0"/>
              <a:t>, </a:t>
            </a:r>
            <a:r>
              <a:rPr lang="en-US" altLang="en-US" dirty="0">
                <a:latin typeface="Courier New" pitchFamily="49" charset="0"/>
              </a:rPr>
              <a:t>WHERE</a:t>
            </a:r>
            <a:r>
              <a:rPr lang="en-US" altLang="en-US" dirty="0"/>
              <a:t>, and </a:t>
            </a:r>
            <a:r>
              <a:rPr lang="en-US" altLang="en-US" dirty="0">
                <a:latin typeface="Courier New" pitchFamily="49" charset="0"/>
              </a:rPr>
              <a:t>ORDER BY</a:t>
            </a:r>
            <a:r>
              <a:rPr lang="en-US" altLang="en-US" dirty="0"/>
              <a:t> clauses; can be nested</a:t>
            </a:r>
          </a:p>
          <a:p>
            <a:pPr lvl="1">
              <a:lnSpc>
                <a:spcPct val="95000"/>
              </a:lnSpc>
            </a:pPr>
            <a:r>
              <a:rPr lang="en-US" altLang="en-US" dirty="0"/>
              <a:t>In the syntax:</a:t>
            </a:r>
          </a:p>
          <a:p>
            <a:pPr lvl="2" algn="just">
              <a:lnSpc>
                <a:spcPct val="95000"/>
              </a:lnSpc>
              <a:buFontTx/>
              <a:buNone/>
            </a:pPr>
            <a:r>
              <a:rPr lang="en-US" altLang="en-US" i="1" dirty="0" err="1">
                <a:latin typeface="Courier New" pitchFamily="49" charset="0"/>
              </a:rPr>
              <a:t>function_name</a:t>
            </a:r>
            <a:r>
              <a:rPr lang="en-US" altLang="en-US" dirty="0">
                <a:latin typeface="Times" pitchFamily="18" charset="0"/>
              </a:rPr>
              <a:t>	is the name of the function</a:t>
            </a:r>
          </a:p>
          <a:p>
            <a:pPr lvl="2" algn="just">
              <a:lnSpc>
                <a:spcPct val="95000"/>
              </a:lnSpc>
              <a:buFontTx/>
              <a:buNone/>
            </a:pPr>
            <a:r>
              <a:rPr lang="en-US" altLang="en-US" i="1" dirty="0">
                <a:latin typeface="Courier New" pitchFamily="49" charset="0"/>
              </a:rPr>
              <a:t>arg1, arg2		</a:t>
            </a:r>
            <a:r>
              <a:rPr lang="en-US" altLang="en-US" dirty="0">
                <a:latin typeface="Times" pitchFamily="18" charset="0"/>
              </a:rPr>
              <a:t>is any argument to be used by the function. This can be 				represented by a column name or expression.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8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4789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Single-Row Functions (continued)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This lesson covers the following single-row functions:</a:t>
            </a:r>
          </a:p>
          <a:p>
            <a:pPr lvl="2"/>
            <a:r>
              <a:rPr lang="en-US" altLang="en-US" b="1" dirty="0">
                <a:solidFill>
                  <a:schemeClr val="tx1"/>
                </a:solidFill>
              </a:rPr>
              <a:t>Character functions</a:t>
            </a:r>
            <a:r>
              <a:rPr lang="en-US" altLang="en-US" b="1" dirty="0">
                <a:solidFill>
                  <a:schemeClr val="tx1"/>
                </a:solidFill>
                <a:latin typeface="Symbol" pitchFamily="18" charset="2"/>
              </a:rPr>
              <a:t>:</a:t>
            </a:r>
            <a:r>
              <a:rPr lang="en-US" altLang="en-US" dirty="0">
                <a:solidFill>
                  <a:schemeClr val="tx1"/>
                </a:solidFill>
                <a:latin typeface="Symbol" pitchFamily="18" charset="2"/>
              </a:rPr>
              <a:t> A</a:t>
            </a:r>
            <a:r>
              <a:rPr lang="en-US" altLang="en-US" dirty="0">
                <a:solidFill>
                  <a:schemeClr val="tx1"/>
                </a:solidFill>
              </a:rPr>
              <a:t>ccept character input and can return both character and number values</a:t>
            </a:r>
          </a:p>
          <a:p>
            <a:pPr lvl="2"/>
            <a:r>
              <a:rPr lang="en-US" altLang="en-US" b="1" dirty="0">
                <a:solidFill>
                  <a:schemeClr val="tx1"/>
                </a:solidFill>
              </a:rPr>
              <a:t>Number functions</a:t>
            </a:r>
            <a:r>
              <a:rPr lang="en-US" altLang="en-US" b="1" dirty="0">
                <a:solidFill>
                  <a:schemeClr val="tx1"/>
                </a:solidFill>
                <a:latin typeface="Symbol" pitchFamily="18" charset="2"/>
              </a:rPr>
              <a:t>:</a:t>
            </a:r>
            <a:r>
              <a:rPr lang="en-US" altLang="en-US" dirty="0">
                <a:solidFill>
                  <a:schemeClr val="tx1"/>
                </a:solidFill>
                <a:latin typeface="Symbol" pitchFamily="18" charset="2"/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Accept numeric input and return numeric values</a:t>
            </a:r>
          </a:p>
          <a:p>
            <a:pPr lvl="2"/>
            <a:r>
              <a:rPr lang="en-US" altLang="en-US" b="1" dirty="0">
                <a:solidFill>
                  <a:schemeClr val="tx1"/>
                </a:solidFill>
              </a:rPr>
              <a:t>Date functions</a:t>
            </a:r>
            <a:r>
              <a:rPr lang="en-US" altLang="en-US" b="1" dirty="0">
                <a:solidFill>
                  <a:schemeClr val="tx1"/>
                </a:solidFill>
                <a:latin typeface="Symbol" pitchFamily="18" charset="2"/>
              </a:rPr>
              <a:t>:</a:t>
            </a:r>
            <a:r>
              <a:rPr lang="en-US" altLang="en-US" dirty="0">
                <a:solidFill>
                  <a:schemeClr val="tx1"/>
                </a:solidFill>
                <a:latin typeface="Symbol" pitchFamily="18" charset="2"/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Operate on values of the </a:t>
            </a:r>
            <a:r>
              <a:rPr lang="en-US" altLang="en-US" dirty="0">
                <a:solidFill>
                  <a:schemeClr val="tx1"/>
                </a:solidFill>
                <a:latin typeface="Courier New" pitchFamily="49" charset="0"/>
              </a:rPr>
              <a:t>DATE</a:t>
            </a:r>
            <a:r>
              <a:rPr lang="en-US" altLang="en-US" dirty="0">
                <a:solidFill>
                  <a:schemeClr val="tx1"/>
                </a:solidFill>
              </a:rPr>
              <a:t> data type (All date functions return a value of </a:t>
            </a:r>
            <a:r>
              <a:rPr lang="en-US" altLang="en-US" dirty="0">
                <a:solidFill>
                  <a:schemeClr val="tx1"/>
                </a:solidFill>
                <a:latin typeface="Courier New" pitchFamily="49" charset="0"/>
              </a:rPr>
              <a:t>DATE</a:t>
            </a:r>
            <a:r>
              <a:rPr lang="en-US" altLang="en-US" dirty="0">
                <a:solidFill>
                  <a:schemeClr val="tx1"/>
                </a:solidFill>
              </a:rPr>
              <a:t> data type except the </a:t>
            </a:r>
            <a:r>
              <a:rPr lang="en-US" altLang="en-US" dirty="0" err="1">
                <a:solidFill>
                  <a:schemeClr val="tx1"/>
                </a:solidFill>
                <a:latin typeface="Courier New" pitchFamily="49" charset="0"/>
              </a:rPr>
              <a:t>MONTHS_BETWEEN</a:t>
            </a:r>
            <a:r>
              <a:rPr lang="en-US" altLang="en-US" dirty="0">
                <a:solidFill>
                  <a:schemeClr val="tx1"/>
                </a:solidFill>
              </a:rPr>
              <a:t> function, which returns a number.)</a:t>
            </a:r>
          </a:p>
          <a:p>
            <a:pPr lvl="2"/>
            <a:r>
              <a:rPr lang="en-US" altLang="en-US" b="1" dirty="0">
                <a:solidFill>
                  <a:schemeClr val="tx1"/>
                </a:solidFill>
              </a:rPr>
              <a:t>Conversion functions</a:t>
            </a:r>
            <a:r>
              <a:rPr lang="en-US" altLang="en-US" b="1" dirty="0">
                <a:solidFill>
                  <a:schemeClr val="tx1"/>
                </a:solidFill>
                <a:latin typeface="Symbol" pitchFamily="18" charset="2"/>
              </a:rPr>
              <a:t>:</a:t>
            </a:r>
            <a:r>
              <a:rPr lang="en-US" altLang="en-US" dirty="0">
                <a:solidFill>
                  <a:schemeClr val="tx1"/>
                </a:solidFill>
                <a:latin typeface="Symbol" pitchFamily="18" charset="2"/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Convert a value from one data type to another</a:t>
            </a:r>
          </a:p>
          <a:p>
            <a:pPr lvl="2"/>
            <a:r>
              <a:rPr lang="en-US" altLang="en-US" b="1" dirty="0">
                <a:solidFill>
                  <a:schemeClr val="tx1"/>
                </a:solidFill>
              </a:rPr>
              <a:t>General functions:</a:t>
            </a:r>
          </a:p>
          <a:p>
            <a:pPr lvl="3"/>
            <a:r>
              <a:rPr lang="en-US" altLang="en-US" dirty="0" err="1">
                <a:solidFill>
                  <a:schemeClr val="tx1"/>
                </a:solidFill>
                <a:latin typeface="Courier New" pitchFamily="49" charset="0"/>
              </a:rPr>
              <a:t>NVL</a:t>
            </a:r>
            <a:endParaRPr lang="en-US" altLang="en-US" dirty="0">
              <a:solidFill>
                <a:schemeClr val="tx1"/>
              </a:solidFill>
              <a:latin typeface="Courier New" pitchFamily="49" charset="0"/>
            </a:endParaRPr>
          </a:p>
          <a:p>
            <a:pPr lvl="3"/>
            <a:r>
              <a:rPr lang="en-US" altLang="en-US" dirty="0">
                <a:solidFill>
                  <a:schemeClr val="tx1"/>
                </a:solidFill>
                <a:latin typeface="Courier New" pitchFamily="49" charset="0"/>
              </a:rPr>
              <a:t>NVL2</a:t>
            </a:r>
          </a:p>
          <a:p>
            <a:pPr lvl="3"/>
            <a:r>
              <a:rPr lang="en-US" altLang="en-US" dirty="0" err="1">
                <a:solidFill>
                  <a:schemeClr val="tx1"/>
                </a:solidFill>
                <a:latin typeface="Courier New" pitchFamily="49" charset="0"/>
              </a:rPr>
              <a:t>NULLIF</a:t>
            </a:r>
            <a:endParaRPr lang="en-US" altLang="en-US" dirty="0">
              <a:solidFill>
                <a:schemeClr val="tx1"/>
              </a:solidFill>
              <a:latin typeface="Courier New" pitchFamily="49" charset="0"/>
            </a:endParaRPr>
          </a:p>
          <a:p>
            <a:pPr lvl="3"/>
            <a:r>
              <a:rPr lang="en-US" altLang="en-US" dirty="0">
                <a:solidFill>
                  <a:schemeClr val="tx1"/>
                </a:solidFill>
                <a:latin typeface="Courier New" pitchFamily="49" charset="0"/>
              </a:rPr>
              <a:t>COALESCE</a:t>
            </a:r>
          </a:p>
          <a:p>
            <a:pPr lvl="3"/>
            <a:r>
              <a:rPr lang="en-US" altLang="en-US" dirty="0">
                <a:solidFill>
                  <a:schemeClr val="tx1"/>
                </a:solidFill>
                <a:latin typeface="Courier New" pitchFamily="49" charset="0"/>
              </a:rPr>
              <a:t>CASE</a:t>
            </a:r>
          </a:p>
          <a:p>
            <a:pPr lvl="3"/>
            <a:r>
              <a:rPr lang="en-US" altLang="en-US" dirty="0">
                <a:solidFill>
                  <a:schemeClr val="tx1"/>
                </a:solidFill>
                <a:latin typeface="Courier New" pitchFamily="49" charset="0"/>
              </a:rPr>
              <a:t>DECODE</a:t>
            </a:r>
            <a:endParaRPr lang="en-US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ChangeArrowheads="1"/>
          </p:cNvSpPr>
          <p:nvPr/>
        </p:nvSpPr>
        <p:spPr bwMode="auto">
          <a:xfrm>
            <a:off x="368903" y="5027789"/>
            <a:ext cx="5775863" cy="4075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638" tIns="42540" rIns="89638" bIns="42540"/>
          <a:lstStyle>
            <a:lvl1pPr algn="l" defTabSz="392113">
              <a:spcBef>
                <a:spcPct val="0"/>
              </a:spcBef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115888" algn="l" defTabSz="392113">
              <a:spcBef>
                <a:spcPct val="0"/>
              </a:spcBef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441325" indent="-211138" algn="l" defTabSz="392113">
              <a:spcBef>
                <a:spcPct val="0"/>
              </a:spcBef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835025" indent="-212725" algn="l" defTabSz="392113">
              <a:spcBef>
                <a:spcPct val="0"/>
              </a:spcBef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5688013" algn="l" defTabSz="392113">
              <a:spcBef>
                <a:spcPct val="0"/>
              </a:spcBef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6145213" defTabSz="392113" fontAlgn="base">
              <a:spcBef>
                <a:spcPct val="0"/>
              </a:spcBef>
              <a:spcAft>
                <a:spcPct val="0"/>
              </a:spcAft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6602413" defTabSz="392113" fontAlgn="base">
              <a:spcBef>
                <a:spcPct val="0"/>
              </a:spcBef>
              <a:spcAft>
                <a:spcPct val="0"/>
              </a:spcAft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7059613" defTabSz="392113" fontAlgn="base">
              <a:spcBef>
                <a:spcPct val="0"/>
              </a:spcBef>
              <a:spcAft>
                <a:spcPct val="0"/>
              </a:spcAft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7516813" defTabSz="392113" fontAlgn="base">
              <a:spcBef>
                <a:spcPct val="0"/>
              </a:spcBef>
              <a:spcAft>
                <a:spcPct val="0"/>
              </a:spcAft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hangingPunct="0">
              <a:lnSpc>
                <a:spcPct val="95000"/>
              </a:lnSpc>
              <a:spcBef>
                <a:spcPct val="30000"/>
              </a:spcBef>
            </a:pPr>
            <a:endParaRPr lang="en-US" altLang="en-US" sz="1100">
              <a:solidFill>
                <a:prstClr val="black"/>
              </a:solidFill>
            </a:endParaRPr>
          </a:p>
        </p:txBody>
      </p:sp>
      <p:sp>
        <p:nvSpPr>
          <p:cNvPr id="376835" name="Rectangle 3"/>
          <p:cNvSpPr>
            <a:spLocks noChangeArrowheads="1"/>
          </p:cNvSpPr>
          <p:nvPr/>
        </p:nvSpPr>
        <p:spPr bwMode="auto">
          <a:xfrm>
            <a:off x="3849547" y="-1698"/>
            <a:ext cx="2948129" cy="502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913" tIns="44956" rIns="89913" bIns="44956" anchor="ctr"/>
          <a:lstStyle/>
          <a:p>
            <a:endParaRPr lang="en-IE">
              <a:solidFill>
                <a:prstClr val="black"/>
              </a:solidFill>
            </a:endParaRPr>
          </a:p>
        </p:txBody>
      </p:sp>
      <p:sp>
        <p:nvSpPr>
          <p:cNvPr id="376836" name="Rectangle 4"/>
          <p:cNvSpPr>
            <a:spLocks noChangeArrowheads="1"/>
          </p:cNvSpPr>
          <p:nvPr/>
        </p:nvSpPr>
        <p:spPr bwMode="auto">
          <a:xfrm>
            <a:off x="-1543" y="-1698"/>
            <a:ext cx="2943498" cy="502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913" tIns="44956" rIns="89913" bIns="44956" anchor="ctr"/>
          <a:lstStyle/>
          <a:p>
            <a:endParaRPr lang="en-IE">
              <a:solidFill>
                <a:prstClr val="black"/>
              </a:solidFill>
            </a:endParaRPr>
          </a:p>
        </p:txBody>
      </p:sp>
      <p:graphicFrame>
        <p:nvGraphicFramePr>
          <p:cNvPr id="376837" name="Object 5"/>
          <p:cNvGraphicFramePr>
            <a:graphicFrameLocks/>
          </p:cNvGraphicFramePr>
          <p:nvPr/>
        </p:nvGraphicFramePr>
        <p:xfrm>
          <a:off x="444535" y="6584857"/>
          <a:ext cx="6029000" cy="266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6397920" imgH="2575440" progId="Word.Document.8">
                  <p:embed/>
                </p:oleObj>
              </mc:Choice>
              <mc:Fallback>
                <p:oleObj name="Document" r:id="rId3" imgW="6397920" imgH="2575440" progId="Word.Document.8">
                  <p:embed/>
                  <p:pic>
                    <p:nvPicPr>
                      <p:cNvPr id="376837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535" y="6584857"/>
                        <a:ext cx="6029000" cy="266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6842" name="Rectangle 10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6843" name="Rectangle 11"/>
          <p:cNvSpPr>
            <a:spLocks noGrp="1" noChangeArrowheads="1"/>
          </p:cNvSpPr>
          <p:nvPr>
            <p:ph type="body" idx="1"/>
          </p:nvPr>
        </p:nvSpPr>
        <p:spPr>
          <a:xfrm>
            <a:off x="592713" y="5470967"/>
            <a:ext cx="5664729" cy="3708439"/>
          </a:xfrm>
        </p:spPr>
        <p:txBody>
          <a:bodyPr/>
          <a:lstStyle/>
          <a:p>
            <a:pPr eaLnBrk="0" hangingPunct="0">
              <a:lnSpc>
                <a:spcPct val="95000"/>
              </a:lnSpc>
              <a:spcBef>
                <a:spcPct val="30000"/>
              </a:spcBef>
              <a:buSzTx/>
              <a:buFontTx/>
              <a:buNone/>
            </a:pPr>
            <a:r>
              <a:rPr lang="en-US" altLang="en-US"/>
              <a:t>Character Functions</a:t>
            </a:r>
          </a:p>
          <a:p>
            <a:pPr lvl="1" eaLnBrk="0" hangingPunct="0">
              <a:lnSpc>
                <a:spcPct val="95000"/>
              </a:lnSpc>
              <a:spcBef>
                <a:spcPct val="30000"/>
              </a:spcBef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Single-row character functions</a:t>
            </a:r>
            <a:r>
              <a:rPr lang="en-US" altLang="en-US">
                <a:solidFill>
                  <a:srgbClr val="FC0128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accept character data as input and can return both character and numeric values. Character functions can be divided into the following:</a:t>
            </a:r>
          </a:p>
          <a:p>
            <a:pPr lvl="2" eaLnBrk="0" hangingPunct="0">
              <a:lnSpc>
                <a:spcPct val="95000"/>
              </a:lnSpc>
              <a:buClr>
                <a:schemeClr val="tx1"/>
              </a:buClr>
              <a:buSzTx/>
            </a:pPr>
            <a:r>
              <a:rPr lang="en-US" altLang="en-US">
                <a:solidFill>
                  <a:schemeClr val="tx1"/>
                </a:solidFill>
              </a:rPr>
              <a:t>Case-manipulation functions</a:t>
            </a:r>
          </a:p>
          <a:p>
            <a:pPr lvl="2" eaLnBrk="0" hangingPunct="0">
              <a:lnSpc>
                <a:spcPct val="95000"/>
              </a:lnSpc>
              <a:buClr>
                <a:schemeClr val="tx1"/>
              </a:buClr>
              <a:buSzTx/>
            </a:pPr>
            <a:r>
              <a:rPr lang="en-US" altLang="en-US">
                <a:solidFill>
                  <a:schemeClr val="tx1"/>
                </a:solidFill>
              </a:rPr>
              <a:t>Character-manipulation functions</a:t>
            </a:r>
          </a:p>
          <a:p>
            <a:pPr lvl="1" eaLnBrk="0" hangingPunct="0">
              <a:spcBef>
                <a:spcPct val="30000"/>
              </a:spcBef>
              <a:buSzTx/>
              <a:buFontTx/>
              <a:buNone/>
            </a:pP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endParaRPr lang="en-US" altLang="en-US" b="1">
              <a:solidFill>
                <a:schemeClr val="tx1"/>
              </a:solidFill>
            </a:endParaRPr>
          </a:p>
          <a:p>
            <a:pPr lvl="1" eaLnBrk="0" hangingPunct="0">
              <a:spcBef>
                <a:spcPct val="30000"/>
              </a:spcBef>
              <a:buSzTx/>
              <a:buFontTx/>
              <a:buNone/>
            </a:pPr>
            <a:r>
              <a:rPr lang="en-US" altLang="en-US" b="1">
                <a:solidFill>
                  <a:schemeClr val="tx1"/>
                </a:solidFill>
              </a:rPr>
              <a:t>Note: </a:t>
            </a:r>
            <a:r>
              <a:rPr lang="en-US" altLang="en-US">
                <a:solidFill>
                  <a:schemeClr val="tx1"/>
                </a:solidFill>
              </a:rPr>
              <a:t>The functions discussed in this lesson are only some of the available functions.</a:t>
            </a:r>
            <a:endParaRPr lang="en-US" altLang="en-US"/>
          </a:p>
        </p:txBody>
      </p:sp>
      <p:sp>
        <p:nvSpPr>
          <p:cNvPr id="376839" name="Rectangle 7"/>
          <p:cNvSpPr>
            <a:spLocks noChangeArrowheads="1"/>
          </p:cNvSpPr>
          <p:nvPr/>
        </p:nvSpPr>
        <p:spPr bwMode="auto">
          <a:xfrm>
            <a:off x="512450" y="5032882"/>
            <a:ext cx="182136" cy="468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913" tIns="44956" rIns="89913" bIns="44956" anchor="ctr"/>
          <a:lstStyle/>
          <a:p>
            <a:endParaRPr lang="en-IE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86478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ChangeArrowheads="1"/>
          </p:cNvSpPr>
          <p:nvPr/>
        </p:nvSpPr>
        <p:spPr bwMode="auto">
          <a:xfrm>
            <a:off x="368903" y="5027789"/>
            <a:ext cx="5775863" cy="4075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638" tIns="42540" rIns="89638" bIns="42540"/>
          <a:lstStyle>
            <a:lvl1pPr algn="l" defTabSz="392113">
              <a:spcBef>
                <a:spcPct val="0"/>
              </a:spcBef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115888" algn="l" defTabSz="392113">
              <a:spcBef>
                <a:spcPct val="0"/>
              </a:spcBef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441325" indent="-211138" algn="l" defTabSz="392113">
              <a:spcBef>
                <a:spcPct val="0"/>
              </a:spcBef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835025" indent="-212725" algn="l" defTabSz="392113">
              <a:spcBef>
                <a:spcPct val="0"/>
              </a:spcBef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5688013" algn="l" defTabSz="392113">
              <a:spcBef>
                <a:spcPct val="0"/>
              </a:spcBef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6145213" defTabSz="392113" fontAlgn="base">
              <a:spcBef>
                <a:spcPct val="0"/>
              </a:spcBef>
              <a:spcAft>
                <a:spcPct val="0"/>
              </a:spcAft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6602413" defTabSz="392113" fontAlgn="base">
              <a:spcBef>
                <a:spcPct val="0"/>
              </a:spcBef>
              <a:spcAft>
                <a:spcPct val="0"/>
              </a:spcAft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7059613" defTabSz="392113" fontAlgn="base">
              <a:spcBef>
                <a:spcPct val="0"/>
              </a:spcBef>
              <a:spcAft>
                <a:spcPct val="0"/>
              </a:spcAft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7516813" defTabSz="392113" fontAlgn="base">
              <a:spcBef>
                <a:spcPct val="0"/>
              </a:spcBef>
              <a:spcAft>
                <a:spcPct val="0"/>
              </a:spcAft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hangingPunct="0">
              <a:lnSpc>
                <a:spcPct val="95000"/>
              </a:lnSpc>
              <a:spcBef>
                <a:spcPct val="30000"/>
              </a:spcBef>
            </a:pPr>
            <a:endParaRPr lang="en-US" altLang="en-US" sz="1100">
              <a:solidFill>
                <a:prstClr val="black"/>
              </a:solidFill>
            </a:endParaRPr>
          </a:p>
        </p:txBody>
      </p:sp>
      <p:sp>
        <p:nvSpPr>
          <p:cNvPr id="376835" name="Rectangle 3"/>
          <p:cNvSpPr>
            <a:spLocks noChangeArrowheads="1"/>
          </p:cNvSpPr>
          <p:nvPr/>
        </p:nvSpPr>
        <p:spPr bwMode="auto">
          <a:xfrm>
            <a:off x="3849547" y="-1698"/>
            <a:ext cx="2948129" cy="502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913" tIns="44956" rIns="89913" bIns="44956" anchor="ctr"/>
          <a:lstStyle/>
          <a:p>
            <a:endParaRPr lang="en-IE">
              <a:solidFill>
                <a:prstClr val="black"/>
              </a:solidFill>
            </a:endParaRPr>
          </a:p>
        </p:txBody>
      </p:sp>
      <p:sp>
        <p:nvSpPr>
          <p:cNvPr id="376836" name="Rectangle 4"/>
          <p:cNvSpPr>
            <a:spLocks noChangeArrowheads="1"/>
          </p:cNvSpPr>
          <p:nvPr/>
        </p:nvSpPr>
        <p:spPr bwMode="auto">
          <a:xfrm>
            <a:off x="-1543" y="-1698"/>
            <a:ext cx="2943498" cy="502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913" tIns="44956" rIns="89913" bIns="44956" anchor="ctr"/>
          <a:lstStyle/>
          <a:p>
            <a:endParaRPr lang="en-IE">
              <a:solidFill>
                <a:prstClr val="black"/>
              </a:solidFill>
            </a:endParaRPr>
          </a:p>
        </p:txBody>
      </p:sp>
      <p:graphicFrame>
        <p:nvGraphicFramePr>
          <p:cNvPr id="376837" name="Object 5"/>
          <p:cNvGraphicFramePr>
            <a:graphicFrameLocks/>
          </p:cNvGraphicFramePr>
          <p:nvPr/>
        </p:nvGraphicFramePr>
        <p:xfrm>
          <a:off x="444535" y="6584857"/>
          <a:ext cx="6029000" cy="266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6397920" imgH="2575440" progId="Word.Document.8">
                  <p:embed/>
                </p:oleObj>
              </mc:Choice>
              <mc:Fallback>
                <p:oleObj name="Document" r:id="rId3" imgW="6397920" imgH="2575440" progId="Word.Document.8">
                  <p:embed/>
                  <p:pic>
                    <p:nvPicPr>
                      <p:cNvPr id="376837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535" y="6584857"/>
                        <a:ext cx="6029000" cy="266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6842" name="Rectangle 10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6843" name="Rectangle 11"/>
          <p:cNvSpPr>
            <a:spLocks noGrp="1" noChangeArrowheads="1"/>
          </p:cNvSpPr>
          <p:nvPr>
            <p:ph type="body" idx="1"/>
          </p:nvPr>
        </p:nvSpPr>
        <p:spPr>
          <a:xfrm>
            <a:off x="592713" y="5470967"/>
            <a:ext cx="5664729" cy="3708439"/>
          </a:xfrm>
        </p:spPr>
        <p:txBody>
          <a:bodyPr/>
          <a:lstStyle/>
          <a:p>
            <a:pPr eaLnBrk="0" hangingPunct="0">
              <a:lnSpc>
                <a:spcPct val="95000"/>
              </a:lnSpc>
              <a:spcBef>
                <a:spcPct val="30000"/>
              </a:spcBef>
              <a:buSzTx/>
              <a:buFontTx/>
              <a:buNone/>
            </a:pPr>
            <a:r>
              <a:rPr lang="en-US" altLang="en-US"/>
              <a:t>Character Functions</a:t>
            </a:r>
          </a:p>
          <a:p>
            <a:pPr lvl="1" eaLnBrk="0" hangingPunct="0">
              <a:lnSpc>
                <a:spcPct val="95000"/>
              </a:lnSpc>
              <a:spcBef>
                <a:spcPct val="30000"/>
              </a:spcBef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Single-row character functions</a:t>
            </a:r>
            <a:r>
              <a:rPr lang="en-US" altLang="en-US">
                <a:solidFill>
                  <a:srgbClr val="FC0128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accept character data as input and can return both character and numeric values. Character functions can be divided into the following:</a:t>
            </a:r>
          </a:p>
          <a:p>
            <a:pPr lvl="2" eaLnBrk="0" hangingPunct="0">
              <a:lnSpc>
                <a:spcPct val="95000"/>
              </a:lnSpc>
              <a:buClr>
                <a:schemeClr val="tx1"/>
              </a:buClr>
              <a:buSzTx/>
            </a:pPr>
            <a:r>
              <a:rPr lang="en-US" altLang="en-US">
                <a:solidFill>
                  <a:schemeClr val="tx1"/>
                </a:solidFill>
              </a:rPr>
              <a:t>Case-manipulation functions</a:t>
            </a:r>
          </a:p>
          <a:p>
            <a:pPr lvl="2" eaLnBrk="0" hangingPunct="0">
              <a:lnSpc>
                <a:spcPct val="95000"/>
              </a:lnSpc>
              <a:buClr>
                <a:schemeClr val="tx1"/>
              </a:buClr>
              <a:buSzTx/>
            </a:pPr>
            <a:r>
              <a:rPr lang="en-US" altLang="en-US">
                <a:solidFill>
                  <a:schemeClr val="tx1"/>
                </a:solidFill>
              </a:rPr>
              <a:t>Character-manipulation functions</a:t>
            </a:r>
          </a:p>
          <a:p>
            <a:pPr lvl="1" eaLnBrk="0" hangingPunct="0">
              <a:spcBef>
                <a:spcPct val="30000"/>
              </a:spcBef>
              <a:buSzTx/>
              <a:buFontTx/>
              <a:buNone/>
            </a:pP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endParaRPr lang="en-US" altLang="en-US" b="1">
              <a:solidFill>
                <a:schemeClr val="tx1"/>
              </a:solidFill>
            </a:endParaRPr>
          </a:p>
          <a:p>
            <a:pPr lvl="1" eaLnBrk="0" hangingPunct="0">
              <a:spcBef>
                <a:spcPct val="30000"/>
              </a:spcBef>
              <a:buSzTx/>
              <a:buFontTx/>
              <a:buNone/>
            </a:pPr>
            <a:r>
              <a:rPr lang="en-US" altLang="en-US" b="1">
                <a:solidFill>
                  <a:schemeClr val="tx1"/>
                </a:solidFill>
              </a:rPr>
              <a:t>Note: </a:t>
            </a:r>
            <a:r>
              <a:rPr lang="en-US" altLang="en-US">
                <a:solidFill>
                  <a:schemeClr val="tx1"/>
                </a:solidFill>
              </a:rPr>
              <a:t>The functions discussed in this lesson are only some of the available functions.</a:t>
            </a:r>
            <a:endParaRPr lang="en-US" altLang="en-US"/>
          </a:p>
        </p:txBody>
      </p:sp>
      <p:sp>
        <p:nvSpPr>
          <p:cNvPr id="376839" name="Rectangle 7"/>
          <p:cNvSpPr>
            <a:spLocks noChangeArrowheads="1"/>
          </p:cNvSpPr>
          <p:nvPr/>
        </p:nvSpPr>
        <p:spPr bwMode="auto">
          <a:xfrm>
            <a:off x="512450" y="5032882"/>
            <a:ext cx="182136" cy="468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913" tIns="44956" rIns="89913" bIns="44956" anchor="ctr"/>
          <a:lstStyle/>
          <a:p>
            <a:endParaRPr lang="en-IE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ChangeArrowheads="1"/>
          </p:cNvSpPr>
          <p:nvPr/>
        </p:nvSpPr>
        <p:spPr bwMode="auto">
          <a:xfrm>
            <a:off x="368903" y="5027789"/>
            <a:ext cx="5775863" cy="4075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638" tIns="42540" rIns="89638" bIns="42540"/>
          <a:lstStyle>
            <a:lvl1pPr algn="l" defTabSz="392113">
              <a:spcBef>
                <a:spcPct val="0"/>
              </a:spcBef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115888" algn="l" defTabSz="392113">
              <a:spcBef>
                <a:spcPct val="0"/>
              </a:spcBef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441325" indent="-211138" algn="l" defTabSz="392113">
              <a:spcBef>
                <a:spcPct val="0"/>
              </a:spcBef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835025" indent="-212725" algn="l" defTabSz="392113">
              <a:spcBef>
                <a:spcPct val="0"/>
              </a:spcBef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5688013" algn="l" defTabSz="392113">
              <a:spcBef>
                <a:spcPct val="0"/>
              </a:spcBef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6145213" defTabSz="392113" fontAlgn="base">
              <a:spcBef>
                <a:spcPct val="0"/>
              </a:spcBef>
              <a:spcAft>
                <a:spcPct val="0"/>
              </a:spcAft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6602413" defTabSz="392113" fontAlgn="base">
              <a:spcBef>
                <a:spcPct val="0"/>
              </a:spcBef>
              <a:spcAft>
                <a:spcPct val="0"/>
              </a:spcAft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7059613" defTabSz="392113" fontAlgn="base">
              <a:spcBef>
                <a:spcPct val="0"/>
              </a:spcBef>
              <a:spcAft>
                <a:spcPct val="0"/>
              </a:spcAft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7516813" defTabSz="392113" fontAlgn="base">
              <a:spcBef>
                <a:spcPct val="0"/>
              </a:spcBef>
              <a:spcAft>
                <a:spcPct val="0"/>
              </a:spcAft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hangingPunct="0">
              <a:lnSpc>
                <a:spcPct val="95000"/>
              </a:lnSpc>
              <a:spcBef>
                <a:spcPct val="30000"/>
              </a:spcBef>
            </a:pPr>
            <a:endParaRPr lang="en-US" altLang="en-US" sz="1100">
              <a:solidFill>
                <a:prstClr val="black"/>
              </a:solidFill>
            </a:endParaRPr>
          </a:p>
        </p:txBody>
      </p:sp>
      <p:sp>
        <p:nvSpPr>
          <p:cNvPr id="376835" name="Rectangle 3"/>
          <p:cNvSpPr>
            <a:spLocks noChangeArrowheads="1"/>
          </p:cNvSpPr>
          <p:nvPr/>
        </p:nvSpPr>
        <p:spPr bwMode="auto">
          <a:xfrm>
            <a:off x="3849547" y="-1698"/>
            <a:ext cx="2948129" cy="502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913" tIns="44956" rIns="89913" bIns="44956" anchor="ctr"/>
          <a:lstStyle/>
          <a:p>
            <a:endParaRPr lang="en-IE">
              <a:solidFill>
                <a:prstClr val="black"/>
              </a:solidFill>
            </a:endParaRPr>
          </a:p>
        </p:txBody>
      </p:sp>
      <p:sp>
        <p:nvSpPr>
          <p:cNvPr id="376836" name="Rectangle 4"/>
          <p:cNvSpPr>
            <a:spLocks noChangeArrowheads="1"/>
          </p:cNvSpPr>
          <p:nvPr/>
        </p:nvSpPr>
        <p:spPr bwMode="auto">
          <a:xfrm>
            <a:off x="-1543" y="-1698"/>
            <a:ext cx="2943498" cy="502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913" tIns="44956" rIns="89913" bIns="44956" anchor="ctr"/>
          <a:lstStyle/>
          <a:p>
            <a:endParaRPr lang="en-IE">
              <a:solidFill>
                <a:prstClr val="black"/>
              </a:solidFill>
            </a:endParaRPr>
          </a:p>
        </p:txBody>
      </p:sp>
      <p:graphicFrame>
        <p:nvGraphicFramePr>
          <p:cNvPr id="376837" name="Object 5"/>
          <p:cNvGraphicFramePr>
            <a:graphicFrameLocks/>
          </p:cNvGraphicFramePr>
          <p:nvPr/>
        </p:nvGraphicFramePr>
        <p:xfrm>
          <a:off x="444535" y="6584857"/>
          <a:ext cx="6029000" cy="266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6397920" imgH="2575440" progId="Word.Document.8">
                  <p:embed/>
                </p:oleObj>
              </mc:Choice>
              <mc:Fallback>
                <p:oleObj name="Document" r:id="rId3" imgW="6397920" imgH="2575440" progId="Word.Document.8">
                  <p:embed/>
                  <p:pic>
                    <p:nvPicPr>
                      <p:cNvPr id="376837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535" y="6584857"/>
                        <a:ext cx="6029000" cy="266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6842" name="Rectangle 10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6843" name="Rectangle 11"/>
          <p:cNvSpPr>
            <a:spLocks noGrp="1" noChangeArrowheads="1"/>
          </p:cNvSpPr>
          <p:nvPr>
            <p:ph type="body" idx="1"/>
          </p:nvPr>
        </p:nvSpPr>
        <p:spPr>
          <a:xfrm>
            <a:off x="592713" y="5470967"/>
            <a:ext cx="5664729" cy="3708439"/>
          </a:xfrm>
        </p:spPr>
        <p:txBody>
          <a:bodyPr/>
          <a:lstStyle/>
          <a:p>
            <a:pPr eaLnBrk="0" hangingPunct="0">
              <a:lnSpc>
                <a:spcPct val="95000"/>
              </a:lnSpc>
              <a:spcBef>
                <a:spcPct val="30000"/>
              </a:spcBef>
              <a:buSzTx/>
              <a:buFontTx/>
              <a:buNone/>
            </a:pPr>
            <a:r>
              <a:rPr lang="en-US" altLang="en-US"/>
              <a:t>Character Functions</a:t>
            </a:r>
          </a:p>
          <a:p>
            <a:pPr lvl="1" eaLnBrk="0" hangingPunct="0">
              <a:lnSpc>
                <a:spcPct val="95000"/>
              </a:lnSpc>
              <a:spcBef>
                <a:spcPct val="30000"/>
              </a:spcBef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Single-row character functions</a:t>
            </a:r>
            <a:r>
              <a:rPr lang="en-US" altLang="en-US">
                <a:solidFill>
                  <a:srgbClr val="FC0128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accept character data as input and can return both character and numeric values. Character functions can be divided into the following:</a:t>
            </a:r>
          </a:p>
          <a:p>
            <a:pPr lvl="2" eaLnBrk="0" hangingPunct="0">
              <a:lnSpc>
                <a:spcPct val="95000"/>
              </a:lnSpc>
              <a:buClr>
                <a:schemeClr val="tx1"/>
              </a:buClr>
              <a:buSzTx/>
            </a:pPr>
            <a:r>
              <a:rPr lang="en-US" altLang="en-US">
                <a:solidFill>
                  <a:schemeClr val="tx1"/>
                </a:solidFill>
              </a:rPr>
              <a:t>Case-manipulation functions</a:t>
            </a:r>
          </a:p>
          <a:p>
            <a:pPr lvl="2" eaLnBrk="0" hangingPunct="0">
              <a:lnSpc>
                <a:spcPct val="95000"/>
              </a:lnSpc>
              <a:buClr>
                <a:schemeClr val="tx1"/>
              </a:buClr>
              <a:buSzTx/>
            </a:pPr>
            <a:r>
              <a:rPr lang="en-US" altLang="en-US">
                <a:solidFill>
                  <a:schemeClr val="tx1"/>
                </a:solidFill>
              </a:rPr>
              <a:t>Character-manipulation functions</a:t>
            </a:r>
          </a:p>
          <a:p>
            <a:pPr lvl="1" eaLnBrk="0" hangingPunct="0">
              <a:spcBef>
                <a:spcPct val="30000"/>
              </a:spcBef>
              <a:buSzTx/>
              <a:buFontTx/>
              <a:buNone/>
            </a:pP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endParaRPr lang="en-US" altLang="en-US" b="1">
              <a:solidFill>
                <a:schemeClr val="tx1"/>
              </a:solidFill>
            </a:endParaRPr>
          </a:p>
          <a:p>
            <a:pPr lvl="1" eaLnBrk="0" hangingPunct="0">
              <a:spcBef>
                <a:spcPct val="30000"/>
              </a:spcBef>
              <a:buSzTx/>
              <a:buFontTx/>
              <a:buNone/>
            </a:pPr>
            <a:r>
              <a:rPr lang="en-US" altLang="en-US" b="1">
                <a:solidFill>
                  <a:schemeClr val="tx1"/>
                </a:solidFill>
              </a:rPr>
              <a:t>Note: </a:t>
            </a:r>
            <a:r>
              <a:rPr lang="en-US" altLang="en-US">
                <a:solidFill>
                  <a:schemeClr val="tx1"/>
                </a:solidFill>
              </a:rPr>
              <a:t>The functions discussed in this lesson are only some of the available functions.</a:t>
            </a:r>
            <a:endParaRPr lang="en-US" altLang="en-US"/>
          </a:p>
        </p:txBody>
      </p:sp>
      <p:sp>
        <p:nvSpPr>
          <p:cNvPr id="376839" name="Rectangle 7"/>
          <p:cNvSpPr>
            <a:spLocks noChangeArrowheads="1"/>
          </p:cNvSpPr>
          <p:nvPr/>
        </p:nvSpPr>
        <p:spPr bwMode="auto">
          <a:xfrm>
            <a:off x="512450" y="5032882"/>
            <a:ext cx="182136" cy="468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913" tIns="44956" rIns="89913" bIns="44956" anchor="ctr"/>
          <a:lstStyle/>
          <a:p>
            <a:endParaRPr lang="en-IE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ChangeArrowheads="1"/>
          </p:cNvSpPr>
          <p:nvPr/>
        </p:nvSpPr>
        <p:spPr bwMode="auto">
          <a:xfrm>
            <a:off x="368903" y="5027789"/>
            <a:ext cx="5775863" cy="4075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638" tIns="42540" rIns="89638" bIns="42540"/>
          <a:lstStyle>
            <a:lvl1pPr algn="l" defTabSz="392113">
              <a:spcBef>
                <a:spcPct val="0"/>
              </a:spcBef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115888" algn="l" defTabSz="392113">
              <a:spcBef>
                <a:spcPct val="0"/>
              </a:spcBef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441325" indent="-211138" algn="l" defTabSz="392113">
              <a:spcBef>
                <a:spcPct val="0"/>
              </a:spcBef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835025" indent="-212725" algn="l" defTabSz="392113">
              <a:spcBef>
                <a:spcPct val="0"/>
              </a:spcBef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5688013" algn="l" defTabSz="392113">
              <a:spcBef>
                <a:spcPct val="0"/>
              </a:spcBef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6145213" defTabSz="392113" fontAlgn="base">
              <a:spcBef>
                <a:spcPct val="0"/>
              </a:spcBef>
              <a:spcAft>
                <a:spcPct val="0"/>
              </a:spcAft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6602413" defTabSz="392113" fontAlgn="base">
              <a:spcBef>
                <a:spcPct val="0"/>
              </a:spcBef>
              <a:spcAft>
                <a:spcPct val="0"/>
              </a:spcAft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7059613" defTabSz="392113" fontAlgn="base">
              <a:spcBef>
                <a:spcPct val="0"/>
              </a:spcBef>
              <a:spcAft>
                <a:spcPct val="0"/>
              </a:spcAft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7516813" defTabSz="392113" fontAlgn="base">
              <a:spcBef>
                <a:spcPct val="0"/>
              </a:spcBef>
              <a:spcAft>
                <a:spcPct val="0"/>
              </a:spcAft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hangingPunct="0">
              <a:lnSpc>
                <a:spcPct val="95000"/>
              </a:lnSpc>
              <a:spcBef>
                <a:spcPct val="30000"/>
              </a:spcBef>
            </a:pPr>
            <a:endParaRPr lang="en-US" altLang="en-US" sz="1100">
              <a:solidFill>
                <a:prstClr val="black"/>
              </a:solidFill>
            </a:endParaRPr>
          </a:p>
        </p:txBody>
      </p:sp>
      <p:sp>
        <p:nvSpPr>
          <p:cNvPr id="376835" name="Rectangle 3"/>
          <p:cNvSpPr>
            <a:spLocks noChangeArrowheads="1"/>
          </p:cNvSpPr>
          <p:nvPr/>
        </p:nvSpPr>
        <p:spPr bwMode="auto">
          <a:xfrm>
            <a:off x="3849547" y="-1698"/>
            <a:ext cx="2948129" cy="502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913" tIns="44956" rIns="89913" bIns="44956" anchor="ctr"/>
          <a:lstStyle/>
          <a:p>
            <a:endParaRPr lang="en-IE">
              <a:solidFill>
                <a:prstClr val="black"/>
              </a:solidFill>
            </a:endParaRPr>
          </a:p>
        </p:txBody>
      </p:sp>
      <p:sp>
        <p:nvSpPr>
          <p:cNvPr id="376836" name="Rectangle 4"/>
          <p:cNvSpPr>
            <a:spLocks noChangeArrowheads="1"/>
          </p:cNvSpPr>
          <p:nvPr/>
        </p:nvSpPr>
        <p:spPr bwMode="auto">
          <a:xfrm>
            <a:off x="-1543" y="-1698"/>
            <a:ext cx="2943498" cy="502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913" tIns="44956" rIns="89913" bIns="44956" anchor="ctr"/>
          <a:lstStyle/>
          <a:p>
            <a:endParaRPr lang="en-IE">
              <a:solidFill>
                <a:prstClr val="black"/>
              </a:solidFill>
            </a:endParaRPr>
          </a:p>
        </p:txBody>
      </p:sp>
      <p:graphicFrame>
        <p:nvGraphicFramePr>
          <p:cNvPr id="376837" name="Object 5"/>
          <p:cNvGraphicFramePr>
            <a:graphicFrameLocks/>
          </p:cNvGraphicFramePr>
          <p:nvPr/>
        </p:nvGraphicFramePr>
        <p:xfrm>
          <a:off x="444535" y="6584857"/>
          <a:ext cx="6029000" cy="266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6397920" imgH="2575440" progId="Word.Document.8">
                  <p:embed/>
                </p:oleObj>
              </mc:Choice>
              <mc:Fallback>
                <p:oleObj name="Document" r:id="rId3" imgW="6397920" imgH="2575440" progId="Word.Document.8">
                  <p:embed/>
                  <p:pic>
                    <p:nvPicPr>
                      <p:cNvPr id="376837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535" y="6584857"/>
                        <a:ext cx="6029000" cy="266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6842" name="Rectangle 10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6843" name="Rectangle 11"/>
          <p:cNvSpPr>
            <a:spLocks noGrp="1" noChangeArrowheads="1"/>
          </p:cNvSpPr>
          <p:nvPr>
            <p:ph type="body" idx="1"/>
          </p:nvPr>
        </p:nvSpPr>
        <p:spPr>
          <a:xfrm>
            <a:off x="592713" y="5470967"/>
            <a:ext cx="5664729" cy="3708439"/>
          </a:xfrm>
        </p:spPr>
        <p:txBody>
          <a:bodyPr/>
          <a:lstStyle/>
          <a:p>
            <a:pPr eaLnBrk="0" hangingPunct="0">
              <a:lnSpc>
                <a:spcPct val="95000"/>
              </a:lnSpc>
              <a:spcBef>
                <a:spcPct val="30000"/>
              </a:spcBef>
              <a:buSzTx/>
              <a:buFontTx/>
              <a:buNone/>
            </a:pPr>
            <a:r>
              <a:rPr lang="en-US" altLang="en-US"/>
              <a:t>Character Functions</a:t>
            </a:r>
          </a:p>
          <a:p>
            <a:pPr lvl="1" eaLnBrk="0" hangingPunct="0">
              <a:lnSpc>
                <a:spcPct val="95000"/>
              </a:lnSpc>
              <a:spcBef>
                <a:spcPct val="30000"/>
              </a:spcBef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Single-row character functions</a:t>
            </a:r>
            <a:r>
              <a:rPr lang="en-US" altLang="en-US">
                <a:solidFill>
                  <a:srgbClr val="FC0128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accept character data as input and can return both character and numeric values. Character functions can be divided into the following:</a:t>
            </a:r>
          </a:p>
          <a:p>
            <a:pPr lvl="2" eaLnBrk="0" hangingPunct="0">
              <a:lnSpc>
                <a:spcPct val="95000"/>
              </a:lnSpc>
              <a:buClr>
                <a:schemeClr val="tx1"/>
              </a:buClr>
              <a:buSzTx/>
            </a:pPr>
            <a:r>
              <a:rPr lang="en-US" altLang="en-US">
                <a:solidFill>
                  <a:schemeClr val="tx1"/>
                </a:solidFill>
              </a:rPr>
              <a:t>Case-manipulation functions</a:t>
            </a:r>
          </a:p>
          <a:p>
            <a:pPr lvl="2" eaLnBrk="0" hangingPunct="0">
              <a:lnSpc>
                <a:spcPct val="95000"/>
              </a:lnSpc>
              <a:buClr>
                <a:schemeClr val="tx1"/>
              </a:buClr>
              <a:buSzTx/>
            </a:pPr>
            <a:r>
              <a:rPr lang="en-US" altLang="en-US">
                <a:solidFill>
                  <a:schemeClr val="tx1"/>
                </a:solidFill>
              </a:rPr>
              <a:t>Character-manipulation functions</a:t>
            </a:r>
          </a:p>
          <a:p>
            <a:pPr lvl="1" eaLnBrk="0" hangingPunct="0">
              <a:spcBef>
                <a:spcPct val="30000"/>
              </a:spcBef>
              <a:buSzTx/>
              <a:buFontTx/>
              <a:buNone/>
            </a:pP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endParaRPr lang="en-US" altLang="en-US" b="1">
              <a:solidFill>
                <a:schemeClr val="tx1"/>
              </a:solidFill>
            </a:endParaRPr>
          </a:p>
          <a:p>
            <a:pPr lvl="1" eaLnBrk="0" hangingPunct="0">
              <a:spcBef>
                <a:spcPct val="30000"/>
              </a:spcBef>
              <a:buSzTx/>
              <a:buFontTx/>
              <a:buNone/>
            </a:pPr>
            <a:r>
              <a:rPr lang="en-US" altLang="en-US" b="1">
                <a:solidFill>
                  <a:schemeClr val="tx1"/>
                </a:solidFill>
              </a:rPr>
              <a:t>Note: </a:t>
            </a:r>
            <a:r>
              <a:rPr lang="en-US" altLang="en-US">
                <a:solidFill>
                  <a:schemeClr val="tx1"/>
                </a:solidFill>
              </a:rPr>
              <a:t>The functions discussed in this lesson are only some of the available functions.</a:t>
            </a:r>
            <a:endParaRPr lang="en-US" altLang="en-US"/>
          </a:p>
        </p:txBody>
      </p:sp>
      <p:sp>
        <p:nvSpPr>
          <p:cNvPr id="376839" name="Rectangle 7"/>
          <p:cNvSpPr>
            <a:spLocks noChangeArrowheads="1"/>
          </p:cNvSpPr>
          <p:nvPr/>
        </p:nvSpPr>
        <p:spPr bwMode="auto">
          <a:xfrm>
            <a:off x="512450" y="5032882"/>
            <a:ext cx="182136" cy="468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913" tIns="44956" rIns="89913" bIns="44956" anchor="ctr"/>
          <a:lstStyle/>
          <a:p>
            <a:endParaRPr lang="en-IE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32045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ChangeArrowheads="1"/>
          </p:cNvSpPr>
          <p:nvPr/>
        </p:nvSpPr>
        <p:spPr bwMode="auto">
          <a:xfrm>
            <a:off x="368903" y="5027789"/>
            <a:ext cx="5775863" cy="4075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638" tIns="42540" rIns="89638" bIns="42540"/>
          <a:lstStyle>
            <a:lvl1pPr algn="l" defTabSz="392113">
              <a:spcBef>
                <a:spcPct val="0"/>
              </a:spcBef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115888" algn="l" defTabSz="392113">
              <a:spcBef>
                <a:spcPct val="0"/>
              </a:spcBef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441325" indent="-211138" algn="l" defTabSz="392113">
              <a:spcBef>
                <a:spcPct val="0"/>
              </a:spcBef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835025" indent="-212725" algn="l" defTabSz="392113">
              <a:spcBef>
                <a:spcPct val="0"/>
              </a:spcBef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5688013" algn="l" defTabSz="392113">
              <a:spcBef>
                <a:spcPct val="0"/>
              </a:spcBef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6145213" defTabSz="392113" fontAlgn="base">
              <a:spcBef>
                <a:spcPct val="0"/>
              </a:spcBef>
              <a:spcAft>
                <a:spcPct val="0"/>
              </a:spcAft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6602413" defTabSz="392113" fontAlgn="base">
              <a:spcBef>
                <a:spcPct val="0"/>
              </a:spcBef>
              <a:spcAft>
                <a:spcPct val="0"/>
              </a:spcAft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7059613" defTabSz="392113" fontAlgn="base">
              <a:spcBef>
                <a:spcPct val="0"/>
              </a:spcBef>
              <a:spcAft>
                <a:spcPct val="0"/>
              </a:spcAft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7516813" defTabSz="392113" fontAlgn="base">
              <a:spcBef>
                <a:spcPct val="0"/>
              </a:spcBef>
              <a:spcAft>
                <a:spcPct val="0"/>
              </a:spcAft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hangingPunct="0">
              <a:lnSpc>
                <a:spcPct val="95000"/>
              </a:lnSpc>
              <a:spcBef>
                <a:spcPct val="30000"/>
              </a:spcBef>
            </a:pPr>
            <a:endParaRPr lang="en-US" altLang="en-US" sz="1100">
              <a:solidFill>
                <a:prstClr val="black"/>
              </a:solidFill>
            </a:endParaRPr>
          </a:p>
        </p:txBody>
      </p:sp>
      <p:sp>
        <p:nvSpPr>
          <p:cNvPr id="376835" name="Rectangle 3"/>
          <p:cNvSpPr>
            <a:spLocks noChangeArrowheads="1"/>
          </p:cNvSpPr>
          <p:nvPr/>
        </p:nvSpPr>
        <p:spPr bwMode="auto">
          <a:xfrm>
            <a:off x="3849547" y="-1698"/>
            <a:ext cx="2948129" cy="502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913" tIns="44956" rIns="89913" bIns="44956" anchor="ctr"/>
          <a:lstStyle/>
          <a:p>
            <a:endParaRPr lang="en-IE">
              <a:solidFill>
                <a:prstClr val="black"/>
              </a:solidFill>
            </a:endParaRPr>
          </a:p>
        </p:txBody>
      </p:sp>
      <p:sp>
        <p:nvSpPr>
          <p:cNvPr id="376836" name="Rectangle 4"/>
          <p:cNvSpPr>
            <a:spLocks noChangeArrowheads="1"/>
          </p:cNvSpPr>
          <p:nvPr/>
        </p:nvSpPr>
        <p:spPr bwMode="auto">
          <a:xfrm>
            <a:off x="-1543" y="-1698"/>
            <a:ext cx="2943498" cy="502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913" tIns="44956" rIns="89913" bIns="44956" anchor="ctr"/>
          <a:lstStyle/>
          <a:p>
            <a:endParaRPr lang="en-IE">
              <a:solidFill>
                <a:prstClr val="black"/>
              </a:solidFill>
            </a:endParaRPr>
          </a:p>
        </p:txBody>
      </p:sp>
      <p:graphicFrame>
        <p:nvGraphicFramePr>
          <p:cNvPr id="376837" name="Object 5"/>
          <p:cNvGraphicFramePr>
            <a:graphicFrameLocks/>
          </p:cNvGraphicFramePr>
          <p:nvPr/>
        </p:nvGraphicFramePr>
        <p:xfrm>
          <a:off x="444535" y="6584857"/>
          <a:ext cx="6029000" cy="266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6397920" imgH="2575440" progId="Word.Document.8">
                  <p:embed/>
                </p:oleObj>
              </mc:Choice>
              <mc:Fallback>
                <p:oleObj name="Document" r:id="rId3" imgW="6397920" imgH="2575440" progId="Word.Document.8">
                  <p:embed/>
                  <p:pic>
                    <p:nvPicPr>
                      <p:cNvPr id="376837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535" y="6584857"/>
                        <a:ext cx="6029000" cy="266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6842" name="Rectangle 10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6843" name="Rectangle 11"/>
          <p:cNvSpPr>
            <a:spLocks noGrp="1" noChangeArrowheads="1"/>
          </p:cNvSpPr>
          <p:nvPr>
            <p:ph type="body" idx="1"/>
          </p:nvPr>
        </p:nvSpPr>
        <p:spPr>
          <a:xfrm>
            <a:off x="592713" y="5470967"/>
            <a:ext cx="5664729" cy="3708439"/>
          </a:xfrm>
        </p:spPr>
        <p:txBody>
          <a:bodyPr/>
          <a:lstStyle/>
          <a:p>
            <a:pPr eaLnBrk="0" hangingPunct="0">
              <a:lnSpc>
                <a:spcPct val="95000"/>
              </a:lnSpc>
              <a:spcBef>
                <a:spcPct val="30000"/>
              </a:spcBef>
              <a:buSzTx/>
              <a:buFontTx/>
              <a:buNone/>
            </a:pPr>
            <a:r>
              <a:rPr lang="en-US" altLang="en-US"/>
              <a:t>Character Functions</a:t>
            </a:r>
          </a:p>
          <a:p>
            <a:pPr lvl="1" eaLnBrk="0" hangingPunct="0">
              <a:lnSpc>
                <a:spcPct val="95000"/>
              </a:lnSpc>
              <a:spcBef>
                <a:spcPct val="30000"/>
              </a:spcBef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Single-row character functions</a:t>
            </a:r>
            <a:r>
              <a:rPr lang="en-US" altLang="en-US">
                <a:solidFill>
                  <a:srgbClr val="FC0128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accept character data as input and can return both character and numeric values. Character functions can be divided into the following:</a:t>
            </a:r>
          </a:p>
          <a:p>
            <a:pPr lvl="2" eaLnBrk="0" hangingPunct="0">
              <a:lnSpc>
                <a:spcPct val="95000"/>
              </a:lnSpc>
              <a:buClr>
                <a:schemeClr val="tx1"/>
              </a:buClr>
              <a:buSzTx/>
            </a:pPr>
            <a:r>
              <a:rPr lang="en-US" altLang="en-US">
                <a:solidFill>
                  <a:schemeClr val="tx1"/>
                </a:solidFill>
              </a:rPr>
              <a:t>Case-manipulation functions</a:t>
            </a:r>
          </a:p>
          <a:p>
            <a:pPr lvl="2" eaLnBrk="0" hangingPunct="0">
              <a:lnSpc>
                <a:spcPct val="95000"/>
              </a:lnSpc>
              <a:buClr>
                <a:schemeClr val="tx1"/>
              </a:buClr>
              <a:buSzTx/>
            </a:pPr>
            <a:r>
              <a:rPr lang="en-US" altLang="en-US">
                <a:solidFill>
                  <a:schemeClr val="tx1"/>
                </a:solidFill>
              </a:rPr>
              <a:t>Character-manipulation functions</a:t>
            </a:r>
          </a:p>
          <a:p>
            <a:pPr lvl="1" eaLnBrk="0" hangingPunct="0">
              <a:spcBef>
                <a:spcPct val="30000"/>
              </a:spcBef>
              <a:buSzTx/>
              <a:buFontTx/>
              <a:buNone/>
            </a:pP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endParaRPr lang="en-US" altLang="en-US" b="1">
              <a:solidFill>
                <a:schemeClr val="tx1"/>
              </a:solidFill>
            </a:endParaRPr>
          </a:p>
          <a:p>
            <a:pPr lvl="1" eaLnBrk="0" hangingPunct="0">
              <a:spcBef>
                <a:spcPct val="30000"/>
              </a:spcBef>
              <a:buSzTx/>
              <a:buFontTx/>
              <a:buNone/>
            </a:pPr>
            <a:r>
              <a:rPr lang="en-US" altLang="en-US" b="1">
                <a:solidFill>
                  <a:schemeClr val="tx1"/>
                </a:solidFill>
              </a:rPr>
              <a:t>Note: </a:t>
            </a:r>
            <a:r>
              <a:rPr lang="en-US" altLang="en-US">
                <a:solidFill>
                  <a:schemeClr val="tx1"/>
                </a:solidFill>
              </a:rPr>
              <a:t>The functions discussed in this lesson are only some of the available functions.</a:t>
            </a:r>
            <a:endParaRPr lang="en-US" altLang="en-US"/>
          </a:p>
        </p:txBody>
      </p:sp>
      <p:sp>
        <p:nvSpPr>
          <p:cNvPr id="376839" name="Rectangle 7"/>
          <p:cNvSpPr>
            <a:spLocks noChangeArrowheads="1"/>
          </p:cNvSpPr>
          <p:nvPr/>
        </p:nvSpPr>
        <p:spPr bwMode="auto">
          <a:xfrm>
            <a:off x="512450" y="5032882"/>
            <a:ext cx="182136" cy="468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913" tIns="44956" rIns="89913" bIns="44956" anchor="ctr"/>
          <a:lstStyle/>
          <a:p>
            <a:endParaRPr lang="en-IE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ChangeArrowheads="1"/>
          </p:cNvSpPr>
          <p:nvPr/>
        </p:nvSpPr>
        <p:spPr bwMode="auto">
          <a:xfrm>
            <a:off x="368903" y="5027789"/>
            <a:ext cx="5775863" cy="4075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638" tIns="42540" rIns="89638" bIns="42540"/>
          <a:lstStyle>
            <a:lvl1pPr algn="l" defTabSz="392113">
              <a:spcBef>
                <a:spcPct val="0"/>
              </a:spcBef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115888" algn="l" defTabSz="392113">
              <a:spcBef>
                <a:spcPct val="0"/>
              </a:spcBef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441325" indent="-211138" algn="l" defTabSz="392113">
              <a:spcBef>
                <a:spcPct val="0"/>
              </a:spcBef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835025" indent="-212725" algn="l" defTabSz="392113">
              <a:spcBef>
                <a:spcPct val="0"/>
              </a:spcBef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5688013" algn="l" defTabSz="392113">
              <a:spcBef>
                <a:spcPct val="0"/>
              </a:spcBef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6145213" defTabSz="392113" fontAlgn="base">
              <a:spcBef>
                <a:spcPct val="0"/>
              </a:spcBef>
              <a:spcAft>
                <a:spcPct val="0"/>
              </a:spcAft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6602413" defTabSz="392113" fontAlgn="base">
              <a:spcBef>
                <a:spcPct val="0"/>
              </a:spcBef>
              <a:spcAft>
                <a:spcPct val="0"/>
              </a:spcAft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7059613" defTabSz="392113" fontAlgn="base">
              <a:spcBef>
                <a:spcPct val="0"/>
              </a:spcBef>
              <a:spcAft>
                <a:spcPct val="0"/>
              </a:spcAft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7516813" defTabSz="392113" fontAlgn="base">
              <a:spcBef>
                <a:spcPct val="0"/>
              </a:spcBef>
              <a:spcAft>
                <a:spcPct val="0"/>
              </a:spcAft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hangingPunct="0">
              <a:lnSpc>
                <a:spcPct val="95000"/>
              </a:lnSpc>
              <a:spcBef>
                <a:spcPct val="30000"/>
              </a:spcBef>
            </a:pPr>
            <a:endParaRPr lang="en-US" altLang="en-US" sz="1100">
              <a:solidFill>
                <a:prstClr val="black"/>
              </a:solidFill>
            </a:endParaRPr>
          </a:p>
        </p:txBody>
      </p:sp>
      <p:sp>
        <p:nvSpPr>
          <p:cNvPr id="376835" name="Rectangle 3"/>
          <p:cNvSpPr>
            <a:spLocks noChangeArrowheads="1"/>
          </p:cNvSpPr>
          <p:nvPr/>
        </p:nvSpPr>
        <p:spPr bwMode="auto">
          <a:xfrm>
            <a:off x="3849547" y="-1698"/>
            <a:ext cx="2948129" cy="502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913" tIns="44956" rIns="89913" bIns="44956" anchor="ctr"/>
          <a:lstStyle/>
          <a:p>
            <a:endParaRPr lang="en-IE">
              <a:solidFill>
                <a:prstClr val="black"/>
              </a:solidFill>
            </a:endParaRPr>
          </a:p>
        </p:txBody>
      </p:sp>
      <p:sp>
        <p:nvSpPr>
          <p:cNvPr id="376836" name="Rectangle 4"/>
          <p:cNvSpPr>
            <a:spLocks noChangeArrowheads="1"/>
          </p:cNvSpPr>
          <p:nvPr/>
        </p:nvSpPr>
        <p:spPr bwMode="auto">
          <a:xfrm>
            <a:off x="-1543" y="-1698"/>
            <a:ext cx="2943498" cy="502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913" tIns="44956" rIns="89913" bIns="44956" anchor="ctr"/>
          <a:lstStyle/>
          <a:p>
            <a:endParaRPr lang="en-IE">
              <a:solidFill>
                <a:prstClr val="black"/>
              </a:solidFill>
            </a:endParaRPr>
          </a:p>
        </p:txBody>
      </p:sp>
      <p:graphicFrame>
        <p:nvGraphicFramePr>
          <p:cNvPr id="376837" name="Object 5"/>
          <p:cNvGraphicFramePr>
            <a:graphicFrameLocks/>
          </p:cNvGraphicFramePr>
          <p:nvPr/>
        </p:nvGraphicFramePr>
        <p:xfrm>
          <a:off x="444535" y="6584857"/>
          <a:ext cx="6029000" cy="266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6397920" imgH="2575440" progId="Word.Document.8">
                  <p:embed/>
                </p:oleObj>
              </mc:Choice>
              <mc:Fallback>
                <p:oleObj name="Document" r:id="rId3" imgW="6397920" imgH="2575440" progId="Word.Document.8">
                  <p:embed/>
                  <p:pic>
                    <p:nvPicPr>
                      <p:cNvPr id="376837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535" y="6584857"/>
                        <a:ext cx="6029000" cy="266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6842" name="Rectangle 10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6843" name="Rectangle 11"/>
          <p:cNvSpPr>
            <a:spLocks noGrp="1" noChangeArrowheads="1"/>
          </p:cNvSpPr>
          <p:nvPr>
            <p:ph type="body" idx="1"/>
          </p:nvPr>
        </p:nvSpPr>
        <p:spPr>
          <a:xfrm>
            <a:off x="592713" y="5470967"/>
            <a:ext cx="5664729" cy="3708439"/>
          </a:xfrm>
        </p:spPr>
        <p:txBody>
          <a:bodyPr/>
          <a:lstStyle/>
          <a:p>
            <a:pPr eaLnBrk="0" hangingPunct="0">
              <a:lnSpc>
                <a:spcPct val="95000"/>
              </a:lnSpc>
              <a:spcBef>
                <a:spcPct val="30000"/>
              </a:spcBef>
              <a:buSzTx/>
              <a:buFontTx/>
              <a:buNone/>
            </a:pPr>
            <a:r>
              <a:rPr lang="en-US" altLang="en-US"/>
              <a:t>Character Functions</a:t>
            </a:r>
          </a:p>
          <a:p>
            <a:pPr lvl="1" eaLnBrk="0" hangingPunct="0">
              <a:lnSpc>
                <a:spcPct val="95000"/>
              </a:lnSpc>
              <a:spcBef>
                <a:spcPct val="30000"/>
              </a:spcBef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Single-row character functions</a:t>
            </a:r>
            <a:r>
              <a:rPr lang="en-US" altLang="en-US">
                <a:solidFill>
                  <a:srgbClr val="FC0128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accept character data as input and can return both character and numeric values. Character functions can be divided into the following:</a:t>
            </a:r>
          </a:p>
          <a:p>
            <a:pPr lvl="2" eaLnBrk="0" hangingPunct="0">
              <a:lnSpc>
                <a:spcPct val="95000"/>
              </a:lnSpc>
              <a:buClr>
                <a:schemeClr val="tx1"/>
              </a:buClr>
              <a:buSzTx/>
            </a:pPr>
            <a:r>
              <a:rPr lang="en-US" altLang="en-US">
                <a:solidFill>
                  <a:schemeClr val="tx1"/>
                </a:solidFill>
              </a:rPr>
              <a:t>Case-manipulation functions</a:t>
            </a:r>
          </a:p>
          <a:p>
            <a:pPr lvl="2" eaLnBrk="0" hangingPunct="0">
              <a:lnSpc>
                <a:spcPct val="95000"/>
              </a:lnSpc>
              <a:buClr>
                <a:schemeClr val="tx1"/>
              </a:buClr>
              <a:buSzTx/>
            </a:pPr>
            <a:r>
              <a:rPr lang="en-US" altLang="en-US">
                <a:solidFill>
                  <a:schemeClr val="tx1"/>
                </a:solidFill>
              </a:rPr>
              <a:t>Character-manipulation functions</a:t>
            </a:r>
          </a:p>
          <a:p>
            <a:pPr lvl="1" eaLnBrk="0" hangingPunct="0">
              <a:spcBef>
                <a:spcPct val="30000"/>
              </a:spcBef>
              <a:buSzTx/>
              <a:buFontTx/>
              <a:buNone/>
            </a:pP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endParaRPr lang="en-US" altLang="en-US" b="1">
              <a:solidFill>
                <a:schemeClr val="tx1"/>
              </a:solidFill>
            </a:endParaRPr>
          </a:p>
          <a:p>
            <a:pPr lvl="1" eaLnBrk="0" hangingPunct="0">
              <a:spcBef>
                <a:spcPct val="30000"/>
              </a:spcBef>
              <a:buSzTx/>
              <a:buFontTx/>
              <a:buNone/>
            </a:pPr>
            <a:r>
              <a:rPr lang="en-US" altLang="en-US" b="1">
                <a:solidFill>
                  <a:schemeClr val="tx1"/>
                </a:solidFill>
              </a:rPr>
              <a:t>Note: </a:t>
            </a:r>
            <a:r>
              <a:rPr lang="en-US" altLang="en-US">
                <a:solidFill>
                  <a:schemeClr val="tx1"/>
                </a:solidFill>
              </a:rPr>
              <a:t>The functions discussed in this lesson are only some of the available functions.</a:t>
            </a:r>
            <a:endParaRPr lang="en-US" altLang="en-US"/>
          </a:p>
        </p:txBody>
      </p:sp>
      <p:sp>
        <p:nvSpPr>
          <p:cNvPr id="376839" name="Rectangle 7"/>
          <p:cNvSpPr>
            <a:spLocks noChangeArrowheads="1"/>
          </p:cNvSpPr>
          <p:nvPr/>
        </p:nvSpPr>
        <p:spPr bwMode="auto">
          <a:xfrm>
            <a:off x="512450" y="5032882"/>
            <a:ext cx="182136" cy="468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913" tIns="44956" rIns="89913" bIns="44956" anchor="ctr"/>
          <a:lstStyle/>
          <a:p>
            <a:endParaRPr lang="en-IE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69471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ChangeArrowheads="1"/>
          </p:cNvSpPr>
          <p:nvPr/>
        </p:nvSpPr>
        <p:spPr bwMode="auto">
          <a:xfrm>
            <a:off x="368903" y="5027789"/>
            <a:ext cx="5775863" cy="4075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638" tIns="42540" rIns="89638" bIns="42540"/>
          <a:lstStyle>
            <a:lvl1pPr algn="l" defTabSz="392113">
              <a:spcBef>
                <a:spcPct val="0"/>
              </a:spcBef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115888" algn="l" defTabSz="392113">
              <a:spcBef>
                <a:spcPct val="0"/>
              </a:spcBef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441325" indent="-211138" algn="l" defTabSz="392113">
              <a:spcBef>
                <a:spcPct val="0"/>
              </a:spcBef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835025" indent="-212725" algn="l" defTabSz="392113">
              <a:spcBef>
                <a:spcPct val="0"/>
              </a:spcBef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5688013" algn="l" defTabSz="392113">
              <a:spcBef>
                <a:spcPct val="0"/>
              </a:spcBef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6145213" defTabSz="392113" fontAlgn="base">
              <a:spcBef>
                <a:spcPct val="0"/>
              </a:spcBef>
              <a:spcAft>
                <a:spcPct val="0"/>
              </a:spcAft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6602413" defTabSz="392113" fontAlgn="base">
              <a:spcBef>
                <a:spcPct val="0"/>
              </a:spcBef>
              <a:spcAft>
                <a:spcPct val="0"/>
              </a:spcAft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7059613" defTabSz="392113" fontAlgn="base">
              <a:spcBef>
                <a:spcPct val="0"/>
              </a:spcBef>
              <a:spcAft>
                <a:spcPct val="0"/>
              </a:spcAft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7516813" defTabSz="392113" fontAlgn="base">
              <a:spcBef>
                <a:spcPct val="0"/>
              </a:spcBef>
              <a:spcAft>
                <a:spcPct val="0"/>
              </a:spcAft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hangingPunct="0">
              <a:lnSpc>
                <a:spcPct val="95000"/>
              </a:lnSpc>
              <a:spcBef>
                <a:spcPct val="30000"/>
              </a:spcBef>
            </a:pPr>
            <a:endParaRPr lang="en-US" altLang="en-US" sz="1100">
              <a:solidFill>
                <a:prstClr val="black"/>
              </a:solidFill>
            </a:endParaRPr>
          </a:p>
        </p:txBody>
      </p:sp>
      <p:sp>
        <p:nvSpPr>
          <p:cNvPr id="376835" name="Rectangle 3"/>
          <p:cNvSpPr>
            <a:spLocks noChangeArrowheads="1"/>
          </p:cNvSpPr>
          <p:nvPr/>
        </p:nvSpPr>
        <p:spPr bwMode="auto">
          <a:xfrm>
            <a:off x="3849547" y="-1698"/>
            <a:ext cx="2948129" cy="502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913" tIns="44956" rIns="89913" bIns="44956" anchor="ctr"/>
          <a:lstStyle/>
          <a:p>
            <a:endParaRPr lang="en-IE">
              <a:solidFill>
                <a:prstClr val="black"/>
              </a:solidFill>
            </a:endParaRPr>
          </a:p>
        </p:txBody>
      </p:sp>
      <p:sp>
        <p:nvSpPr>
          <p:cNvPr id="376836" name="Rectangle 4"/>
          <p:cNvSpPr>
            <a:spLocks noChangeArrowheads="1"/>
          </p:cNvSpPr>
          <p:nvPr/>
        </p:nvSpPr>
        <p:spPr bwMode="auto">
          <a:xfrm>
            <a:off x="-1543" y="-1698"/>
            <a:ext cx="2943498" cy="502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913" tIns="44956" rIns="89913" bIns="44956" anchor="ctr"/>
          <a:lstStyle/>
          <a:p>
            <a:endParaRPr lang="en-IE">
              <a:solidFill>
                <a:prstClr val="black"/>
              </a:solidFill>
            </a:endParaRPr>
          </a:p>
        </p:txBody>
      </p:sp>
      <p:graphicFrame>
        <p:nvGraphicFramePr>
          <p:cNvPr id="376837" name="Object 5"/>
          <p:cNvGraphicFramePr>
            <a:graphicFrameLocks/>
          </p:cNvGraphicFramePr>
          <p:nvPr/>
        </p:nvGraphicFramePr>
        <p:xfrm>
          <a:off x="444535" y="6584857"/>
          <a:ext cx="6029000" cy="266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6397920" imgH="2575440" progId="Word.Document.8">
                  <p:embed/>
                </p:oleObj>
              </mc:Choice>
              <mc:Fallback>
                <p:oleObj name="Document" r:id="rId3" imgW="6397920" imgH="2575440" progId="Word.Document.8">
                  <p:embed/>
                  <p:pic>
                    <p:nvPicPr>
                      <p:cNvPr id="376837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535" y="6584857"/>
                        <a:ext cx="6029000" cy="266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6842" name="Rectangle 10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6843" name="Rectangle 11"/>
          <p:cNvSpPr>
            <a:spLocks noGrp="1" noChangeArrowheads="1"/>
          </p:cNvSpPr>
          <p:nvPr>
            <p:ph type="body" idx="1"/>
          </p:nvPr>
        </p:nvSpPr>
        <p:spPr>
          <a:xfrm>
            <a:off x="592713" y="5470967"/>
            <a:ext cx="5664729" cy="3708439"/>
          </a:xfrm>
        </p:spPr>
        <p:txBody>
          <a:bodyPr/>
          <a:lstStyle/>
          <a:p>
            <a:pPr eaLnBrk="0" hangingPunct="0">
              <a:lnSpc>
                <a:spcPct val="95000"/>
              </a:lnSpc>
              <a:spcBef>
                <a:spcPct val="30000"/>
              </a:spcBef>
              <a:buSzTx/>
              <a:buFontTx/>
              <a:buNone/>
            </a:pPr>
            <a:r>
              <a:rPr lang="en-US" altLang="en-US"/>
              <a:t>Character Functions</a:t>
            </a:r>
          </a:p>
          <a:p>
            <a:pPr lvl="1" eaLnBrk="0" hangingPunct="0">
              <a:lnSpc>
                <a:spcPct val="95000"/>
              </a:lnSpc>
              <a:spcBef>
                <a:spcPct val="30000"/>
              </a:spcBef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Single-row character functions</a:t>
            </a:r>
            <a:r>
              <a:rPr lang="en-US" altLang="en-US">
                <a:solidFill>
                  <a:srgbClr val="FC0128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accept character data as input and can return both character and numeric values. Character functions can be divided into the following:</a:t>
            </a:r>
          </a:p>
          <a:p>
            <a:pPr lvl="2" eaLnBrk="0" hangingPunct="0">
              <a:lnSpc>
                <a:spcPct val="95000"/>
              </a:lnSpc>
              <a:buClr>
                <a:schemeClr val="tx1"/>
              </a:buClr>
              <a:buSzTx/>
            </a:pPr>
            <a:r>
              <a:rPr lang="en-US" altLang="en-US">
                <a:solidFill>
                  <a:schemeClr val="tx1"/>
                </a:solidFill>
              </a:rPr>
              <a:t>Case-manipulation functions</a:t>
            </a:r>
          </a:p>
          <a:p>
            <a:pPr lvl="2" eaLnBrk="0" hangingPunct="0">
              <a:lnSpc>
                <a:spcPct val="95000"/>
              </a:lnSpc>
              <a:buClr>
                <a:schemeClr val="tx1"/>
              </a:buClr>
              <a:buSzTx/>
            </a:pPr>
            <a:r>
              <a:rPr lang="en-US" altLang="en-US">
                <a:solidFill>
                  <a:schemeClr val="tx1"/>
                </a:solidFill>
              </a:rPr>
              <a:t>Character-manipulation functions</a:t>
            </a:r>
          </a:p>
          <a:p>
            <a:pPr lvl="1" eaLnBrk="0" hangingPunct="0">
              <a:spcBef>
                <a:spcPct val="30000"/>
              </a:spcBef>
              <a:buSzTx/>
              <a:buFontTx/>
              <a:buNone/>
            </a:pP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endParaRPr lang="en-US" altLang="en-US" b="1">
              <a:solidFill>
                <a:schemeClr val="tx1"/>
              </a:solidFill>
            </a:endParaRPr>
          </a:p>
          <a:p>
            <a:pPr lvl="1" eaLnBrk="0" hangingPunct="0">
              <a:spcBef>
                <a:spcPct val="30000"/>
              </a:spcBef>
              <a:buSzTx/>
              <a:buFontTx/>
              <a:buNone/>
            </a:pPr>
            <a:r>
              <a:rPr lang="en-US" altLang="en-US" b="1">
                <a:solidFill>
                  <a:schemeClr val="tx1"/>
                </a:solidFill>
              </a:rPr>
              <a:t>Note: </a:t>
            </a:r>
            <a:r>
              <a:rPr lang="en-US" altLang="en-US">
                <a:solidFill>
                  <a:schemeClr val="tx1"/>
                </a:solidFill>
              </a:rPr>
              <a:t>The functions discussed in this lesson are only some of the available functions.</a:t>
            </a:r>
            <a:endParaRPr lang="en-US" altLang="en-US"/>
          </a:p>
        </p:txBody>
      </p:sp>
      <p:sp>
        <p:nvSpPr>
          <p:cNvPr id="376839" name="Rectangle 7"/>
          <p:cNvSpPr>
            <a:spLocks noChangeArrowheads="1"/>
          </p:cNvSpPr>
          <p:nvPr/>
        </p:nvSpPr>
        <p:spPr bwMode="auto">
          <a:xfrm>
            <a:off x="512450" y="5032882"/>
            <a:ext cx="182136" cy="468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913" tIns="44956" rIns="89913" bIns="44956" anchor="ctr"/>
          <a:lstStyle/>
          <a:p>
            <a:endParaRPr lang="en-IE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49872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ChangeArrowheads="1"/>
          </p:cNvSpPr>
          <p:nvPr/>
        </p:nvSpPr>
        <p:spPr bwMode="auto">
          <a:xfrm>
            <a:off x="368903" y="5027789"/>
            <a:ext cx="5775863" cy="4075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638" tIns="42540" rIns="89638" bIns="42540"/>
          <a:lstStyle>
            <a:lvl1pPr algn="l" defTabSz="392113">
              <a:spcBef>
                <a:spcPct val="0"/>
              </a:spcBef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115888" algn="l" defTabSz="392113">
              <a:spcBef>
                <a:spcPct val="0"/>
              </a:spcBef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441325" indent="-211138" algn="l" defTabSz="392113">
              <a:spcBef>
                <a:spcPct val="0"/>
              </a:spcBef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835025" indent="-212725" algn="l" defTabSz="392113">
              <a:spcBef>
                <a:spcPct val="0"/>
              </a:spcBef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5688013" algn="l" defTabSz="392113">
              <a:spcBef>
                <a:spcPct val="0"/>
              </a:spcBef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6145213" defTabSz="392113" fontAlgn="base">
              <a:spcBef>
                <a:spcPct val="0"/>
              </a:spcBef>
              <a:spcAft>
                <a:spcPct val="0"/>
              </a:spcAft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6602413" defTabSz="392113" fontAlgn="base">
              <a:spcBef>
                <a:spcPct val="0"/>
              </a:spcBef>
              <a:spcAft>
                <a:spcPct val="0"/>
              </a:spcAft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7059613" defTabSz="392113" fontAlgn="base">
              <a:spcBef>
                <a:spcPct val="0"/>
              </a:spcBef>
              <a:spcAft>
                <a:spcPct val="0"/>
              </a:spcAft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7516813" defTabSz="392113" fontAlgn="base">
              <a:spcBef>
                <a:spcPct val="0"/>
              </a:spcBef>
              <a:spcAft>
                <a:spcPct val="0"/>
              </a:spcAft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hangingPunct="0">
              <a:lnSpc>
                <a:spcPct val="95000"/>
              </a:lnSpc>
              <a:spcBef>
                <a:spcPct val="30000"/>
              </a:spcBef>
            </a:pPr>
            <a:endParaRPr lang="en-US" altLang="en-US" sz="1100">
              <a:solidFill>
                <a:prstClr val="black"/>
              </a:solidFill>
            </a:endParaRPr>
          </a:p>
        </p:txBody>
      </p:sp>
      <p:sp>
        <p:nvSpPr>
          <p:cNvPr id="376835" name="Rectangle 3"/>
          <p:cNvSpPr>
            <a:spLocks noChangeArrowheads="1"/>
          </p:cNvSpPr>
          <p:nvPr/>
        </p:nvSpPr>
        <p:spPr bwMode="auto">
          <a:xfrm>
            <a:off x="3849547" y="-1698"/>
            <a:ext cx="2948129" cy="502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913" tIns="44956" rIns="89913" bIns="44956" anchor="ctr"/>
          <a:lstStyle/>
          <a:p>
            <a:endParaRPr lang="en-IE">
              <a:solidFill>
                <a:prstClr val="black"/>
              </a:solidFill>
            </a:endParaRPr>
          </a:p>
        </p:txBody>
      </p:sp>
      <p:sp>
        <p:nvSpPr>
          <p:cNvPr id="376836" name="Rectangle 4"/>
          <p:cNvSpPr>
            <a:spLocks noChangeArrowheads="1"/>
          </p:cNvSpPr>
          <p:nvPr/>
        </p:nvSpPr>
        <p:spPr bwMode="auto">
          <a:xfrm>
            <a:off x="-1543" y="-1698"/>
            <a:ext cx="2943498" cy="502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913" tIns="44956" rIns="89913" bIns="44956" anchor="ctr"/>
          <a:lstStyle/>
          <a:p>
            <a:endParaRPr lang="en-IE">
              <a:solidFill>
                <a:prstClr val="black"/>
              </a:solidFill>
            </a:endParaRPr>
          </a:p>
        </p:txBody>
      </p:sp>
      <p:graphicFrame>
        <p:nvGraphicFramePr>
          <p:cNvPr id="376837" name="Object 5"/>
          <p:cNvGraphicFramePr>
            <a:graphicFrameLocks/>
          </p:cNvGraphicFramePr>
          <p:nvPr/>
        </p:nvGraphicFramePr>
        <p:xfrm>
          <a:off x="444535" y="6584857"/>
          <a:ext cx="6029000" cy="266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6397920" imgH="2575440" progId="Word.Document.8">
                  <p:embed/>
                </p:oleObj>
              </mc:Choice>
              <mc:Fallback>
                <p:oleObj name="Document" r:id="rId3" imgW="6397920" imgH="2575440" progId="Word.Document.8">
                  <p:embed/>
                  <p:pic>
                    <p:nvPicPr>
                      <p:cNvPr id="376837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535" y="6584857"/>
                        <a:ext cx="6029000" cy="266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6842" name="Rectangle 10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6843" name="Rectangle 11"/>
          <p:cNvSpPr>
            <a:spLocks noGrp="1" noChangeArrowheads="1"/>
          </p:cNvSpPr>
          <p:nvPr>
            <p:ph type="body" idx="1"/>
          </p:nvPr>
        </p:nvSpPr>
        <p:spPr>
          <a:xfrm>
            <a:off x="592713" y="5470967"/>
            <a:ext cx="5664729" cy="3708439"/>
          </a:xfrm>
        </p:spPr>
        <p:txBody>
          <a:bodyPr/>
          <a:lstStyle/>
          <a:p>
            <a:pPr eaLnBrk="0" hangingPunct="0">
              <a:lnSpc>
                <a:spcPct val="95000"/>
              </a:lnSpc>
              <a:spcBef>
                <a:spcPct val="30000"/>
              </a:spcBef>
              <a:buSzTx/>
              <a:buFontTx/>
              <a:buNone/>
            </a:pPr>
            <a:r>
              <a:rPr lang="en-US" altLang="en-US"/>
              <a:t>Character Functions</a:t>
            </a:r>
          </a:p>
          <a:p>
            <a:pPr lvl="1" eaLnBrk="0" hangingPunct="0">
              <a:lnSpc>
                <a:spcPct val="95000"/>
              </a:lnSpc>
              <a:spcBef>
                <a:spcPct val="30000"/>
              </a:spcBef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Single-row character functions</a:t>
            </a:r>
            <a:r>
              <a:rPr lang="en-US" altLang="en-US">
                <a:solidFill>
                  <a:srgbClr val="FC0128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accept character data as input and can return both character and numeric values. Character functions can be divided into the following:</a:t>
            </a:r>
          </a:p>
          <a:p>
            <a:pPr lvl="2" eaLnBrk="0" hangingPunct="0">
              <a:lnSpc>
                <a:spcPct val="95000"/>
              </a:lnSpc>
              <a:buClr>
                <a:schemeClr val="tx1"/>
              </a:buClr>
              <a:buSzTx/>
            </a:pPr>
            <a:r>
              <a:rPr lang="en-US" altLang="en-US">
                <a:solidFill>
                  <a:schemeClr val="tx1"/>
                </a:solidFill>
              </a:rPr>
              <a:t>Case-manipulation functions</a:t>
            </a:r>
          </a:p>
          <a:p>
            <a:pPr lvl="2" eaLnBrk="0" hangingPunct="0">
              <a:lnSpc>
                <a:spcPct val="95000"/>
              </a:lnSpc>
              <a:buClr>
                <a:schemeClr val="tx1"/>
              </a:buClr>
              <a:buSzTx/>
            </a:pPr>
            <a:r>
              <a:rPr lang="en-US" altLang="en-US">
                <a:solidFill>
                  <a:schemeClr val="tx1"/>
                </a:solidFill>
              </a:rPr>
              <a:t>Character-manipulation functions</a:t>
            </a:r>
          </a:p>
          <a:p>
            <a:pPr lvl="1" eaLnBrk="0" hangingPunct="0">
              <a:spcBef>
                <a:spcPct val="30000"/>
              </a:spcBef>
              <a:buSzTx/>
              <a:buFontTx/>
              <a:buNone/>
            </a:pP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endParaRPr lang="en-US" altLang="en-US" b="1">
              <a:solidFill>
                <a:schemeClr val="tx1"/>
              </a:solidFill>
            </a:endParaRPr>
          </a:p>
          <a:p>
            <a:pPr lvl="1" eaLnBrk="0" hangingPunct="0">
              <a:spcBef>
                <a:spcPct val="30000"/>
              </a:spcBef>
              <a:buSzTx/>
              <a:buFontTx/>
              <a:buNone/>
            </a:pPr>
            <a:r>
              <a:rPr lang="en-US" altLang="en-US" b="1">
                <a:solidFill>
                  <a:schemeClr val="tx1"/>
                </a:solidFill>
              </a:rPr>
              <a:t>Note: </a:t>
            </a:r>
            <a:r>
              <a:rPr lang="en-US" altLang="en-US">
                <a:solidFill>
                  <a:schemeClr val="tx1"/>
                </a:solidFill>
              </a:rPr>
              <a:t>The functions discussed in this lesson are only some of the available functions.</a:t>
            </a:r>
            <a:endParaRPr lang="en-US" altLang="en-US"/>
          </a:p>
        </p:txBody>
      </p:sp>
      <p:sp>
        <p:nvSpPr>
          <p:cNvPr id="376839" name="Rectangle 7"/>
          <p:cNvSpPr>
            <a:spLocks noChangeArrowheads="1"/>
          </p:cNvSpPr>
          <p:nvPr/>
        </p:nvSpPr>
        <p:spPr bwMode="auto">
          <a:xfrm>
            <a:off x="512450" y="5032882"/>
            <a:ext cx="182136" cy="468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913" tIns="44956" rIns="89913" bIns="44956" anchor="ctr"/>
          <a:lstStyle/>
          <a:p>
            <a:endParaRPr lang="en-IE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70262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ChangeArrowheads="1"/>
          </p:cNvSpPr>
          <p:nvPr/>
        </p:nvSpPr>
        <p:spPr bwMode="auto">
          <a:xfrm>
            <a:off x="368903" y="5027789"/>
            <a:ext cx="5775863" cy="4075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638" tIns="42540" rIns="89638" bIns="42540"/>
          <a:lstStyle>
            <a:lvl1pPr algn="l" defTabSz="392113">
              <a:spcBef>
                <a:spcPct val="0"/>
              </a:spcBef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115888" algn="l" defTabSz="392113">
              <a:spcBef>
                <a:spcPct val="0"/>
              </a:spcBef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441325" indent="-211138" algn="l" defTabSz="392113">
              <a:spcBef>
                <a:spcPct val="0"/>
              </a:spcBef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835025" indent="-212725" algn="l" defTabSz="392113">
              <a:spcBef>
                <a:spcPct val="0"/>
              </a:spcBef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5688013" algn="l" defTabSz="392113">
              <a:spcBef>
                <a:spcPct val="0"/>
              </a:spcBef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6145213" defTabSz="392113" fontAlgn="base">
              <a:spcBef>
                <a:spcPct val="0"/>
              </a:spcBef>
              <a:spcAft>
                <a:spcPct val="0"/>
              </a:spcAft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6602413" defTabSz="392113" fontAlgn="base">
              <a:spcBef>
                <a:spcPct val="0"/>
              </a:spcBef>
              <a:spcAft>
                <a:spcPct val="0"/>
              </a:spcAft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7059613" defTabSz="392113" fontAlgn="base">
              <a:spcBef>
                <a:spcPct val="0"/>
              </a:spcBef>
              <a:spcAft>
                <a:spcPct val="0"/>
              </a:spcAft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7516813" defTabSz="392113" fontAlgn="base">
              <a:spcBef>
                <a:spcPct val="0"/>
              </a:spcBef>
              <a:spcAft>
                <a:spcPct val="0"/>
              </a:spcAft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hangingPunct="0">
              <a:lnSpc>
                <a:spcPct val="95000"/>
              </a:lnSpc>
              <a:spcBef>
                <a:spcPct val="30000"/>
              </a:spcBef>
            </a:pPr>
            <a:endParaRPr lang="en-US" altLang="en-US" sz="1100">
              <a:solidFill>
                <a:prstClr val="black"/>
              </a:solidFill>
            </a:endParaRPr>
          </a:p>
        </p:txBody>
      </p:sp>
      <p:sp>
        <p:nvSpPr>
          <p:cNvPr id="376835" name="Rectangle 3"/>
          <p:cNvSpPr>
            <a:spLocks noChangeArrowheads="1"/>
          </p:cNvSpPr>
          <p:nvPr/>
        </p:nvSpPr>
        <p:spPr bwMode="auto">
          <a:xfrm>
            <a:off x="3849547" y="-1698"/>
            <a:ext cx="2948129" cy="502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913" tIns="44956" rIns="89913" bIns="44956" anchor="ctr"/>
          <a:lstStyle/>
          <a:p>
            <a:endParaRPr lang="en-IE">
              <a:solidFill>
                <a:prstClr val="black"/>
              </a:solidFill>
            </a:endParaRPr>
          </a:p>
        </p:txBody>
      </p:sp>
      <p:sp>
        <p:nvSpPr>
          <p:cNvPr id="376836" name="Rectangle 4"/>
          <p:cNvSpPr>
            <a:spLocks noChangeArrowheads="1"/>
          </p:cNvSpPr>
          <p:nvPr/>
        </p:nvSpPr>
        <p:spPr bwMode="auto">
          <a:xfrm>
            <a:off x="-1543" y="-1698"/>
            <a:ext cx="2943498" cy="502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913" tIns="44956" rIns="89913" bIns="44956" anchor="ctr"/>
          <a:lstStyle/>
          <a:p>
            <a:endParaRPr lang="en-IE">
              <a:solidFill>
                <a:prstClr val="black"/>
              </a:solidFill>
            </a:endParaRPr>
          </a:p>
        </p:txBody>
      </p:sp>
      <p:graphicFrame>
        <p:nvGraphicFramePr>
          <p:cNvPr id="376837" name="Object 5"/>
          <p:cNvGraphicFramePr>
            <a:graphicFrameLocks/>
          </p:cNvGraphicFramePr>
          <p:nvPr/>
        </p:nvGraphicFramePr>
        <p:xfrm>
          <a:off x="444535" y="6584857"/>
          <a:ext cx="6029000" cy="266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6397920" imgH="2575440" progId="Word.Document.8">
                  <p:embed/>
                </p:oleObj>
              </mc:Choice>
              <mc:Fallback>
                <p:oleObj name="Document" r:id="rId3" imgW="6397920" imgH="2575440" progId="Word.Document.8">
                  <p:embed/>
                  <p:pic>
                    <p:nvPicPr>
                      <p:cNvPr id="376837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535" y="6584857"/>
                        <a:ext cx="6029000" cy="266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6842" name="Rectangle 10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6843" name="Rectangle 11"/>
          <p:cNvSpPr>
            <a:spLocks noGrp="1" noChangeArrowheads="1"/>
          </p:cNvSpPr>
          <p:nvPr>
            <p:ph type="body" idx="1"/>
          </p:nvPr>
        </p:nvSpPr>
        <p:spPr>
          <a:xfrm>
            <a:off x="592713" y="5470967"/>
            <a:ext cx="5664729" cy="3708439"/>
          </a:xfrm>
        </p:spPr>
        <p:txBody>
          <a:bodyPr/>
          <a:lstStyle/>
          <a:p>
            <a:pPr eaLnBrk="0" hangingPunct="0">
              <a:lnSpc>
                <a:spcPct val="95000"/>
              </a:lnSpc>
              <a:spcBef>
                <a:spcPct val="30000"/>
              </a:spcBef>
              <a:buSzTx/>
              <a:buFontTx/>
              <a:buNone/>
            </a:pPr>
            <a:r>
              <a:rPr lang="en-US" altLang="en-US"/>
              <a:t>Character Functions</a:t>
            </a:r>
          </a:p>
          <a:p>
            <a:pPr lvl="1" eaLnBrk="0" hangingPunct="0">
              <a:lnSpc>
                <a:spcPct val="95000"/>
              </a:lnSpc>
              <a:spcBef>
                <a:spcPct val="30000"/>
              </a:spcBef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Single-row character functions</a:t>
            </a:r>
            <a:r>
              <a:rPr lang="en-US" altLang="en-US">
                <a:solidFill>
                  <a:srgbClr val="FC0128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accept character data as input and can return both character and numeric values. Character functions can be divided into the following:</a:t>
            </a:r>
          </a:p>
          <a:p>
            <a:pPr lvl="2" eaLnBrk="0" hangingPunct="0">
              <a:lnSpc>
                <a:spcPct val="95000"/>
              </a:lnSpc>
              <a:buClr>
                <a:schemeClr val="tx1"/>
              </a:buClr>
              <a:buSzTx/>
            </a:pPr>
            <a:r>
              <a:rPr lang="en-US" altLang="en-US">
                <a:solidFill>
                  <a:schemeClr val="tx1"/>
                </a:solidFill>
              </a:rPr>
              <a:t>Case-manipulation functions</a:t>
            </a:r>
          </a:p>
          <a:p>
            <a:pPr lvl="2" eaLnBrk="0" hangingPunct="0">
              <a:lnSpc>
                <a:spcPct val="95000"/>
              </a:lnSpc>
              <a:buClr>
                <a:schemeClr val="tx1"/>
              </a:buClr>
              <a:buSzTx/>
            </a:pPr>
            <a:r>
              <a:rPr lang="en-US" altLang="en-US">
                <a:solidFill>
                  <a:schemeClr val="tx1"/>
                </a:solidFill>
              </a:rPr>
              <a:t>Character-manipulation functions</a:t>
            </a:r>
          </a:p>
          <a:p>
            <a:pPr lvl="1" eaLnBrk="0" hangingPunct="0">
              <a:spcBef>
                <a:spcPct val="30000"/>
              </a:spcBef>
              <a:buSzTx/>
              <a:buFontTx/>
              <a:buNone/>
            </a:pP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endParaRPr lang="en-US" altLang="en-US" b="1">
              <a:solidFill>
                <a:schemeClr val="tx1"/>
              </a:solidFill>
            </a:endParaRPr>
          </a:p>
          <a:p>
            <a:pPr lvl="1" eaLnBrk="0" hangingPunct="0">
              <a:spcBef>
                <a:spcPct val="30000"/>
              </a:spcBef>
              <a:buSzTx/>
              <a:buFontTx/>
              <a:buNone/>
            </a:pPr>
            <a:r>
              <a:rPr lang="en-US" altLang="en-US" b="1">
                <a:solidFill>
                  <a:schemeClr val="tx1"/>
                </a:solidFill>
              </a:rPr>
              <a:t>Note: </a:t>
            </a:r>
            <a:r>
              <a:rPr lang="en-US" altLang="en-US">
                <a:solidFill>
                  <a:schemeClr val="tx1"/>
                </a:solidFill>
              </a:rPr>
              <a:t>The functions discussed in this lesson are only some of the available functions.</a:t>
            </a:r>
            <a:endParaRPr lang="en-US" altLang="en-US"/>
          </a:p>
        </p:txBody>
      </p:sp>
      <p:sp>
        <p:nvSpPr>
          <p:cNvPr id="376839" name="Rectangle 7"/>
          <p:cNvSpPr>
            <a:spLocks noChangeArrowheads="1"/>
          </p:cNvSpPr>
          <p:nvPr/>
        </p:nvSpPr>
        <p:spPr bwMode="auto">
          <a:xfrm>
            <a:off x="512450" y="5032882"/>
            <a:ext cx="182136" cy="468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913" tIns="44956" rIns="89913" bIns="44956" anchor="ctr"/>
          <a:lstStyle/>
          <a:p>
            <a:endParaRPr lang="en-IE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15223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ChangeArrowheads="1"/>
          </p:cNvSpPr>
          <p:nvPr/>
        </p:nvSpPr>
        <p:spPr bwMode="auto">
          <a:xfrm>
            <a:off x="368903" y="5027789"/>
            <a:ext cx="5775863" cy="4075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638" tIns="42540" rIns="89638" bIns="42540"/>
          <a:lstStyle>
            <a:lvl1pPr algn="l" defTabSz="392113">
              <a:spcBef>
                <a:spcPct val="0"/>
              </a:spcBef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115888" algn="l" defTabSz="392113">
              <a:spcBef>
                <a:spcPct val="0"/>
              </a:spcBef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441325" indent="-211138" algn="l" defTabSz="392113">
              <a:spcBef>
                <a:spcPct val="0"/>
              </a:spcBef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835025" indent="-212725" algn="l" defTabSz="392113">
              <a:spcBef>
                <a:spcPct val="0"/>
              </a:spcBef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5688013" algn="l" defTabSz="392113">
              <a:spcBef>
                <a:spcPct val="0"/>
              </a:spcBef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6145213" defTabSz="392113" fontAlgn="base">
              <a:spcBef>
                <a:spcPct val="0"/>
              </a:spcBef>
              <a:spcAft>
                <a:spcPct val="0"/>
              </a:spcAft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6602413" defTabSz="392113" fontAlgn="base">
              <a:spcBef>
                <a:spcPct val="0"/>
              </a:spcBef>
              <a:spcAft>
                <a:spcPct val="0"/>
              </a:spcAft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7059613" defTabSz="392113" fontAlgn="base">
              <a:spcBef>
                <a:spcPct val="0"/>
              </a:spcBef>
              <a:spcAft>
                <a:spcPct val="0"/>
              </a:spcAft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7516813" defTabSz="392113" fontAlgn="base">
              <a:spcBef>
                <a:spcPct val="0"/>
              </a:spcBef>
              <a:spcAft>
                <a:spcPct val="0"/>
              </a:spcAft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hangingPunct="0">
              <a:lnSpc>
                <a:spcPct val="95000"/>
              </a:lnSpc>
              <a:spcBef>
                <a:spcPct val="30000"/>
              </a:spcBef>
            </a:pPr>
            <a:endParaRPr lang="en-US" altLang="en-US" sz="1100">
              <a:solidFill>
                <a:prstClr val="black"/>
              </a:solidFill>
            </a:endParaRPr>
          </a:p>
        </p:txBody>
      </p:sp>
      <p:sp>
        <p:nvSpPr>
          <p:cNvPr id="376835" name="Rectangle 3"/>
          <p:cNvSpPr>
            <a:spLocks noChangeArrowheads="1"/>
          </p:cNvSpPr>
          <p:nvPr/>
        </p:nvSpPr>
        <p:spPr bwMode="auto">
          <a:xfrm>
            <a:off x="3849547" y="-1698"/>
            <a:ext cx="2948129" cy="502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913" tIns="44956" rIns="89913" bIns="44956" anchor="ctr"/>
          <a:lstStyle/>
          <a:p>
            <a:endParaRPr lang="en-IE">
              <a:solidFill>
                <a:prstClr val="black"/>
              </a:solidFill>
            </a:endParaRPr>
          </a:p>
        </p:txBody>
      </p:sp>
      <p:sp>
        <p:nvSpPr>
          <p:cNvPr id="376836" name="Rectangle 4"/>
          <p:cNvSpPr>
            <a:spLocks noChangeArrowheads="1"/>
          </p:cNvSpPr>
          <p:nvPr/>
        </p:nvSpPr>
        <p:spPr bwMode="auto">
          <a:xfrm>
            <a:off x="-1543" y="-1698"/>
            <a:ext cx="2943498" cy="502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913" tIns="44956" rIns="89913" bIns="44956" anchor="ctr"/>
          <a:lstStyle/>
          <a:p>
            <a:endParaRPr lang="en-IE">
              <a:solidFill>
                <a:prstClr val="black"/>
              </a:solidFill>
            </a:endParaRPr>
          </a:p>
        </p:txBody>
      </p:sp>
      <p:graphicFrame>
        <p:nvGraphicFramePr>
          <p:cNvPr id="376837" name="Object 5"/>
          <p:cNvGraphicFramePr>
            <a:graphicFrameLocks/>
          </p:cNvGraphicFramePr>
          <p:nvPr/>
        </p:nvGraphicFramePr>
        <p:xfrm>
          <a:off x="444535" y="6584857"/>
          <a:ext cx="6029000" cy="266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6397920" imgH="2575440" progId="Word.Document.8">
                  <p:embed/>
                </p:oleObj>
              </mc:Choice>
              <mc:Fallback>
                <p:oleObj name="Document" r:id="rId3" imgW="6397920" imgH="2575440" progId="Word.Document.8">
                  <p:embed/>
                  <p:pic>
                    <p:nvPicPr>
                      <p:cNvPr id="376837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535" y="6584857"/>
                        <a:ext cx="6029000" cy="266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6842" name="Rectangle 10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6843" name="Rectangle 11"/>
          <p:cNvSpPr>
            <a:spLocks noGrp="1" noChangeArrowheads="1"/>
          </p:cNvSpPr>
          <p:nvPr>
            <p:ph type="body" idx="1"/>
          </p:nvPr>
        </p:nvSpPr>
        <p:spPr>
          <a:xfrm>
            <a:off x="592713" y="5470967"/>
            <a:ext cx="5664729" cy="3708439"/>
          </a:xfrm>
        </p:spPr>
        <p:txBody>
          <a:bodyPr/>
          <a:lstStyle/>
          <a:p>
            <a:pPr eaLnBrk="0" hangingPunct="0">
              <a:lnSpc>
                <a:spcPct val="95000"/>
              </a:lnSpc>
              <a:spcBef>
                <a:spcPct val="30000"/>
              </a:spcBef>
              <a:buSzTx/>
              <a:buFontTx/>
              <a:buNone/>
            </a:pPr>
            <a:r>
              <a:rPr lang="en-US" altLang="en-US"/>
              <a:t>Character Functions</a:t>
            </a:r>
          </a:p>
          <a:p>
            <a:pPr lvl="1" eaLnBrk="0" hangingPunct="0">
              <a:lnSpc>
                <a:spcPct val="95000"/>
              </a:lnSpc>
              <a:spcBef>
                <a:spcPct val="30000"/>
              </a:spcBef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Single-row character functions</a:t>
            </a:r>
            <a:r>
              <a:rPr lang="en-US" altLang="en-US">
                <a:solidFill>
                  <a:srgbClr val="FC0128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accept character data as input and can return both character and numeric values. Character functions can be divided into the following:</a:t>
            </a:r>
          </a:p>
          <a:p>
            <a:pPr lvl="2" eaLnBrk="0" hangingPunct="0">
              <a:lnSpc>
                <a:spcPct val="95000"/>
              </a:lnSpc>
              <a:buClr>
                <a:schemeClr val="tx1"/>
              </a:buClr>
              <a:buSzTx/>
            </a:pPr>
            <a:r>
              <a:rPr lang="en-US" altLang="en-US">
                <a:solidFill>
                  <a:schemeClr val="tx1"/>
                </a:solidFill>
              </a:rPr>
              <a:t>Case-manipulation functions</a:t>
            </a:r>
          </a:p>
          <a:p>
            <a:pPr lvl="2" eaLnBrk="0" hangingPunct="0">
              <a:lnSpc>
                <a:spcPct val="95000"/>
              </a:lnSpc>
              <a:buClr>
                <a:schemeClr val="tx1"/>
              </a:buClr>
              <a:buSzTx/>
            </a:pPr>
            <a:r>
              <a:rPr lang="en-US" altLang="en-US">
                <a:solidFill>
                  <a:schemeClr val="tx1"/>
                </a:solidFill>
              </a:rPr>
              <a:t>Character-manipulation functions</a:t>
            </a:r>
          </a:p>
          <a:p>
            <a:pPr lvl="1" eaLnBrk="0" hangingPunct="0">
              <a:spcBef>
                <a:spcPct val="30000"/>
              </a:spcBef>
              <a:buSzTx/>
              <a:buFontTx/>
              <a:buNone/>
            </a:pP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endParaRPr lang="en-US" altLang="en-US" b="1">
              <a:solidFill>
                <a:schemeClr val="tx1"/>
              </a:solidFill>
            </a:endParaRPr>
          </a:p>
          <a:p>
            <a:pPr lvl="1" eaLnBrk="0" hangingPunct="0">
              <a:spcBef>
                <a:spcPct val="30000"/>
              </a:spcBef>
              <a:buSzTx/>
              <a:buFontTx/>
              <a:buNone/>
            </a:pPr>
            <a:r>
              <a:rPr lang="en-US" altLang="en-US" b="1">
                <a:solidFill>
                  <a:schemeClr val="tx1"/>
                </a:solidFill>
              </a:rPr>
              <a:t>Note: </a:t>
            </a:r>
            <a:r>
              <a:rPr lang="en-US" altLang="en-US">
                <a:solidFill>
                  <a:schemeClr val="tx1"/>
                </a:solidFill>
              </a:rPr>
              <a:t>The functions discussed in this lesson are only some of the available functions.</a:t>
            </a:r>
            <a:endParaRPr lang="en-US" altLang="en-US"/>
          </a:p>
        </p:txBody>
      </p:sp>
      <p:sp>
        <p:nvSpPr>
          <p:cNvPr id="376839" name="Rectangle 7"/>
          <p:cNvSpPr>
            <a:spLocks noChangeArrowheads="1"/>
          </p:cNvSpPr>
          <p:nvPr/>
        </p:nvSpPr>
        <p:spPr bwMode="auto">
          <a:xfrm>
            <a:off x="512450" y="5032882"/>
            <a:ext cx="182136" cy="468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913" tIns="44956" rIns="89913" bIns="44956" anchor="ctr"/>
          <a:lstStyle/>
          <a:p>
            <a:endParaRPr lang="en-IE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84467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ChangeArrowheads="1"/>
          </p:cNvSpPr>
          <p:nvPr/>
        </p:nvSpPr>
        <p:spPr bwMode="auto">
          <a:xfrm>
            <a:off x="368903" y="5027789"/>
            <a:ext cx="5775863" cy="4075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638" tIns="42540" rIns="89638" bIns="42540"/>
          <a:lstStyle>
            <a:lvl1pPr algn="l" defTabSz="392113">
              <a:spcBef>
                <a:spcPct val="0"/>
              </a:spcBef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115888" algn="l" defTabSz="392113">
              <a:spcBef>
                <a:spcPct val="0"/>
              </a:spcBef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441325" indent="-211138" algn="l" defTabSz="392113">
              <a:spcBef>
                <a:spcPct val="0"/>
              </a:spcBef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835025" indent="-212725" algn="l" defTabSz="392113">
              <a:spcBef>
                <a:spcPct val="0"/>
              </a:spcBef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5688013" algn="l" defTabSz="392113">
              <a:spcBef>
                <a:spcPct val="0"/>
              </a:spcBef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6145213" defTabSz="392113" fontAlgn="base">
              <a:spcBef>
                <a:spcPct val="0"/>
              </a:spcBef>
              <a:spcAft>
                <a:spcPct val="0"/>
              </a:spcAft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6602413" defTabSz="392113" fontAlgn="base">
              <a:spcBef>
                <a:spcPct val="0"/>
              </a:spcBef>
              <a:spcAft>
                <a:spcPct val="0"/>
              </a:spcAft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7059613" defTabSz="392113" fontAlgn="base">
              <a:spcBef>
                <a:spcPct val="0"/>
              </a:spcBef>
              <a:spcAft>
                <a:spcPct val="0"/>
              </a:spcAft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7516813" defTabSz="392113" fontAlgn="base">
              <a:spcBef>
                <a:spcPct val="0"/>
              </a:spcBef>
              <a:spcAft>
                <a:spcPct val="0"/>
              </a:spcAft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hangingPunct="0">
              <a:lnSpc>
                <a:spcPct val="95000"/>
              </a:lnSpc>
              <a:spcBef>
                <a:spcPct val="30000"/>
              </a:spcBef>
            </a:pPr>
            <a:endParaRPr lang="en-US" altLang="en-US" sz="1100">
              <a:solidFill>
                <a:prstClr val="black"/>
              </a:solidFill>
            </a:endParaRPr>
          </a:p>
        </p:txBody>
      </p:sp>
      <p:sp>
        <p:nvSpPr>
          <p:cNvPr id="376835" name="Rectangle 3"/>
          <p:cNvSpPr>
            <a:spLocks noChangeArrowheads="1"/>
          </p:cNvSpPr>
          <p:nvPr/>
        </p:nvSpPr>
        <p:spPr bwMode="auto">
          <a:xfrm>
            <a:off x="3849547" y="-1698"/>
            <a:ext cx="2948129" cy="502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913" tIns="44956" rIns="89913" bIns="44956" anchor="ctr"/>
          <a:lstStyle/>
          <a:p>
            <a:endParaRPr lang="en-IE">
              <a:solidFill>
                <a:prstClr val="black"/>
              </a:solidFill>
            </a:endParaRPr>
          </a:p>
        </p:txBody>
      </p:sp>
      <p:sp>
        <p:nvSpPr>
          <p:cNvPr id="376836" name="Rectangle 4"/>
          <p:cNvSpPr>
            <a:spLocks noChangeArrowheads="1"/>
          </p:cNvSpPr>
          <p:nvPr/>
        </p:nvSpPr>
        <p:spPr bwMode="auto">
          <a:xfrm>
            <a:off x="-1543" y="-1698"/>
            <a:ext cx="2943498" cy="502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913" tIns="44956" rIns="89913" bIns="44956" anchor="ctr"/>
          <a:lstStyle/>
          <a:p>
            <a:endParaRPr lang="en-IE">
              <a:solidFill>
                <a:prstClr val="black"/>
              </a:solidFill>
            </a:endParaRPr>
          </a:p>
        </p:txBody>
      </p:sp>
      <p:graphicFrame>
        <p:nvGraphicFramePr>
          <p:cNvPr id="376837" name="Object 5"/>
          <p:cNvGraphicFramePr>
            <a:graphicFrameLocks/>
          </p:cNvGraphicFramePr>
          <p:nvPr/>
        </p:nvGraphicFramePr>
        <p:xfrm>
          <a:off x="444535" y="6584857"/>
          <a:ext cx="6029000" cy="266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6397920" imgH="2575440" progId="Word.Document.8">
                  <p:embed/>
                </p:oleObj>
              </mc:Choice>
              <mc:Fallback>
                <p:oleObj name="Document" r:id="rId3" imgW="6397920" imgH="2575440" progId="Word.Document.8">
                  <p:embed/>
                  <p:pic>
                    <p:nvPicPr>
                      <p:cNvPr id="376837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535" y="6584857"/>
                        <a:ext cx="6029000" cy="266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6842" name="Rectangle 10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6843" name="Rectangle 11"/>
          <p:cNvSpPr>
            <a:spLocks noGrp="1" noChangeArrowheads="1"/>
          </p:cNvSpPr>
          <p:nvPr>
            <p:ph type="body" idx="1"/>
          </p:nvPr>
        </p:nvSpPr>
        <p:spPr>
          <a:xfrm>
            <a:off x="592713" y="5470967"/>
            <a:ext cx="5664729" cy="3708439"/>
          </a:xfrm>
        </p:spPr>
        <p:txBody>
          <a:bodyPr/>
          <a:lstStyle/>
          <a:p>
            <a:pPr eaLnBrk="0" hangingPunct="0">
              <a:lnSpc>
                <a:spcPct val="95000"/>
              </a:lnSpc>
              <a:spcBef>
                <a:spcPct val="30000"/>
              </a:spcBef>
              <a:buSzTx/>
              <a:buFontTx/>
              <a:buNone/>
            </a:pPr>
            <a:r>
              <a:rPr lang="en-US" altLang="en-US"/>
              <a:t>Character Functions</a:t>
            </a:r>
          </a:p>
          <a:p>
            <a:pPr lvl="1" eaLnBrk="0" hangingPunct="0">
              <a:lnSpc>
                <a:spcPct val="95000"/>
              </a:lnSpc>
              <a:spcBef>
                <a:spcPct val="30000"/>
              </a:spcBef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Single-row character functions</a:t>
            </a:r>
            <a:r>
              <a:rPr lang="en-US" altLang="en-US">
                <a:solidFill>
                  <a:srgbClr val="FC0128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accept character data as input and can return both character and numeric values. Character functions can be divided into the following:</a:t>
            </a:r>
          </a:p>
          <a:p>
            <a:pPr lvl="2" eaLnBrk="0" hangingPunct="0">
              <a:lnSpc>
                <a:spcPct val="95000"/>
              </a:lnSpc>
              <a:buClr>
                <a:schemeClr val="tx1"/>
              </a:buClr>
              <a:buSzTx/>
            </a:pPr>
            <a:r>
              <a:rPr lang="en-US" altLang="en-US">
                <a:solidFill>
                  <a:schemeClr val="tx1"/>
                </a:solidFill>
              </a:rPr>
              <a:t>Case-manipulation functions</a:t>
            </a:r>
          </a:p>
          <a:p>
            <a:pPr lvl="2" eaLnBrk="0" hangingPunct="0">
              <a:lnSpc>
                <a:spcPct val="95000"/>
              </a:lnSpc>
              <a:buClr>
                <a:schemeClr val="tx1"/>
              </a:buClr>
              <a:buSzTx/>
            </a:pPr>
            <a:r>
              <a:rPr lang="en-US" altLang="en-US">
                <a:solidFill>
                  <a:schemeClr val="tx1"/>
                </a:solidFill>
              </a:rPr>
              <a:t>Character-manipulation functions</a:t>
            </a:r>
          </a:p>
          <a:p>
            <a:pPr lvl="1" eaLnBrk="0" hangingPunct="0">
              <a:spcBef>
                <a:spcPct val="30000"/>
              </a:spcBef>
              <a:buSzTx/>
              <a:buFontTx/>
              <a:buNone/>
            </a:pP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endParaRPr lang="en-US" altLang="en-US" b="1">
              <a:solidFill>
                <a:schemeClr val="tx1"/>
              </a:solidFill>
            </a:endParaRPr>
          </a:p>
          <a:p>
            <a:pPr lvl="1" eaLnBrk="0" hangingPunct="0">
              <a:spcBef>
                <a:spcPct val="30000"/>
              </a:spcBef>
              <a:buSzTx/>
              <a:buFontTx/>
              <a:buNone/>
            </a:pPr>
            <a:r>
              <a:rPr lang="en-US" altLang="en-US" b="1">
                <a:solidFill>
                  <a:schemeClr val="tx1"/>
                </a:solidFill>
              </a:rPr>
              <a:t>Note: </a:t>
            </a:r>
            <a:r>
              <a:rPr lang="en-US" altLang="en-US">
                <a:solidFill>
                  <a:schemeClr val="tx1"/>
                </a:solidFill>
              </a:rPr>
              <a:t>The functions discussed in this lesson are only some of the available functions.</a:t>
            </a:r>
            <a:endParaRPr lang="en-US" altLang="en-US"/>
          </a:p>
        </p:txBody>
      </p:sp>
      <p:sp>
        <p:nvSpPr>
          <p:cNvPr id="376839" name="Rectangle 7"/>
          <p:cNvSpPr>
            <a:spLocks noChangeArrowheads="1"/>
          </p:cNvSpPr>
          <p:nvPr/>
        </p:nvSpPr>
        <p:spPr bwMode="auto">
          <a:xfrm>
            <a:off x="512450" y="5032882"/>
            <a:ext cx="182136" cy="468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913" tIns="44956" rIns="89913" bIns="44956" anchor="ctr"/>
          <a:lstStyle/>
          <a:p>
            <a:endParaRPr lang="en-IE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53193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ChangeArrowheads="1"/>
          </p:cNvSpPr>
          <p:nvPr/>
        </p:nvSpPr>
        <p:spPr bwMode="auto">
          <a:xfrm>
            <a:off x="368903" y="5027789"/>
            <a:ext cx="5775863" cy="4075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638" tIns="42540" rIns="89638" bIns="42540"/>
          <a:lstStyle>
            <a:lvl1pPr algn="l" defTabSz="392113">
              <a:spcBef>
                <a:spcPct val="0"/>
              </a:spcBef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115888" algn="l" defTabSz="392113">
              <a:spcBef>
                <a:spcPct val="0"/>
              </a:spcBef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441325" indent="-211138" algn="l" defTabSz="392113">
              <a:spcBef>
                <a:spcPct val="0"/>
              </a:spcBef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835025" indent="-212725" algn="l" defTabSz="392113">
              <a:spcBef>
                <a:spcPct val="0"/>
              </a:spcBef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5688013" algn="l" defTabSz="392113">
              <a:spcBef>
                <a:spcPct val="0"/>
              </a:spcBef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6145213" defTabSz="392113" fontAlgn="base">
              <a:spcBef>
                <a:spcPct val="0"/>
              </a:spcBef>
              <a:spcAft>
                <a:spcPct val="0"/>
              </a:spcAft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6602413" defTabSz="392113" fontAlgn="base">
              <a:spcBef>
                <a:spcPct val="0"/>
              </a:spcBef>
              <a:spcAft>
                <a:spcPct val="0"/>
              </a:spcAft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7059613" defTabSz="392113" fontAlgn="base">
              <a:spcBef>
                <a:spcPct val="0"/>
              </a:spcBef>
              <a:spcAft>
                <a:spcPct val="0"/>
              </a:spcAft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7516813" defTabSz="392113" fontAlgn="base">
              <a:spcBef>
                <a:spcPct val="0"/>
              </a:spcBef>
              <a:spcAft>
                <a:spcPct val="0"/>
              </a:spcAft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hangingPunct="0">
              <a:lnSpc>
                <a:spcPct val="95000"/>
              </a:lnSpc>
              <a:spcBef>
                <a:spcPct val="30000"/>
              </a:spcBef>
            </a:pPr>
            <a:endParaRPr lang="en-US" altLang="en-US" sz="1100">
              <a:solidFill>
                <a:prstClr val="black"/>
              </a:solidFill>
            </a:endParaRPr>
          </a:p>
        </p:txBody>
      </p:sp>
      <p:sp>
        <p:nvSpPr>
          <p:cNvPr id="376835" name="Rectangle 3"/>
          <p:cNvSpPr>
            <a:spLocks noChangeArrowheads="1"/>
          </p:cNvSpPr>
          <p:nvPr/>
        </p:nvSpPr>
        <p:spPr bwMode="auto">
          <a:xfrm>
            <a:off x="3849547" y="-1698"/>
            <a:ext cx="2948129" cy="502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913" tIns="44956" rIns="89913" bIns="44956" anchor="ctr"/>
          <a:lstStyle/>
          <a:p>
            <a:endParaRPr lang="en-IE">
              <a:solidFill>
                <a:prstClr val="black"/>
              </a:solidFill>
            </a:endParaRPr>
          </a:p>
        </p:txBody>
      </p:sp>
      <p:sp>
        <p:nvSpPr>
          <p:cNvPr id="376836" name="Rectangle 4"/>
          <p:cNvSpPr>
            <a:spLocks noChangeArrowheads="1"/>
          </p:cNvSpPr>
          <p:nvPr/>
        </p:nvSpPr>
        <p:spPr bwMode="auto">
          <a:xfrm>
            <a:off x="-1543" y="-1698"/>
            <a:ext cx="2943498" cy="502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913" tIns="44956" rIns="89913" bIns="44956" anchor="ctr"/>
          <a:lstStyle/>
          <a:p>
            <a:endParaRPr lang="en-IE">
              <a:solidFill>
                <a:prstClr val="black"/>
              </a:solidFill>
            </a:endParaRPr>
          </a:p>
        </p:txBody>
      </p:sp>
      <p:graphicFrame>
        <p:nvGraphicFramePr>
          <p:cNvPr id="376837" name="Object 5"/>
          <p:cNvGraphicFramePr>
            <a:graphicFrameLocks/>
          </p:cNvGraphicFramePr>
          <p:nvPr/>
        </p:nvGraphicFramePr>
        <p:xfrm>
          <a:off x="444535" y="6584857"/>
          <a:ext cx="6029000" cy="266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6397920" imgH="2575440" progId="Word.Document.8">
                  <p:embed/>
                </p:oleObj>
              </mc:Choice>
              <mc:Fallback>
                <p:oleObj name="Document" r:id="rId3" imgW="6397920" imgH="2575440" progId="Word.Document.8">
                  <p:embed/>
                  <p:pic>
                    <p:nvPicPr>
                      <p:cNvPr id="376837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535" y="6584857"/>
                        <a:ext cx="6029000" cy="266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6842" name="Rectangle 10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6843" name="Rectangle 11"/>
          <p:cNvSpPr>
            <a:spLocks noGrp="1" noChangeArrowheads="1"/>
          </p:cNvSpPr>
          <p:nvPr>
            <p:ph type="body" idx="1"/>
          </p:nvPr>
        </p:nvSpPr>
        <p:spPr>
          <a:xfrm>
            <a:off x="592713" y="5470967"/>
            <a:ext cx="5664729" cy="3708439"/>
          </a:xfrm>
        </p:spPr>
        <p:txBody>
          <a:bodyPr/>
          <a:lstStyle/>
          <a:p>
            <a:pPr eaLnBrk="0" hangingPunct="0">
              <a:lnSpc>
                <a:spcPct val="95000"/>
              </a:lnSpc>
              <a:spcBef>
                <a:spcPct val="30000"/>
              </a:spcBef>
              <a:buSzTx/>
              <a:buFontTx/>
              <a:buNone/>
            </a:pPr>
            <a:r>
              <a:rPr lang="en-US" altLang="en-US"/>
              <a:t>Character Functions</a:t>
            </a:r>
          </a:p>
          <a:p>
            <a:pPr lvl="1" eaLnBrk="0" hangingPunct="0">
              <a:lnSpc>
                <a:spcPct val="95000"/>
              </a:lnSpc>
              <a:spcBef>
                <a:spcPct val="30000"/>
              </a:spcBef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Single-row character functions</a:t>
            </a:r>
            <a:r>
              <a:rPr lang="en-US" altLang="en-US">
                <a:solidFill>
                  <a:srgbClr val="FC0128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accept character data as input and can return both character and numeric values. Character functions can be divided into the following:</a:t>
            </a:r>
          </a:p>
          <a:p>
            <a:pPr lvl="2" eaLnBrk="0" hangingPunct="0">
              <a:lnSpc>
                <a:spcPct val="95000"/>
              </a:lnSpc>
              <a:buClr>
                <a:schemeClr val="tx1"/>
              </a:buClr>
              <a:buSzTx/>
            </a:pPr>
            <a:r>
              <a:rPr lang="en-US" altLang="en-US">
                <a:solidFill>
                  <a:schemeClr val="tx1"/>
                </a:solidFill>
              </a:rPr>
              <a:t>Case-manipulation functions</a:t>
            </a:r>
          </a:p>
          <a:p>
            <a:pPr lvl="2" eaLnBrk="0" hangingPunct="0">
              <a:lnSpc>
                <a:spcPct val="95000"/>
              </a:lnSpc>
              <a:buClr>
                <a:schemeClr val="tx1"/>
              </a:buClr>
              <a:buSzTx/>
            </a:pPr>
            <a:r>
              <a:rPr lang="en-US" altLang="en-US">
                <a:solidFill>
                  <a:schemeClr val="tx1"/>
                </a:solidFill>
              </a:rPr>
              <a:t>Character-manipulation functions</a:t>
            </a:r>
          </a:p>
          <a:p>
            <a:pPr lvl="1" eaLnBrk="0" hangingPunct="0">
              <a:spcBef>
                <a:spcPct val="30000"/>
              </a:spcBef>
              <a:buSzTx/>
              <a:buFontTx/>
              <a:buNone/>
            </a:pP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endParaRPr lang="en-US" altLang="en-US" b="1">
              <a:solidFill>
                <a:schemeClr val="tx1"/>
              </a:solidFill>
            </a:endParaRPr>
          </a:p>
          <a:p>
            <a:pPr lvl="1" eaLnBrk="0" hangingPunct="0">
              <a:spcBef>
                <a:spcPct val="30000"/>
              </a:spcBef>
              <a:buSzTx/>
              <a:buFontTx/>
              <a:buNone/>
            </a:pPr>
            <a:r>
              <a:rPr lang="en-US" altLang="en-US" b="1">
                <a:solidFill>
                  <a:schemeClr val="tx1"/>
                </a:solidFill>
              </a:rPr>
              <a:t>Note: </a:t>
            </a:r>
            <a:r>
              <a:rPr lang="en-US" altLang="en-US">
                <a:solidFill>
                  <a:schemeClr val="tx1"/>
                </a:solidFill>
              </a:rPr>
              <a:t>The functions discussed in this lesson are only some of the available functions.</a:t>
            </a:r>
            <a:endParaRPr lang="en-US" altLang="en-US"/>
          </a:p>
        </p:txBody>
      </p:sp>
      <p:sp>
        <p:nvSpPr>
          <p:cNvPr id="376839" name="Rectangle 7"/>
          <p:cNvSpPr>
            <a:spLocks noChangeArrowheads="1"/>
          </p:cNvSpPr>
          <p:nvPr/>
        </p:nvSpPr>
        <p:spPr bwMode="auto">
          <a:xfrm>
            <a:off x="512450" y="5032882"/>
            <a:ext cx="182136" cy="468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913" tIns="44956" rIns="89913" bIns="44956" anchor="ctr"/>
          <a:lstStyle/>
          <a:p>
            <a:endParaRPr lang="en-IE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09643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ChangeArrowheads="1"/>
          </p:cNvSpPr>
          <p:nvPr/>
        </p:nvSpPr>
        <p:spPr bwMode="auto">
          <a:xfrm>
            <a:off x="368903" y="5027789"/>
            <a:ext cx="5775863" cy="4075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638" tIns="42540" rIns="89638" bIns="42540"/>
          <a:lstStyle>
            <a:lvl1pPr algn="l" defTabSz="392113">
              <a:spcBef>
                <a:spcPct val="0"/>
              </a:spcBef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115888" algn="l" defTabSz="392113">
              <a:spcBef>
                <a:spcPct val="0"/>
              </a:spcBef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441325" indent="-211138" algn="l" defTabSz="392113">
              <a:spcBef>
                <a:spcPct val="0"/>
              </a:spcBef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835025" indent="-212725" algn="l" defTabSz="392113">
              <a:spcBef>
                <a:spcPct val="0"/>
              </a:spcBef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5688013" algn="l" defTabSz="392113">
              <a:spcBef>
                <a:spcPct val="0"/>
              </a:spcBef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6145213" defTabSz="392113" fontAlgn="base">
              <a:spcBef>
                <a:spcPct val="0"/>
              </a:spcBef>
              <a:spcAft>
                <a:spcPct val="0"/>
              </a:spcAft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6602413" defTabSz="392113" fontAlgn="base">
              <a:spcBef>
                <a:spcPct val="0"/>
              </a:spcBef>
              <a:spcAft>
                <a:spcPct val="0"/>
              </a:spcAft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7059613" defTabSz="392113" fontAlgn="base">
              <a:spcBef>
                <a:spcPct val="0"/>
              </a:spcBef>
              <a:spcAft>
                <a:spcPct val="0"/>
              </a:spcAft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7516813" defTabSz="392113" fontAlgn="base">
              <a:spcBef>
                <a:spcPct val="0"/>
              </a:spcBef>
              <a:spcAft>
                <a:spcPct val="0"/>
              </a:spcAft>
              <a:tabLst>
                <a:tab pos="44767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hangingPunct="0">
              <a:lnSpc>
                <a:spcPct val="95000"/>
              </a:lnSpc>
              <a:spcBef>
                <a:spcPct val="30000"/>
              </a:spcBef>
            </a:pPr>
            <a:endParaRPr lang="en-US" altLang="en-US" sz="1100">
              <a:solidFill>
                <a:prstClr val="black"/>
              </a:solidFill>
            </a:endParaRPr>
          </a:p>
        </p:txBody>
      </p:sp>
      <p:sp>
        <p:nvSpPr>
          <p:cNvPr id="376835" name="Rectangle 3"/>
          <p:cNvSpPr>
            <a:spLocks noChangeArrowheads="1"/>
          </p:cNvSpPr>
          <p:nvPr/>
        </p:nvSpPr>
        <p:spPr bwMode="auto">
          <a:xfrm>
            <a:off x="3849547" y="-1698"/>
            <a:ext cx="2948129" cy="502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913" tIns="44956" rIns="89913" bIns="44956" anchor="ctr"/>
          <a:lstStyle/>
          <a:p>
            <a:endParaRPr lang="en-IE">
              <a:solidFill>
                <a:prstClr val="black"/>
              </a:solidFill>
            </a:endParaRPr>
          </a:p>
        </p:txBody>
      </p:sp>
      <p:sp>
        <p:nvSpPr>
          <p:cNvPr id="376836" name="Rectangle 4"/>
          <p:cNvSpPr>
            <a:spLocks noChangeArrowheads="1"/>
          </p:cNvSpPr>
          <p:nvPr/>
        </p:nvSpPr>
        <p:spPr bwMode="auto">
          <a:xfrm>
            <a:off x="-1543" y="-1698"/>
            <a:ext cx="2943498" cy="502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913" tIns="44956" rIns="89913" bIns="44956" anchor="ctr"/>
          <a:lstStyle/>
          <a:p>
            <a:endParaRPr lang="en-IE">
              <a:solidFill>
                <a:prstClr val="black"/>
              </a:solidFill>
            </a:endParaRPr>
          </a:p>
        </p:txBody>
      </p:sp>
      <p:graphicFrame>
        <p:nvGraphicFramePr>
          <p:cNvPr id="376837" name="Object 5"/>
          <p:cNvGraphicFramePr>
            <a:graphicFrameLocks/>
          </p:cNvGraphicFramePr>
          <p:nvPr/>
        </p:nvGraphicFramePr>
        <p:xfrm>
          <a:off x="444535" y="6584857"/>
          <a:ext cx="6029000" cy="266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6397920" imgH="2575440" progId="Word.Document.8">
                  <p:embed/>
                </p:oleObj>
              </mc:Choice>
              <mc:Fallback>
                <p:oleObj name="Document" r:id="rId3" imgW="6397920" imgH="2575440" progId="Word.Document.8">
                  <p:embed/>
                  <p:pic>
                    <p:nvPicPr>
                      <p:cNvPr id="376837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535" y="6584857"/>
                        <a:ext cx="6029000" cy="266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6842" name="Rectangle 10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6843" name="Rectangle 11"/>
          <p:cNvSpPr>
            <a:spLocks noGrp="1" noChangeArrowheads="1"/>
          </p:cNvSpPr>
          <p:nvPr>
            <p:ph type="body" idx="1"/>
          </p:nvPr>
        </p:nvSpPr>
        <p:spPr>
          <a:xfrm>
            <a:off x="592713" y="5470967"/>
            <a:ext cx="5664729" cy="3708439"/>
          </a:xfrm>
        </p:spPr>
        <p:txBody>
          <a:bodyPr/>
          <a:lstStyle/>
          <a:p>
            <a:pPr eaLnBrk="0" hangingPunct="0">
              <a:lnSpc>
                <a:spcPct val="95000"/>
              </a:lnSpc>
              <a:spcBef>
                <a:spcPct val="30000"/>
              </a:spcBef>
              <a:buSzTx/>
              <a:buFontTx/>
              <a:buNone/>
            </a:pPr>
            <a:r>
              <a:rPr lang="en-US" altLang="en-US"/>
              <a:t>Character Functions</a:t>
            </a:r>
          </a:p>
          <a:p>
            <a:pPr lvl="1" eaLnBrk="0" hangingPunct="0">
              <a:lnSpc>
                <a:spcPct val="95000"/>
              </a:lnSpc>
              <a:spcBef>
                <a:spcPct val="30000"/>
              </a:spcBef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Single-row character functions</a:t>
            </a:r>
            <a:r>
              <a:rPr lang="en-US" altLang="en-US">
                <a:solidFill>
                  <a:srgbClr val="FC0128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accept character data as input and can return both character and numeric values. Character functions can be divided into the following:</a:t>
            </a:r>
          </a:p>
          <a:p>
            <a:pPr lvl="2" eaLnBrk="0" hangingPunct="0">
              <a:lnSpc>
                <a:spcPct val="95000"/>
              </a:lnSpc>
              <a:buClr>
                <a:schemeClr val="tx1"/>
              </a:buClr>
              <a:buSzTx/>
            </a:pPr>
            <a:r>
              <a:rPr lang="en-US" altLang="en-US">
                <a:solidFill>
                  <a:schemeClr val="tx1"/>
                </a:solidFill>
              </a:rPr>
              <a:t>Case-manipulation functions</a:t>
            </a:r>
          </a:p>
          <a:p>
            <a:pPr lvl="2" eaLnBrk="0" hangingPunct="0">
              <a:lnSpc>
                <a:spcPct val="95000"/>
              </a:lnSpc>
              <a:buClr>
                <a:schemeClr val="tx1"/>
              </a:buClr>
              <a:buSzTx/>
            </a:pPr>
            <a:r>
              <a:rPr lang="en-US" altLang="en-US">
                <a:solidFill>
                  <a:schemeClr val="tx1"/>
                </a:solidFill>
              </a:rPr>
              <a:t>Character-manipulation functions</a:t>
            </a:r>
          </a:p>
          <a:p>
            <a:pPr lvl="1" eaLnBrk="0" hangingPunct="0">
              <a:spcBef>
                <a:spcPct val="30000"/>
              </a:spcBef>
              <a:buSzTx/>
              <a:buFontTx/>
              <a:buNone/>
            </a:pP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br>
              <a:rPr lang="en-US" altLang="en-US" b="1">
                <a:solidFill>
                  <a:schemeClr val="tx1"/>
                </a:solidFill>
              </a:rPr>
            </a:br>
            <a:endParaRPr lang="en-US" altLang="en-US" b="1">
              <a:solidFill>
                <a:schemeClr val="tx1"/>
              </a:solidFill>
            </a:endParaRPr>
          </a:p>
          <a:p>
            <a:pPr lvl="1" eaLnBrk="0" hangingPunct="0">
              <a:spcBef>
                <a:spcPct val="30000"/>
              </a:spcBef>
              <a:buSzTx/>
              <a:buFontTx/>
              <a:buNone/>
            </a:pPr>
            <a:r>
              <a:rPr lang="en-US" altLang="en-US" b="1">
                <a:solidFill>
                  <a:schemeClr val="tx1"/>
                </a:solidFill>
              </a:rPr>
              <a:t>Note: </a:t>
            </a:r>
            <a:r>
              <a:rPr lang="en-US" altLang="en-US">
                <a:solidFill>
                  <a:schemeClr val="tx1"/>
                </a:solidFill>
              </a:rPr>
              <a:t>The functions discussed in this lesson are only some of the available functions.</a:t>
            </a:r>
            <a:endParaRPr lang="en-US" altLang="en-US"/>
          </a:p>
        </p:txBody>
      </p:sp>
      <p:sp>
        <p:nvSpPr>
          <p:cNvPr id="376839" name="Rectangle 7"/>
          <p:cNvSpPr>
            <a:spLocks noChangeArrowheads="1"/>
          </p:cNvSpPr>
          <p:nvPr/>
        </p:nvSpPr>
        <p:spPr bwMode="auto">
          <a:xfrm>
            <a:off x="512450" y="5032882"/>
            <a:ext cx="182136" cy="468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913" tIns="44956" rIns="89913" bIns="44956" anchor="ctr"/>
          <a:lstStyle/>
          <a:p>
            <a:endParaRPr lang="en-IE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62144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78" name="Rectangle 2"/>
          <p:cNvSpPr>
            <a:spLocks noChangeArrowheads="1"/>
          </p:cNvSpPr>
          <p:nvPr/>
        </p:nvSpPr>
        <p:spPr bwMode="auto">
          <a:xfrm>
            <a:off x="3849547" y="-1698"/>
            <a:ext cx="2948129" cy="502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913" tIns="44956" rIns="89913" bIns="44956" anchor="ctr"/>
          <a:lstStyle/>
          <a:p>
            <a:endParaRPr lang="en-IE">
              <a:solidFill>
                <a:prstClr val="black"/>
              </a:solidFill>
            </a:endParaRPr>
          </a:p>
        </p:txBody>
      </p:sp>
      <p:sp>
        <p:nvSpPr>
          <p:cNvPr id="382979" name="Rectangle 3"/>
          <p:cNvSpPr>
            <a:spLocks noChangeArrowheads="1"/>
          </p:cNvSpPr>
          <p:nvPr/>
        </p:nvSpPr>
        <p:spPr bwMode="auto">
          <a:xfrm>
            <a:off x="-1543" y="-1698"/>
            <a:ext cx="2943498" cy="502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913" tIns="44956" rIns="89913" bIns="44956" anchor="ctr"/>
          <a:lstStyle/>
          <a:p>
            <a:endParaRPr lang="en-IE">
              <a:solidFill>
                <a:prstClr val="black"/>
              </a:solidFill>
            </a:endParaRPr>
          </a:p>
        </p:txBody>
      </p:sp>
      <p:sp>
        <p:nvSpPr>
          <p:cNvPr id="38298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2983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207945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80" name="Rectangle 8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7081" name="Rectangle 9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387076" name="Rectangle 4"/>
          <p:cNvSpPr>
            <a:spLocks noChangeArrowheads="1"/>
          </p:cNvSpPr>
          <p:nvPr/>
        </p:nvSpPr>
        <p:spPr bwMode="auto">
          <a:xfrm>
            <a:off x="597344" y="7494986"/>
            <a:ext cx="5635401" cy="8761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913" tIns="44956" rIns="89913" bIns="44956" anchor="ctr"/>
          <a:lstStyle/>
          <a:p>
            <a:endParaRPr lang="en-IE">
              <a:solidFill>
                <a:prstClr val="black"/>
              </a:solidFill>
            </a:endParaRPr>
          </a:p>
        </p:txBody>
      </p:sp>
      <p:pic>
        <p:nvPicPr>
          <p:cNvPr id="38707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791829" y="8046839"/>
            <a:ext cx="5357568" cy="959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98B96-3AFD-861F-2B91-5B86ABE6F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80" name="Rectangle 8">
            <a:extLst>
              <a:ext uri="{FF2B5EF4-FFF2-40B4-BE49-F238E27FC236}">
                <a16:creationId xmlns:a16="http://schemas.microsoft.com/office/drawing/2014/main" id="{D86AB7EC-C5FA-F967-A1A9-B0BF4151AD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7081" name="Rectangle 9">
            <a:extLst>
              <a:ext uri="{FF2B5EF4-FFF2-40B4-BE49-F238E27FC236}">
                <a16:creationId xmlns:a16="http://schemas.microsoft.com/office/drawing/2014/main" id="{78FDF68C-B19B-6357-6CBB-CD5BA050EC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387076" name="Rectangle 4">
            <a:extLst>
              <a:ext uri="{FF2B5EF4-FFF2-40B4-BE49-F238E27FC236}">
                <a16:creationId xmlns:a16="http://schemas.microsoft.com/office/drawing/2014/main" id="{838E6701-1148-6D20-2553-D056DADEDA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344" y="7494986"/>
            <a:ext cx="5635401" cy="8761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913" tIns="44956" rIns="89913" bIns="44956" anchor="ctr"/>
          <a:lstStyle/>
          <a:p>
            <a:endParaRPr lang="en-IE">
              <a:solidFill>
                <a:prstClr val="black"/>
              </a:solidFill>
            </a:endParaRPr>
          </a:p>
        </p:txBody>
      </p:sp>
      <p:pic>
        <p:nvPicPr>
          <p:cNvPr id="387077" name="Picture 5">
            <a:extLst>
              <a:ext uri="{FF2B5EF4-FFF2-40B4-BE49-F238E27FC236}">
                <a16:creationId xmlns:a16="http://schemas.microsoft.com/office/drawing/2014/main" id="{3337554E-690C-3E52-AC18-59CB4D4A92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791829" y="8046839"/>
            <a:ext cx="5357568" cy="959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902715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64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6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Nesting Functions</a:t>
            </a:r>
          </a:p>
          <a:p>
            <a:pPr lvl="1"/>
            <a:r>
              <a:rPr lang="en-US" altLang="en-US"/>
              <a:t>Single-row functions can be nested </a:t>
            </a:r>
            <a:r>
              <a:rPr lang="en-US" altLang="en-US">
                <a:solidFill>
                  <a:schemeClr val="tx1"/>
                </a:solidFill>
              </a:rPr>
              <a:t>to any depth. Nested functions are evaluated from the innermost level to the outermost level. Some examples</a:t>
            </a:r>
            <a:r>
              <a:rPr lang="en-US" altLang="en-US"/>
              <a:t> follow to show you the flexibility of these functions.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80" name="Rectangle 8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7081" name="Rectangle 9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387076" name="Rectangle 4"/>
          <p:cNvSpPr>
            <a:spLocks noChangeArrowheads="1"/>
          </p:cNvSpPr>
          <p:nvPr/>
        </p:nvSpPr>
        <p:spPr bwMode="auto">
          <a:xfrm>
            <a:off x="597344" y="7494986"/>
            <a:ext cx="5635401" cy="8761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913" tIns="44956" rIns="89913" bIns="44956" anchor="ctr"/>
          <a:lstStyle/>
          <a:p>
            <a:endParaRPr lang="en-IE">
              <a:solidFill>
                <a:prstClr val="black"/>
              </a:solidFill>
            </a:endParaRPr>
          </a:p>
        </p:txBody>
      </p:sp>
      <p:pic>
        <p:nvPicPr>
          <p:cNvPr id="38707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791829" y="8046839"/>
            <a:ext cx="5357568" cy="959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42307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1317E-4B72-DDFC-3395-0AFCCE2FD9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C926A8-BE5E-DB34-24F4-F8937FEFA6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4" indent="0" algn="ctr">
              <a:buNone/>
              <a:defRPr sz="1500"/>
            </a:lvl2pPr>
            <a:lvl3pPr marL="685807" indent="0" algn="ctr">
              <a:buNone/>
              <a:defRPr sz="1350"/>
            </a:lvl3pPr>
            <a:lvl4pPr marL="1028711" indent="0" algn="ctr">
              <a:buNone/>
              <a:defRPr sz="1200"/>
            </a:lvl4pPr>
            <a:lvl5pPr marL="1371615" indent="0" algn="ctr">
              <a:buNone/>
              <a:defRPr sz="1200"/>
            </a:lvl5pPr>
            <a:lvl6pPr marL="1714519" indent="0" algn="ctr">
              <a:buNone/>
              <a:defRPr sz="1200"/>
            </a:lvl6pPr>
            <a:lvl7pPr marL="2057423" indent="0" algn="ctr">
              <a:buNone/>
              <a:defRPr sz="1200"/>
            </a:lvl7pPr>
            <a:lvl8pPr marL="2400326" indent="0" algn="ctr">
              <a:buNone/>
              <a:defRPr sz="1200"/>
            </a:lvl8pPr>
            <a:lvl9pPr marL="274323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AE87C-D5AB-C13D-F314-AE2B2F130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2E1232-B827-66CE-45E4-0AC0EE014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97826-01BA-CB0F-0792-6716C4805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709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6B007DB-BAC0-B5F7-CD3D-D722F4B0FC67}"/>
              </a:ext>
            </a:extLst>
          </p:cNvPr>
          <p:cNvSpPr/>
          <p:nvPr userDrawn="1"/>
        </p:nvSpPr>
        <p:spPr>
          <a:xfrm>
            <a:off x="0" y="6311900"/>
            <a:ext cx="9144000" cy="546100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539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CCE980-C7F7-E4BB-3D60-AC4227DD6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45A55-EFF2-43B6-B7BF-52DAEFC6D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DE508-9D0D-1A12-5055-B8C9BE346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0AB5E-027B-22C7-C21B-F11F469E4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86FA1-5E26-507E-BD6D-3316D06DE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AE971F0-0CD2-4C47-8087-EBCE9716EA8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8141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CE980-C7F7-E4BB-3D60-AC4227DD6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DE508-9D0D-1A12-5055-B8C9BE346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0AB5E-027B-22C7-C21B-F11F469E4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86FA1-5E26-507E-BD6D-3316D06DE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AE971F0-0CD2-4C47-8087-EBCE9716EA84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Graphic 7" descr="The following is a quote: ">
            <a:extLst>
              <a:ext uri="{FF2B5EF4-FFF2-40B4-BE49-F238E27FC236}">
                <a16:creationId xmlns:a16="http://schemas.microsoft.com/office/drawing/2014/main" id="{BBC1D34B-9075-8D03-3A5C-E7D33712D6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3545" y="1825626"/>
            <a:ext cx="1563272" cy="2084363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1D05262-A873-B471-8864-15D00174DE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57400" y="2147888"/>
            <a:ext cx="6457950" cy="379571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988942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24196-08E0-BC7A-8733-4E756A5FA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>
                <a:solidFill>
                  <a:schemeClr val="accent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DD4156-1D08-F755-3CB7-F04B4CB23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4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7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1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1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2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2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3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864EA-CCA9-EB4F-A84F-BE9D5F986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BAC42-79B8-8591-472D-39FDD982E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DDDC1-A48D-40A0-07DA-F99E091C3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AE971F0-0CD2-4C47-8087-EBCE9716EA8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7650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24196-08E0-BC7A-8733-4E756A5FA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4816548"/>
            <a:ext cx="7886700" cy="1223851"/>
          </a:xfrm>
        </p:spPr>
        <p:txBody>
          <a:bodyPr anchor="b">
            <a:normAutofit/>
          </a:bodyPr>
          <a:lstStyle>
            <a:lvl1pPr algn="ctr">
              <a:defRPr sz="4050">
                <a:solidFill>
                  <a:schemeClr val="accent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864EA-CCA9-EB4F-A84F-BE9D5F986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BAC42-79B8-8591-472D-39FDD982E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DDDC1-A48D-40A0-07DA-F99E091C3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59A2BA5-1AB5-DB59-3C54-16713B4E427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065735" y="712789"/>
            <a:ext cx="5095875" cy="41037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79878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B0BE543-0448-3A4C-5F33-EAD956CEEC4F}"/>
              </a:ext>
            </a:extLst>
          </p:cNvPr>
          <p:cNvSpPr/>
          <p:nvPr userDrawn="1"/>
        </p:nvSpPr>
        <p:spPr>
          <a:xfrm>
            <a:off x="0" y="6311900"/>
            <a:ext cx="9144000" cy="546100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539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9FF7AA-B49C-D561-FA47-CB24D2FBF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61E7E-A789-0692-DCFA-73EB3A13A5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6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5CDC2F-840C-693F-493D-EB4B70B829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1" y="1825626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413D37-E198-0C87-31DE-C825CE017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55D9D-23CD-C2B7-2CB9-63A7B666A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C84A3F-2DEF-A695-73CD-C8A79EDD7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4901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A557A7C-8356-9C4D-0FD4-A2809BBA22A6}"/>
              </a:ext>
            </a:extLst>
          </p:cNvPr>
          <p:cNvSpPr/>
          <p:nvPr userDrawn="1"/>
        </p:nvSpPr>
        <p:spPr>
          <a:xfrm>
            <a:off x="0" y="6311900"/>
            <a:ext cx="9144000" cy="546100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539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23E5D6-F819-DF80-8C6A-FE0FD2368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634751-4015-7A9E-A494-E4825F6D8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4" indent="0">
              <a:buNone/>
              <a:defRPr sz="1500" b="1"/>
            </a:lvl2pPr>
            <a:lvl3pPr marL="685807" indent="0">
              <a:buNone/>
              <a:defRPr sz="1350" b="1"/>
            </a:lvl3pPr>
            <a:lvl4pPr marL="1028711" indent="0">
              <a:buNone/>
              <a:defRPr sz="1200" b="1"/>
            </a:lvl4pPr>
            <a:lvl5pPr marL="1371615" indent="0">
              <a:buNone/>
              <a:defRPr sz="1200" b="1"/>
            </a:lvl5pPr>
            <a:lvl6pPr marL="1714519" indent="0">
              <a:buNone/>
              <a:defRPr sz="1200" b="1"/>
            </a:lvl6pPr>
            <a:lvl7pPr marL="2057423" indent="0">
              <a:buNone/>
              <a:defRPr sz="1200" b="1"/>
            </a:lvl7pPr>
            <a:lvl8pPr marL="2400326" indent="0">
              <a:buNone/>
              <a:defRPr sz="1200" b="1"/>
            </a:lvl8pPr>
            <a:lvl9pPr marL="274323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D0E5A5-4B18-9989-88ED-D6B31265D2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85D65-C667-2456-E06F-F0E68B2E5C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4" indent="0">
              <a:buNone/>
              <a:defRPr sz="1500" b="1"/>
            </a:lvl2pPr>
            <a:lvl3pPr marL="685807" indent="0">
              <a:buNone/>
              <a:defRPr sz="1350" b="1"/>
            </a:lvl3pPr>
            <a:lvl4pPr marL="1028711" indent="0">
              <a:buNone/>
              <a:defRPr sz="1200" b="1"/>
            </a:lvl4pPr>
            <a:lvl5pPr marL="1371615" indent="0">
              <a:buNone/>
              <a:defRPr sz="1200" b="1"/>
            </a:lvl5pPr>
            <a:lvl6pPr marL="1714519" indent="0">
              <a:buNone/>
              <a:defRPr sz="1200" b="1"/>
            </a:lvl6pPr>
            <a:lvl7pPr marL="2057423" indent="0">
              <a:buNone/>
              <a:defRPr sz="1200" b="1"/>
            </a:lvl7pPr>
            <a:lvl8pPr marL="2400326" indent="0">
              <a:buNone/>
              <a:defRPr sz="1200" b="1"/>
            </a:lvl8pPr>
            <a:lvl9pPr marL="274323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44F890-33E6-BD4B-978A-E4B20968B8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26AA7C-81D8-7C95-3E01-76956024F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7830B1-02EA-A7DB-8FCF-32C06C3E0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580A6F-5EBE-2DCC-8CCB-9F05EA664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0633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8C00E1A-F73B-4343-8C36-A161A0EDF3C9}"/>
              </a:ext>
            </a:extLst>
          </p:cNvPr>
          <p:cNvSpPr/>
          <p:nvPr userDrawn="1"/>
        </p:nvSpPr>
        <p:spPr>
          <a:xfrm>
            <a:off x="0" y="6311900"/>
            <a:ext cx="9144000" cy="546100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539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CD2DC0-0D4F-4B0E-7C43-380735648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278B6D-6F61-EF5E-B5CC-F72AA2353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7A9D98-33BD-A8E4-155E-07D8B622B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44C4ED-AE87-B167-6C8F-8D62A01C4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5421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6338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295603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539"/>
          </a:p>
        </p:txBody>
      </p:sp>
    </p:spTree>
    <p:extLst>
      <p:ext uri="{BB962C8B-B14F-4D97-AF65-F5344CB8AC3E}">
        <p14:creationId xmlns:p14="http://schemas.microsoft.com/office/powerpoint/2010/main" val="2888685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295603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539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987EB5-615F-0E93-F4DF-C88794473E91}"/>
              </a:ext>
            </a:extLst>
          </p:cNvPr>
          <p:cNvSpPr/>
          <p:nvPr userDrawn="1"/>
        </p:nvSpPr>
        <p:spPr>
          <a:xfrm>
            <a:off x="2956034" y="0"/>
            <a:ext cx="323193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539"/>
          </a:p>
        </p:txBody>
      </p:sp>
    </p:spTree>
    <p:extLst>
      <p:ext uri="{BB962C8B-B14F-4D97-AF65-F5344CB8AC3E}">
        <p14:creationId xmlns:p14="http://schemas.microsoft.com/office/powerpoint/2010/main" val="27465743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6267893" y="0"/>
            <a:ext cx="287019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539"/>
          </a:p>
        </p:txBody>
      </p:sp>
    </p:spTree>
    <p:extLst>
      <p:ext uri="{BB962C8B-B14F-4D97-AF65-F5344CB8AC3E}">
        <p14:creationId xmlns:p14="http://schemas.microsoft.com/office/powerpoint/2010/main" val="195570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2956034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539"/>
          </a:p>
        </p:txBody>
      </p:sp>
    </p:spTree>
    <p:extLst>
      <p:ext uri="{BB962C8B-B14F-4D97-AF65-F5344CB8AC3E}">
        <p14:creationId xmlns:p14="http://schemas.microsoft.com/office/powerpoint/2010/main" val="5478262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2956034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539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987EB5-615F-0E93-F4DF-C88794473E91}"/>
              </a:ext>
            </a:extLst>
          </p:cNvPr>
          <p:cNvSpPr/>
          <p:nvPr userDrawn="1"/>
        </p:nvSpPr>
        <p:spPr>
          <a:xfrm>
            <a:off x="2956034" y="0"/>
            <a:ext cx="3231933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539"/>
          </a:p>
        </p:txBody>
      </p:sp>
    </p:spTree>
    <p:extLst>
      <p:ext uri="{BB962C8B-B14F-4D97-AF65-F5344CB8AC3E}">
        <p14:creationId xmlns:p14="http://schemas.microsoft.com/office/powerpoint/2010/main" val="18501247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6267893" y="0"/>
            <a:ext cx="2870194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539"/>
          </a:p>
        </p:txBody>
      </p:sp>
    </p:spTree>
    <p:extLst>
      <p:ext uri="{BB962C8B-B14F-4D97-AF65-F5344CB8AC3E}">
        <p14:creationId xmlns:p14="http://schemas.microsoft.com/office/powerpoint/2010/main" val="31582801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295603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539"/>
          </a:p>
        </p:txBody>
      </p:sp>
    </p:spTree>
    <p:extLst>
      <p:ext uri="{BB962C8B-B14F-4D97-AF65-F5344CB8AC3E}">
        <p14:creationId xmlns:p14="http://schemas.microsoft.com/office/powerpoint/2010/main" val="15499796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295603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539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987EB5-615F-0E93-F4DF-C88794473E91}"/>
              </a:ext>
            </a:extLst>
          </p:cNvPr>
          <p:cNvSpPr/>
          <p:nvPr userDrawn="1"/>
        </p:nvSpPr>
        <p:spPr>
          <a:xfrm>
            <a:off x="2956034" y="0"/>
            <a:ext cx="3231933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539"/>
          </a:p>
        </p:txBody>
      </p:sp>
    </p:spTree>
    <p:extLst>
      <p:ext uri="{BB962C8B-B14F-4D97-AF65-F5344CB8AC3E}">
        <p14:creationId xmlns:p14="http://schemas.microsoft.com/office/powerpoint/2010/main" val="17134010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6267893" y="0"/>
            <a:ext cx="287019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539"/>
          </a:p>
        </p:txBody>
      </p:sp>
    </p:spTree>
    <p:extLst>
      <p:ext uri="{BB962C8B-B14F-4D97-AF65-F5344CB8AC3E}">
        <p14:creationId xmlns:p14="http://schemas.microsoft.com/office/powerpoint/2010/main" val="25320910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2956034" cy="685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539"/>
          </a:p>
        </p:txBody>
      </p:sp>
    </p:spTree>
    <p:extLst>
      <p:ext uri="{BB962C8B-B14F-4D97-AF65-F5344CB8AC3E}">
        <p14:creationId xmlns:p14="http://schemas.microsoft.com/office/powerpoint/2010/main" val="6049987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2956034" cy="685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539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987EB5-615F-0E93-F4DF-C88794473E91}"/>
              </a:ext>
            </a:extLst>
          </p:cNvPr>
          <p:cNvSpPr/>
          <p:nvPr userDrawn="1"/>
        </p:nvSpPr>
        <p:spPr>
          <a:xfrm>
            <a:off x="2956034" y="0"/>
            <a:ext cx="3231933" cy="685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539"/>
          </a:p>
        </p:txBody>
      </p:sp>
    </p:spTree>
    <p:extLst>
      <p:ext uri="{BB962C8B-B14F-4D97-AF65-F5344CB8AC3E}">
        <p14:creationId xmlns:p14="http://schemas.microsoft.com/office/powerpoint/2010/main" val="40104347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6267893" y="0"/>
            <a:ext cx="2870194" cy="685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539"/>
          </a:p>
        </p:txBody>
      </p:sp>
    </p:spTree>
    <p:extLst>
      <p:ext uri="{BB962C8B-B14F-4D97-AF65-F5344CB8AC3E}">
        <p14:creationId xmlns:p14="http://schemas.microsoft.com/office/powerpoint/2010/main" val="40277922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 w col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47397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B3F2E4F-D69A-C303-0281-6BB8BC65FA1A}"/>
              </a:ext>
            </a:extLst>
          </p:cNvPr>
          <p:cNvSpPr/>
          <p:nvPr userDrawn="1"/>
        </p:nvSpPr>
        <p:spPr>
          <a:xfrm>
            <a:off x="0" y="6311900"/>
            <a:ext cx="9144000" cy="546100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539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E483EC-461E-3DF8-7723-85858B620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0BA06-04AB-09B5-645C-2091343E99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D91B3F-7C7C-73B9-77CB-A11B1FCF8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1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4" indent="0">
              <a:buNone/>
              <a:defRPr sz="1050"/>
            </a:lvl2pPr>
            <a:lvl3pPr marL="685807" indent="0">
              <a:buNone/>
              <a:defRPr sz="900"/>
            </a:lvl3pPr>
            <a:lvl4pPr marL="1028711" indent="0">
              <a:buNone/>
              <a:defRPr sz="750"/>
            </a:lvl4pPr>
            <a:lvl5pPr marL="1371615" indent="0">
              <a:buNone/>
              <a:defRPr sz="750"/>
            </a:lvl5pPr>
            <a:lvl6pPr marL="1714519" indent="0">
              <a:buNone/>
              <a:defRPr sz="750"/>
            </a:lvl6pPr>
            <a:lvl7pPr marL="2057423" indent="0">
              <a:buNone/>
              <a:defRPr sz="750"/>
            </a:lvl7pPr>
            <a:lvl8pPr marL="2400326" indent="0">
              <a:buNone/>
              <a:defRPr sz="750"/>
            </a:lvl8pPr>
            <a:lvl9pPr marL="274323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67F290-2545-0C2B-78A6-D50CE3D00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E117D-2169-6E39-149C-5FBECD5E7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83838A-4F66-F529-E239-3AE7FBEDE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017866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54395A0-EB10-01E3-39B4-075A8ACEABC7}"/>
              </a:ext>
            </a:extLst>
          </p:cNvPr>
          <p:cNvSpPr/>
          <p:nvPr userDrawn="1"/>
        </p:nvSpPr>
        <p:spPr>
          <a:xfrm>
            <a:off x="0" y="6311900"/>
            <a:ext cx="9144000" cy="546100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539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2FAE3E-C2EA-DDE4-4229-9EB50F2F1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131BBD-51CD-4DC2-4A60-8A48EA6C6A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4" indent="0">
              <a:buNone/>
              <a:defRPr sz="2100"/>
            </a:lvl2pPr>
            <a:lvl3pPr marL="685807" indent="0">
              <a:buNone/>
              <a:defRPr sz="1800"/>
            </a:lvl3pPr>
            <a:lvl4pPr marL="1028711" indent="0">
              <a:buNone/>
              <a:defRPr sz="1500"/>
            </a:lvl4pPr>
            <a:lvl5pPr marL="1371615" indent="0">
              <a:buNone/>
              <a:defRPr sz="1500"/>
            </a:lvl5pPr>
            <a:lvl6pPr marL="1714519" indent="0">
              <a:buNone/>
              <a:defRPr sz="1500"/>
            </a:lvl6pPr>
            <a:lvl7pPr marL="2057423" indent="0">
              <a:buNone/>
              <a:defRPr sz="1500"/>
            </a:lvl7pPr>
            <a:lvl8pPr marL="2400326" indent="0">
              <a:buNone/>
              <a:defRPr sz="1500"/>
            </a:lvl8pPr>
            <a:lvl9pPr marL="2743230" indent="0">
              <a:buNone/>
              <a:defRPr sz="15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3B0D01-09EF-1E92-D338-9CD0EBA943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1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4" indent="0">
              <a:buNone/>
              <a:defRPr sz="1050"/>
            </a:lvl2pPr>
            <a:lvl3pPr marL="685807" indent="0">
              <a:buNone/>
              <a:defRPr sz="900"/>
            </a:lvl3pPr>
            <a:lvl4pPr marL="1028711" indent="0">
              <a:buNone/>
              <a:defRPr sz="750"/>
            </a:lvl4pPr>
            <a:lvl5pPr marL="1371615" indent="0">
              <a:buNone/>
              <a:defRPr sz="750"/>
            </a:lvl5pPr>
            <a:lvl6pPr marL="1714519" indent="0">
              <a:buNone/>
              <a:defRPr sz="750"/>
            </a:lvl6pPr>
            <a:lvl7pPr marL="2057423" indent="0">
              <a:buNone/>
              <a:defRPr sz="750"/>
            </a:lvl7pPr>
            <a:lvl8pPr marL="2400326" indent="0">
              <a:buNone/>
              <a:defRPr sz="750"/>
            </a:lvl8pPr>
            <a:lvl9pPr marL="274323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B20126-F846-16D0-EBDD-34D48607E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34FC57-C801-AEF4-1D0A-E095B6450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51B0C-275C-33D2-9A96-4D0314E6E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826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A1A4EC-146B-3381-63D1-52F3C15CB004}"/>
              </a:ext>
            </a:extLst>
          </p:cNvPr>
          <p:cNvSpPr/>
          <p:nvPr userDrawn="1"/>
        </p:nvSpPr>
        <p:spPr>
          <a:xfrm>
            <a:off x="0" y="6311900"/>
            <a:ext cx="9144000" cy="546100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539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BEF132-B0C4-CEBA-D9BB-A90CC2A65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5F3702-713A-C951-9CCF-955488BC6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34A4F3-ECB2-56FC-3055-081257812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849C6-D413-92F0-6B5F-27BB8AC75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9A6DE-F917-5ECB-80DB-4C5C9924B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934295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9213BEA-D64A-CDAB-CB01-CACA6AEFB654}"/>
              </a:ext>
            </a:extLst>
          </p:cNvPr>
          <p:cNvSpPr/>
          <p:nvPr userDrawn="1"/>
        </p:nvSpPr>
        <p:spPr>
          <a:xfrm>
            <a:off x="0" y="6311900"/>
            <a:ext cx="9144000" cy="546100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539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FFD24A-02C7-3C15-C6A2-2FE1816ED4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7E5EB9-6E42-B9D7-5671-A15D13E201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BCAA2-15B7-B922-2788-5986E5EEA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D40C5-A7B5-0CB8-7A77-77280AC6E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A6257-1CC9-8C66-1C48-A645172DC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79613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802EA-7E2B-54DE-73DF-FFE800694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92240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802EA-7E2B-54DE-73DF-FFE800694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929" y="286767"/>
            <a:ext cx="7189876" cy="43295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83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E0A642-ABE6-FE0E-2BD1-AB0BC48CE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47573-978D-7FA9-0D26-40779E9769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6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31032-3BBA-DDD8-39F1-68FB671B8D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88249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0B08B-CD62-82DF-7BC9-CCDE7E5B63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1" y="6388249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453A8-267C-532B-1CCE-A59D105FDA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1" y="6388249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/>
                </a:solidFill>
              </a:defRPr>
            </a:lvl1pPr>
          </a:lstStyle>
          <a:p>
            <a:fld id="{1AE971F0-0CD2-4C47-8087-EBCE9716EA8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6714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  <p:sldLayoutId id="2147483716" r:id="rId19"/>
    <p:sldLayoutId id="2147483717" r:id="rId20"/>
    <p:sldLayoutId id="2147483718" r:id="rId21"/>
    <p:sldLayoutId id="2147483719" r:id="rId22"/>
    <p:sldLayoutId id="2147483720" r:id="rId23"/>
    <p:sldLayoutId id="2147483721" r:id="rId24"/>
    <p:sldLayoutId id="2147483722" r:id="rId25"/>
    <p:sldLayoutId id="2147483723" r:id="rId26"/>
    <p:sldLayoutId id="2147483724" r:id="rId27"/>
    <p:sldLayoutId id="2147483696" r:id="rId28"/>
  </p:sldLayoutIdLst>
  <p:hf hdr="0" ftr="0" dt="0"/>
  <p:txStyles>
    <p:titleStyle>
      <a:lvl1pPr algn="l" defTabSz="685807" rtl="0" eaLnBrk="1" latinLnBrk="0" hangingPunct="1">
        <a:lnSpc>
          <a:spcPct val="90000"/>
        </a:lnSpc>
        <a:spcBef>
          <a:spcPct val="0"/>
        </a:spcBef>
        <a:buNone/>
        <a:defRPr sz="3300" b="1" kern="1200">
          <a:solidFill>
            <a:srgbClr val="004C6C"/>
          </a:solidFill>
          <a:latin typeface="+mj-lt"/>
          <a:ea typeface="+mj-ea"/>
          <a:cs typeface="+mj-cs"/>
        </a:defRPr>
      </a:lvl1pPr>
    </p:titleStyle>
    <p:bodyStyle>
      <a:lvl1pPr marL="171452" indent="-171452" algn="l" defTabSz="685807" rtl="0" eaLnBrk="1" latinLnBrk="0" hangingPunct="1">
        <a:lnSpc>
          <a:spcPct val="15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5" indent="-171452" algn="l" defTabSz="685807" rtl="0" eaLnBrk="1" latinLnBrk="0" hangingPunct="1">
        <a:lnSpc>
          <a:spcPct val="150000"/>
        </a:lnSpc>
        <a:spcBef>
          <a:spcPts val="37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9" indent="-171452" algn="l" defTabSz="685807" rtl="0" eaLnBrk="1" latinLnBrk="0" hangingPunct="1">
        <a:lnSpc>
          <a:spcPct val="15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63" indent="-171452" algn="l" defTabSz="685807" rtl="0" eaLnBrk="1" latinLnBrk="0" hangingPunct="1">
        <a:lnSpc>
          <a:spcPct val="15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67" indent="-171452" algn="l" defTabSz="685807" rtl="0" eaLnBrk="1" latinLnBrk="0" hangingPunct="1">
        <a:lnSpc>
          <a:spcPct val="15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71" indent="-171452" algn="l" defTabSz="68580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75" indent="-171452" algn="l" defTabSz="68580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78" indent="-171452" algn="l" defTabSz="68580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82" indent="-171452" algn="l" defTabSz="68580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4" algn="l" defTabSz="68580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7" algn="l" defTabSz="68580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11" algn="l" defTabSz="68580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15" algn="l" defTabSz="68580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19" algn="l" defTabSz="68580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23" algn="l" defTabSz="68580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26" algn="l" defTabSz="68580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30" algn="l" defTabSz="68580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2ABE34C9-C9F3-88B9-7DC7-48B60D313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111" y="2582642"/>
            <a:ext cx="7880078" cy="1248448"/>
          </a:xfrm>
        </p:spPr>
        <p:txBody>
          <a:bodyPr vert="horz" wrap="square" lIns="78125" tIns="39063" rIns="78125" bIns="39063" rtlCol="0" anchor="ctr">
            <a:normAutofit fontScale="90000"/>
          </a:bodyPr>
          <a:lstStyle/>
          <a:p>
            <a:r>
              <a:rPr lang="en-IE" sz="3759" dirty="0">
                <a:latin typeface="Helvetica" pitchFamily="2" charset="0"/>
              </a:rPr>
              <a:t>SQL Functions – Character functions</a:t>
            </a:r>
            <a:br>
              <a:rPr lang="en-IE" sz="3759" dirty="0">
                <a:latin typeface="Helvetica" pitchFamily="2" charset="0"/>
              </a:rPr>
            </a:br>
            <a:br>
              <a:rPr lang="en-IE" sz="3418" dirty="0">
                <a:latin typeface="Helvetica" pitchFamily="2" charset="0"/>
              </a:rPr>
            </a:br>
            <a:r>
              <a:rPr lang="en-IE" sz="3076" dirty="0">
                <a:latin typeface="Helvetica" pitchFamily="2" charset="0"/>
              </a:rPr>
              <a:t>Dr Mariana Rocha</a:t>
            </a:r>
            <a:br>
              <a:rPr lang="en-IE" sz="3076" dirty="0">
                <a:latin typeface="Helvetica" pitchFamily="2" charset="0"/>
              </a:rPr>
            </a:br>
            <a:r>
              <a:rPr lang="en-IE" sz="3076" dirty="0">
                <a:latin typeface="Helvetica" pitchFamily="2" charset="0"/>
              </a:rPr>
              <a:t>School of Computer Science</a:t>
            </a:r>
            <a:endParaRPr lang="en-IE" sz="3418" dirty="0">
              <a:latin typeface="Helvetica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8E066B0-7223-D5C8-AC47-4AE5F2157F6E}"/>
              </a:ext>
            </a:extLst>
          </p:cNvPr>
          <p:cNvSpPr txBox="1"/>
          <p:nvPr/>
        </p:nvSpPr>
        <p:spPr>
          <a:xfrm>
            <a:off x="631961" y="5251925"/>
            <a:ext cx="4732746" cy="420842"/>
          </a:xfrm>
          <a:prstGeom prst="rect">
            <a:avLst/>
          </a:prstGeom>
          <a:noFill/>
        </p:spPr>
        <p:txBody>
          <a:bodyPr wrap="none" lIns="78125" tIns="39063" rIns="78125" bIns="39063" rtlCol="0" anchor="t">
            <a:spAutoFit/>
          </a:bodyPr>
          <a:lstStyle/>
          <a:p>
            <a:r>
              <a:rPr lang="en-US" sz="2222" dirty="0">
                <a:latin typeface="Helvetica" pitchFamily="2" charset="0"/>
                <a:cs typeface="Open sans"/>
              </a:rPr>
              <a:t>CPMU 2007 Databases 1, Lecture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CA85C-9AFA-B478-2F01-CC288FAE9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What are Functions in 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ED299-20DE-47F7-C5D6-A353F6FD2CF2}"/>
              </a:ext>
            </a:extLst>
          </p:cNvPr>
          <p:cNvSpPr txBox="1">
            <a:spLocks/>
          </p:cNvSpPr>
          <p:nvPr/>
        </p:nvSpPr>
        <p:spPr>
          <a:xfrm>
            <a:off x="251520" y="1556792"/>
            <a:ext cx="8229600" cy="4464496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171452" indent="-171452" algn="l" defTabSz="685807" rtl="0" eaLnBrk="1" latinLnBrk="0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5" indent="-171452" algn="l" defTabSz="685807" rtl="0" eaLnBrk="1" latinLnBrk="0" hangingPunct="1">
              <a:lnSpc>
                <a:spcPct val="15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9" indent="-171452" algn="l" defTabSz="685807" rtl="0" eaLnBrk="1" latinLnBrk="0" hangingPunct="1">
              <a:lnSpc>
                <a:spcPct val="15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63" indent="-171452" algn="l" defTabSz="685807" rtl="0" eaLnBrk="1" latinLnBrk="0" hangingPunct="1">
              <a:lnSpc>
                <a:spcPct val="15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67" indent="-171452" algn="l" defTabSz="685807" rtl="0" eaLnBrk="1" latinLnBrk="0" hangingPunct="1">
              <a:lnSpc>
                <a:spcPct val="15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71" indent="-171452" algn="l" defTabSz="685807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75" indent="-171452" algn="l" defTabSz="685807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78" indent="-171452" algn="l" defTabSz="685807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82" indent="-171452" algn="l" defTabSz="685807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So far, we have looked at how we can use SELECT queries to find specific values</a:t>
            </a:r>
          </a:p>
          <a:p>
            <a:r>
              <a:rPr lang="en-GB" dirty="0"/>
              <a:t>Functions are pre-built pieces of functionality that we can perform on our databases quickly and easily</a:t>
            </a:r>
          </a:p>
          <a:p>
            <a:endParaRPr lang="en-GB" dirty="0"/>
          </a:p>
          <a:p>
            <a:r>
              <a:rPr lang="en-GB" dirty="0"/>
              <a:t>Functions can allow us to</a:t>
            </a:r>
          </a:p>
          <a:p>
            <a:pPr lvl="1"/>
            <a:r>
              <a:rPr lang="en-US" altLang="en-US" dirty="0"/>
              <a:t>Perform calculations on data</a:t>
            </a:r>
          </a:p>
          <a:p>
            <a:pPr lvl="1"/>
            <a:r>
              <a:rPr lang="en-US" altLang="en-US" dirty="0"/>
              <a:t>Modify individual data items</a:t>
            </a:r>
          </a:p>
          <a:p>
            <a:pPr lvl="1"/>
            <a:r>
              <a:rPr lang="en-US" altLang="en-US" dirty="0"/>
              <a:t>Manipulate output for groups of rows</a:t>
            </a:r>
          </a:p>
          <a:p>
            <a:pPr lvl="1"/>
            <a:r>
              <a:rPr lang="en-US" altLang="en-US" dirty="0"/>
              <a:t>Format dates and numbers for display</a:t>
            </a:r>
          </a:p>
          <a:p>
            <a:pPr lvl="1"/>
            <a:r>
              <a:rPr lang="en-US" altLang="en-US" dirty="0"/>
              <a:t>Convert column data types</a:t>
            </a:r>
          </a:p>
        </p:txBody>
      </p:sp>
    </p:spTree>
    <p:extLst>
      <p:ext uri="{BB962C8B-B14F-4D97-AF65-F5344CB8AC3E}">
        <p14:creationId xmlns:p14="http://schemas.microsoft.com/office/powerpoint/2010/main" val="545482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099DA-1700-143A-CA8B-509E3C900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00BAA2A-3EEB-9278-808A-F9CE021CB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455" y="332656"/>
            <a:ext cx="7886700" cy="1325563"/>
          </a:xfrm>
        </p:spPr>
        <p:txBody>
          <a:bodyPr/>
          <a:lstStyle/>
          <a:p>
            <a:r>
              <a:rPr lang="en-IE" dirty="0">
                <a:solidFill>
                  <a:schemeClr val="bg1"/>
                </a:solidFill>
              </a:rPr>
              <a:t>SQL Functions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FBB2830-64D6-0C04-319C-15CFEF6BA5D3}"/>
              </a:ext>
            </a:extLst>
          </p:cNvPr>
          <p:cNvSpPr txBox="1">
            <a:spLocks/>
          </p:cNvSpPr>
          <p:nvPr/>
        </p:nvSpPr>
        <p:spPr>
          <a:xfrm>
            <a:off x="628650" y="1825626"/>
            <a:ext cx="78867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171452" indent="-171452" algn="l" defTabSz="685807" rtl="0" eaLnBrk="1" latinLnBrk="0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5" indent="-171452" algn="l" defTabSz="685807" rtl="0" eaLnBrk="1" latinLnBrk="0" hangingPunct="1">
              <a:lnSpc>
                <a:spcPct val="15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9" indent="-171452" algn="l" defTabSz="685807" rtl="0" eaLnBrk="1" latinLnBrk="0" hangingPunct="1">
              <a:lnSpc>
                <a:spcPct val="15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63" indent="-171452" algn="l" defTabSz="685807" rtl="0" eaLnBrk="1" latinLnBrk="0" hangingPunct="1">
              <a:lnSpc>
                <a:spcPct val="15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67" indent="-171452" algn="l" defTabSz="685807" rtl="0" eaLnBrk="1" latinLnBrk="0" hangingPunct="1">
              <a:lnSpc>
                <a:spcPct val="15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71" indent="-171452" algn="l" defTabSz="685807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75" indent="-171452" algn="l" defTabSz="685807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78" indent="-171452" algn="l" defTabSz="685807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82" indent="-171452" algn="l" defTabSz="685807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/>
              <a:t>SQL functions </a:t>
            </a:r>
            <a:r>
              <a:rPr lang="en-US" altLang="en-US" sz="2400" b="1"/>
              <a:t>sometimes</a:t>
            </a:r>
            <a:r>
              <a:rPr lang="en-US" altLang="en-US" sz="2400"/>
              <a:t> take arguments and </a:t>
            </a:r>
            <a:r>
              <a:rPr lang="en-US" altLang="en-US" sz="2400" b="1"/>
              <a:t>always</a:t>
            </a:r>
            <a:r>
              <a:rPr lang="en-US" altLang="en-US" sz="2400"/>
              <a:t> return a value.</a:t>
            </a:r>
          </a:p>
          <a:p>
            <a:r>
              <a:rPr lang="en-US" altLang="en-US" sz="2400"/>
              <a:t>SQL has a long list of built-in functions</a:t>
            </a:r>
            <a:endParaRPr lang="en-US" altLang="en-US" sz="24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FF5CD2E-BB0F-4E4F-EF21-8E689730CEDD}"/>
              </a:ext>
            </a:extLst>
          </p:cNvPr>
          <p:cNvSpPr txBox="1">
            <a:spLocks/>
          </p:cNvSpPr>
          <p:nvPr/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kern="1200">
                <a:solidFill>
                  <a:srgbClr val="004C6C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dirty="0"/>
              <a:t>SQL Functions</a:t>
            </a:r>
          </a:p>
        </p:txBody>
      </p:sp>
    </p:spTree>
    <p:extLst>
      <p:ext uri="{BB962C8B-B14F-4D97-AF65-F5344CB8AC3E}">
        <p14:creationId xmlns:p14="http://schemas.microsoft.com/office/powerpoint/2010/main" val="2356434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C83A5-56AB-ECE4-1E7F-F4E500C90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A5DE46B-BB82-F030-B8DA-6151E3832A17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3368675" y="2124075"/>
            <a:ext cx="2351088" cy="931863"/>
          </a:xfrm>
          <a:prstGeom prst="rect">
            <a:avLst/>
          </a:prstGeom>
          <a:solidFill>
            <a:srgbClr val="FF6699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>
              <a:spcBef>
                <a:spcPct val="0"/>
              </a:spcBef>
            </a:pPr>
            <a:r>
              <a:rPr lang="en-US" altLang="en-US">
                <a:solidFill>
                  <a:prstClr val="black"/>
                </a:solidFill>
              </a:rPr>
              <a:t>Function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7FA0779-4207-7C72-FAA9-4003EF238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1819275"/>
            <a:ext cx="742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>
              <a:spcBef>
                <a:spcPct val="0"/>
              </a:spcBef>
            </a:pPr>
            <a:r>
              <a:rPr lang="en-US" altLang="en-US">
                <a:solidFill>
                  <a:prstClr val="black"/>
                </a:solidFill>
              </a:rPr>
              <a:t>Input</a:t>
            </a: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329D3152-A89E-943D-8679-BDC706C74598}"/>
              </a:ext>
            </a:extLst>
          </p:cNvPr>
          <p:cNvSpPr>
            <a:spLocks/>
          </p:cNvSpPr>
          <p:nvPr/>
        </p:nvSpPr>
        <p:spPr bwMode="auto">
          <a:xfrm>
            <a:off x="1871663" y="2295525"/>
            <a:ext cx="1490662" cy="887413"/>
          </a:xfrm>
          <a:custGeom>
            <a:avLst/>
            <a:gdLst>
              <a:gd name="T0" fmla="*/ 0 w 939"/>
              <a:gd name="T1" fmla="*/ 558 h 559"/>
              <a:gd name="T2" fmla="*/ 0 w 939"/>
              <a:gd name="T3" fmla="*/ 0 h 559"/>
              <a:gd name="T4" fmla="*/ 938 w 939"/>
              <a:gd name="T5" fmla="*/ 0 h 5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39" h="559">
                <a:moveTo>
                  <a:pt x="0" y="558"/>
                </a:moveTo>
                <a:lnTo>
                  <a:pt x="0" y="0"/>
                </a:lnTo>
                <a:lnTo>
                  <a:pt x="938" y="0"/>
                </a:lnTo>
              </a:path>
            </a:pathLst>
          </a:custGeom>
          <a:noFill/>
          <a:ln w="28575" cap="rnd" cmpd="sng">
            <a:solidFill>
              <a:schemeClr val="tx1"/>
            </a:solidFill>
            <a:prstDash val="solid"/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E">
              <a:solidFill>
                <a:prstClr val="black"/>
              </a:solidFill>
            </a:endParaRPr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EA4990D9-6922-EB73-7851-7D30A0B4F34C}"/>
              </a:ext>
            </a:extLst>
          </p:cNvPr>
          <p:cNvSpPr>
            <a:spLocks/>
          </p:cNvSpPr>
          <p:nvPr/>
        </p:nvSpPr>
        <p:spPr bwMode="auto">
          <a:xfrm>
            <a:off x="2709863" y="2819400"/>
            <a:ext cx="652462" cy="2078038"/>
          </a:xfrm>
          <a:custGeom>
            <a:avLst/>
            <a:gdLst>
              <a:gd name="T0" fmla="*/ 0 w 411"/>
              <a:gd name="T1" fmla="*/ 1308 h 1309"/>
              <a:gd name="T2" fmla="*/ 0 w 411"/>
              <a:gd name="T3" fmla="*/ 0 h 1309"/>
              <a:gd name="T4" fmla="*/ 410 w 411"/>
              <a:gd name="T5" fmla="*/ 0 h 13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11" h="1309">
                <a:moveTo>
                  <a:pt x="0" y="1308"/>
                </a:moveTo>
                <a:lnTo>
                  <a:pt x="0" y="0"/>
                </a:lnTo>
                <a:lnTo>
                  <a:pt x="410" y="0"/>
                </a:lnTo>
              </a:path>
            </a:pathLst>
          </a:custGeom>
          <a:noFill/>
          <a:ln w="28575" cap="rnd" cmpd="sng">
            <a:solidFill>
              <a:schemeClr val="tx1"/>
            </a:solidFill>
            <a:prstDash val="solid"/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E">
              <a:solidFill>
                <a:prstClr val="black"/>
              </a:solidFill>
            </a:endParaRPr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39142A7C-D181-EB18-066F-9CB6EC431E4C}"/>
              </a:ext>
            </a:extLst>
          </p:cNvPr>
          <p:cNvSpPr>
            <a:spLocks/>
          </p:cNvSpPr>
          <p:nvPr/>
        </p:nvSpPr>
        <p:spPr bwMode="auto">
          <a:xfrm>
            <a:off x="2290763" y="2552700"/>
            <a:ext cx="1071562" cy="1182688"/>
          </a:xfrm>
          <a:custGeom>
            <a:avLst/>
            <a:gdLst>
              <a:gd name="T0" fmla="*/ 0 w 675"/>
              <a:gd name="T1" fmla="*/ 744 h 745"/>
              <a:gd name="T2" fmla="*/ 0 w 675"/>
              <a:gd name="T3" fmla="*/ 0 h 745"/>
              <a:gd name="T4" fmla="*/ 674 w 675"/>
              <a:gd name="T5" fmla="*/ 0 h 7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75" h="745">
                <a:moveTo>
                  <a:pt x="0" y="744"/>
                </a:moveTo>
                <a:lnTo>
                  <a:pt x="0" y="0"/>
                </a:lnTo>
                <a:lnTo>
                  <a:pt x="674" y="0"/>
                </a:lnTo>
              </a:path>
            </a:pathLst>
          </a:custGeom>
          <a:noFill/>
          <a:ln w="28575" cap="rnd" cmpd="sng">
            <a:solidFill>
              <a:schemeClr val="tx1"/>
            </a:solidFill>
            <a:prstDash val="solid"/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E">
              <a:solidFill>
                <a:prstClr val="black"/>
              </a:solidFill>
            </a:endParaRP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5C49C4FA-6B41-3F15-49A1-45A338935D5B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1233488" y="3024188"/>
            <a:ext cx="890587" cy="527050"/>
          </a:xfrm>
          <a:prstGeom prst="rect">
            <a:avLst/>
          </a:prstGeom>
          <a:solidFill>
            <a:srgbClr val="99CCCC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2238" tIns="61913" rIns="122238" bIns="61913" anchor="ctr"/>
          <a:lstStyle>
            <a:lvl1pPr algn="l" defTabSz="1620838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609600" algn="l" defTabSz="1620838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217613" algn="l" defTabSz="1620838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5625" algn="l" defTabSz="1620838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433638" algn="l" defTabSz="1620838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890838" defTabSz="162083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348038" defTabSz="162083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805238" defTabSz="162083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262438" defTabSz="162083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0" hangingPunct="0"/>
            <a:r>
              <a:rPr lang="en-US" altLang="en-US" sz="1800">
                <a:solidFill>
                  <a:prstClr val="black"/>
                </a:solidFill>
                <a:latin typeface="Arial" charset="0"/>
              </a:rPr>
              <a:t>arg 1</a:t>
            </a:r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0FB0FABB-96FD-779A-6440-BC197260DEC3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1698625" y="3663950"/>
            <a:ext cx="889000" cy="525463"/>
          </a:xfrm>
          <a:prstGeom prst="rect">
            <a:avLst/>
          </a:prstGeom>
          <a:solidFill>
            <a:srgbClr val="99CCCC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2238" tIns="61913" rIns="122238" bIns="61913" anchor="ctr"/>
          <a:lstStyle>
            <a:lvl1pPr algn="l" defTabSz="1620838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609600" algn="l" defTabSz="1620838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217613" algn="l" defTabSz="1620838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5625" algn="l" defTabSz="1620838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433638" algn="l" defTabSz="1620838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890838" defTabSz="162083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348038" defTabSz="162083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805238" defTabSz="162083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262438" defTabSz="162083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0" hangingPunct="0"/>
            <a:r>
              <a:rPr lang="en-US" altLang="en-US" sz="1800">
                <a:solidFill>
                  <a:prstClr val="black"/>
                </a:solidFill>
                <a:latin typeface="Arial" charset="0"/>
              </a:rPr>
              <a:t>arg 2</a:t>
            </a: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5E0A5EE1-B5F2-573C-FA3C-45917876B84B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2219325" y="4838700"/>
            <a:ext cx="890588" cy="525463"/>
          </a:xfrm>
          <a:prstGeom prst="rect">
            <a:avLst/>
          </a:prstGeom>
          <a:solidFill>
            <a:srgbClr val="99CCCC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2238" tIns="61913" rIns="122238" bIns="61913" anchor="ctr"/>
          <a:lstStyle>
            <a:lvl1pPr algn="l" defTabSz="1620838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609600" algn="l" defTabSz="1620838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217613" algn="l" defTabSz="1620838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5625" algn="l" defTabSz="1620838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433638" algn="l" defTabSz="1620838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890838" defTabSz="162083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348038" defTabSz="162083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805238" defTabSz="162083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262438" defTabSz="162083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0" hangingPunct="0"/>
            <a:r>
              <a:rPr lang="en-US" altLang="en-US" sz="1800">
                <a:solidFill>
                  <a:prstClr val="black"/>
                </a:solidFill>
                <a:latin typeface="Arial" charset="0"/>
              </a:rPr>
              <a:t>arg n</a:t>
            </a:r>
          </a:p>
        </p:txBody>
      </p:sp>
      <p:grpSp>
        <p:nvGrpSpPr>
          <p:cNvPr id="15" name="Group 12">
            <a:extLst>
              <a:ext uri="{FF2B5EF4-FFF2-40B4-BE49-F238E27FC236}">
                <a16:creationId xmlns:a16="http://schemas.microsoft.com/office/drawing/2014/main" id="{6A08E583-0166-3BE2-C0EB-57A74987E417}"/>
              </a:ext>
            </a:extLst>
          </p:cNvPr>
          <p:cNvGrpSpPr>
            <a:grpSpLocks/>
          </p:cNvGrpSpPr>
          <p:nvPr/>
        </p:nvGrpSpPr>
        <p:grpSpPr bwMode="auto">
          <a:xfrm>
            <a:off x="2105025" y="4308475"/>
            <a:ext cx="403225" cy="423863"/>
            <a:chOff x="1323" y="2642"/>
            <a:chExt cx="254" cy="267"/>
          </a:xfrm>
        </p:grpSpPr>
        <p:sp>
          <p:nvSpPr>
            <p:cNvPr id="16" name="Rectangle 13">
              <a:extLst>
                <a:ext uri="{FF2B5EF4-FFF2-40B4-BE49-F238E27FC236}">
                  <a16:creationId xmlns:a16="http://schemas.microsoft.com/office/drawing/2014/main" id="{EDB94526-3D53-8C4D-43DA-91ED31649743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1323" y="2642"/>
              <a:ext cx="62" cy="74"/>
            </a:xfrm>
            <a:prstGeom prst="rect">
              <a:avLst/>
            </a:prstGeom>
            <a:solidFill>
              <a:srgbClr val="99CC00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E">
                <a:solidFill>
                  <a:prstClr val="black"/>
                </a:solidFill>
              </a:endParaRPr>
            </a:p>
          </p:txBody>
        </p:sp>
        <p:sp>
          <p:nvSpPr>
            <p:cNvPr id="17" name="Rectangle 14">
              <a:extLst>
                <a:ext uri="{FF2B5EF4-FFF2-40B4-BE49-F238E27FC236}">
                  <a16:creationId xmlns:a16="http://schemas.microsoft.com/office/drawing/2014/main" id="{13B895C2-99EF-8C21-76A0-C4F5CD72CA6F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1417" y="2737"/>
              <a:ext cx="63" cy="75"/>
            </a:xfrm>
            <a:prstGeom prst="rect">
              <a:avLst/>
            </a:prstGeom>
            <a:solidFill>
              <a:srgbClr val="99CC00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E">
                <a:solidFill>
                  <a:prstClr val="black"/>
                </a:solidFill>
              </a:endParaRPr>
            </a:p>
          </p:txBody>
        </p:sp>
        <p:sp>
          <p:nvSpPr>
            <p:cNvPr id="18" name="Rectangle 15">
              <a:extLst>
                <a:ext uri="{FF2B5EF4-FFF2-40B4-BE49-F238E27FC236}">
                  <a16:creationId xmlns:a16="http://schemas.microsoft.com/office/drawing/2014/main" id="{2C989408-7BCC-26A4-EAF3-F227785F3DF6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1514" y="2834"/>
              <a:ext cx="63" cy="75"/>
            </a:xfrm>
            <a:prstGeom prst="rect">
              <a:avLst/>
            </a:prstGeom>
            <a:solidFill>
              <a:srgbClr val="99CC00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E">
                <a:solidFill>
                  <a:prstClr val="black"/>
                </a:solidFill>
              </a:endParaRPr>
            </a:p>
          </p:txBody>
        </p:sp>
      </p:grpSp>
      <p:sp>
        <p:nvSpPr>
          <p:cNvPr id="19" name="Rectangle 16">
            <a:extLst>
              <a:ext uri="{FF2B5EF4-FFF2-40B4-BE49-F238E27FC236}">
                <a16:creationId xmlns:a16="http://schemas.microsoft.com/office/drawing/2014/main" id="{D938D5FB-E7A1-BB52-E042-9E6E483B21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2456" y="3111457"/>
            <a:ext cx="2859088" cy="369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eaLnBrk="0" hangingPunct="0">
              <a:spcBef>
                <a:spcPct val="0"/>
              </a:spcBef>
            </a:pPr>
            <a:r>
              <a:rPr lang="en-US" altLang="en-US" dirty="0">
                <a:solidFill>
                  <a:prstClr val="black"/>
                </a:solidFill>
              </a:rPr>
              <a:t>Function performs action</a:t>
            </a:r>
          </a:p>
        </p:txBody>
      </p:sp>
      <p:sp>
        <p:nvSpPr>
          <p:cNvPr id="20" name="Freeform 18">
            <a:extLst>
              <a:ext uri="{FF2B5EF4-FFF2-40B4-BE49-F238E27FC236}">
                <a16:creationId xmlns:a16="http://schemas.microsoft.com/office/drawing/2014/main" id="{EC020BA0-B5CC-28E2-BEEF-7734C41ACF29}"/>
              </a:ext>
            </a:extLst>
          </p:cNvPr>
          <p:cNvSpPr>
            <a:spLocks/>
          </p:cNvSpPr>
          <p:nvPr/>
        </p:nvSpPr>
        <p:spPr bwMode="auto">
          <a:xfrm>
            <a:off x="5729288" y="2533650"/>
            <a:ext cx="1239837" cy="1262063"/>
          </a:xfrm>
          <a:custGeom>
            <a:avLst/>
            <a:gdLst>
              <a:gd name="T0" fmla="*/ 0 w 781"/>
              <a:gd name="T1" fmla="*/ 0 h 795"/>
              <a:gd name="T2" fmla="*/ 780 w 781"/>
              <a:gd name="T3" fmla="*/ 0 h 795"/>
              <a:gd name="T4" fmla="*/ 780 w 781"/>
              <a:gd name="T5" fmla="*/ 794 h 7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781" h="795">
                <a:moveTo>
                  <a:pt x="0" y="0"/>
                </a:moveTo>
                <a:lnTo>
                  <a:pt x="780" y="0"/>
                </a:lnTo>
                <a:lnTo>
                  <a:pt x="780" y="794"/>
                </a:lnTo>
              </a:path>
            </a:pathLst>
          </a:custGeom>
          <a:noFill/>
          <a:ln w="28575" cap="rnd" cmpd="sng">
            <a:solidFill>
              <a:schemeClr val="tx1"/>
            </a:solidFill>
            <a:prstDash val="solid"/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E">
              <a:solidFill>
                <a:prstClr val="black"/>
              </a:solidFill>
            </a:endParaRPr>
          </a:p>
        </p:txBody>
      </p:sp>
      <p:sp>
        <p:nvSpPr>
          <p:cNvPr id="21" name="Rectangle 19">
            <a:extLst>
              <a:ext uri="{FF2B5EF4-FFF2-40B4-BE49-F238E27FC236}">
                <a16:creationId xmlns:a16="http://schemas.microsoft.com/office/drawing/2014/main" id="{934B7BFE-58B7-37C2-5D30-E906706DC7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6050" y="1819275"/>
            <a:ext cx="933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>
              <a:spcBef>
                <a:spcPct val="0"/>
              </a:spcBef>
            </a:pPr>
            <a:r>
              <a:rPr lang="en-US" altLang="en-US">
                <a:solidFill>
                  <a:prstClr val="black"/>
                </a:solidFill>
              </a:rPr>
              <a:t>Output</a:t>
            </a:r>
          </a:p>
        </p:txBody>
      </p:sp>
      <p:sp>
        <p:nvSpPr>
          <p:cNvPr id="22" name="Rectangle 20">
            <a:extLst>
              <a:ext uri="{FF2B5EF4-FFF2-40B4-BE49-F238E27FC236}">
                <a16:creationId xmlns:a16="http://schemas.microsoft.com/office/drawing/2014/main" id="{A65D2109-F621-9DB5-69C9-7BE4CA0B9B13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116638" y="3805238"/>
            <a:ext cx="1736725" cy="914400"/>
          </a:xfrm>
          <a:prstGeom prst="rect">
            <a:avLst/>
          </a:prstGeom>
          <a:solidFill>
            <a:srgbClr val="FF9999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defTabSz="1620838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609600" algn="l" defTabSz="1620838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217613" algn="l" defTabSz="1620838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5625" algn="l" defTabSz="1620838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433638" algn="l" defTabSz="1620838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890838" defTabSz="162083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348038" defTabSz="162083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805238" defTabSz="162083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262438" defTabSz="162083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0" hangingPunct="0"/>
            <a:r>
              <a:rPr lang="en-US" altLang="en-US" sz="1800">
                <a:solidFill>
                  <a:prstClr val="black"/>
                </a:solidFill>
                <a:latin typeface="Arial" charset="0"/>
              </a:rPr>
              <a:t>Result</a:t>
            </a:r>
          </a:p>
          <a:p>
            <a:pPr algn="ctr" eaLnBrk="0" hangingPunct="0"/>
            <a:r>
              <a:rPr lang="en-US" altLang="en-US" sz="1800">
                <a:solidFill>
                  <a:prstClr val="black"/>
                </a:solidFill>
                <a:latin typeface="Arial" charset="0"/>
              </a:rPr>
              <a:t>value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E275669A-1E73-9471-157A-068F30937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455" y="332656"/>
            <a:ext cx="7886700" cy="1325563"/>
          </a:xfrm>
        </p:spPr>
        <p:txBody>
          <a:bodyPr/>
          <a:lstStyle/>
          <a:p>
            <a:r>
              <a:rPr lang="en-IE" dirty="0">
                <a:solidFill>
                  <a:schemeClr val="bg1"/>
                </a:solidFill>
              </a:rPr>
              <a:t>SQL Functions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93C52366-11B6-01AB-5265-03AC4165DF99}"/>
              </a:ext>
            </a:extLst>
          </p:cNvPr>
          <p:cNvSpPr txBox="1">
            <a:spLocks/>
          </p:cNvSpPr>
          <p:nvPr/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kern="1200">
                <a:solidFill>
                  <a:srgbClr val="004C6C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dirty="0"/>
              <a:t>SQL Functions</a:t>
            </a:r>
          </a:p>
        </p:txBody>
      </p:sp>
    </p:spTree>
    <p:extLst>
      <p:ext uri="{BB962C8B-B14F-4D97-AF65-F5344CB8AC3E}">
        <p14:creationId xmlns:p14="http://schemas.microsoft.com/office/powerpoint/2010/main" val="1736159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6" name="Line 2"/>
          <p:cNvSpPr>
            <a:spLocks noChangeShapeType="1"/>
          </p:cNvSpPr>
          <p:nvPr/>
        </p:nvSpPr>
        <p:spPr bwMode="auto">
          <a:xfrm flipV="1">
            <a:off x="4552950" y="2770188"/>
            <a:ext cx="0" cy="7969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E">
              <a:solidFill>
                <a:prstClr val="black"/>
              </a:solidFill>
            </a:endParaRPr>
          </a:p>
        </p:txBody>
      </p:sp>
      <p:sp>
        <p:nvSpPr>
          <p:cNvPr id="369667" name="Freeform 3"/>
          <p:cNvSpPr>
            <a:spLocks/>
          </p:cNvSpPr>
          <p:nvPr/>
        </p:nvSpPr>
        <p:spPr bwMode="auto">
          <a:xfrm>
            <a:off x="2333625" y="3562350"/>
            <a:ext cx="4392613" cy="534988"/>
          </a:xfrm>
          <a:custGeom>
            <a:avLst/>
            <a:gdLst>
              <a:gd name="T0" fmla="*/ 0 w 2965"/>
              <a:gd name="T1" fmla="*/ 316 h 337"/>
              <a:gd name="T2" fmla="*/ 0 w 2965"/>
              <a:gd name="T3" fmla="*/ 0 h 337"/>
              <a:gd name="T4" fmla="*/ 2964 w 2965"/>
              <a:gd name="T5" fmla="*/ 0 h 337"/>
              <a:gd name="T6" fmla="*/ 2964 w 2965"/>
              <a:gd name="T7" fmla="*/ 148 h 337"/>
              <a:gd name="T8" fmla="*/ 2964 w 2965"/>
              <a:gd name="T9" fmla="*/ 336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965" h="337">
                <a:moveTo>
                  <a:pt x="0" y="316"/>
                </a:moveTo>
                <a:lnTo>
                  <a:pt x="0" y="0"/>
                </a:lnTo>
                <a:lnTo>
                  <a:pt x="2964" y="0"/>
                </a:lnTo>
                <a:lnTo>
                  <a:pt x="2964" y="148"/>
                </a:lnTo>
                <a:lnTo>
                  <a:pt x="2964" y="336"/>
                </a:lnTo>
              </a:path>
            </a:pathLst>
          </a:custGeom>
          <a:noFill/>
          <a:ln w="28575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E">
              <a:solidFill>
                <a:prstClr val="black"/>
              </a:solidFill>
            </a:endParaRPr>
          </a:p>
        </p:txBody>
      </p:sp>
      <p:sp>
        <p:nvSpPr>
          <p:cNvPr id="369670" name="Rectangle 6"/>
          <p:cNvSpPr>
            <a:spLocks noChangeArrowheads="1"/>
          </p:cNvSpPr>
          <p:nvPr/>
        </p:nvSpPr>
        <p:spPr bwMode="blackWhite">
          <a:xfrm>
            <a:off x="1189038" y="4073525"/>
            <a:ext cx="2284412" cy="920750"/>
          </a:xfrm>
          <a:prstGeom prst="rect">
            <a:avLst/>
          </a:prstGeom>
          <a:solidFill>
            <a:srgbClr val="99CCCC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en-US" dirty="0">
                <a:solidFill>
                  <a:prstClr val="black"/>
                </a:solidFill>
              </a:rPr>
              <a:t>Single-row </a:t>
            </a:r>
          </a:p>
          <a:p>
            <a:pPr algn="ctr" eaLnBrk="0" hangingPunct="0">
              <a:spcBef>
                <a:spcPct val="0"/>
              </a:spcBef>
            </a:pPr>
            <a:r>
              <a:rPr lang="en-US" altLang="en-US" dirty="0">
                <a:solidFill>
                  <a:prstClr val="black"/>
                </a:solidFill>
              </a:rPr>
              <a:t>functions</a:t>
            </a:r>
          </a:p>
        </p:txBody>
      </p:sp>
      <p:sp>
        <p:nvSpPr>
          <p:cNvPr id="369671" name="Rectangle 7"/>
          <p:cNvSpPr>
            <a:spLocks noChangeArrowheads="1"/>
          </p:cNvSpPr>
          <p:nvPr/>
        </p:nvSpPr>
        <p:spPr bwMode="blackWhite">
          <a:xfrm>
            <a:off x="5600700" y="4057650"/>
            <a:ext cx="2263775" cy="950913"/>
          </a:xfrm>
          <a:prstGeom prst="rect">
            <a:avLst/>
          </a:prstGeom>
          <a:solidFill>
            <a:srgbClr val="99CCCC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en-US" dirty="0">
                <a:solidFill>
                  <a:prstClr val="black"/>
                </a:solidFill>
              </a:rPr>
              <a:t>Multiple-row</a:t>
            </a:r>
          </a:p>
          <a:p>
            <a:pPr algn="ctr" eaLnBrk="0" hangingPunct="0">
              <a:spcBef>
                <a:spcPct val="0"/>
              </a:spcBef>
            </a:pPr>
            <a:r>
              <a:rPr lang="en-US" altLang="en-US" dirty="0">
                <a:solidFill>
                  <a:prstClr val="black"/>
                </a:solidFill>
              </a:rPr>
              <a:t>functions</a:t>
            </a:r>
          </a:p>
        </p:txBody>
      </p:sp>
      <p:sp>
        <p:nvSpPr>
          <p:cNvPr id="369673" name="Line 9"/>
          <p:cNvSpPr>
            <a:spLocks noChangeShapeType="1"/>
          </p:cNvSpPr>
          <p:nvPr/>
        </p:nvSpPr>
        <p:spPr bwMode="auto">
          <a:xfrm>
            <a:off x="772716" y="4532313"/>
            <a:ext cx="342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E">
              <a:solidFill>
                <a:prstClr val="black"/>
              </a:solidFill>
            </a:endParaRPr>
          </a:p>
        </p:txBody>
      </p:sp>
      <p:sp>
        <p:nvSpPr>
          <p:cNvPr id="369674" name="Line 10"/>
          <p:cNvSpPr>
            <a:spLocks noChangeShapeType="1"/>
          </p:cNvSpPr>
          <p:nvPr/>
        </p:nvSpPr>
        <p:spPr bwMode="auto">
          <a:xfrm>
            <a:off x="3528070" y="4532313"/>
            <a:ext cx="3238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E">
              <a:solidFill>
                <a:prstClr val="black"/>
              </a:solidFill>
            </a:endParaRPr>
          </a:p>
        </p:txBody>
      </p:sp>
      <p:sp>
        <p:nvSpPr>
          <p:cNvPr id="369677" name="Line 13"/>
          <p:cNvSpPr>
            <a:spLocks noChangeShapeType="1"/>
          </p:cNvSpPr>
          <p:nvPr/>
        </p:nvSpPr>
        <p:spPr bwMode="auto">
          <a:xfrm>
            <a:off x="7881938" y="4532313"/>
            <a:ext cx="3397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E">
              <a:solidFill>
                <a:prstClr val="black"/>
              </a:solidFill>
            </a:endParaRPr>
          </a:p>
        </p:txBody>
      </p:sp>
      <p:grpSp>
        <p:nvGrpSpPr>
          <p:cNvPr id="369685" name="Group 21"/>
          <p:cNvGrpSpPr>
            <a:grpSpLocks/>
          </p:cNvGrpSpPr>
          <p:nvPr/>
        </p:nvGrpSpPr>
        <p:grpSpPr bwMode="auto">
          <a:xfrm>
            <a:off x="5257800" y="4256088"/>
            <a:ext cx="323850" cy="552450"/>
            <a:chOff x="3132" y="2663"/>
            <a:chExt cx="384" cy="348"/>
          </a:xfrm>
        </p:grpSpPr>
        <p:sp>
          <p:nvSpPr>
            <p:cNvPr id="369676" name="Line 12"/>
            <p:cNvSpPr>
              <a:spLocks noChangeShapeType="1"/>
            </p:cNvSpPr>
            <p:nvPr/>
          </p:nvSpPr>
          <p:spPr bwMode="auto">
            <a:xfrm>
              <a:off x="3132" y="2855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E">
                <a:solidFill>
                  <a:prstClr val="black"/>
                </a:solidFill>
              </a:endParaRPr>
            </a:p>
          </p:txBody>
        </p:sp>
        <p:sp>
          <p:nvSpPr>
            <p:cNvPr id="369678" name="Line 14"/>
            <p:cNvSpPr>
              <a:spLocks noChangeShapeType="1"/>
            </p:cNvSpPr>
            <p:nvPr/>
          </p:nvSpPr>
          <p:spPr bwMode="auto">
            <a:xfrm>
              <a:off x="3132" y="2663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E">
                <a:solidFill>
                  <a:prstClr val="black"/>
                </a:solidFill>
              </a:endParaRPr>
            </a:p>
          </p:txBody>
        </p:sp>
        <p:sp>
          <p:nvSpPr>
            <p:cNvPr id="369679" name="Line 15"/>
            <p:cNvSpPr>
              <a:spLocks noChangeShapeType="1"/>
            </p:cNvSpPr>
            <p:nvPr/>
          </p:nvSpPr>
          <p:spPr bwMode="auto">
            <a:xfrm>
              <a:off x="3132" y="3011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E">
                <a:solidFill>
                  <a:prstClr val="black"/>
                </a:solidFill>
              </a:endParaRPr>
            </a:p>
          </p:txBody>
        </p:sp>
      </p:grpSp>
      <p:sp>
        <p:nvSpPr>
          <p:cNvPr id="369680" name="Rectangle 16"/>
          <p:cNvSpPr>
            <a:spLocks noChangeArrowheads="1"/>
          </p:cNvSpPr>
          <p:nvPr/>
        </p:nvSpPr>
        <p:spPr bwMode="blackWhite">
          <a:xfrm>
            <a:off x="781050" y="5114925"/>
            <a:ext cx="3100388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99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defTabSz="1620838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609600" algn="l" defTabSz="1620838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217613" algn="l" defTabSz="1620838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5625" algn="l" defTabSz="1620838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433638" algn="l" defTabSz="1620838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890838" defTabSz="162083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348038" defTabSz="162083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805238" defTabSz="162083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262438" defTabSz="162083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0" hangingPunct="0"/>
            <a:r>
              <a:rPr lang="en-US" altLang="en-US" sz="1800">
                <a:solidFill>
                  <a:prstClr val="black"/>
                </a:solidFill>
                <a:latin typeface="Arial" charset="0"/>
              </a:rPr>
              <a:t>Return one result </a:t>
            </a:r>
          </a:p>
          <a:p>
            <a:pPr algn="ctr" eaLnBrk="0" hangingPunct="0"/>
            <a:r>
              <a:rPr lang="en-US" altLang="en-US" sz="1800">
                <a:solidFill>
                  <a:prstClr val="black"/>
                </a:solidFill>
                <a:latin typeface="Arial" charset="0"/>
              </a:rPr>
              <a:t>per row</a:t>
            </a:r>
          </a:p>
        </p:txBody>
      </p:sp>
      <p:sp>
        <p:nvSpPr>
          <p:cNvPr id="369681" name="Rectangle 17"/>
          <p:cNvSpPr>
            <a:spLocks noChangeArrowheads="1"/>
          </p:cNvSpPr>
          <p:nvPr/>
        </p:nvSpPr>
        <p:spPr bwMode="blackWhite">
          <a:xfrm>
            <a:off x="4973638" y="5114925"/>
            <a:ext cx="3516312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99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defTabSz="1620838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609600" algn="l" defTabSz="1620838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217613" algn="l" defTabSz="1620838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5625" algn="l" defTabSz="1620838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433638" algn="l" defTabSz="1620838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890838" defTabSz="162083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348038" defTabSz="162083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805238" defTabSz="162083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262438" defTabSz="162083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0" hangingPunct="0"/>
            <a:r>
              <a:rPr lang="en-US" altLang="en-US" sz="1800">
                <a:solidFill>
                  <a:prstClr val="black"/>
                </a:solidFill>
                <a:latin typeface="Arial" charset="0"/>
              </a:rPr>
              <a:t>Return one result </a:t>
            </a:r>
          </a:p>
          <a:p>
            <a:pPr algn="ctr" eaLnBrk="0" hangingPunct="0"/>
            <a:r>
              <a:rPr lang="en-US" altLang="en-US" sz="1800">
                <a:solidFill>
                  <a:prstClr val="black"/>
                </a:solidFill>
                <a:latin typeface="Arial" charset="0"/>
              </a:rPr>
              <a:t>per set of rows</a:t>
            </a:r>
          </a:p>
        </p:txBody>
      </p:sp>
      <p:sp>
        <p:nvSpPr>
          <p:cNvPr id="369684" name="Rectangle 20"/>
          <p:cNvSpPr>
            <a:spLocks noChangeArrowheads="1"/>
          </p:cNvSpPr>
          <p:nvPr/>
        </p:nvSpPr>
        <p:spPr bwMode="blackWhite">
          <a:xfrm>
            <a:off x="3368675" y="2124075"/>
            <a:ext cx="2351088" cy="931863"/>
          </a:xfrm>
          <a:prstGeom prst="rect">
            <a:avLst/>
          </a:prstGeom>
          <a:solidFill>
            <a:srgbClr val="FF6699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>
              <a:spcBef>
                <a:spcPct val="0"/>
              </a:spcBef>
            </a:pPr>
            <a:r>
              <a:rPr lang="en-US" altLang="en-US">
                <a:solidFill>
                  <a:prstClr val="black"/>
                </a:solidFill>
              </a:rPr>
              <a:t>Functions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43648F-00BC-FA88-07A4-184AEDA6599F}"/>
              </a:ext>
            </a:extLst>
          </p:cNvPr>
          <p:cNvSpPr txBox="1">
            <a:spLocks/>
          </p:cNvSpPr>
          <p:nvPr/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kern="1200">
                <a:solidFill>
                  <a:srgbClr val="004C6C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dirty="0"/>
              <a:t>Types of SQL Functions</a:t>
            </a:r>
          </a:p>
        </p:txBody>
      </p:sp>
    </p:spTree>
    <p:extLst>
      <p:ext uri="{BB962C8B-B14F-4D97-AF65-F5344CB8AC3E}">
        <p14:creationId xmlns:p14="http://schemas.microsoft.com/office/powerpoint/2010/main" val="960980915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18" name="Rectangle 6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Single-row functions:</a:t>
            </a:r>
          </a:p>
          <a:p>
            <a:pPr lvl="1"/>
            <a:r>
              <a:rPr lang="en-US" altLang="en-US" dirty="0"/>
              <a:t>Manipulate data items</a:t>
            </a:r>
          </a:p>
          <a:p>
            <a:pPr lvl="1"/>
            <a:r>
              <a:rPr lang="en-US" altLang="en-US" dirty="0"/>
              <a:t>Access and works on each row and return a value per row</a:t>
            </a:r>
          </a:p>
          <a:p>
            <a:pPr lvl="1"/>
            <a:r>
              <a:rPr lang="en-US" altLang="en-US" dirty="0"/>
              <a:t>May return a value of a data type different to that referenced</a:t>
            </a:r>
          </a:p>
          <a:p>
            <a:pPr lvl="1"/>
            <a:r>
              <a:rPr lang="en-US" altLang="en-US" dirty="0"/>
              <a:t>Can be nested</a:t>
            </a:r>
          </a:p>
          <a:p>
            <a:pPr marL="342903" lvl="1" indent="0">
              <a:buNone/>
            </a:pPr>
            <a:endParaRPr lang="en-US" altLang="en-US" dirty="0"/>
          </a:p>
          <a:p>
            <a:pPr lvl="1"/>
            <a:r>
              <a:rPr lang="en-US" altLang="en-US" dirty="0"/>
              <a:t>Accept arguments that can be a column or an expression</a:t>
            </a:r>
          </a:p>
        </p:txBody>
      </p:sp>
      <p:sp>
        <p:nvSpPr>
          <p:cNvPr id="371716" name="Rectangle 4"/>
          <p:cNvSpPr>
            <a:spLocks noChangeArrowheads="1"/>
          </p:cNvSpPr>
          <p:nvPr/>
        </p:nvSpPr>
        <p:spPr bwMode="blackGray">
          <a:xfrm>
            <a:off x="1043608" y="4581128"/>
            <a:ext cx="7364413" cy="3667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>
            <a:lvl1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hangingPunct="0"/>
            <a:r>
              <a:rPr lang="en-US" altLang="en-US" sz="1800" b="1" i="1">
                <a:solidFill>
                  <a:srgbClr val="000000"/>
                </a:solidFill>
                <a:latin typeface="Courier New" pitchFamily="49" charset="0"/>
              </a:rPr>
              <a:t>function_name</a:t>
            </a:r>
            <a:r>
              <a:rPr lang="en-US" altLang="en-US" sz="1800" b="1">
                <a:solidFill>
                  <a:srgbClr val="000000"/>
                </a:solidFill>
                <a:latin typeface="Courier New" pitchFamily="49" charset="0"/>
              </a:rPr>
              <a:t> [(</a:t>
            </a:r>
            <a:r>
              <a:rPr lang="en-US" altLang="en-US" sz="1800" b="1" i="1">
                <a:solidFill>
                  <a:srgbClr val="000000"/>
                </a:solidFill>
                <a:latin typeface="Courier New" pitchFamily="49" charset="0"/>
              </a:rPr>
              <a:t>arg1, arg2,...</a:t>
            </a:r>
            <a:r>
              <a:rPr lang="en-US" altLang="en-US" sz="1800" b="1">
                <a:solidFill>
                  <a:srgbClr val="000000"/>
                </a:solidFill>
                <a:latin typeface="Courier New" pitchFamily="49" charset="0"/>
              </a:rPr>
              <a:t>)]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94ACB1-A6CB-AB3C-1BC5-677C55C10783}"/>
              </a:ext>
            </a:extLst>
          </p:cNvPr>
          <p:cNvSpPr txBox="1">
            <a:spLocks/>
          </p:cNvSpPr>
          <p:nvPr/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kern="1200">
                <a:solidFill>
                  <a:srgbClr val="004C6C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dirty="0"/>
              <a:t>Single-row functions</a:t>
            </a:r>
          </a:p>
        </p:txBody>
      </p:sp>
    </p:spTree>
    <p:extLst>
      <p:ext uri="{BB962C8B-B14F-4D97-AF65-F5344CB8AC3E}">
        <p14:creationId xmlns:p14="http://schemas.microsoft.com/office/powerpoint/2010/main" val="2621406211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An argument can be one of the following:</a:t>
            </a:r>
          </a:p>
          <a:p>
            <a:pPr lvl="1"/>
            <a:r>
              <a:rPr lang="en-US" altLang="en-US" dirty="0"/>
              <a:t>User-supplied constant</a:t>
            </a:r>
          </a:p>
          <a:p>
            <a:pPr lvl="1"/>
            <a:r>
              <a:rPr lang="en-US" altLang="en-US" dirty="0"/>
              <a:t>Column name</a:t>
            </a:r>
          </a:p>
          <a:p>
            <a:pPr lvl="1"/>
            <a:r>
              <a:rPr lang="en-US" altLang="en-US" dirty="0"/>
              <a:t>Expression</a:t>
            </a:r>
          </a:p>
          <a:p>
            <a:pPr lvl="1"/>
            <a:endParaRPr lang="en-US" altLang="en-US" dirty="0"/>
          </a:p>
          <a:p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Can be used in </a:t>
            </a:r>
          </a:p>
          <a:p>
            <a:pPr lvl="1"/>
            <a:r>
              <a:rPr lang="en-US" altLang="en-US" dirty="0"/>
              <a:t>Select</a:t>
            </a:r>
          </a:p>
          <a:p>
            <a:pPr lvl="1"/>
            <a:r>
              <a:rPr lang="en-US" altLang="en-US" dirty="0"/>
              <a:t>Where</a:t>
            </a:r>
          </a:p>
          <a:p>
            <a:pPr lvl="1"/>
            <a:r>
              <a:rPr lang="en-US" altLang="en-US" dirty="0"/>
              <a:t>Order By</a:t>
            </a:r>
          </a:p>
          <a:p>
            <a:pPr lvl="1"/>
            <a:r>
              <a:rPr lang="en-US" altLang="en-US" dirty="0"/>
              <a:t>Constraint</a:t>
            </a:r>
          </a:p>
          <a:p>
            <a:endParaRPr lang="en-IE" dirty="0"/>
          </a:p>
        </p:txBody>
      </p:sp>
      <p:sp>
        <p:nvSpPr>
          <p:cNvPr id="371716" name="Rectangle 4"/>
          <p:cNvSpPr>
            <a:spLocks noChangeArrowheads="1"/>
          </p:cNvSpPr>
          <p:nvPr/>
        </p:nvSpPr>
        <p:spPr bwMode="blackGray">
          <a:xfrm>
            <a:off x="883317" y="4797152"/>
            <a:ext cx="7364413" cy="3667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>
            <a:lvl1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hangingPunct="0"/>
            <a:r>
              <a:rPr lang="en-US" altLang="en-US" sz="1800" b="1" i="1">
                <a:solidFill>
                  <a:srgbClr val="000000"/>
                </a:solidFill>
                <a:latin typeface="Courier New" pitchFamily="49" charset="0"/>
              </a:rPr>
              <a:t>function_name</a:t>
            </a:r>
            <a:r>
              <a:rPr lang="en-US" altLang="en-US" sz="1800" b="1">
                <a:solidFill>
                  <a:srgbClr val="000000"/>
                </a:solidFill>
                <a:latin typeface="Courier New" pitchFamily="49" charset="0"/>
              </a:rPr>
              <a:t> [(</a:t>
            </a:r>
            <a:r>
              <a:rPr lang="en-US" altLang="en-US" sz="1800" b="1" i="1">
                <a:solidFill>
                  <a:srgbClr val="000000"/>
                </a:solidFill>
                <a:latin typeface="Courier New" pitchFamily="49" charset="0"/>
              </a:rPr>
              <a:t>arg1, arg2,...</a:t>
            </a:r>
            <a:r>
              <a:rPr lang="en-US" altLang="en-US" sz="1800" b="1">
                <a:solidFill>
                  <a:srgbClr val="000000"/>
                </a:solidFill>
                <a:latin typeface="Courier New" pitchFamily="49" charset="0"/>
              </a:rPr>
              <a:t>)]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E8ECA81-3665-6699-6926-43890CA5A369}"/>
              </a:ext>
            </a:extLst>
          </p:cNvPr>
          <p:cNvSpPr txBox="1">
            <a:spLocks/>
          </p:cNvSpPr>
          <p:nvPr/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kern="1200">
                <a:solidFill>
                  <a:srgbClr val="004C6C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dirty="0"/>
              <a:t>Single-row functions</a:t>
            </a:r>
          </a:p>
        </p:txBody>
      </p:sp>
    </p:spTree>
    <p:extLst>
      <p:ext uri="{BB962C8B-B14F-4D97-AF65-F5344CB8AC3E}">
        <p14:creationId xmlns:p14="http://schemas.microsoft.com/office/powerpoint/2010/main" val="1952944206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74" name="Line 14"/>
          <p:cNvSpPr>
            <a:spLocks noChangeShapeType="1"/>
          </p:cNvSpPr>
          <p:nvPr/>
        </p:nvSpPr>
        <p:spPr bwMode="auto">
          <a:xfrm>
            <a:off x="3857450" y="3800475"/>
            <a:ext cx="0" cy="10572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IE">
              <a:solidFill>
                <a:prstClr val="black"/>
              </a:solidFill>
            </a:endParaRPr>
          </a:p>
        </p:txBody>
      </p:sp>
      <p:sp>
        <p:nvSpPr>
          <p:cNvPr id="373775" name="Line 15"/>
          <p:cNvSpPr>
            <a:spLocks noChangeShapeType="1"/>
          </p:cNvSpPr>
          <p:nvPr/>
        </p:nvSpPr>
        <p:spPr bwMode="auto">
          <a:xfrm>
            <a:off x="4777506" y="3810000"/>
            <a:ext cx="0" cy="10572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IE" dirty="0">
                <a:solidFill>
                  <a:prstClr val="black"/>
                </a:solidFill>
              </a:rPr>
              <a:t>\</a:t>
            </a:r>
          </a:p>
        </p:txBody>
      </p:sp>
      <p:sp>
        <p:nvSpPr>
          <p:cNvPr id="373762" name="Line 2"/>
          <p:cNvSpPr>
            <a:spLocks noChangeShapeType="1"/>
          </p:cNvSpPr>
          <p:nvPr/>
        </p:nvSpPr>
        <p:spPr bwMode="auto">
          <a:xfrm flipV="1">
            <a:off x="4274443" y="2257425"/>
            <a:ext cx="0" cy="14192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E">
              <a:solidFill>
                <a:prstClr val="black"/>
              </a:solidFill>
            </a:endParaRPr>
          </a:p>
        </p:txBody>
      </p:sp>
      <p:sp>
        <p:nvSpPr>
          <p:cNvPr id="373763" name="Line 3"/>
          <p:cNvSpPr>
            <a:spLocks noChangeShapeType="1"/>
          </p:cNvSpPr>
          <p:nvPr/>
        </p:nvSpPr>
        <p:spPr bwMode="auto">
          <a:xfrm flipH="1">
            <a:off x="2843808" y="3438520"/>
            <a:ext cx="1054222" cy="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en-IE">
              <a:solidFill>
                <a:prstClr val="black"/>
              </a:solidFill>
            </a:endParaRPr>
          </a:p>
        </p:txBody>
      </p:sp>
      <p:sp>
        <p:nvSpPr>
          <p:cNvPr id="373764" name="Line 4"/>
          <p:cNvSpPr>
            <a:spLocks noChangeShapeType="1"/>
          </p:cNvSpPr>
          <p:nvPr/>
        </p:nvSpPr>
        <p:spPr bwMode="auto">
          <a:xfrm flipV="1">
            <a:off x="4549908" y="3435349"/>
            <a:ext cx="1030204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en-IE">
              <a:solidFill>
                <a:prstClr val="black"/>
              </a:solidFill>
            </a:endParaRPr>
          </a:p>
        </p:txBody>
      </p:sp>
      <p:sp>
        <p:nvSpPr>
          <p:cNvPr id="373768" name="Rectangle 8"/>
          <p:cNvSpPr>
            <a:spLocks noChangeArrowheads="1"/>
          </p:cNvSpPr>
          <p:nvPr/>
        </p:nvSpPr>
        <p:spPr bwMode="blackWhite">
          <a:xfrm>
            <a:off x="2955530" y="4835525"/>
            <a:ext cx="1252758" cy="931863"/>
          </a:xfrm>
          <a:prstGeom prst="rect">
            <a:avLst/>
          </a:prstGeom>
          <a:solidFill>
            <a:srgbClr val="FFCC99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en-US">
                <a:solidFill>
                  <a:prstClr val="black"/>
                </a:solidFill>
              </a:rPr>
              <a:t>Conversion</a:t>
            </a:r>
          </a:p>
        </p:txBody>
      </p:sp>
      <p:sp>
        <p:nvSpPr>
          <p:cNvPr id="373769" name="Rectangle 9"/>
          <p:cNvSpPr>
            <a:spLocks noChangeArrowheads="1"/>
          </p:cNvSpPr>
          <p:nvPr/>
        </p:nvSpPr>
        <p:spPr bwMode="blackWhite">
          <a:xfrm>
            <a:off x="3707904" y="1554163"/>
            <a:ext cx="1220464" cy="911225"/>
          </a:xfrm>
          <a:prstGeom prst="rect">
            <a:avLst/>
          </a:prstGeom>
          <a:solidFill>
            <a:srgbClr val="FF9999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en-US" dirty="0">
                <a:solidFill>
                  <a:prstClr val="black"/>
                </a:solidFill>
              </a:rPr>
              <a:t>Character</a:t>
            </a:r>
          </a:p>
        </p:txBody>
      </p:sp>
      <p:sp>
        <p:nvSpPr>
          <p:cNvPr id="373770" name="Rectangle 10"/>
          <p:cNvSpPr>
            <a:spLocks noChangeArrowheads="1"/>
          </p:cNvSpPr>
          <p:nvPr/>
        </p:nvSpPr>
        <p:spPr bwMode="blackWhite">
          <a:xfrm>
            <a:off x="5511776" y="2978150"/>
            <a:ext cx="1220464" cy="911225"/>
          </a:xfrm>
          <a:prstGeom prst="rect">
            <a:avLst/>
          </a:prstGeom>
          <a:solidFill>
            <a:srgbClr val="009999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2238" tIns="61913" rIns="122238" bIns="61913" anchor="ctr"/>
          <a:lstStyle>
            <a:lvl1pPr algn="l" defTabSz="1620838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609600" algn="l" defTabSz="1620838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217613" algn="l" defTabSz="1620838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5625" algn="l" defTabSz="1620838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433638" algn="l" defTabSz="1620838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890838" defTabSz="162083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348038" defTabSz="162083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805238" defTabSz="162083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262438" defTabSz="162083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0" hangingPunct="0"/>
            <a:r>
              <a:rPr lang="en-US" altLang="en-US" sz="1800" dirty="0">
                <a:solidFill>
                  <a:prstClr val="black"/>
                </a:solidFill>
                <a:latin typeface="Arial" charset="0"/>
              </a:rPr>
              <a:t>Number</a:t>
            </a:r>
          </a:p>
        </p:txBody>
      </p:sp>
      <p:sp>
        <p:nvSpPr>
          <p:cNvPr id="373771" name="Rectangle 11"/>
          <p:cNvSpPr>
            <a:spLocks noChangeArrowheads="1"/>
          </p:cNvSpPr>
          <p:nvPr/>
        </p:nvSpPr>
        <p:spPr bwMode="blackWhite">
          <a:xfrm>
            <a:off x="4496320" y="4869160"/>
            <a:ext cx="1220464" cy="911225"/>
          </a:xfrm>
          <a:prstGeom prst="rect">
            <a:avLst/>
          </a:prstGeom>
          <a:solidFill>
            <a:srgbClr val="99CCFF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en-US" dirty="0">
                <a:solidFill>
                  <a:prstClr val="black"/>
                </a:solidFill>
              </a:rPr>
              <a:t>Date</a:t>
            </a:r>
          </a:p>
        </p:txBody>
      </p:sp>
      <p:sp>
        <p:nvSpPr>
          <p:cNvPr id="373772" name="Rectangle 12"/>
          <p:cNvSpPr>
            <a:spLocks noChangeArrowheads="1"/>
          </p:cNvSpPr>
          <p:nvPr/>
        </p:nvSpPr>
        <p:spPr bwMode="blackWhite">
          <a:xfrm>
            <a:off x="1623344" y="2978150"/>
            <a:ext cx="1220464" cy="911225"/>
          </a:xfrm>
          <a:prstGeom prst="rect">
            <a:avLst/>
          </a:prstGeom>
          <a:solidFill>
            <a:srgbClr val="FF6699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en-US">
                <a:solidFill>
                  <a:prstClr val="black"/>
                </a:solidFill>
              </a:rPr>
              <a:t>General</a:t>
            </a:r>
          </a:p>
        </p:txBody>
      </p:sp>
      <p:sp>
        <p:nvSpPr>
          <p:cNvPr id="373773" name="Rectangle 13"/>
          <p:cNvSpPr>
            <a:spLocks noChangeArrowheads="1"/>
          </p:cNvSpPr>
          <p:nvPr/>
        </p:nvSpPr>
        <p:spPr bwMode="blackWhite">
          <a:xfrm>
            <a:off x="3477066" y="2968625"/>
            <a:ext cx="1509990" cy="931863"/>
          </a:xfrm>
          <a:prstGeom prst="rect">
            <a:avLst/>
          </a:prstGeom>
          <a:solidFill>
            <a:srgbClr val="99CCCC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en-US">
                <a:solidFill>
                  <a:prstClr val="black"/>
                </a:solidFill>
              </a:rPr>
              <a:t>Single-row </a:t>
            </a:r>
          </a:p>
          <a:p>
            <a:pPr algn="ctr" eaLnBrk="0" hangingPunct="0">
              <a:spcBef>
                <a:spcPct val="0"/>
              </a:spcBef>
            </a:pPr>
            <a:r>
              <a:rPr lang="en-US" altLang="en-US">
                <a:solidFill>
                  <a:prstClr val="black"/>
                </a:solidFill>
              </a:rPr>
              <a:t>functions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364088" y="1554163"/>
            <a:ext cx="25202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600" dirty="0">
                <a:solidFill>
                  <a:prstClr val="black"/>
                </a:solidFill>
              </a:rPr>
              <a:t>Accept character input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600" dirty="0">
                <a:solidFill>
                  <a:prstClr val="black"/>
                </a:solidFill>
              </a:rPr>
              <a:t>Returns a single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600" dirty="0">
                <a:solidFill>
                  <a:prstClr val="black"/>
                </a:solidFill>
              </a:rPr>
              <a:t>Can return both character and numeric values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7676" y="3050376"/>
            <a:ext cx="228632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600" dirty="0">
                <a:solidFill>
                  <a:prstClr val="black"/>
                </a:solidFill>
              </a:rPr>
              <a:t>Accepts numeric input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600" dirty="0">
                <a:solidFill>
                  <a:prstClr val="black"/>
                </a:solidFill>
              </a:rPr>
              <a:t>Returns a single  numeric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12160" y="5085184"/>
            <a:ext cx="28803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600" dirty="0">
                <a:solidFill>
                  <a:prstClr val="black"/>
                </a:solidFill>
              </a:rPr>
              <a:t>Operate on date data 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600" dirty="0">
                <a:solidFill>
                  <a:prstClr val="black"/>
                </a:solidFill>
              </a:rPr>
              <a:t>Returns a value of date data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204" y="5103418"/>
            <a:ext cx="2520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>
                <a:solidFill>
                  <a:prstClr val="black"/>
                </a:solidFill>
              </a:rPr>
              <a:t>Convert a value from one data type to another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467" y="2776288"/>
            <a:ext cx="15099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>
                <a:solidFill>
                  <a:prstClr val="black"/>
                </a:solidFill>
              </a:rPr>
              <a:t>Handle NULL values or selection of return value based on choices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8DDF97-53C3-9B07-DCC3-9EE7DBD8A0B0}"/>
              </a:ext>
            </a:extLst>
          </p:cNvPr>
          <p:cNvSpPr txBox="1">
            <a:spLocks/>
          </p:cNvSpPr>
          <p:nvPr/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kern="1200">
                <a:solidFill>
                  <a:srgbClr val="004C6C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dirty="0"/>
              <a:t>Single-row functions</a:t>
            </a:r>
          </a:p>
        </p:txBody>
      </p:sp>
    </p:spTree>
    <p:extLst>
      <p:ext uri="{BB962C8B-B14F-4D97-AF65-F5344CB8AC3E}">
        <p14:creationId xmlns:p14="http://schemas.microsoft.com/office/powerpoint/2010/main" val="4195453093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5818" name="Group 10"/>
          <p:cNvGrpSpPr>
            <a:grpSpLocks/>
          </p:cNvGrpSpPr>
          <p:nvPr/>
        </p:nvGrpSpPr>
        <p:grpSpPr bwMode="auto">
          <a:xfrm>
            <a:off x="947738" y="1196752"/>
            <a:ext cx="7162800" cy="5262563"/>
            <a:chOff x="615" y="987"/>
            <a:chExt cx="4512" cy="3315"/>
          </a:xfrm>
        </p:grpSpPr>
        <p:sp>
          <p:nvSpPr>
            <p:cNvPr id="375811" name="Rectangle 3"/>
            <p:cNvSpPr>
              <a:spLocks noChangeArrowheads="1"/>
            </p:cNvSpPr>
            <p:nvPr/>
          </p:nvSpPr>
          <p:spPr bwMode="blackWhite">
            <a:xfrm>
              <a:off x="2152" y="987"/>
              <a:ext cx="1456" cy="593"/>
            </a:xfrm>
            <a:prstGeom prst="rect">
              <a:avLst/>
            </a:prstGeom>
            <a:solidFill>
              <a:srgbClr val="FF9999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eaLnBrk="0" hangingPunct="0">
                <a:spcBef>
                  <a:spcPct val="0"/>
                </a:spcBef>
              </a:pPr>
              <a:r>
                <a:rPr lang="en-US" altLang="en-US" sz="2400">
                  <a:solidFill>
                    <a:prstClr val="black"/>
                  </a:solidFill>
                </a:rPr>
                <a:t>Character</a:t>
              </a:r>
            </a:p>
            <a:p>
              <a:pPr eaLnBrk="0" hangingPunct="0">
                <a:spcBef>
                  <a:spcPct val="0"/>
                </a:spcBef>
              </a:pPr>
              <a:r>
                <a:rPr lang="en-US" altLang="en-US" sz="2400">
                  <a:solidFill>
                    <a:prstClr val="black"/>
                  </a:solidFill>
                </a:rPr>
                <a:t>functions</a:t>
              </a:r>
            </a:p>
          </p:txBody>
        </p:sp>
        <p:sp>
          <p:nvSpPr>
            <p:cNvPr id="375812" name="Rectangle 4"/>
            <p:cNvSpPr>
              <a:spLocks noChangeArrowheads="1"/>
            </p:cNvSpPr>
            <p:nvPr/>
          </p:nvSpPr>
          <p:spPr bwMode="auto">
            <a:xfrm>
              <a:off x="1290" y="2576"/>
              <a:ext cx="796" cy="6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algn="l" defTabSz="822325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411163" algn="l" defTabSz="822325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822325" algn="l" defTabSz="822325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235075" algn="l" defTabSz="822325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1646238" algn="l" defTabSz="822325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103438" defTabSz="822325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560638" defTabSz="822325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017838" defTabSz="822325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475038" defTabSz="822325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0" hangingPunct="0">
                <a:lnSpc>
                  <a:spcPct val="90000"/>
                </a:lnSpc>
                <a:spcBef>
                  <a:spcPct val="20000"/>
                </a:spcBef>
              </a:pPr>
              <a:r>
                <a:rPr lang="en-US" altLang="en-US" sz="2000" dirty="0">
                  <a:solidFill>
                    <a:prstClr val="black"/>
                  </a:solidFill>
                  <a:latin typeface="Courier New" pitchFamily="49" charset="0"/>
                </a:rPr>
                <a:t>LOWER</a:t>
              </a:r>
            </a:p>
            <a:p>
              <a:pPr eaLnBrk="0" hangingPunct="0">
                <a:lnSpc>
                  <a:spcPct val="90000"/>
                </a:lnSpc>
                <a:spcBef>
                  <a:spcPct val="20000"/>
                </a:spcBef>
              </a:pPr>
              <a:r>
                <a:rPr lang="en-US" altLang="en-US" sz="2000" dirty="0">
                  <a:solidFill>
                    <a:prstClr val="black"/>
                  </a:solidFill>
                  <a:latin typeface="Courier New" pitchFamily="49" charset="0"/>
                </a:rPr>
                <a:t>UPPER</a:t>
              </a:r>
            </a:p>
            <a:p>
              <a:pPr eaLnBrk="0" hangingPunct="0">
                <a:lnSpc>
                  <a:spcPct val="90000"/>
                </a:lnSpc>
                <a:spcBef>
                  <a:spcPct val="20000"/>
                </a:spcBef>
              </a:pPr>
              <a:r>
                <a:rPr lang="en-US" altLang="en-US" sz="2000" dirty="0">
                  <a:solidFill>
                    <a:prstClr val="black"/>
                  </a:solidFill>
                  <a:latin typeface="Courier New" pitchFamily="49" charset="0"/>
                </a:rPr>
                <a:t>INITCAP</a:t>
              </a:r>
            </a:p>
          </p:txBody>
        </p:sp>
        <p:sp>
          <p:nvSpPr>
            <p:cNvPr id="375813" name="Rectangle 5"/>
            <p:cNvSpPr>
              <a:spLocks noChangeArrowheads="1"/>
            </p:cNvSpPr>
            <p:nvPr/>
          </p:nvSpPr>
          <p:spPr bwMode="auto">
            <a:xfrm>
              <a:off x="3597" y="2576"/>
              <a:ext cx="1083" cy="17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 algn="l" defTabSz="822325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411163" algn="l" defTabSz="822325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822325" algn="l" defTabSz="822325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235075" algn="l" defTabSz="822325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1646238" algn="l" defTabSz="822325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103438" defTabSz="822325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560638" defTabSz="822325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017838" defTabSz="822325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475038" defTabSz="822325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0" hangingPunct="0">
                <a:lnSpc>
                  <a:spcPct val="90000"/>
                </a:lnSpc>
                <a:spcBef>
                  <a:spcPct val="20000"/>
                </a:spcBef>
              </a:pPr>
              <a:r>
                <a:rPr lang="en-US" altLang="en-US" sz="2000" dirty="0">
                  <a:solidFill>
                    <a:prstClr val="black"/>
                  </a:solidFill>
                  <a:latin typeface="Courier New" pitchFamily="49" charset="0"/>
                </a:rPr>
                <a:t>CONCAT</a:t>
              </a:r>
            </a:p>
            <a:p>
              <a:pPr eaLnBrk="0" hangingPunct="0">
                <a:lnSpc>
                  <a:spcPct val="90000"/>
                </a:lnSpc>
                <a:spcBef>
                  <a:spcPct val="20000"/>
                </a:spcBef>
              </a:pPr>
              <a:r>
                <a:rPr lang="en-US" altLang="en-US" sz="2000" dirty="0">
                  <a:solidFill>
                    <a:prstClr val="black"/>
                  </a:solidFill>
                  <a:latin typeface="Courier New" pitchFamily="49" charset="0"/>
                </a:rPr>
                <a:t>SUBSTR</a:t>
              </a:r>
            </a:p>
            <a:p>
              <a:pPr eaLnBrk="0" hangingPunct="0">
                <a:lnSpc>
                  <a:spcPct val="90000"/>
                </a:lnSpc>
                <a:spcBef>
                  <a:spcPct val="20000"/>
                </a:spcBef>
              </a:pPr>
              <a:r>
                <a:rPr lang="en-US" altLang="en-US" sz="2000" dirty="0">
                  <a:solidFill>
                    <a:prstClr val="black"/>
                  </a:solidFill>
                  <a:latin typeface="Courier New" pitchFamily="49" charset="0"/>
                </a:rPr>
                <a:t>LENGTH</a:t>
              </a:r>
            </a:p>
            <a:p>
              <a:pPr eaLnBrk="0" hangingPunct="0">
                <a:lnSpc>
                  <a:spcPct val="90000"/>
                </a:lnSpc>
                <a:spcBef>
                  <a:spcPct val="20000"/>
                </a:spcBef>
              </a:pPr>
              <a:r>
                <a:rPr lang="en-US" altLang="en-US" sz="2000" dirty="0">
                  <a:solidFill>
                    <a:prstClr val="black"/>
                  </a:solidFill>
                  <a:latin typeface="Courier New" pitchFamily="49" charset="0"/>
                </a:rPr>
                <a:t>INSTR</a:t>
              </a:r>
            </a:p>
            <a:p>
              <a:pPr eaLnBrk="0" hangingPunct="0">
                <a:lnSpc>
                  <a:spcPct val="90000"/>
                </a:lnSpc>
                <a:spcBef>
                  <a:spcPct val="20000"/>
                </a:spcBef>
              </a:pPr>
              <a:r>
                <a:rPr lang="en-US" altLang="en-US" sz="2000" dirty="0">
                  <a:solidFill>
                    <a:prstClr val="black"/>
                  </a:solidFill>
                  <a:latin typeface="Courier New" pitchFamily="49" charset="0"/>
                </a:rPr>
                <a:t>LPAD </a:t>
              </a:r>
            </a:p>
            <a:p>
              <a:pPr eaLnBrk="0" hangingPunct="0">
                <a:lnSpc>
                  <a:spcPct val="90000"/>
                </a:lnSpc>
                <a:spcBef>
                  <a:spcPct val="20000"/>
                </a:spcBef>
              </a:pPr>
              <a:r>
                <a:rPr lang="en-US" altLang="en-US" sz="2000" dirty="0">
                  <a:solidFill>
                    <a:prstClr val="black"/>
                  </a:solidFill>
                  <a:latin typeface="Courier New" pitchFamily="49" charset="0"/>
                </a:rPr>
                <a:t>RPAD</a:t>
              </a:r>
            </a:p>
            <a:p>
              <a:pPr eaLnBrk="0" hangingPunct="0">
                <a:lnSpc>
                  <a:spcPct val="90000"/>
                </a:lnSpc>
                <a:spcBef>
                  <a:spcPct val="20000"/>
                </a:spcBef>
              </a:pPr>
              <a:r>
                <a:rPr lang="en-US" altLang="en-US" sz="2000" dirty="0">
                  <a:solidFill>
                    <a:prstClr val="black"/>
                  </a:solidFill>
                  <a:latin typeface="Courier New" pitchFamily="49" charset="0"/>
                </a:rPr>
                <a:t>TRIM</a:t>
              </a:r>
            </a:p>
            <a:p>
              <a:pPr eaLnBrk="0" hangingPunct="0">
                <a:lnSpc>
                  <a:spcPct val="90000"/>
                </a:lnSpc>
                <a:spcBef>
                  <a:spcPct val="20000"/>
                </a:spcBef>
              </a:pPr>
              <a:r>
                <a:rPr lang="en-US" altLang="en-US" sz="2000" dirty="0">
                  <a:solidFill>
                    <a:prstClr val="black"/>
                  </a:solidFill>
                  <a:latin typeface="Courier New" pitchFamily="49" charset="0"/>
                </a:rPr>
                <a:t>REPLACE</a:t>
              </a:r>
            </a:p>
          </p:txBody>
        </p:sp>
        <p:sp>
          <p:nvSpPr>
            <p:cNvPr id="375814" name="Line 6"/>
            <p:cNvSpPr>
              <a:spLocks noChangeShapeType="1"/>
            </p:cNvSpPr>
            <p:nvPr/>
          </p:nvSpPr>
          <p:spPr bwMode="auto">
            <a:xfrm flipV="1">
              <a:off x="2880" y="1581"/>
              <a:ext cx="0" cy="20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E" sz="2000">
                <a:solidFill>
                  <a:prstClr val="black"/>
                </a:solidFill>
              </a:endParaRPr>
            </a:p>
          </p:txBody>
        </p:sp>
        <p:sp>
          <p:nvSpPr>
            <p:cNvPr id="375815" name="Freeform 7"/>
            <p:cNvSpPr>
              <a:spLocks/>
            </p:cNvSpPr>
            <p:nvPr/>
          </p:nvSpPr>
          <p:spPr bwMode="auto">
            <a:xfrm>
              <a:off x="1655" y="1786"/>
              <a:ext cx="2424" cy="337"/>
            </a:xfrm>
            <a:custGeom>
              <a:avLst/>
              <a:gdLst>
                <a:gd name="T0" fmla="*/ 0 w 2424"/>
                <a:gd name="T1" fmla="*/ 316 h 337"/>
                <a:gd name="T2" fmla="*/ 0 w 2424"/>
                <a:gd name="T3" fmla="*/ 0 h 337"/>
                <a:gd name="T4" fmla="*/ 2423 w 2424"/>
                <a:gd name="T5" fmla="*/ 0 h 337"/>
                <a:gd name="T6" fmla="*/ 2423 w 2424"/>
                <a:gd name="T7" fmla="*/ 148 h 337"/>
                <a:gd name="T8" fmla="*/ 2423 w 2424"/>
                <a:gd name="T9" fmla="*/ 336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24" h="337">
                  <a:moveTo>
                    <a:pt x="0" y="316"/>
                  </a:moveTo>
                  <a:lnTo>
                    <a:pt x="0" y="0"/>
                  </a:lnTo>
                  <a:lnTo>
                    <a:pt x="2423" y="0"/>
                  </a:lnTo>
                  <a:lnTo>
                    <a:pt x="2423" y="148"/>
                  </a:lnTo>
                  <a:lnTo>
                    <a:pt x="2423" y="336"/>
                  </a:lnTo>
                </a:path>
              </a:pathLst>
            </a:custGeom>
            <a:noFill/>
            <a:ln w="28575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E" sz="2000">
                <a:solidFill>
                  <a:prstClr val="black"/>
                </a:solidFill>
              </a:endParaRPr>
            </a:p>
          </p:txBody>
        </p:sp>
        <p:sp>
          <p:nvSpPr>
            <p:cNvPr id="375816" name="Rectangle 8"/>
            <p:cNvSpPr>
              <a:spLocks noChangeArrowheads="1"/>
            </p:cNvSpPr>
            <p:nvPr/>
          </p:nvSpPr>
          <p:spPr bwMode="blackWhite">
            <a:xfrm>
              <a:off x="615" y="1963"/>
              <a:ext cx="2073" cy="593"/>
            </a:xfrm>
            <a:prstGeom prst="rect">
              <a:avLst/>
            </a:prstGeom>
            <a:solidFill>
              <a:srgbClr val="FFCC99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eaLnBrk="0" hangingPunct="0">
                <a:spcBef>
                  <a:spcPct val="0"/>
                </a:spcBef>
              </a:pPr>
              <a:r>
                <a:rPr lang="en-US" altLang="en-US" sz="2400">
                  <a:solidFill>
                    <a:prstClr val="black"/>
                  </a:solidFill>
                </a:rPr>
                <a:t>Case-manipulation </a:t>
              </a:r>
            </a:p>
            <a:p>
              <a:pPr eaLnBrk="0" hangingPunct="0">
                <a:spcBef>
                  <a:spcPct val="0"/>
                </a:spcBef>
              </a:pPr>
              <a:r>
                <a:rPr lang="en-US" altLang="en-US" sz="2400">
                  <a:solidFill>
                    <a:prstClr val="black"/>
                  </a:solidFill>
                </a:rPr>
                <a:t>functions</a:t>
              </a:r>
            </a:p>
          </p:txBody>
        </p:sp>
        <p:sp>
          <p:nvSpPr>
            <p:cNvPr id="375817" name="Rectangle 9"/>
            <p:cNvSpPr>
              <a:spLocks noChangeArrowheads="1"/>
            </p:cNvSpPr>
            <p:nvPr/>
          </p:nvSpPr>
          <p:spPr bwMode="blackWhite">
            <a:xfrm>
              <a:off x="3054" y="1954"/>
              <a:ext cx="2073" cy="593"/>
            </a:xfrm>
            <a:prstGeom prst="rect">
              <a:avLst/>
            </a:prstGeom>
            <a:solidFill>
              <a:srgbClr val="FFCC99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eaLnBrk="0" hangingPunct="0">
                <a:spcBef>
                  <a:spcPct val="0"/>
                </a:spcBef>
              </a:pPr>
              <a:r>
                <a:rPr lang="en-US" altLang="en-US" sz="2400">
                  <a:solidFill>
                    <a:prstClr val="black"/>
                  </a:solidFill>
                </a:rPr>
                <a:t>Character-manipulation</a:t>
              </a:r>
            </a:p>
            <a:p>
              <a:pPr eaLnBrk="0" hangingPunct="0">
                <a:spcBef>
                  <a:spcPct val="0"/>
                </a:spcBef>
              </a:pPr>
              <a:r>
                <a:rPr lang="en-US" altLang="en-US" sz="2400">
                  <a:solidFill>
                    <a:prstClr val="black"/>
                  </a:solidFill>
                </a:rPr>
                <a:t>functions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9327616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811" name="Rectangle 3"/>
          <p:cNvSpPr>
            <a:spLocks noChangeArrowheads="1"/>
          </p:cNvSpPr>
          <p:nvPr/>
        </p:nvSpPr>
        <p:spPr bwMode="blackWhite">
          <a:xfrm>
            <a:off x="3387726" y="44624"/>
            <a:ext cx="2311400" cy="941388"/>
          </a:xfrm>
          <a:prstGeom prst="rect">
            <a:avLst/>
          </a:prstGeom>
          <a:solidFill>
            <a:srgbClr val="FF9999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eaLnBrk="0" hangingPunct="0">
              <a:spcBef>
                <a:spcPct val="0"/>
              </a:spcBef>
            </a:pPr>
            <a:r>
              <a:rPr lang="en-US" altLang="en-US" sz="2400">
                <a:solidFill>
                  <a:prstClr val="black"/>
                </a:solidFill>
              </a:rPr>
              <a:t>Character</a:t>
            </a:r>
          </a:p>
          <a:p>
            <a:pPr eaLnBrk="0" hangingPunct="0">
              <a:spcBef>
                <a:spcPct val="0"/>
              </a:spcBef>
            </a:pPr>
            <a:r>
              <a:rPr lang="en-US" altLang="en-US" sz="2400">
                <a:solidFill>
                  <a:prstClr val="black"/>
                </a:solidFill>
              </a:rPr>
              <a:t>functions</a:t>
            </a:r>
          </a:p>
        </p:txBody>
      </p:sp>
      <p:sp>
        <p:nvSpPr>
          <p:cNvPr id="375814" name="Line 6"/>
          <p:cNvSpPr>
            <a:spLocks noChangeShapeType="1"/>
          </p:cNvSpPr>
          <p:nvPr/>
        </p:nvSpPr>
        <p:spPr bwMode="auto">
          <a:xfrm flipV="1">
            <a:off x="4543426" y="987598"/>
            <a:ext cx="0" cy="60642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E" sz="2000">
              <a:solidFill>
                <a:prstClr val="black"/>
              </a:solidFill>
            </a:endParaRPr>
          </a:p>
        </p:txBody>
      </p:sp>
      <p:sp>
        <p:nvSpPr>
          <p:cNvPr id="375815" name="Freeform 7"/>
          <p:cNvSpPr>
            <a:spLocks/>
          </p:cNvSpPr>
          <p:nvPr/>
        </p:nvSpPr>
        <p:spPr bwMode="auto">
          <a:xfrm flipV="1">
            <a:off x="4238626" y="1594023"/>
            <a:ext cx="304800" cy="682847"/>
          </a:xfrm>
          <a:custGeom>
            <a:avLst/>
            <a:gdLst>
              <a:gd name="T0" fmla="*/ 0 w 2424"/>
              <a:gd name="T1" fmla="*/ 316 h 337"/>
              <a:gd name="T2" fmla="*/ 0 w 2424"/>
              <a:gd name="T3" fmla="*/ 0 h 337"/>
              <a:gd name="T4" fmla="*/ 2423 w 2424"/>
              <a:gd name="T5" fmla="*/ 0 h 337"/>
              <a:gd name="T6" fmla="*/ 2423 w 2424"/>
              <a:gd name="T7" fmla="*/ 148 h 337"/>
              <a:gd name="T8" fmla="*/ 2423 w 2424"/>
              <a:gd name="T9" fmla="*/ 336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24" h="337">
                <a:moveTo>
                  <a:pt x="0" y="316"/>
                </a:moveTo>
                <a:lnTo>
                  <a:pt x="0" y="0"/>
                </a:lnTo>
                <a:lnTo>
                  <a:pt x="2423" y="0"/>
                </a:lnTo>
                <a:lnTo>
                  <a:pt x="2423" y="148"/>
                </a:lnTo>
                <a:lnTo>
                  <a:pt x="2423" y="336"/>
                </a:lnTo>
              </a:path>
            </a:pathLst>
          </a:custGeom>
          <a:noFill/>
          <a:ln w="28575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E" sz="2000">
              <a:solidFill>
                <a:prstClr val="black"/>
              </a:solidFill>
            </a:endParaRPr>
          </a:p>
        </p:txBody>
      </p:sp>
      <p:sp>
        <p:nvSpPr>
          <p:cNvPr id="375816" name="Rectangle 8"/>
          <p:cNvSpPr>
            <a:spLocks noChangeArrowheads="1"/>
          </p:cNvSpPr>
          <p:nvPr/>
        </p:nvSpPr>
        <p:spPr bwMode="blackWhite">
          <a:xfrm>
            <a:off x="947738" y="1594024"/>
            <a:ext cx="3290888" cy="941388"/>
          </a:xfrm>
          <a:prstGeom prst="rect">
            <a:avLst/>
          </a:prstGeom>
          <a:solidFill>
            <a:srgbClr val="FFCC99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eaLnBrk="0" hangingPunct="0">
              <a:spcBef>
                <a:spcPct val="0"/>
              </a:spcBef>
            </a:pPr>
            <a:r>
              <a:rPr lang="en-US" altLang="en-US" sz="2400">
                <a:solidFill>
                  <a:prstClr val="black"/>
                </a:solidFill>
              </a:rPr>
              <a:t>Case-manipulation </a:t>
            </a:r>
          </a:p>
          <a:p>
            <a:pPr eaLnBrk="0" hangingPunct="0">
              <a:spcBef>
                <a:spcPct val="0"/>
              </a:spcBef>
            </a:pPr>
            <a:r>
              <a:rPr lang="en-US" altLang="en-US" sz="2400">
                <a:solidFill>
                  <a:prstClr val="black"/>
                </a:solidFill>
              </a:rPr>
              <a:t>functions</a:t>
            </a:r>
          </a:p>
        </p:txBody>
      </p:sp>
      <p:graphicFrame>
        <p:nvGraphicFramePr>
          <p:cNvPr id="11" name="Group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1866153"/>
              </p:ext>
            </p:extLst>
          </p:nvPr>
        </p:nvGraphicFramePr>
        <p:xfrm>
          <a:off x="180182" y="4149080"/>
          <a:ext cx="8963818" cy="2484882"/>
        </p:xfrm>
        <a:graphic>
          <a:graphicData uri="http://schemas.openxmlformats.org/drawingml/2006/table">
            <a:tbl>
              <a:tblPr/>
              <a:tblGrid>
                <a:gridCol w="66960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7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2989">
                <a:tc>
                  <a:txBody>
                    <a:bodyPr/>
                    <a:lstStyle>
                      <a:lvl1pPr algn="l" defTabSz="228600">
                        <a:buClr>
                          <a:srgbClr val="000000"/>
                        </a:buClr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114300" algn="l" defTabSz="228600"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85800" algn="l" defTabSz="228600"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143000" algn="l" defTabSz="228600">
                        <a:buClr>
                          <a:srgbClr val="000000"/>
                        </a:buClr>
                        <a:defRPr b="1">
                          <a:solidFill>
                            <a:srgbClr val="FF0000"/>
                          </a:solidFill>
                          <a:latin typeface="Arial" charset="0"/>
                        </a:defRPr>
                      </a:lvl4pPr>
                      <a:lvl5pPr marL="1257300" algn="l" defTabSz="228600">
                        <a:buClr>
                          <a:srgbClr val="000000"/>
                        </a:buClr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145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1717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6289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0861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2286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Function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 algn="l" defTabSz="228600">
                        <a:buClr>
                          <a:srgbClr val="000000"/>
                        </a:buClr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114300" algn="l" defTabSz="228600"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85800" algn="l" defTabSz="228600"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143000" algn="l" defTabSz="228600">
                        <a:buClr>
                          <a:srgbClr val="000000"/>
                        </a:buClr>
                        <a:defRPr b="1">
                          <a:solidFill>
                            <a:srgbClr val="FF0000"/>
                          </a:solidFill>
                          <a:latin typeface="Arial" charset="0"/>
                        </a:defRPr>
                      </a:lvl4pPr>
                      <a:lvl5pPr marL="1257300" algn="l" defTabSz="228600">
                        <a:buClr>
                          <a:srgbClr val="000000"/>
                        </a:buClr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145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1717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6289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0861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2286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Result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588">
                <a:tc>
                  <a:txBody>
                    <a:bodyPr/>
                    <a:lstStyle>
                      <a:lvl1pPr algn="l" defTabSz="228600">
                        <a:buClr>
                          <a:srgbClr val="000000"/>
                        </a:buClr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114300" algn="l" defTabSz="228600"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85800" algn="l" defTabSz="228600"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143000" algn="l" defTabSz="228600">
                        <a:buClr>
                          <a:srgbClr val="000000"/>
                        </a:buClr>
                        <a:defRPr b="1">
                          <a:solidFill>
                            <a:srgbClr val="FF0000"/>
                          </a:solidFill>
                          <a:latin typeface="Arial" charset="0"/>
                        </a:defRPr>
                      </a:lvl4pPr>
                      <a:lvl5pPr marL="1257300" algn="l" defTabSz="228600">
                        <a:buClr>
                          <a:srgbClr val="000000"/>
                        </a:buClr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145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1717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6289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0861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228600" rtl="0" eaLnBrk="0" fontAlgn="base" latinLnBrk="0" hangingPunct="0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SELECT LOWER(</a:t>
                      </a:r>
                      <a:r>
                        <a:rPr kumimoji="0" lang="en-US" alt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Fullname</a:t>
                      </a: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) FROM Clients;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 algn="l" defTabSz="228600">
                        <a:buClr>
                          <a:srgbClr val="000000"/>
                        </a:buClr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114300" algn="l" defTabSz="228600"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85800" algn="l" defTabSz="228600"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143000" algn="l" defTabSz="228600">
                        <a:buClr>
                          <a:srgbClr val="000000"/>
                        </a:buClr>
                        <a:defRPr b="1">
                          <a:solidFill>
                            <a:srgbClr val="FF0000"/>
                          </a:solidFill>
                          <a:latin typeface="Arial" charset="0"/>
                        </a:defRPr>
                      </a:lvl4pPr>
                      <a:lvl5pPr marL="1257300" algn="l" defTabSz="228600">
                        <a:buClr>
                          <a:srgbClr val="000000"/>
                        </a:buClr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145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1717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6289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0861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228600" rtl="0" eaLnBrk="0" fontAlgn="base" latinLnBrk="0" hangingPunct="0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joe </a:t>
                      </a:r>
                      <a:r>
                        <a:rPr kumimoji="0" lang="en-US" alt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bloggs</a:t>
                      </a:r>
                      <a:endParaRPr kumimoji="0" lang="en-US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  <a:p>
                      <a:pPr marL="0" marR="0" lvl="0" indent="0" algn="l" defTabSz="228600" rtl="0" eaLnBrk="0" fontAlgn="base" latinLnBrk="0" hangingPunct="0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jim</a:t>
                      </a: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 </a:t>
                      </a:r>
                      <a:r>
                        <a:rPr kumimoji="0" lang="en-US" alt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bloogs</a:t>
                      </a:r>
                      <a:endParaRPr kumimoji="0" lang="en-US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588">
                <a:tc>
                  <a:txBody>
                    <a:bodyPr/>
                    <a:lstStyle>
                      <a:lvl1pPr algn="l" defTabSz="228600">
                        <a:buClr>
                          <a:srgbClr val="000000"/>
                        </a:buClr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114300" algn="l" defTabSz="228600"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85800" algn="l" defTabSz="228600"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143000" algn="l" defTabSz="228600">
                        <a:buClr>
                          <a:srgbClr val="000000"/>
                        </a:buClr>
                        <a:defRPr b="1">
                          <a:solidFill>
                            <a:srgbClr val="FF0000"/>
                          </a:solidFill>
                          <a:latin typeface="Arial" charset="0"/>
                        </a:defRPr>
                      </a:lvl4pPr>
                      <a:lvl5pPr marL="1257300" algn="l" defTabSz="228600">
                        <a:buClr>
                          <a:srgbClr val="000000"/>
                        </a:buClr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145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1717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6289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0861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228600" rtl="0" eaLnBrk="0" fontAlgn="base" latinLnBrk="0" hangingPunct="0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SELECT UPPER(</a:t>
                      </a:r>
                      <a:r>
                        <a:rPr kumimoji="0" lang="en-US" alt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Fullname</a:t>
                      </a: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) FROM Clients;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 algn="l" defTabSz="228600">
                        <a:buClr>
                          <a:srgbClr val="000000"/>
                        </a:buClr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114300" algn="l" defTabSz="228600"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85800" algn="l" defTabSz="228600"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143000" algn="l" defTabSz="228600">
                        <a:buClr>
                          <a:srgbClr val="000000"/>
                        </a:buClr>
                        <a:defRPr b="1">
                          <a:solidFill>
                            <a:srgbClr val="FF0000"/>
                          </a:solidFill>
                          <a:latin typeface="Arial" charset="0"/>
                        </a:defRPr>
                      </a:lvl4pPr>
                      <a:lvl5pPr marL="1257300" algn="l" defTabSz="228600">
                        <a:buClr>
                          <a:srgbClr val="000000"/>
                        </a:buClr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145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1717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6289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0861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228600" rtl="0" eaLnBrk="0" fontAlgn="base" latinLnBrk="0" hangingPunct="0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JOE BLOGGS</a:t>
                      </a:r>
                    </a:p>
                    <a:p>
                      <a:pPr marL="0" marR="0" lvl="0" indent="0" algn="l" defTabSz="228600" rtl="0" eaLnBrk="0" fontAlgn="base" latinLnBrk="0" hangingPunct="0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JIM BLOOGS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738">
                <a:tc>
                  <a:txBody>
                    <a:bodyPr/>
                    <a:lstStyle>
                      <a:lvl1pPr algn="l" defTabSz="228600">
                        <a:buClr>
                          <a:srgbClr val="000000"/>
                        </a:buClr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114300" algn="l" defTabSz="228600"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85800" algn="l" defTabSz="228600"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143000" algn="l" defTabSz="228600">
                        <a:buClr>
                          <a:srgbClr val="000000"/>
                        </a:buClr>
                        <a:defRPr b="1">
                          <a:solidFill>
                            <a:srgbClr val="FF0000"/>
                          </a:solidFill>
                          <a:latin typeface="Arial" charset="0"/>
                        </a:defRPr>
                      </a:lvl4pPr>
                      <a:lvl5pPr marL="1257300" algn="l" defTabSz="228600">
                        <a:buClr>
                          <a:srgbClr val="000000"/>
                        </a:buClr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145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1717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6289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0861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228600" rtl="0" eaLnBrk="0" fontAlgn="base" latinLnBrk="0" hangingPunct="0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SELECT INITCAP(</a:t>
                      </a:r>
                      <a:r>
                        <a:rPr kumimoji="0" lang="en-US" alt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Fullname</a:t>
                      </a: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) FROM Clients;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 algn="l" defTabSz="228600">
                        <a:buClr>
                          <a:srgbClr val="000000"/>
                        </a:buClr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114300" algn="l" defTabSz="228600"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85800" algn="l" defTabSz="228600"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143000" algn="l" defTabSz="228600">
                        <a:buClr>
                          <a:srgbClr val="000000"/>
                        </a:buClr>
                        <a:defRPr b="1">
                          <a:solidFill>
                            <a:srgbClr val="FF0000"/>
                          </a:solidFill>
                          <a:latin typeface="Arial" charset="0"/>
                        </a:defRPr>
                      </a:lvl4pPr>
                      <a:lvl5pPr marL="1257300" algn="l" defTabSz="228600">
                        <a:buClr>
                          <a:srgbClr val="000000"/>
                        </a:buClr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145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1717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6289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0861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2286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Joe </a:t>
                      </a:r>
                      <a:r>
                        <a:rPr kumimoji="0" lang="en-US" alt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Bloggs</a:t>
                      </a:r>
                      <a:endParaRPr kumimoji="0" lang="en-US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  <a:p>
                      <a:pPr marL="0" marR="0" lvl="0" indent="0" algn="l" defTabSz="2286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Jim </a:t>
                      </a:r>
                      <a:r>
                        <a:rPr kumimoji="0" lang="en-US" alt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Bloogs</a:t>
                      </a:r>
                      <a:endParaRPr kumimoji="0" lang="en-US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1475429"/>
              </p:ext>
            </p:extLst>
          </p:nvPr>
        </p:nvGraphicFramePr>
        <p:xfrm>
          <a:off x="6110510" y="1196752"/>
          <a:ext cx="301942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9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9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IE" dirty="0" err="1"/>
                        <a:t>ClientS</a:t>
                      </a:r>
                      <a:endParaRPr lang="en-I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dirty="0" err="1"/>
                        <a:t>clientID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Number(6)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dirty="0" err="1"/>
                        <a:t>Fullname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Varchar2(20)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7998258"/>
              </p:ext>
            </p:extLst>
          </p:nvPr>
        </p:nvGraphicFramePr>
        <p:xfrm>
          <a:off x="6156176" y="2846006"/>
          <a:ext cx="271462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17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E" dirty="0" err="1"/>
                        <a:t>clientId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 err="1"/>
                        <a:t>Fullname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Joe </a:t>
                      </a:r>
                      <a:r>
                        <a:rPr lang="en-IE" dirty="0" err="1"/>
                        <a:t>Bloggs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Jim </a:t>
                      </a:r>
                      <a:r>
                        <a:rPr lang="en-IE" dirty="0" err="1"/>
                        <a:t>bloogs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5" name="Straight Arrow Connector 4"/>
          <p:cNvCxnSpPr/>
          <p:nvPr/>
        </p:nvCxnSpPr>
        <p:spPr>
          <a:xfrm>
            <a:off x="7596336" y="2276872"/>
            <a:ext cx="72008" cy="46928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1168115"/>
      </p:ext>
    </p:extLst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DC5078F-B3C2-56DA-CA6D-1B5CBF5FC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11</a:t>
            </a:fld>
            <a:endParaRPr lang="en-GB"/>
          </a:p>
        </p:txBody>
      </p:sp>
      <p:pic>
        <p:nvPicPr>
          <p:cNvPr id="4" name="Picture 3" descr="A diagram of a computer&#10;&#10;AI-generated content may be incorrect.">
            <a:extLst>
              <a:ext uri="{FF2B5EF4-FFF2-40B4-BE49-F238E27FC236}">
                <a16:creationId xmlns:a16="http://schemas.microsoft.com/office/drawing/2014/main" id="{E93CB616-36B9-8421-4E28-4D7BFD1245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90" y="1440110"/>
            <a:ext cx="8890620" cy="492714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7233CC9E-6BE6-DCEA-7063-F0C63FEA69C6}"/>
              </a:ext>
            </a:extLst>
          </p:cNvPr>
          <p:cNvSpPr txBox="1">
            <a:spLocks/>
          </p:cNvSpPr>
          <p:nvPr/>
        </p:nvSpPr>
        <p:spPr>
          <a:xfrm>
            <a:off x="395536" y="159221"/>
            <a:ext cx="819182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kern="1200">
                <a:solidFill>
                  <a:srgbClr val="004C6C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sz="3200" dirty="0"/>
              <a:t>We will look at examples using the following database</a:t>
            </a:r>
          </a:p>
        </p:txBody>
      </p:sp>
    </p:spTree>
    <p:extLst>
      <p:ext uri="{BB962C8B-B14F-4D97-AF65-F5344CB8AC3E}">
        <p14:creationId xmlns:p14="http://schemas.microsoft.com/office/powerpoint/2010/main" val="1481536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A1A3596-BC7C-3D67-7EC1-8AA7F4F483E3}"/>
              </a:ext>
            </a:extLst>
          </p:cNvPr>
          <p:cNvSpPr txBox="1"/>
          <p:nvPr/>
        </p:nvSpPr>
        <p:spPr>
          <a:xfrm>
            <a:off x="287524" y="1484784"/>
            <a:ext cx="856895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2800" dirty="0"/>
              <a:t>Character functions can be used to convert strings to uppercase or lowercase using the UPPER( ) and LOWER( ) functions.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72D75D0-57F4-E7E7-C8E3-3B0EE3B4EDEE}"/>
              </a:ext>
            </a:extLst>
          </p:cNvPr>
          <p:cNvSpPr txBox="1">
            <a:spLocks/>
          </p:cNvSpPr>
          <p:nvPr/>
        </p:nvSpPr>
        <p:spPr>
          <a:xfrm>
            <a:off x="395536" y="159221"/>
            <a:ext cx="819182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kern="1200">
                <a:solidFill>
                  <a:srgbClr val="004C6C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dirty="0"/>
              <a:t>Case manipulation: upper( ) and lower( 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A36EA9-3690-EC35-A88D-AE9F2D367918}"/>
              </a:ext>
            </a:extLst>
          </p:cNvPr>
          <p:cNvSpPr txBox="1"/>
          <p:nvPr/>
        </p:nvSpPr>
        <p:spPr>
          <a:xfrm>
            <a:off x="1092546" y="3140968"/>
            <a:ext cx="695890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E" sz="180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-- Uppercase research titles for display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title,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UPPER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(title)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"Upper Title"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research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b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-- Lowercase venues for standardised export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venue,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LOWER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(venue)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"Lower Title"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publication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9308537"/>
      </p:ext>
    </p:extLst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A1A3596-BC7C-3D67-7EC1-8AA7F4F483E3}"/>
              </a:ext>
            </a:extLst>
          </p:cNvPr>
          <p:cNvSpPr txBox="1"/>
          <p:nvPr/>
        </p:nvSpPr>
        <p:spPr>
          <a:xfrm>
            <a:off x="251520" y="1844824"/>
            <a:ext cx="856895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2800" dirty="0"/>
              <a:t>It can also be used to manipulate WHERE conditions.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C2537B8-CF4A-7B3E-8969-5920A325994C}"/>
              </a:ext>
            </a:extLst>
          </p:cNvPr>
          <p:cNvSpPr txBox="1">
            <a:spLocks/>
          </p:cNvSpPr>
          <p:nvPr/>
        </p:nvSpPr>
        <p:spPr>
          <a:xfrm>
            <a:off x="395536" y="159221"/>
            <a:ext cx="819182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kern="1200">
                <a:solidFill>
                  <a:srgbClr val="004C6C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dirty="0"/>
              <a:t>Case manipulation: upper( ) and lower( 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4C2F86-6214-955E-EE32-458980ADDDAF}"/>
              </a:ext>
            </a:extLst>
          </p:cNvPr>
          <p:cNvSpPr txBox="1"/>
          <p:nvPr/>
        </p:nvSpPr>
        <p:spPr>
          <a:xfrm>
            <a:off x="395536" y="3320406"/>
            <a:ext cx="630135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E" sz="180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-- Case-insensitive search for a scientist by last name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firstname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lastname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scientist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WHERE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LOWER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lastname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=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'murphy'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0409055"/>
      </p:ext>
    </p:extLst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811" name="Rectangle 3"/>
          <p:cNvSpPr>
            <a:spLocks noChangeArrowheads="1"/>
          </p:cNvSpPr>
          <p:nvPr/>
        </p:nvSpPr>
        <p:spPr bwMode="blackWhite">
          <a:xfrm>
            <a:off x="4385691" y="116632"/>
            <a:ext cx="2311400" cy="941388"/>
          </a:xfrm>
          <a:prstGeom prst="rect">
            <a:avLst/>
          </a:prstGeom>
          <a:solidFill>
            <a:srgbClr val="FF9999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eaLnBrk="0" hangingPunct="0">
              <a:spcBef>
                <a:spcPct val="0"/>
              </a:spcBef>
            </a:pPr>
            <a:r>
              <a:rPr lang="en-US" altLang="en-US" sz="2400">
                <a:solidFill>
                  <a:prstClr val="black"/>
                </a:solidFill>
              </a:rPr>
              <a:t>Character</a:t>
            </a:r>
          </a:p>
          <a:p>
            <a:pPr eaLnBrk="0" hangingPunct="0">
              <a:spcBef>
                <a:spcPct val="0"/>
              </a:spcBef>
            </a:pPr>
            <a:r>
              <a:rPr lang="en-US" altLang="en-US" sz="2400">
                <a:solidFill>
                  <a:prstClr val="black"/>
                </a:solidFill>
              </a:rPr>
              <a:t>functions</a:t>
            </a:r>
          </a:p>
        </p:txBody>
      </p:sp>
      <p:sp>
        <p:nvSpPr>
          <p:cNvPr id="375817" name="Rectangle 9"/>
          <p:cNvSpPr>
            <a:spLocks noChangeArrowheads="1"/>
          </p:cNvSpPr>
          <p:nvPr/>
        </p:nvSpPr>
        <p:spPr bwMode="blackWhite">
          <a:xfrm>
            <a:off x="5817616" y="1207817"/>
            <a:ext cx="3290888" cy="941388"/>
          </a:xfrm>
          <a:prstGeom prst="rect">
            <a:avLst/>
          </a:prstGeom>
          <a:solidFill>
            <a:srgbClr val="FFCC99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eaLnBrk="0" hangingPunct="0">
              <a:spcBef>
                <a:spcPct val="0"/>
              </a:spcBef>
            </a:pPr>
            <a:r>
              <a:rPr lang="en-US" altLang="en-US" sz="2400">
                <a:solidFill>
                  <a:prstClr val="black"/>
                </a:solidFill>
              </a:rPr>
              <a:t>Character-manipulation</a:t>
            </a:r>
          </a:p>
          <a:p>
            <a:pPr eaLnBrk="0" hangingPunct="0">
              <a:spcBef>
                <a:spcPct val="0"/>
              </a:spcBef>
            </a:pPr>
            <a:r>
              <a:rPr lang="en-US" altLang="en-US" sz="2400">
                <a:solidFill>
                  <a:prstClr val="black"/>
                </a:solidFill>
              </a:rPr>
              <a:t>functions</a:t>
            </a:r>
          </a:p>
        </p:txBody>
      </p:sp>
      <p:cxnSp>
        <p:nvCxnSpPr>
          <p:cNvPr id="5" name="Elbow Connector 4"/>
          <p:cNvCxnSpPr>
            <a:endCxn id="375817" idx="1"/>
          </p:cNvCxnSpPr>
          <p:nvPr/>
        </p:nvCxnSpPr>
        <p:spPr>
          <a:xfrm>
            <a:off x="4821311" y="1058020"/>
            <a:ext cx="996305" cy="620491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Group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0087862"/>
              </p:ext>
            </p:extLst>
          </p:nvPr>
        </p:nvGraphicFramePr>
        <p:xfrm>
          <a:off x="323528" y="2636912"/>
          <a:ext cx="8643250" cy="4045586"/>
        </p:xfrm>
        <a:graphic>
          <a:graphicData uri="http://schemas.openxmlformats.org/drawingml/2006/table">
            <a:tbl>
              <a:tblPr/>
              <a:tblGrid>
                <a:gridCol w="4005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8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8835">
                  <a:extLst>
                    <a:ext uri="{9D8B030D-6E8A-4147-A177-3AD203B41FA5}">
                      <a16:colId xmlns:a16="http://schemas.microsoft.com/office/drawing/2014/main" val="3748187290"/>
                    </a:ext>
                  </a:extLst>
                </a:gridCol>
              </a:tblGrid>
              <a:tr h="312738">
                <a:tc>
                  <a:txBody>
                    <a:bodyPr/>
                    <a:lstStyle>
                      <a:lvl1pPr algn="l" defTabSz="228600">
                        <a:buClr>
                          <a:srgbClr val="000000"/>
                        </a:buClr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114300" algn="l" defTabSz="228600"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85800" algn="l" defTabSz="228600"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143000" algn="l" defTabSz="228600">
                        <a:buClr>
                          <a:srgbClr val="000000"/>
                        </a:buClr>
                        <a:defRPr b="1">
                          <a:solidFill>
                            <a:srgbClr val="FF0000"/>
                          </a:solidFill>
                          <a:latin typeface="Arial" charset="0"/>
                        </a:defRPr>
                      </a:lvl4pPr>
                      <a:lvl5pPr marL="1257300" algn="l" defTabSz="228600">
                        <a:buClr>
                          <a:srgbClr val="000000"/>
                        </a:buClr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145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1717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6289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0861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2286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Function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 algn="l" defTabSz="228600">
                        <a:buClr>
                          <a:srgbClr val="000000"/>
                        </a:buClr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114300" algn="l" defTabSz="228600"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85800" algn="l" defTabSz="228600"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143000" algn="l" defTabSz="228600">
                        <a:buClr>
                          <a:srgbClr val="000000"/>
                        </a:buClr>
                        <a:defRPr b="1">
                          <a:solidFill>
                            <a:srgbClr val="FF0000"/>
                          </a:solidFill>
                          <a:latin typeface="Arial" charset="0"/>
                        </a:defRPr>
                      </a:lvl4pPr>
                      <a:lvl5pPr marL="1257300" algn="l" defTabSz="228600">
                        <a:buClr>
                          <a:srgbClr val="000000"/>
                        </a:buClr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145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1717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6289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0861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2286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Result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2286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Objective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588">
                <a:tc>
                  <a:txBody>
                    <a:bodyPr/>
                    <a:lstStyle>
                      <a:lvl1pPr algn="l" defTabSz="228600">
                        <a:buClr>
                          <a:srgbClr val="000000"/>
                        </a:buClr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114300" algn="l" defTabSz="228600"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85800" algn="l" defTabSz="228600"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143000" algn="l" defTabSz="228600">
                        <a:buClr>
                          <a:srgbClr val="000000"/>
                        </a:buClr>
                        <a:defRPr b="1">
                          <a:solidFill>
                            <a:srgbClr val="FF0000"/>
                          </a:solidFill>
                          <a:latin typeface="Arial" charset="0"/>
                        </a:defRPr>
                      </a:lvl4pPr>
                      <a:lvl5pPr marL="1257300" algn="l" defTabSz="228600">
                        <a:buClr>
                          <a:srgbClr val="000000"/>
                        </a:buClr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145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1717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6289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0861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228600" rtl="0" eaLnBrk="0" fontAlgn="base" latinLnBrk="0" hangingPunct="0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CONCAT('Hello', 'World')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 algn="l" defTabSz="228600">
                        <a:buClr>
                          <a:srgbClr val="000000"/>
                        </a:buClr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114300" algn="l" defTabSz="228600"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85800" algn="l" defTabSz="228600"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143000" algn="l" defTabSz="228600">
                        <a:buClr>
                          <a:srgbClr val="000000"/>
                        </a:buClr>
                        <a:defRPr b="1">
                          <a:solidFill>
                            <a:srgbClr val="FF0000"/>
                          </a:solidFill>
                          <a:latin typeface="Arial" charset="0"/>
                        </a:defRPr>
                      </a:lvl4pPr>
                      <a:lvl5pPr marL="1257300" algn="l" defTabSz="228600">
                        <a:buClr>
                          <a:srgbClr val="000000"/>
                        </a:buClr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145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1717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6289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0861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228600" rtl="0" eaLnBrk="0" fontAlgn="base" latinLnBrk="0" hangingPunct="0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HelloWorld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228600" rtl="0" eaLnBrk="0" fontAlgn="base" latinLnBrk="0" hangingPunct="0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Concatenate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588">
                <a:tc>
                  <a:txBody>
                    <a:bodyPr/>
                    <a:lstStyle>
                      <a:lvl1pPr algn="l" defTabSz="228600">
                        <a:buClr>
                          <a:srgbClr val="000000"/>
                        </a:buClr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114300" algn="l" defTabSz="228600"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85800" algn="l" defTabSz="228600"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143000" algn="l" defTabSz="228600">
                        <a:buClr>
                          <a:srgbClr val="000000"/>
                        </a:buClr>
                        <a:defRPr b="1">
                          <a:solidFill>
                            <a:srgbClr val="FF0000"/>
                          </a:solidFill>
                          <a:latin typeface="Arial" charset="0"/>
                        </a:defRPr>
                      </a:lvl4pPr>
                      <a:lvl5pPr marL="1257300" algn="l" defTabSz="228600">
                        <a:buClr>
                          <a:srgbClr val="000000"/>
                        </a:buClr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145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1717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6289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0861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228600" rtl="0" eaLnBrk="0" fontAlgn="base" latinLnBrk="0" hangingPunct="0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SUBSTR('HelloWorld</a:t>
                      </a: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ourier New" pitchFamily="49" charset="0"/>
                        </a:rPr>
                        <a:t>'</a:t>
                      </a: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,1,5)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 algn="l" defTabSz="228600">
                        <a:buClr>
                          <a:srgbClr val="000000"/>
                        </a:buClr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114300" algn="l" defTabSz="228600"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85800" algn="l" defTabSz="228600"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143000" algn="l" defTabSz="228600">
                        <a:buClr>
                          <a:srgbClr val="000000"/>
                        </a:buClr>
                        <a:defRPr b="1">
                          <a:solidFill>
                            <a:srgbClr val="FF0000"/>
                          </a:solidFill>
                          <a:latin typeface="Arial" charset="0"/>
                        </a:defRPr>
                      </a:lvl4pPr>
                      <a:lvl5pPr marL="1257300" algn="l" defTabSz="228600">
                        <a:buClr>
                          <a:srgbClr val="000000"/>
                        </a:buClr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145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1717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6289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0861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228600" rtl="0" eaLnBrk="0" fontAlgn="base" latinLnBrk="0" hangingPunct="0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Hello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228600" rtl="0" eaLnBrk="0" fontAlgn="base" latinLnBrk="0" hangingPunct="0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Extract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738">
                <a:tc>
                  <a:txBody>
                    <a:bodyPr/>
                    <a:lstStyle>
                      <a:lvl1pPr algn="l" defTabSz="228600">
                        <a:buClr>
                          <a:srgbClr val="000000"/>
                        </a:buClr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114300" algn="l" defTabSz="228600"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85800" algn="l" defTabSz="228600"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143000" algn="l" defTabSz="228600">
                        <a:buClr>
                          <a:srgbClr val="000000"/>
                        </a:buClr>
                        <a:defRPr b="1">
                          <a:solidFill>
                            <a:srgbClr val="FF0000"/>
                          </a:solidFill>
                          <a:latin typeface="Arial" charset="0"/>
                        </a:defRPr>
                      </a:lvl4pPr>
                      <a:lvl5pPr marL="1257300" algn="l" defTabSz="228600">
                        <a:buClr>
                          <a:srgbClr val="000000"/>
                        </a:buClr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145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1717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6289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0861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228600" rtl="0" eaLnBrk="0" fontAlgn="base" latinLnBrk="0" hangingPunct="0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LENGTH('HelloWorld')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 algn="l" defTabSz="228600">
                        <a:buClr>
                          <a:srgbClr val="000000"/>
                        </a:buClr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114300" algn="l" defTabSz="228600"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85800" algn="l" defTabSz="228600"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143000" algn="l" defTabSz="228600">
                        <a:buClr>
                          <a:srgbClr val="000000"/>
                        </a:buClr>
                        <a:defRPr b="1">
                          <a:solidFill>
                            <a:srgbClr val="FF0000"/>
                          </a:solidFill>
                          <a:latin typeface="Arial" charset="0"/>
                        </a:defRPr>
                      </a:lvl4pPr>
                      <a:lvl5pPr marL="1257300" algn="l" defTabSz="228600">
                        <a:buClr>
                          <a:srgbClr val="000000"/>
                        </a:buClr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145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1717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6289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0861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228600" rtl="0" eaLnBrk="0" fontAlgn="base" latinLnBrk="0" hangingPunct="0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228600" rtl="0" eaLnBrk="0" fontAlgn="base" latinLnBrk="0" hangingPunct="0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Check length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738">
                <a:tc>
                  <a:txBody>
                    <a:bodyPr/>
                    <a:lstStyle>
                      <a:lvl1pPr algn="l" defTabSz="228600">
                        <a:buClr>
                          <a:srgbClr val="000000"/>
                        </a:buClr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114300" algn="l" defTabSz="228600"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85800" algn="l" defTabSz="228600"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143000" algn="l" defTabSz="228600">
                        <a:buClr>
                          <a:srgbClr val="000000"/>
                        </a:buClr>
                        <a:defRPr b="1">
                          <a:solidFill>
                            <a:srgbClr val="FF0000"/>
                          </a:solidFill>
                          <a:latin typeface="Arial" charset="0"/>
                        </a:defRPr>
                      </a:lvl4pPr>
                      <a:lvl5pPr marL="1257300" algn="l" defTabSz="228600">
                        <a:buClr>
                          <a:srgbClr val="000000"/>
                        </a:buClr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145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1717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6289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0861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228600" rtl="0" eaLnBrk="0" fontAlgn="base" latinLnBrk="0" hangingPunct="0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POSITION('W’ IN ‘Hello World')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 algn="l" defTabSz="228600">
                        <a:buClr>
                          <a:srgbClr val="000000"/>
                        </a:buClr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114300" algn="l" defTabSz="228600"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85800" algn="l" defTabSz="228600"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143000" algn="l" defTabSz="228600">
                        <a:buClr>
                          <a:srgbClr val="000000"/>
                        </a:buClr>
                        <a:defRPr b="1">
                          <a:solidFill>
                            <a:srgbClr val="FF0000"/>
                          </a:solidFill>
                          <a:latin typeface="Arial" charset="0"/>
                        </a:defRPr>
                      </a:lvl4pPr>
                      <a:lvl5pPr marL="1257300" algn="l" defTabSz="228600">
                        <a:buClr>
                          <a:srgbClr val="000000"/>
                        </a:buClr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145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1717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6289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0861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228600" rtl="0" eaLnBrk="0" fontAlgn="base" latinLnBrk="0" hangingPunct="0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228600" rtl="0" eaLnBrk="0" fontAlgn="base" latinLnBrk="0" hangingPunct="0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Find position of first occurrence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738">
                <a:tc>
                  <a:txBody>
                    <a:bodyPr/>
                    <a:lstStyle>
                      <a:lvl1pPr algn="l" defTabSz="228600">
                        <a:buClr>
                          <a:srgbClr val="000000"/>
                        </a:buClr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114300" algn="l" defTabSz="228600"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85800" algn="l" defTabSz="228600"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143000" algn="l" defTabSz="228600">
                        <a:buClr>
                          <a:srgbClr val="000000"/>
                        </a:buClr>
                        <a:defRPr b="1">
                          <a:solidFill>
                            <a:srgbClr val="FF0000"/>
                          </a:solidFill>
                          <a:latin typeface="Arial" charset="0"/>
                        </a:defRPr>
                      </a:lvl4pPr>
                      <a:lvl5pPr marL="1257300" algn="l" defTabSz="228600">
                        <a:buClr>
                          <a:srgbClr val="000000"/>
                        </a:buClr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145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1717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6289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0861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228600" rtl="0" eaLnBrk="0" fontAlgn="base" latinLnBrk="0" hangingPunct="0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LPAD('tech', 8, '0');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 algn="l" defTabSz="228600">
                        <a:buClr>
                          <a:srgbClr val="000000"/>
                        </a:buClr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114300" algn="l" defTabSz="228600"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85800" algn="l" defTabSz="228600"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143000" algn="l" defTabSz="228600">
                        <a:buClr>
                          <a:srgbClr val="000000"/>
                        </a:buClr>
                        <a:defRPr b="1">
                          <a:solidFill>
                            <a:srgbClr val="FF0000"/>
                          </a:solidFill>
                          <a:latin typeface="Arial" charset="0"/>
                        </a:defRPr>
                      </a:lvl4pPr>
                      <a:lvl5pPr marL="1257300" algn="l" defTabSz="228600">
                        <a:buClr>
                          <a:srgbClr val="000000"/>
                        </a:buClr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145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1717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6289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0861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228600" rtl="0" eaLnBrk="0" fontAlgn="base" latinLnBrk="0" hangingPunct="0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0000tech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228600" rtl="0" eaLnBrk="0" fontAlgn="base" latinLnBrk="0" hangingPunct="0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Pads the left 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738">
                <a:tc>
                  <a:txBody>
                    <a:bodyPr/>
                    <a:lstStyle>
                      <a:lvl1pPr algn="l" defTabSz="228600">
                        <a:buClr>
                          <a:srgbClr val="000000"/>
                        </a:buClr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114300" algn="l" defTabSz="228600"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85800" algn="l" defTabSz="228600"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143000" algn="l" defTabSz="228600">
                        <a:buClr>
                          <a:srgbClr val="000000"/>
                        </a:buClr>
                        <a:defRPr b="1">
                          <a:solidFill>
                            <a:srgbClr val="FF0000"/>
                          </a:solidFill>
                          <a:latin typeface="Arial" charset="0"/>
                        </a:defRPr>
                      </a:lvl4pPr>
                      <a:lvl5pPr marL="1257300" algn="l" defTabSz="228600">
                        <a:buClr>
                          <a:srgbClr val="000000"/>
                        </a:buClr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145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1717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6289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0861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228600" rtl="0" eaLnBrk="0" fontAlgn="base" latinLnBrk="0" hangingPunct="0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RPAD('tech', 8, '0')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 algn="l" defTabSz="228600">
                        <a:buClr>
                          <a:srgbClr val="000000"/>
                        </a:buClr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114300" algn="l" defTabSz="228600"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85800" algn="l" defTabSz="228600"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143000" algn="l" defTabSz="228600">
                        <a:buClr>
                          <a:srgbClr val="000000"/>
                        </a:buClr>
                        <a:defRPr b="1">
                          <a:solidFill>
                            <a:srgbClr val="FF0000"/>
                          </a:solidFill>
                          <a:latin typeface="Arial" charset="0"/>
                        </a:defRPr>
                      </a:lvl4pPr>
                      <a:lvl5pPr marL="1257300" algn="l" defTabSz="228600">
                        <a:buClr>
                          <a:srgbClr val="000000"/>
                        </a:buClr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145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1717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6289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0861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228600" rtl="0" eaLnBrk="0" fontAlgn="base" latinLnBrk="0" hangingPunct="0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tech0000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228600" rtl="0" eaLnBrk="0" fontAlgn="base" latinLnBrk="0" hangingPunct="0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Pads the right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2738">
                <a:tc>
                  <a:txBody>
                    <a:bodyPr/>
                    <a:lstStyle>
                      <a:lvl1pPr algn="l" defTabSz="228600">
                        <a:buClr>
                          <a:srgbClr val="000000"/>
                        </a:buClr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114300" algn="l" defTabSz="228600"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85800" algn="l" defTabSz="228600"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143000" algn="l" defTabSz="228600">
                        <a:buClr>
                          <a:srgbClr val="000000"/>
                        </a:buClr>
                        <a:defRPr b="1">
                          <a:solidFill>
                            <a:srgbClr val="FF0000"/>
                          </a:solidFill>
                          <a:latin typeface="Arial" charset="0"/>
                        </a:defRPr>
                      </a:lvl4pPr>
                      <a:lvl5pPr marL="1257300" algn="l" defTabSz="228600">
                        <a:buClr>
                          <a:srgbClr val="000000"/>
                        </a:buClr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145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1717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6289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0861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228600" rtl="0" eaLnBrk="0" fontAlgn="base" latinLnBrk="0" hangingPunct="0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REPLACE</a:t>
                      </a:r>
                      <a:b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</a:b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('JACK and JUE','J','BL')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 algn="l" defTabSz="228600">
                        <a:buClr>
                          <a:srgbClr val="000000"/>
                        </a:buClr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114300" algn="l" defTabSz="228600"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85800" algn="l" defTabSz="228600"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143000" algn="l" defTabSz="228600">
                        <a:buClr>
                          <a:srgbClr val="000000"/>
                        </a:buClr>
                        <a:defRPr b="1">
                          <a:solidFill>
                            <a:srgbClr val="FF0000"/>
                          </a:solidFill>
                          <a:latin typeface="Arial" charset="0"/>
                        </a:defRPr>
                      </a:lvl4pPr>
                      <a:lvl5pPr marL="1257300" algn="l" defTabSz="228600">
                        <a:buClr>
                          <a:srgbClr val="000000"/>
                        </a:buClr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145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1717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6289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0861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228600" rtl="0" eaLnBrk="0" fontAlgn="base" latinLnBrk="0" hangingPunct="0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BLACK and BLUE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228600" rtl="0" eaLnBrk="0" fontAlgn="base" latinLnBrk="0" hangingPunct="0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Replace character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2738">
                <a:tc>
                  <a:txBody>
                    <a:bodyPr/>
                    <a:lstStyle>
                      <a:lvl1pPr algn="l" defTabSz="228600">
                        <a:buClr>
                          <a:srgbClr val="000000"/>
                        </a:buClr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114300" algn="l" defTabSz="228600"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85800" algn="l" defTabSz="228600"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143000" algn="l" defTabSz="228600">
                        <a:buClr>
                          <a:srgbClr val="000000"/>
                        </a:buClr>
                        <a:defRPr b="1">
                          <a:solidFill>
                            <a:srgbClr val="FF0000"/>
                          </a:solidFill>
                          <a:latin typeface="Arial" charset="0"/>
                        </a:defRPr>
                      </a:lvl4pPr>
                      <a:lvl5pPr marL="1257300" algn="l" defTabSz="228600">
                        <a:buClr>
                          <a:srgbClr val="000000"/>
                        </a:buClr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145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1717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6289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0861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228600" rtl="0" eaLnBrk="0" fontAlgn="base" latinLnBrk="0" hangingPunct="0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TRIM('H' FROM 'HelloWorld')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 algn="l" defTabSz="228600">
                        <a:buClr>
                          <a:srgbClr val="000000"/>
                        </a:buClr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114300" algn="l" defTabSz="228600"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85800" algn="l" defTabSz="228600"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143000" algn="l" defTabSz="228600">
                        <a:buClr>
                          <a:srgbClr val="000000"/>
                        </a:buClr>
                        <a:defRPr b="1">
                          <a:solidFill>
                            <a:srgbClr val="FF0000"/>
                          </a:solidFill>
                          <a:latin typeface="Arial" charset="0"/>
                        </a:defRPr>
                      </a:lvl4pPr>
                      <a:lvl5pPr marL="1257300" algn="l" defTabSz="228600">
                        <a:buClr>
                          <a:srgbClr val="000000"/>
                        </a:buClr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145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1717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6289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086100" defTabSz="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charset="0"/>
                        <a:defRPr b="1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228600" rtl="0" eaLnBrk="0" fontAlgn="base" latinLnBrk="0" hangingPunct="0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elloWorld</a:t>
                      </a:r>
                      <a:endParaRPr kumimoji="0" lang="en-US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228600" rtl="0" eaLnBrk="0" fontAlgn="base" latinLnBrk="0" hangingPunct="0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2041721"/>
      </p:ext>
    </p:extLst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A1A3596-BC7C-3D67-7EC1-8AA7F4F483E3}"/>
              </a:ext>
            </a:extLst>
          </p:cNvPr>
          <p:cNvSpPr txBox="1"/>
          <p:nvPr/>
        </p:nvSpPr>
        <p:spPr>
          <a:xfrm>
            <a:off x="251520" y="1844824"/>
            <a:ext cx="85689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2800" dirty="0"/>
              <a:t>It can be used to modify how the data is presented: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689422A-4760-7DDF-DE28-55B7F13A7BB1}"/>
              </a:ext>
            </a:extLst>
          </p:cNvPr>
          <p:cNvSpPr txBox="1">
            <a:spLocks/>
          </p:cNvSpPr>
          <p:nvPr/>
        </p:nvSpPr>
        <p:spPr>
          <a:xfrm>
            <a:off x="395536" y="159221"/>
            <a:ext cx="819182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kern="1200">
                <a:solidFill>
                  <a:srgbClr val="004C6C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dirty="0"/>
              <a:t>Case manipulation: concatenate( 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5943EE-689D-4664-816D-7823761C51ED}"/>
              </a:ext>
            </a:extLst>
          </p:cNvPr>
          <p:cNvSpPr txBox="1"/>
          <p:nvPr/>
        </p:nvSpPr>
        <p:spPr>
          <a:xfrm>
            <a:off x="755576" y="2780928"/>
            <a:ext cx="78317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CONCAT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TRIM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firstname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),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 '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TRIM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lastname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),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 ('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TRIM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uniname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),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')'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" Scientist affiliation"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scientist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JOIN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university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USING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uni_id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8114558"/>
      </p:ext>
    </p:extLst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A1A3596-BC7C-3D67-7EC1-8AA7F4F483E3}"/>
              </a:ext>
            </a:extLst>
          </p:cNvPr>
          <p:cNvSpPr txBox="1"/>
          <p:nvPr/>
        </p:nvSpPr>
        <p:spPr>
          <a:xfrm>
            <a:off x="251520" y="1844824"/>
            <a:ext cx="85689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2800" dirty="0"/>
              <a:t>Extracts part of a string: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87EC0C7-B637-863F-317C-D8356A6FF3D6}"/>
              </a:ext>
            </a:extLst>
          </p:cNvPr>
          <p:cNvSpPr txBox="1">
            <a:spLocks/>
          </p:cNvSpPr>
          <p:nvPr/>
        </p:nvSpPr>
        <p:spPr>
          <a:xfrm>
            <a:off x="395536" y="159221"/>
            <a:ext cx="819182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kern="1200">
                <a:solidFill>
                  <a:srgbClr val="004C6C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dirty="0"/>
              <a:t>Case manipulation: substring( 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0F920B-4B7C-BC20-9016-D314C91A983A}"/>
              </a:ext>
            </a:extLst>
          </p:cNvPr>
          <p:cNvSpPr txBox="1"/>
          <p:nvPr/>
        </p:nvSpPr>
        <p:spPr>
          <a:xfrm>
            <a:off x="467544" y="2690336"/>
            <a:ext cx="777686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E" sz="180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-- First 5 chars of university names (spot prefixes &amp; duplicates)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uniname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SUBSTRING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uniname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"Uni prefix"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university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7483738"/>
      </p:ext>
    </p:extLst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A1A3596-BC7C-3D67-7EC1-8AA7F4F483E3}"/>
              </a:ext>
            </a:extLst>
          </p:cNvPr>
          <p:cNvSpPr txBox="1"/>
          <p:nvPr/>
        </p:nvSpPr>
        <p:spPr>
          <a:xfrm>
            <a:off x="251520" y="1844824"/>
            <a:ext cx="856895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2800" dirty="0"/>
              <a:t>The LENGTH function returns the length of a string. It can be used for data validation or to manage constraints.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21D0BEE-C74D-F06C-ED7D-1D2DCF2E71D5}"/>
              </a:ext>
            </a:extLst>
          </p:cNvPr>
          <p:cNvSpPr txBox="1">
            <a:spLocks/>
          </p:cNvSpPr>
          <p:nvPr/>
        </p:nvSpPr>
        <p:spPr>
          <a:xfrm>
            <a:off x="395536" y="159221"/>
            <a:ext cx="819182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kern="1200">
                <a:solidFill>
                  <a:srgbClr val="004C6C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dirty="0"/>
              <a:t>Case manipulation: length( 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51D466-6E74-7DA4-3B91-3B09C9049D2F}"/>
              </a:ext>
            </a:extLst>
          </p:cNvPr>
          <p:cNvSpPr txBox="1"/>
          <p:nvPr/>
        </p:nvSpPr>
        <p:spPr>
          <a:xfrm>
            <a:off x="434512" y="3573016"/>
            <a:ext cx="653447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E" sz="180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-- Research title length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research_id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LENGTH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(title)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"Research title length"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research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ORDER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BY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title_len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DESC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0862494"/>
      </p:ext>
    </p:extLst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A1A3596-BC7C-3D67-7EC1-8AA7F4F483E3}"/>
              </a:ext>
            </a:extLst>
          </p:cNvPr>
          <p:cNvSpPr txBox="1"/>
          <p:nvPr/>
        </p:nvSpPr>
        <p:spPr>
          <a:xfrm>
            <a:off x="251520" y="1844824"/>
            <a:ext cx="856895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2800" dirty="0"/>
              <a:t>Find the position of a substring within a string in the database you provided earlier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1CAF34D-7BB4-524C-6D3C-B6F8F123DE59}"/>
              </a:ext>
            </a:extLst>
          </p:cNvPr>
          <p:cNvSpPr txBox="1">
            <a:spLocks/>
          </p:cNvSpPr>
          <p:nvPr/>
        </p:nvSpPr>
        <p:spPr>
          <a:xfrm>
            <a:off x="395536" y="159221"/>
            <a:ext cx="819182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kern="1200">
                <a:solidFill>
                  <a:srgbClr val="004C6C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dirty="0"/>
              <a:t>Case manipulation: position( 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D79AE3-9112-8180-D53A-A295986BD9C5}"/>
              </a:ext>
            </a:extLst>
          </p:cNvPr>
          <p:cNvSpPr txBox="1"/>
          <p:nvPr/>
        </p:nvSpPr>
        <p:spPr>
          <a:xfrm>
            <a:off x="755576" y="3158971"/>
            <a:ext cx="727280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E" sz="180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-- Find titles mentioning 'AI' anywhere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research_id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title,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POSITION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'AI'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UPPER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(title))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"Position AI"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research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WHERE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POSITION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'AI'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UPPER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(title)) &gt; </a:t>
            </a:r>
            <a:r>
              <a:rPr lang="en-IE" sz="180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1559921"/>
      </p:ext>
    </p:extLst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A1A3596-BC7C-3D67-7EC1-8AA7F4F483E3}"/>
              </a:ext>
            </a:extLst>
          </p:cNvPr>
          <p:cNvSpPr txBox="1"/>
          <p:nvPr/>
        </p:nvSpPr>
        <p:spPr>
          <a:xfrm>
            <a:off x="251520" y="1844824"/>
            <a:ext cx="856895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400" dirty="0"/>
              <a:t>Pads a string on the left or right side with a specified character or characters until it reaches the desired length.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400" dirty="0"/>
              <a:t>These functions are mostly used for formatting the data in a certain way. The syntax is:</a:t>
            </a:r>
          </a:p>
          <a:p>
            <a:endParaRPr lang="en-IE" sz="2400" dirty="0"/>
          </a:p>
          <a:p>
            <a:r>
              <a:rPr lang="en-IE" sz="2400" dirty="0"/>
              <a:t>LPAD(string, length, </a:t>
            </a:r>
            <a:r>
              <a:rPr lang="en-IE" sz="2400" dirty="0" err="1"/>
              <a:t>fill_string</a:t>
            </a:r>
            <a:r>
              <a:rPr lang="en-IE" sz="2400" dirty="0"/>
              <a:t>) or LRPAD(string, length, </a:t>
            </a:r>
            <a:r>
              <a:rPr lang="en-IE" sz="2400" dirty="0" err="1"/>
              <a:t>fill_string</a:t>
            </a:r>
            <a:r>
              <a:rPr lang="en-IE" sz="2400" dirty="0"/>
              <a:t>)</a:t>
            </a:r>
          </a:p>
          <a:p>
            <a:endParaRPr lang="en-IE" sz="24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E07015A-4FE4-7154-3486-27181F12D487}"/>
              </a:ext>
            </a:extLst>
          </p:cNvPr>
          <p:cNvSpPr txBox="1">
            <a:spLocks/>
          </p:cNvSpPr>
          <p:nvPr/>
        </p:nvSpPr>
        <p:spPr>
          <a:xfrm>
            <a:off x="395536" y="159221"/>
            <a:ext cx="819182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kern="1200">
                <a:solidFill>
                  <a:srgbClr val="004C6C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dirty="0"/>
              <a:t>Case manipulation: </a:t>
            </a:r>
            <a:r>
              <a:rPr lang="en-IE" dirty="0" err="1"/>
              <a:t>lpad</a:t>
            </a:r>
            <a:r>
              <a:rPr lang="en-IE" dirty="0"/>
              <a:t>( ) and </a:t>
            </a:r>
            <a:r>
              <a:rPr lang="en-IE" dirty="0" err="1"/>
              <a:t>rpad</a:t>
            </a:r>
            <a:r>
              <a:rPr lang="en-IE" dirty="0"/>
              <a:t>( )</a:t>
            </a:r>
          </a:p>
        </p:txBody>
      </p:sp>
    </p:spTree>
    <p:extLst>
      <p:ext uri="{BB962C8B-B14F-4D97-AF65-F5344CB8AC3E}">
        <p14:creationId xmlns:p14="http://schemas.microsoft.com/office/powerpoint/2010/main" val="597625244"/>
      </p:ext>
    </p:extLst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661D496-FCC1-5FA4-2EDE-57C3BF8A04AC}"/>
              </a:ext>
            </a:extLst>
          </p:cNvPr>
          <p:cNvSpPr txBox="1">
            <a:spLocks/>
          </p:cNvSpPr>
          <p:nvPr/>
        </p:nvSpPr>
        <p:spPr>
          <a:xfrm>
            <a:off x="395536" y="159221"/>
            <a:ext cx="819182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kern="1200">
                <a:solidFill>
                  <a:srgbClr val="004C6C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dirty="0"/>
              <a:t>Case manipulation: </a:t>
            </a:r>
            <a:r>
              <a:rPr lang="en-IE" dirty="0" err="1"/>
              <a:t>lpad</a:t>
            </a:r>
            <a:r>
              <a:rPr lang="en-IE" dirty="0"/>
              <a:t>( ) and </a:t>
            </a:r>
            <a:r>
              <a:rPr lang="en-IE" dirty="0" err="1"/>
              <a:t>rpad</a:t>
            </a:r>
            <a:r>
              <a:rPr lang="en-IE" dirty="0"/>
              <a:t>( 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3CC20D-0320-9737-C590-6F950EC29918}"/>
              </a:ext>
            </a:extLst>
          </p:cNvPr>
          <p:cNvSpPr txBox="1"/>
          <p:nvPr/>
        </p:nvSpPr>
        <p:spPr>
          <a:xfrm>
            <a:off x="539552" y="1962830"/>
            <a:ext cx="756084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E" sz="180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-- Zero-padded research codes (for reports)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research_id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'RS-'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||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LPAD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CAST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research_id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AS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VARCHAR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), </a:t>
            </a:r>
            <a:r>
              <a:rPr lang="en-IE" sz="180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5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'0'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"Research code"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research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ORDER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BY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678857"/>
      </p:ext>
    </p:extLst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A1A3596-BC7C-3D67-7EC1-8AA7F4F483E3}"/>
              </a:ext>
            </a:extLst>
          </p:cNvPr>
          <p:cNvSpPr txBox="1"/>
          <p:nvPr/>
        </p:nvSpPr>
        <p:spPr>
          <a:xfrm>
            <a:off x="287524" y="1340768"/>
            <a:ext cx="856895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2800" dirty="0"/>
              <a:t>Used to replace occurrences of a substring within a string.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F377C3D-7DF0-4EC6-BD27-63ECA96F146A}"/>
              </a:ext>
            </a:extLst>
          </p:cNvPr>
          <p:cNvSpPr txBox="1">
            <a:spLocks/>
          </p:cNvSpPr>
          <p:nvPr/>
        </p:nvSpPr>
        <p:spPr>
          <a:xfrm>
            <a:off x="395536" y="159221"/>
            <a:ext cx="819182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kern="1200">
                <a:solidFill>
                  <a:srgbClr val="004C6C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dirty="0"/>
              <a:t>Case manipulation: replace( 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479B5B-46D5-8261-F01E-61736A8D93E5}"/>
              </a:ext>
            </a:extLst>
          </p:cNvPr>
          <p:cNvSpPr txBox="1"/>
          <p:nvPr/>
        </p:nvSpPr>
        <p:spPr>
          <a:xfrm>
            <a:off x="420763" y="2666331"/>
            <a:ext cx="797579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E" sz="180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-- Normalise hyphenated last names to space-separated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sci_id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lastname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"Last name"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REPLACE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lastname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'-'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 '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"Normalised </a:t>
            </a:r>
            <a:r>
              <a:rPr lang="en-IE" sz="1800" b="1" dirty="0" err="1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lastname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"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scientist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WHERE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lastname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LIKE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'%-%'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632661"/>
      </p:ext>
    </p:extLst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A1A3596-BC7C-3D67-7EC1-8AA7F4F483E3}"/>
              </a:ext>
            </a:extLst>
          </p:cNvPr>
          <p:cNvSpPr txBox="1"/>
          <p:nvPr/>
        </p:nvSpPr>
        <p:spPr>
          <a:xfrm>
            <a:off x="287524" y="1412776"/>
            <a:ext cx="856895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2800" dirty="0"/>
              <a:t>Removes leading and trailing spaces from a string. Trim function is mostly used for database cleanup and formatting.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50D8514-5019-1CEC-6326-1C8889B91F93}"/>
              </a:ext>
            </a:extLst>
          </p:cNvPr>
          <p:cNvSpPr txBox="1">
            <a:spLocks/>
          </p:cNvSpPr>
          <p:nvPr/>
        </p:nvSpPr>
        <p:spPr>
          <a:xfrm>
            <a:off x="395536" y="159221"/>
            <a:ext cx="819182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kern="1200">
                <a:solidFill>
                  <a:srgbClr val="004C6C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dirty="0"/>
              <a:t>Case manipulation: trim( 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29A465-CA66-9ECE-6F4B-9F0F59023F49}"/>
              </a:ext>
            </a:extLst>
          </p:cNvPr>
          <p:cNvSpPr txBox="1"/>
          <p:nvPr/>
        </p:nvSpPr>
        <p:spPr>
          <a:xfrm>
            <a:off x="388520" y="3127817"/>
            <a:ext cx="828793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E" sz="180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-- Clean leading/trailing spaces from names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firstname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"Raw first name"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length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firstname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"First name size"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TRIM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firstname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"Trimmed first name"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length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trim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firstname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"First name size after trimming"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scientist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WHERE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firstname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LIKE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 %'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OR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firstname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LIKE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'% '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0125810"/>
      </p:ext>
    </p:extLst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8" name="Rectangle 6"/>
          <p:cNvSpPr>
            <a:spLocks noChangeArrowheads="1"/>
          </p:cNvSpPr>
          <p:nvPr/>
        </p:nvSpPr>
        <p:spPr bwMode="blackWhite">
          <a:xfrm>
            <a:off x="1014413" y="4079875"/>
            <a:ext cx="7381875" cy="1120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hangingPunct="0"/>
            <a:endParaRPr lang="en-US" alt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1800B2-CCBC-F796-63D4-AF0347F2A3FC}"/>
              </a:ext>
            </a:extLst>
          </p:cNvPr>
          <p:cNvSpPr txBox="1">
            <a:spLocks/>
          </p:cNvSpPr>
          <p:nvPr/>
        </p:nvSpPr>
        <p:spPr>
          <a:xfrm>
            <a:off x="395536" y="159221"/>
            <a:ext cx="819182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kern="1200">
                <a:solidFill>
                  <a:srgbClr val="004C6C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dirty="0"/>
              <a:t>Adding a WHERE clause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A1CA8C-4633-EDBB-8B0B-61E147978343}"/>
              </a:ext>
            </a:extLst>
          </p:cNvPr>
          <p:cNvSpPr txBox="1"/>
          <p:nvPr/>
        </p:nvSpPr>
        <p:spPr>
          <a:xfrm>
            <a:off x="467544" y="1784330"/>
            <a:ext cx="784887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E" sz="180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-- Case-insensitive exact match for a project code prefix within the title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research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WHERE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LOWER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(title)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LIKE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'%quantum study'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b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-- Case-sensitive (likely fewer or no matches, depending on data)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research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WHERE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title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LIKE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'%quantum study'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3628253"/>
      </p:ext>
    </p:extLst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3567" y="1268760"/>
            <a:ext cx="76031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400" dirty="0"/>
              <a:t>We can concatenate values using || or the function </a:t>
            </a:r>
            <a:r>
              <a:rPr lang="en-IE" sz="2400" dirty="0" err="1"/>
              <a:t>concat</a:t>
            </a:r>
            <a:r>
              <a:rPr lang="en-IE" sz="2400" dirty="0"/>
              <a:t>( 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400" dirty="0" err="1"/>
              <a:t>Concat</a:t>
            </a:r>
            <a:r>
              <a:rPr lang="en-IE" sz="2400" dirty="0"/>
              <a:t>( ) can be a bit more efficient when we have many arguments.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DECE329-0F4A-9852-5890-6F8B6EDA65E6}"/>
              </a:ext>
            </a:extLst>
          </p:cNvPr>
          <p:cNvSpPr txBox="1">
            <a:spLocks/>
          </p:cNvSpPr>
          <p:nvPr/>
        </p:nvSpPr>
        <p:spPr>
          <a:xfrm>
            <a:off x="395536" y="159221"/>
            <a:ext cx="819182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kern="1200">
                <a:solidFill>
                  <a:srgbClr val="004C6C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dirty="0"/>
              <a:t>Another way of concatenating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47DBB6-391A-F349-32F4-C5DC029E42F4}"/>
              </a:ext>
            </a:extLst>
          </p:cNvPr>
          <p:cNvSpPr txBox="1"/>
          <p:nvPr/>
        </p:nvSpPr>
        <p:spPr>
          <a:xfrm>
            <a:off x="411717" y="2924944"/>
            <a:ext cx="849694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E" sz="180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-- Using ||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'Scientist '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||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sci_id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||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': '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||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UPPER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lastname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||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', '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||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INITCAP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TRIM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firstname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"Information"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scientist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LIMIT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b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-- Using CONCAT (two-</a:t>
            </a:r>
            <a:r>
              <a:rPr lang="en-IE" sz="1800" dirty="0" err="1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IE" sz="180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 chaining)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CONCAT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'Scientist '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sci_id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': '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UPPER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lastname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),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', '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INITCAP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TRIM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firstname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)))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"Information"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scientist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LIMIT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9833191"/>
      </p:ext>
    </p:extLst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9C271-5F7B-B6A2-3B4A-AC50D952B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0EBA27-3CB8-BBA0-38C9-5EF0CE7F0B64}"/>
              </a:ext>
            </a:extLst>
          </p:cNvPr>
          <p:cNvSpPr txBox="1"/>
          <p:nvPr/>
        </p:nvSpPr>
        <p:spPr>
          <a:xfrm>
            <a:off x="323528" y="1124744"/>
            <a:ext cx="819182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000" dirty="0"/>
              <a:t>Be aware: when we use || to concatenate two values and one is NULL, the result is a NULL value. This way: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E" sz="2000" dirty="0"/>
              <a:t>'a' || NULL → NULL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E" sz="2000" dirty="0"/>
              <a:t>CONCAT('a', NULL) → 'a’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IE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E" sz="2000" dirty="0"/>
              <a:t>As we usually prefer to keep any value that is not null, give preference to using </a:t>
            </a:r>
            <a:r>
              <a:rPr lang="en-IE" sz="2000" dirty="0" err="1"/>
              <a:t>concat</a:t>
            </a:r>
            <a:r>
              <a:rPr lang="en-IE" sz="2000" dirty="0"/>
              <a:t>( 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E" sz="2000" dirty="0"/>
              <a:t>You can also use </a:t>
            </a:r>
            <a:r>
              <a:rPr lang="en-IE" sz="2000" dirty="0" err="1"/>
              <a:t>concat_ws</a:t>
            </a:r>
            <a:r>
              <a:rPr lang="en-IE" sz="2000" dirty="0"/>
              <a:t>( </a:t>
            </a:r>
            <a:r>
              <a:rPr lang="en-IE" sz="2000" dirty="0" err="1"/>
              <a:t>sep</a:t>
            </a:r>
            <a:r>
              <a:rPr lang="en-IE" sz="2000" dirty="0"/>
              <a:t>, </a:t>
            </a:r>
            <a:r>
              <a:rPr lang="en-IE" sz="2000" dirty="0" err="1"/>
              <a:t>arg</a:t>
            </a:r>
            <a:r>
              <a:rPr lang="en-IE" sz="2000" dirty="0"/>
              <a:t>), which will take a separator and arguments, skipping the NULL ones. </a:t>
            </a:r>
            <a:r>
              <a:rPr lang="en-IE" sz="2000" dirty="0" err="1"/>
              <a:t>Ws</a:t>
            </a:r>
            <a:r>
              <a:rPr lang="en-IE" sz="2000" dirty="0"/>
              <a:t> stands for “with separator”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IE" sz="20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2033DC2-7CBC-B261-9FDC-782D7322C182}"/>
              </a:ext>
            </a:extLst>
          </p:cNvPr>
          <p:cNvSpPr txBox="1">
            <a:spLocks/>
          </p:cNvSpPr>
          <p:nvPr/>
        </p:nvSpPr>
        <p:spPr>
          <a:xfrm>
            <a:off x="395536" y="159221"/>
            <a:ext cx="819182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kern="1200">
                <a:solidFill>
                  <a:srgbClr val="004C6C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dirty="0"/>
              <a:t>Another way of concatenating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833B41-6DE5-3810-214E-789A01F970BF}"/>
              </a:ext>
            </a:extLst>
          </p:cNvPr>
          <p:cNvSpPr txBox="1"/>
          <p:nvPr/>
        </p:nvSpPr>
        <p:spPr>
          <a:xfrm>
            <a:off x="1115616" y="4644812"/>
            <a:ext cx="61206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'a'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||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 err="1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concat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'a'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 err="1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concat_ws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 , '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'a'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'b'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3863549"/>
      </p:ext>
    </p:extLst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38" name="Freeform 2"/>
          <p:cNvSpPr>
            <a:spLocks/>
          </p:cNvSpPr>
          <p:nvPr/>
        </p:nvSpPr>
        <p:spPr bwMode="auto">
          <a:xfrm>
            <a:off x="1512888" y="4052888"/>
            <a:ext cx="5634037" cy="1543050"/>
          </a:xfrm>
          <a:custGeom>
            <a:avLst/>
            <a:gdLst>
              <a:gd name="T0" fmla="*/ 0 w 3549"/>
              <a:gd name="T1" fmla="*/ 0 h 972"/>
              <a:gd name="T2" fmla="*/ 0 w 3549"/>
              <a:gd name="T3" fmla="*/ 971 h 972"/>
              <a:gd name="T4" fmla="*/ 3548 w 3549"/>
              <a:gd name="T5" fmla="*/ 971 h 972"/>
              <a:gd name="T6" fmla="*/ 3548 w 3549"/>
              <a:gd name="T7" fmla="*/ 0 h 9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549" h="972">
                <a:moveTo>
                  <a:pt x="0" y="0"/>
                </a:moveTo>
                <a:lnTo>
                  <a:pt x="0" y="971"/>
                </a:lnTo>
                <a:lnTo>
                  <a:pt x="3548" y="971"/>
                </a:lnTo>
                <a:lnTo>
                  <a:pt x="3548" y="0"/>
                </a:lnTo>
              </a:path>
            </a:pathLst>
          </a:custGeom>
          <a:noFill/>
          <a:ln w="28575" cap="rnd" cmpd="sng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E">
              <a:solidFill>
                <a:prstClr val="black"/>
              </a:solidFill>
            </a:endParaRPr>
          </a:p>
        </p:txBody>
      </p:sp>
      <p:sp>
        <p:nvSpPr>
          <p:cNvPr id="449553" name="Rectangle 17"/>
          <p:cNvSpPr>
            <a:spLocks noGrp="1" noChangeArrowheads="1"/>
          </p:cNvSpPr>
          <p:nvPr>
            <p:ph idx="1"/>
          </p:nvPr>
        </p:nvSpPr>
        <p:spPr>
          <a:xfrm>
            <a:off x="863600" y="1816100"/>
            <a:ext cx="7366000" cy="1096963"/>
          </a:xfrm>
        </p:spPr>
        <p:txBody>
          <a:bodyPr>
            <a:normAutofit fontScale="77500" lnSpcReduction="20000"/>
          </a:bodyPr>
          <a:lstStyle/>
          <a:p>
            <a:pPr lvl="1"/>
            <a:r>
              <a:rPr lang="en-US" altLang="en-US" dirty="0"/>
              <a:t>Single-row functions can be nested</a:t>
            </a:r>
          </a:p>
          <a:p>
            <a:pPr lvl="1"/>
            <a:r>
              <a:rPr lang="en-US" altLang="en-US" dirty="0"/>
              <a:t>Nested functions are evaluated from deepest level to the least deep level.</a:t>
            </a:r>
          </a:p>
        </p:txBody>
      </p:sp>
      <p:sp>
        <p:nvSpPr>
          <p:cNvPr id="449541" name="Rectangle 5"/>
          <p:cNvSpPr>
            <a:spLocks noChangeArrowheads="1"/>
          </p:cNvSpPr>
          <p:nvPr/>
        </p:nvSpPr>
        <p:spPr bwMode="blackGray">
          <a:xfrm>
            <a:off x="857250" y="3352800"/>
            <a:ext cx="7348538" cy="681038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E">
              <a:solidFill>
                <a:prstClr val="black"/>
              </a:solidFill>
            </a:endParaRPr>
          </a:p>
        </p:txBody>
      </p:sp>
      <p:sp>
        <p:nvSpPr>
          <p:cNvPr id="449542" name="Rectangle 6"/>
          <p:cNvSpPr>
            <a:spLocks noChangeArrowheads="1"/>
          </p:cNvSpPr>
          <p:nvPr/>
        </p:nvSpPr>
        <p:spPr bwMode="auto">
          <a:xfrm>
            <a:off x="1239838" y="3521075"/>
            <a:ext cx="6565900" cy="37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hangingPunct="0">
              <a:lnSpc>
                <a:spcPts val="2200"/>
              </a:lnSpc>
              <a:spcBef>
                <a:spcPct val="50000"/>
              </a:spcBef>
            </a:pPr>
            <a:r>
              <a:rPr lang="en-US" altLang="en-US" sz="2800">
                <a:solidFill>
                  <a:prstClr val="black"/>
                </a:solidFill>
                <a:latin typeface="Courier New" pitchFamily="49" charset="0"/>
              </a:rPr>
              <a:t>F3(</a:t>
            </a:r>
            <a:r>
              <a:rPr lang="en-US" altLang="en-US" sz="2800">
                <a:solidFill>
                  <a:srgbClr val="9FB8CD"/>
                </a:solidFill>
                <a:latin typeface="Courier New" pitchFamily="49" charset="0"/>
              </a:rPr>
              <a:t>F2</a:t>
            </a:r>
            <a:r>
              <a:rPr lang="en-US" altLang="en-US" sz="2800">
                <a:solidFill>
                  <a:prstClr val="black"/>
                </a:solidFill>
                <a:latin typeface="Courier New" pitchFamily="49" charset="0"/>
              </a:rPr>
              <a:t>(</a:t>
            </a:r>
            <a:r>
              <a:rPr lang="en-US" altLang="en-US" sz="2800">
                <a:solidFill>
                  <a:srgbClr val="999999"/>
                </a:solidFill>
                <a:latin typeface="Courier New" pitchFamily="49" charset="0"/>
              </a:rPr>
              <a:t>F1(col,arg1)</a:t>
            </a:r>
            <a:r>
              <a:rPr lang="en-US" altLang="en-US" sz="2800">
                <a:solidFill>
                  <a:prstClr val="black"/>
                </a:solidFill>
                <a:latin typeface="Courier New" pitchFamily="49" charset="0"/>
              </a:rPr>
              <a:t>,</a:t>
            </a:r>
            <a:r>
              <a:rPr lang="en-US" altLang="en-US" sz="2800">
                <a:solidFill>
                  <a:srgbClr val="9FB8CD"/>
                </a:solidFill>
                <a:latin typeface="Courier New" pitchFamily="49" charset="0"/>
              </a:rPr>
              <a:t>arg2</a:t>
            </a:r>
            <a:r>
              <a:rPr lang="en-US" altLang="en-US" sz="2800">
                <a:solidFill>
                  <a:prstClr val="black"/>
                </a:solidFill>
                <a:latin typeface="Courier New" pitchFamily="49" charset="0"/>
              </a:rPr>
              <a:t>),arg3)</a:t>
            </a:r>
          </a:p>
        </p:txBody>
      </p:sp>
      <p:sp>
        <p:nvSpPr>
          <p:cNvPr id="449543" name="Rectangle 7"/>
          <p:cNvSpPr>
            <a:spLocks noChangeArrowheads="1"/>
          </p:cNvSpPr>
          <p:nvPr/>
        </p:nvSpPr>
        <p:spPr bwMode="auto">
          <a:xfrm>
            <a:off x="2724150" y="4195763"/>
            <a:ext cx="22209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>
              <a:spcBef>
                <a:spcPct val="0"/>
              </a:spcBef>
            </a:pPr>
            <a:r>
              <a:rPr lang="en-US" altLang="en-US" sz="2000">
                <a:solidFill>
                  <a:prstClr val="black"/>
                </a:solidFill>
                <a:latin typeface="Helvetica" pitchFamily="34" charset="0"/>
              </a:rPr>
              <a:t>Step 1 = Result </a:t>
            </a:r>
            <a:r>
              <a:rPr lang="en-US" altLang="en-US" sz="2000">
                <a:solidFill>
                  <a:srgbClr val="999999"/>
                </a:solidFill>
                <a:latin typeface="Helvetica" pitchFamily="34" charset="0"/>
              </a:rPr>
              <a:t>1</a:t>
            </a:r>
          </a:p>
        </p:txBody>
      </p:sp>
      <p:sp>
        <p:nvSpPr>
          <p:cNvPr id="449544" name="Rectangle 8"/>
          <p:cNvSpPr>
            <a:spLocks noChangeArrowheads="1"/>
          </p:cNvSpPr>
          <p:nvPr/>
        </p:nvSpPr>
        <p:spPr bwMode="auto">
          <a:xfrm>
            <a:off x="2724150" y="4672013"/>
            <a:ext cx="22209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>
              <a:spcBef>
                <a:spcPct val="0"/>
              </a:spcBef>
            </a:pPr>
            <a:r>
              <a:rPr lang="en-US" altLang="en-US" sz="2000">
                <a:solidFill>
                  <a:srgbClr val="464653"/>
                </a:solidFill>
                <a:latin typeface="Helvetica" pitchFamily="34" charset="0"/>
              </a:rPr>
              <a:t>Step 2 = Result </a:t>
            </a:r>
            <a:r>
              <a:rPr lang="en-US" altLang="en-US" sz="2000">
                <a:solidFill>
                  <a:srgbClr val="9FB8CD"/>
                </a:solidFill>
                <a:latin typeface="Helvetica" pitchFamily="34" charset="0"/>
              </a:rPr>
              <a:t>2</a:t>
            </a:r>
          </a:p>
        </p:txBody>
      </p:sp>
      <p:sp>
        <p:nvSpPr>
          <p:cNvPr id="449545" name="Rectangle 9"/>
          <p:cNvSpPr>
            <a:spLocks noChangeArrowheads="1"/>
          </p:cNvSpPr>
          <p:nvPr/>
        </p:nvSpPr>
        <p:spPr bwMode="auto">
          <a:xfrm>
            <a:off x="2724150" y="5164138"/>
            <a:ext cx="22209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>
              <a:spcBef>
                <a:spcPct val="0"/>
              </a:spcBef>
            </a:pPr>
            <a:r>
              <a:rPr lang="en-US" altLang="en-US" sz="2000">
                <a:solidFill>
                  <a:prstClr val="black"/>
                </a:solidFill>
                <a:latin typeface="Helvetica" pitchFamily="34" charset="0"/>
              </a:rPr>
              <a:t>Step 3 = Result 3</a:t>
            </a:r>
          </a:p>
        </p:txBody>
      </p:sp>
      <p:sp>
        <p:nvSpPr>
          <p:cNvPr id="449546" name="Freeform 10"/>
          <p:cNvSpPr>
            <a:spLocks/>
          </p:cNvSpPr>
          <p:nvPr/>
        </p:nvSpPr>
        <p:spPr bwMode="auto">
          <a:xfrm>
            <a:off x="2120900" y="4032250"/>
            <a:ext cx="3810000" cy="1055688"/>
          </a:xfrm>
          <a:custGeom>
            <a:avLst/>
            <a:gdLst>
              <a:gd name="T0" fmla="*/ 0 w 2400"/>
              <a:gd name="T1" fmla="*/ 0 h 665"/>
              <a:gd name="T2" fmla="*/ 0 w 2400"/>
              <a:gd name="T3" fmla="*/ 664 h 665"/>
              <a:gd name="T4" fmla="*/ 2399 w 2400"/>
              <a:gd name="T5" fmla="*/ 664 h 665"/>
              <a:gd name="T6" fmla="*/ 2399 w 2400"/>
              <a:gd name="T7" fmla="*/ 0 h 6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400" h="665">
                <a:moveTo>
                  <a:pt x="0" y="0"/>
                </a:moveTo>
                <a:lnTo>
                  <a:pt x="0" y="664"/>
                </a:lnTo>
                <a:lnTo>
                  <a:pt x="2399" y="664"/>
                </a:lnTo>
                <a:lnTo>
                  <a:pt x="2399" y="0"/>
                </a:lnTo>
              </a:path>
            </a:pathLst>
          </a:custGeom>
          <a:noFill/>
          <a:ln w="28575" cap="rnd" cmpd="sng">
            <a:solidFill>
              <a:schemeClr val="hlink"/>
            </a:solidFill>
            <a:prstDash val="solid"/>
            <a:round/>
            <a:headEnd type="triangl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E">
              <a:solidFill>
                <a:prstClr val="black"/>
              </a:solidFill>
            </a:endParaRPr>
          </a:p>
        </p:txBody>
      </p:sp>
      <p:sp>
        <p:nvSpPr>
          <p:cNvPr id="449547" name="Freeform 11"/>
          <p:cNvSpPr>
            <a:spLocks/>
          </p:cNvSpPr>
          <p:nvPr/>
        </p:nvSpPr>
        <p:spPr bwMode="auto">
          <a:xfrm>
            <a:off x="2586038" y="4051300"/>
            <a:ext cx="2473325" cy="569913"/>
          </a:xfrm>
          <a:custGeom>
            <a:avLst/>
            <a:gdLst>
              <a:gd name="T0" fmla="*/ 0 w 1558"/>
              <a:gd name="T1" fmla="*/ 0 h 359"/>
              <a:gd name="T2" fmla="*/ 0 w 1558"/>
              <a:gd name="T3" fmla="*/ 358 h 359"/>
              <a:gd name="T4" fmla="*/ 1557 w 1558"/>
              <a:gd name="T5" fmla="*/ 358 h 359"/>
              <a:gd name="T6" fmla="*/ 1557 w 1558"/>
              <a:gd name="T7" fmla="*/ 0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558" h="359">
                <a:moveTo>
                  <a:pt x="0" y="0"/>
                </a:moveTo>
                <a:lnTo>
                  <a:pt x="0" y="358"/>
                </a:lnTo>
                <a:lnTo>
                  <a:pt x="1557" y="358"/>
                </a:lnTo>
                <a:lnTo>
                  <a:pt x="1557" y="0"/>
                </a:lnTo>
              </a:path>
            </a:pathLst>
          </a:custGeom>
          <a:noFill/>
          <a:ln w="28575" cap="rnd" cmpd="sng">
            <a:solidFill>
              <a:schemeClr val="folHlink"/>
            </a:solidFill>
            <a:prstDash val="solid"/>
            <a:round/>
            <a:headEnd type="triangl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E">
              <a:solidFill>
                <a:prstClr val="black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6C3894-96A7-FA92-8C4B-5AABA5FEC224}"/>
              </a:ext>
            </a:extLst>
          </p:cNvPr>
          <p:cNvSpPr txBox="1">
            <a:spLocks/>
          </p:cNvSpPr>
          <p:nvPr/>
        </p:nvSpPr>
        <p:spPr>
          <a:xfrm>
            <a:off x="395536" y="159221"/>
            <a:ext cx="819182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kern="1200">
                <a:solidFill>
                  <a:srgbClr val="004C6C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dirty="0"/>
              <a:t>Nesting functions</a:t>
            </a:r>
          </a:p>
        </p:txBody>
      </p:sp>
    </p:spTree>
    <p:extLst>
      <p:ext uri="{BB962C8B-B14F-4D97-AF65-F5344CB8AC3E}">
        <p14:creationId xmlns:p14="http://schemas.microsoft.com/office/powerpoint/2010/main" val="3588333543"/>
      </p:ext>
    </p:extLst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86D2D71-A658-CD19-F979-7B18D278D457}"/>
              </a:ext>
            </a:extLst>
          </p:cNvPr>
          <p:cNvSpPr txBox="1"/>
          <p:nvPr/>
        </p:nvSpPr>
        <p:spPr>
          <a:xfrm>
            <a:off x="467544" y="2136338"/>
            <a:ext cx="770485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E" sz="180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--Nested functions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-- Lastname stub + country suffix, uppercased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lastname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UPPER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CONCAT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SUBSTRING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REGEXP_REPLACE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lastname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'\s+'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''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'g'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8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),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'_IRL’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 </a:t>
            </a:r>
            <a:r>
              <a:rPr lang="en-IE" b="1" dirty="0">
                <a:solidFill>
                  <a:srgbClr val="000080"/>
                </a:solidFill>
                <a:latin typeface="Menlo" panose="020B0609030804020204" pitchFamily="49" charset="0"/>
              </a:rPr>
              <a:t>“Tag”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scientist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JOIN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university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USING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uni_id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WHERE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university.country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'Ireland'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LIMIT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15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636E5EB-C557-0ACE-5C21-B92CD34C2854}"/>
              </a:ext>
            </a:extLst>
          </p:cNvPr>
          <p:cNvSpPr txBox="1">
            <a:spLocks/>
          </p:cNvSpPr>
          <p:nvPr/>
        </p:nvSpPr>
        <p:spPr>
          <a:xfrm>
            <a:off x="395536" y="159221"/>
            <a:ext cx="819182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kern="1200">
                <a:solidFill>
                  <a:srgbClr val="004C6C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dirty="0"/>
              <a:t>Nesting functions</a:t>
            </a:r>
          </a:p>
        </p:txBody>
      </p:sp>
    </p:spTree>
    <p:extLst>
      <p:ext uri="{BB962C8B-B14F-4D97-AF65-F5344CB8AC3E}">
        <p14:creationId xmlns:p14="http://schemas.microsoft.com/office/powerpoint/2010/main" val="4283828102"/>
      </p:ext>
    </p:extLst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845210-DD2A-8962-90CD-C1C6D47EE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28</a:t>
            </a:fld>
            <a:endParaRPr lang="en-GB"/>
          </a:p>
        </p:txBody>
      </p:sp>
      <p:pic>
        <p:nvPicPr>
          <p:cNvPr id="1026" name="Picture 2" descr="Vevox | #1 rated Polling and Q&amp;A platform for unmissable classes">
            <a:extLst>
              <a:ext uri="{FF2B5EF4-FFF2-40B4-BE49-F238E27FC236}">
                <a16:creationId xmlns:a16="http://schemas.microsoft.com/office/drawing/2014/main" id="{E9FC5FDE-1736-4FF2-A1B1-5A181CD930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9425"/>
            <a:ext cx="9144000" cy="589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78787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TU D SoC">
      <a:dk1>
        <a:sysClr val="windowText" lastClr="000000"/>
      </a:dk1>
      <a:lt1>
        <a:srgbClr val="FAFBFD"/>
      </a:lt1>
      <a:dk2>
        <a:srgbClr val="004C6C"/>
      </a:dk2>
      <a:lt2>
        <a:srgbClr val="FAFBFD"/>
      </a:lt2>
      <a:accent1>
        <a:srgbClr val="00A9B7"/>
      </a:accent1>
      <a:accent2>
        <a:srgbClr val="EB5793"/>
      </a:accent2>
      <a:accent3>
        <a:srgbClr val="B60057"/>
      </a:accent3>
      <a:accent4>
        <a:srgbClr val="CFC600"/>
      </a:accent4>
      <a:accent5>
        <a:srgbClr val="F49D6C"/>
      </a:accent5>
      <a:accent6>
        <a:srgbClr val="E94A41"/>
      </a:accent6>
      <a:hlink>
        <a:srgbClr val="6359A6"/>
      </a:hlink>
      <a:folHlink>
        <a:srgbClr val="837EBA"/>
      </a:folHlink>
    </a:clrScheme>
    <a:fontScheme name="Custom 3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ssibleTemplate.pptx" id="{1030AF13-11A2-4D30-B9C0-58BDD3310C62}" vid="{869673E2-E34F-41F3-930E-D246E22106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6824</TotalTime>
  <Words>2776</Words>
  <Application>Microsoft Macintosh PowerPoint</Application>
  <PresentationFormat>On-screen Show (4:3)</PresentationFormat>
  <Paragraphs>400</Paragraphs>
  <Slides>28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Times</vt:lpstr>
      <vt:lpstr>Arial</vt:lpstr>
      <vt:lpstr>Calibri</vt:lpstr>
      <vt:lpstr>Courier New</vt:lpstr>
      <vt:lpstr>Helvetica</vt:lpstr>
      <vt:lpstr>Menlo</vt:lpstr>
      <vt:lpstr>Symbol</vt:lpstr>
      <vt:lpstr>1_Office Theme</vt:lpstr>
      <vt:lpstr>Document</vt:lpstr>
      <vt:lpstr>SQL Functions – Character functions  Dr Mariana Rocha School of Computer Science</vt:lpstr>
      <vt:lpstr>What are Functions in SQL</vt:lpstr>
      <vt:lpstr>SQL Functions</vt:lpstr>
      <vt:lpstr>SQL Functions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Functions</dc:title>
  <dc:creator>DIT</dc:creator>
  <cp:lastModifiedBy>Mariana Rocha</cp:lastModifiedBy>
  <cp:revision>202</cp:revision>
  <cp:lastPrinted>2016-10-10T12:49:21Z</cp:lastPrinted>
  <dcterms:created xsi:type="dcterms:W3CDTF">2015-10-03T09:48:24Z</dcterms:created>
  <dcterms:modified xsi:type="dcterms:W3CDTF">2025-10-08T15:18:23Z</dcterms:modified>
</cp:coreProperties>
</file>