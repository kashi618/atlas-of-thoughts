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 id="2147483706" r:id="rId2"/>
    <p:sldMasterId id="2147483693" r:id="rId3"/>
  </p:sldMasterIdLst>
  <p:notesMasterIdLst>
    <p:notesMasterId r:id="rId37"/>
  </p:notesMasterIdLst>
  <p:handoutMasterIdLst>
    <p:handoutMasterId r:id="rId38"/>
  </p:handoutMasterIdLst>
  <p:sldIdLst>
    <p:sldId id="256" r:id="rId4"/>
    <p:sldId id="330" r:id="rId5"/>
    <p:sldId id="258" r:id="rId6"/>
    <p:sldId id="277" r:id="rId7"/>
    <p:sldId id="279" r:id="rId8"/>
    <p:sldId id="281" r:id="rId9"/>
    <p:sldId id="283" r:id="rId10"/>
    <p:sldId id="284" r:id="rId11"/>
    <p:sldId id="333" r:id="rId12"/>
    <p:sldId id="341" r:id="rId13"/>
    <p:sldId id="296" r:id="rId14"/>
    <p:sldId id="286" r:id="rId15"/>
    <p:sldId id="287" r:id="rId16"/>
    <p:sldId id="293" r:id="rId17"/>
    <p:sldId id="298" r:id="rId18"/>
    <p:sldId id="309" r:id="rId19"/>
    <p:sldId id="338" r:id="rId20"/>
    <p:sldId id="302" r:id="rId21"/>
    <p:sldId id="310" r:id="rId22"/>
    <p:sldId id="312" r:id="rId23"/>
    <p:sldId id="344" r:id="rId24"/>
    <p:sldId id="345" r:id="rId25"/>
    <p:sldId id="297" r:id="rId26"/>
    <p:sldId id="343" r:id="rId27"/>
    <p:sldId id="320" r:id="rId28"/>
    <p:sldId id="321" r:id="rId29"/>
    <p:sldId id="326" r:id="rId30"/>
    <p:sldId id="327" r:id="rId31"/>
    <p:sldId id="342" r:id="rId32"/>
    <p:sldId id="346" r:id="rId33"/>
    <p:sldId id="339" r:id="rId34"/>
    <p:sldId id="340" r:id="rId35"/>
    <p:sldId id="329" r:id="rId36"/>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FB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32"/>
    <p:restoredTop sz="94610"/>
  </p:normalViewPr>
  <p:slideViewPr>
    <p:cSldViewPr>
      <p:cViewPr varScale="1">
        <p:scale>
          <a:sx n="101" d="100"/>
          <a:sy n="101" d="100"/>
        </p:scale>
        <p:origin x="1408" y="1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microsoft.com/office/2016/11/relationships/changesInfo" Target="changesInfos/changesInfo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a Rocha" userId="0a3173bd-d0ed-4c32-8e4c-b90c820606c5" providerId="ADAL" clId="{03CB0181-DD76-7E46-BAC1-54D6E0B0C678}"/>
    <pc:docChg chg="custSel addSld delSld modSld sldOrd">
      <pc:chgData name="Mariana Rocha" userId="0a3173bd-d0ed-4c32-8e4c-b90c820606c5" providerId="ADAL" clId="{03CB0181-DD76-7E46-BAC1-54D6E0B0C678}" dt="2025-08-06T15:21:02.920" v="1046" actId="2696"/>
      <pc:docMkLst>
        <pc:docMk/>
      </pc:docMkLst>
      <pc:sldChg chg="ord">
        <pc:chgData name="Mariana Rocha" userId="0a3173bd-d0ed-4c32-8e4c-b90c820606c5" providerId="ADAL" clId="{03CB0181-DD76-7E46-BAC1-54D6E0B0C678}" dt="2025-08-06T14:28:37.829" v="879" actId="20578"/>
        <pc:sldMkLst>
          <pc:docMk/>
          <pc:sldMk cId="0" sldId="277"/>
        </pc:sldMkLst>
      </pc:sldChg>
      <pc:sldChg chg="del">
        <pc:chgData name="Mariana Rocha" userId="0a3173bd-d0ed-4c32-8e4c-b90c820606c5" providerId="ADAL" clId="{03CB0181-DD76-7E46-BAC1-54D6E0B0C678}" dt="2025-08-06T14:56:11.066" v="882" actId="2696"/>
        <pc:sldMkLst>
          <pc:docMk/>
          <pc:sldMk cId="0" sldId="278"/>
        </pc:sldMkLst>
      </pc:sldChg>
      <pc:sldChg chg="del">
        <pc:chgData name="Mariana Rocha" userId="0a3173bd-d0ed-4c32-8e4c-b90c820606c5" providerId="ADAL" clId="{03CB0181-DD76-7E46-BAC1-54D6E0B0C678}" dt="2025-08-06T15:19:52.811" v="1035" actId="2696"/>
        <pc:sldMkLst>
          <pc:docMk/>
          <pc:sldMk cId="0" sldId="282"/>
        </pc:sldMkLst>
      </pc:sldChg>
      <pc:sldChg chg="ord">
        <pc:chgData name="Mariana Rocha" userId="0a3173bd-d0ed-4c32-8e4c-b90c820606c5" providerId="ADAL" clId="{03CB0181-DD76-7E46-BAC1-54D6E0B0C678}" dt="2025-08-06T14:43:40.828" v="880" actId="20578"/>
        <pc:sldMkLst>
          <pc:docMk/>
          <pc:sldMk cId="0" sldId="285"/>
        </pc:sldMkLst>
      </pc:sldChg>
      <pc:sldChg chg="del">
        <pc:chgData name="Mariana Rocha" userId="0a3173bd-d0ed-4c32-8e4c-b90c820606c5" providerId="ADAL" clId="{03CB0181-DD76-7E46-BAC1-54D6E0B0C678}" dt="2025-08-06T14:57:06.187" v="883" actId="2696"/>
        <pc:sldMkLst>
          <pc:docMk/>
          <pc:sldMk cId="0" sldId="288"/>
        </pc:sldMkLst>
      </pc:sldChg>
      <pc:sldChg chg="del">
        <pc:chgData name="Mariana Rocha" userId="0a3173bd-d0ed-4c32-8e4c-b90c820606c5" providerId="ADAL" clId="{03CB0181-DD76-7E46-BAC1-54D6E0B0C678}" dt="2025-08-06T15:21:02.920" v="1046" actId="2696"/>
        <pc:sldMkLst>
          <pc:docMk/>
          <pc:sldMk cId="0" sldId="290"/>
        </pc:sldMkLst>
      </pc:sldChg>
      <pc:sldChg chg="modSp mod">
        <pc:chgData name="Mariana Rocha" userId="0a3173bd-d0ed-4c32-8e4c-b90c820606c5" providerId="ADAL" clId="{03CB0181-DD76-7E46-BAC1-54D6E0B0C678}" dt="2025-08-06T12:28:31.149" v="5" actId="15"/>
        <pc:sldMkLst>
          <pc:docMk/>
          <pc:sldMk cId="1611929841" sldId="331"/>
        </pc:sldMkLst>
      </pc:sldChg>
      <pc:sldChg chg="del">
        <pc:chgData name="Mariana Rocha" userId="0a3173bd-d0ed-4c32-8e4c-b90c820606c5" providerId="ADAL" clId="{03CB0181-DD76-7E46-BAC1-54D6E0B0C678}" dt="2025-08-06T14:28:34.345" v="878" actId="2696"/>
        <pc:sldMkLst>
          <pc:docMk/>
          <pc:sldMk cId="3148435479" sldId="332"/>
        </pc:sldMkLst>
      </pc:sldChg>
      <pc:sldChg chg="modSp mod">
        <pc:chgData name="Mariana Rocha" userId="0a3173bd-d0ed-4c32-8e4c-b90c820606c5" providerId="ADAL" clId="{03CB0181-DD76-7E46-BAC1-54D6E0B0C678}" dt="2025-08-06T14:19:31.033" v="359" actId="20577"/>
        <pc:sldMkLst>
          <pc:docMk/>
          <pc:sldMk cId="66649973" sldId="333"/>
        </pc:sldMkLst>
      </pc:sldChg>
      <pc:sldChg chg="del">
        <pc:chgData name="Mariana Rocha" userId="0a3173bd-d0ed-4c32-8e4c-b90c820606c5" providerId="ADAL" clId="{03CB0181-DD76-7E46-BAC1-54D6E0B0C678}" dt="2025-08-06T14:56:07.111" v="881" actId="2696"/>
        <pc:sldMkLst>
          <pc:docMk/>
          <pc:sldMk cId="1316235541" sldId="336"/>
        </pc:sldMkLst>
      </pc:sldChg>
      <pc:sldChg chg="modSp add mod">
        <pc:chgData name="Mariana Rocha" userId="0a3173bd-d0ed-4c32-8e4c-b90c820606c5" providerId="ADAL" clId="{03CB0181-DD76-7E46-BAC1-54D6E0B0C678}" dt="2025-08-06T15:20:46.669" v="1045" actId="1076"/>
        <pc:sldMkLst>
          <pc:docMk/>
          <pc:sldMk cId="1256885703" sldId="338"/>
        </pc:sldMkLst>
      </pc:sldChg>
      <pc:sldChg chg="modSp add del mod">
        <pc:chgData name="Mariana Rocha" userId="0a3173bd-d0ed-4c32-8e4c-b90c820606c5" providerId="ADAL" clId="{03CB0181-DD76-7E46-BAC1-54D6E0B0C678}" dt="2025-08-06T12:32:47.396" v="344" actId="2696"/>
        <pc:sldMkLst>
          <pc:docMk/>
          <pc:sldMk cId="3356190198" sldId="338"/>
        </pc:sldMkLst>
      </pc:sldChg>
      <pc:sldChg chg="modSp add mod">
        <pc:chgData name="Mariana Rocha" userId="0a3173bd-d0ed-4c32-8e4c-b90c820606c5" providerId="ADAL" clId="{03CB0181-DD76-7E46-BAC1-54D6E0B0C678}" dt="2025-08-06T15:02:13.233" v="957" actId="20577"/>
        <pc:sldMkLst>
          <pc:docMk/>
          <pc:sldMk cId="469735352" sldId="339"/>
        </pc:sldMkLst>
      </pc:sldChg>
      <pc:sldChg chg="modSp add mod">
        <pc:chgData name="Mariana Rocha" userId="0a3173bd-d0ed-4c32-8e4c-b90c820606c5" providerId="ADAL" clId="{03CB0181-DD76-7E46-BAC1-54D6E0B0C678}" dt="2025-08-06T15:04:20.166" v="1034" actId="113"/>
        <pc:sldMkLst>
          <pc:docMk/>
          <pc:sldMk cId="2185848331" sldId="340"/>
        </pc:sldMkLst>
      </pc:sldChg>
    </pc:docChg>
  </pc:docChgLst>
  <pc:docChgLst>
    <pc:chgData name="Mariana Rocha" userId="0a3173bd-d0ed-4c32-8e4c-b90c820606c5" providerId="ADAL" clId="{8685A9D3-66EA-DB4D-B5F2-816D67C2F2FA}"/>
    <pc:docChg chg="undo custSel addSld delSld modSld sldOrd">
      <pc:chgData name="Mariana Rocha" userId="0a3173bd-d0ed-4c32-8e4c-b90c820606c5" providerId="ADAL" clId="{8685A9D3-66EA-DB4D-B5F2-816D67C2F2FA}" dt="2025-08-11T11:30:23.126" v="2480" actId="15"/>
      <pc:docMkLst>
        <pc:docMk/>
      </pc:docMkLst>
      <pc:sldChg chg="addSp modSp mod">
        <pc:chgData name="Mariana Rocha" userId="0a3173bd-d0ed-4c32-8e4c-b90c820606c5" providerId="ADAL" clId="{8685A9D3-66EA-DB4D-B5F2-816D67C2F2FA}" dt="2025-08-07T14:37:03.740" v="2443" actId="27636"/>
        <pc:sldMkLst>
          <pc:docMk/>
          <pc:sldMk cId="0" sldId="258"/>
        </pc:sldMkLst>
      </pc:sldChg>
      <pc:sldChg chg="del">
        <pc:chgData name="Mariana Rocha" userId="0a3173bd-d0ed-4c32-8e4c-b90c820606c5" providerId="ADAL" clId="{8685A9D3-66EA-DB4D-B5F2-816D67C2F2FA}" dt="2025-08-07T13:10:58.773" v="17" actId="2696"/>
        <pc:sldMkLst>
          <pc:docMk/>
          <pc:sldMk cId="0" sldId="273"/>
        </pc:sldMkLst>
      </pc:sldChg>
      <pc:sldChg chg="addSp modSp mod">
        <pc:chgData name="Mariana Rocha" userId="0a3173bd-d0ed-4c32-8e4c-b90c820606c5" providerId="ADAL" clId="{8685A9D3-66EA-DB4D-B5F2-816D67C2F2FA}" dt="2025-08-07T14:37:03.534" v="2441"/>
        <pc:sldMkLst>
          <pc:docMk/>
          <pc:sldMk cId="0" sldId="277"/>
        </pc:sldMkLst>
      </pc:sldChg>
      <pc:sldChg chg="addSp modSp mod">
        <pc:chgData name="Mariana Rocha" userId="0a3173bd-d0ed-4c32-8e4c-b90c820606c5" providerId="ADAL" clId="{8685A9D3-66EA-DB4D-B5F2-816D67C2F2FA}" dt="2025-08-07T14:37:03.534" v="2441"/>
        <pc:sldMkLst>
          <pc:docMk/>
          <pc:sldMk cId="0" sldId="279"/>
        </pc:sldMkLst>
      </pc:sldChg>
      <pc:sldChg chg="addSp modSp mod">
        <pc:chgData name="Mariana Rocha" userId="0a3173bd-d0ed-4c32-8e4c-b90c820606c5" providerId="ADAL" clId="{8685A9D3-66EA-DB4D-B5F2-816D67C2F2FA}" dt="2025-08-07T14:37:03.534" v="2441"/>
        <pc:sldMkLst>
          <pc:docMk/>
          <pc:sldMk cId="0" sldId="281"/>
        </pc:sldMkLst>
      </pc:sldChg>
      <pc:sldChg chg="addSp modSp mod">
        <pc:chgData name="Mariana Rocha" userId="0a3173bd-d0ed-4c32-8e4c-b90c820606c5" providerId="ADAL" clId="{8685A9D3-66EA-DB4D-B5F2-816D67C2F2FA}" dt="2025-08-07T14:37:03.784" v="2444" actId="27636"/>
        <pc:sldMkLst>
          <pc:docMk/>
          <pc:sldMk cId="0" sldId="283"/>
        </pc:sldMkLst>
      </pc:sldChg>
      <pc:sldChg chg="addSp delSp modSp mod">
        <pc:chgData name="Mariana Rocha" userId="0a3173bd-d0ed-4c32-8e4c-b90c820606c5" providerId="ADAL" clId="{8685A9D3-66EA-DB4D-B5F2-816D67C2F2FA}" dt="2025-08-07T14:37:03.534" v="2441"/>
        <pc:sldMkLst>
          <pc:docMk/>
          <pc:sldMk cId="0" sldId="284"/>
        </pc:sldMkLst>
      </pc:sldChg>
      <pc:sldChg chg="addSp modSp del">
        <pc:chgData name="Mariana Rocha" userId="0a3173bd-d0ed-4c32-8e4c-b90c820606c5" providerId="ADAL" clId="{8685A9D3-66EA-DB4D-B5F2-816D67C2F2FA}" dt="2025-08-07T13:24:20.355" v="696" actId="2696"/>
        <pc:sldMkLst>
          <pc:docMk/>
          <pc:sldMk cId="0" sldId="285"/>
        </pc:sldMkLst>
      </pc:sldChg>
      <pc:sldChg chg="addSp modSp mod">
        <pc:chgData name="Mariana Rocha" userId="0a3173bd-d0ed-4c32-8e4c-b90c820606c5" providerId="ADAL" clId="{8685A9D3-66EA-DB4D-B5F2-816D67C2F2FA}" dt="2025-08-07T14:37:03.534" v="2441"/>
        <pc:sldMkLst>
          <pc:docMk/>
          <pc:sldMk cId="0" sldId="286"/>
        </pc:sldMkLst>
      </pc:sldChg>
      <pc:sldChg chg="addSp modSp mod">
        <pc:chgData name="Mariana Rocha" userId="0a3173bd-d0ed-4c32-8e4c-b90c820606c5" providerId="ADAL" clId="{8685A9D3-66EA-DB4D-B5F2-816D67C2F2FA}" dt="2025-08-07T14:37:03.534" v="2441"/>
        <pc:sldMkLst>
          <pc:docMk/>
          <pc:sldMk cId="0" sldId="287"/>
        </pc:sldMkLst>
      </pc:sldChg>
      <pc:sldChg chg="addSp modSp mod">
        <pc:chgData name="Mariana Rocha" userId="0a3173bd-d0ed-4c32-8e4c-b90c820606c5" providerId="ADAL" clId="{8685A9D3-66EA-DB4D-B5F2-816D67C2F2FA}" dt="2025-08-07T14:37:03.534" v="2441"/>
        <pc:sldMkLst>
          <pc:docMk/>
          <pc:sldMk cId="0" sldId="293"/>
        </pc:sldMkLst>
      </pc:sldChg>
      <pc:sldChg chg="addSp modSp del">
        <pc:chgData name="Mariana Rocha" userId="0a3173bd-d0ed-4c32-8e4c-b90c820606c5" providerId="ADAL" clId="{8685A9D3-66EA-DB4D-B5F2-816D67C2F2FA}" dt="2025-08-07T13:42:41.648" v="1664" actId="2696"/>
        <pc:sldMkLst>
          <pc:docMk/>
          <pc:sldMk cId="0" sldId="294"/>
        </pc:sldMkLst>
      </pc:sldChg>
      <pc:sldChg chg="addSp modSp del">
        <pc:chgData name="Mariana Rocha" userId="0a3173bd-d0ed-4c32-8e4c-b90c820606c5" providerId="ADAL" clId="{8685A9D3-66EA-DB4D-B5F2-816D67C2F2FA}" dt="2025-08-07T13:42:35.623" v="1663" actId="2696"/>
        <pc:sldMkLst>
          <pc:docMk/>
          <pc:sldMk cId="0" sldId="295"/>
        </pc:sldMkLst>
      </pc:sldChg>
      <pc:sldChg chg="addSp modSp mod ord">
        <pc:chgData name="Mariana Rocha" userId="0a3173bd-d0ed-4c32-8e4c-b90c820606c5" providerId="ADAL" clId="{8685A9D3-66EA-DB4D-B5F2-816D67C2F2FA}" dt="2025-08-07T14:37:03.534" v="2441"/>
        <pc:sldMkLst>
          <pc:docMk/>
          <pc:sldMk cId="0" sldId="296"/>
        </pc:sldMkLst>
      </pc:sldChg>
      <pc:sldChg chg="addSp modSp del mod ord">
        <pc:chgData name="Mariana Rocha" userId="0a3173bd-d0ed-4c32-8e4c-b90c820606c5" providerId="ADAL" clId="{8685A9D3-66EA-DB4D-B5F2-816D67C2F2FA}" dt="2025-08-07T13:57:25.791" v="2336" actId="2696"/>
        <pc:sldMkLst>
          <pc:docMk/>
          <pc:sldMk cId="0" sldId="297"/>
        </pc:sldMkLst>
      </pc:sldChg>
      <pc:sldChg chg="addSp delSp modSp add mod setBg modClrScheme setClrOvrMap chgLayout">
        <pc:chgData name="Mariana Rocha" userId="0a3173bd-d0ed-4c32-8e4c-b90c820606c5" providerId="ADAL" clId="{8685A9D3-66EA-DB4D-B5F2-816D67C2F2FA}" dt="2025-08-07T14:37:46.923" v="2455" actId="255"/>
        <pc:sldMkLst>
          <pc:docMk/>
          <pc:sldMk cId="3908630427" sldId="297"/>
        </pc:sldMkLst>
      </pc:sldChg>
      <pc:sldChg chg="addSp modSp mod">
        <pc:chgData name="Mariana Rocha" userId="0a3173bd-d0ed-4c32-8e4c-b90c820606c5" providerId="ADAL" clId="{8685A9D3-66EA-DB4D-B5F2-816D67C2F2FA}" dt="2025-08-07T14:37:03.830" v="2445" actId="27636"/>
        <pc:sldMkLst>
          <pc:docMk/>
          <pc:sldMk cId="0" sldId="298"/>
        </pc:sldMkLst>
      </pc:sldChg>
      <pc:sldChg chg="addSp modSp del">
        <pc:chgData name="Mariana Rocha" userId="0a3173bd-d0ed-4c32-8e4c-b90c820606c5" providerId="ADAL" clId="{8685A9D3-66EA-DB4D-B5F2-816D67C2F2FA}" dt="2025-08-07T13:49:26.069" v="1851" actId="2696"/>
        <pc:sldMkLst>
          <pc:docMk/>
          <pc:sldMk cId="0" sldId="300"/>
        </pc:sldMkLst>
      </pc:sldChg>
      <pc:sldChg chg="addSp modSp del">
        <pc:chgData name="Mariana Rocha" userId="0a3173bd-d0ed-4c32-8e4c-b90c820606c5" providerId="ADAL" clId="{8685A9D3-66EA-DB4D-B5F2-816D67C2F2FA}" dt="2025-08-07T13:49:35.063" v="1852" actId="2696"/>
        <pc:sldMkLst>
          <pc:docMk/>
          <pc:sldMk cId="0" sldId="301"/>
        </pc:sldMkLst>
      </pc:sldChg>
      <pc:sldChg chg="addSp modSp mod">
        <pc:chgData name="Mariana Rocha" userId="0a3173bd-d0ed-4c32-8e4c-b90c820606c5" providerId="ADAL" clId="{8685A9D3-66EA-DB4D-B5F2-816D67C2F2FA}" dt="2025-08-07T14:37:03.534" v="2441"/>
        <pc:sldMkLst>
          <pc:docMk/>
          <pc:sldMk cId="0" sldId="302"/>
        </pc:sldMkLst>
      </pc:sldChg>
      <pc:sldChg chg="addSp modSp del">
        <pc:chgData name="Mariana Rocha" userId="0a3173bd-d0ed-4c32-8e4c-b90c820606c5" providerId="ADAL" clId="{8685A9D3-66EA-DB4D-B5F2-816D67C2F2FA}" dt="2025-08-07T13:52:06.041" v="2087" actId="2696"/>
        <pc:sldMkLst>
          <pc:docMk/>
          <pc:sldMk cId="0" sldId="303"/>
        </pc:sldMkLst>
      </pc:sldChg>
      <pc:sldChg chg="addSp modSp add del">
        <pc:chgData name="Mariana Rocha" userId="0a3173bd-d0ed-4c32-8e4c-b90c820606c5" providerId="ADAL" clId="{8685A9D3-66EA-DB4D-B5F2-816D67C2F2FA}" dt="2025-08-07T13:55:00.764" v="2145" actId="2696"/>
        <pc:sldMkLst>
          <pc:docMk/>
          <pc:sldMk cId="0" sldId="305"/>
        </pc:sldMkLst>
      </pc:sldChg>
      <pc:sldChg chg="addSp modSp del">
        <pc:chgData name="Mariana Rocha" userId="0a3173bd-d0ed-4c32-8e4c-b90c820606c5" providerId="ADAL" clId="{8685A9D3-66EA-DB4D-B5F2-816D67C2F2FA}" dt="2025-08-07T13:55:02.156" v="2146" actId="2696"/>
        <pc:sldMkLst>
          <pc:docMk/>
          <pc:sldMk cId="0" sldId="307"/>
        </pc:sldMkLst>
      </pc:sldChg>
      <pc:sldChg chg="addSp modSp del">
        <pc:chgData name="Mariana Rocha" userId="0a3173bd-d0ed-4c32-8e4c-b90c820606c5" providerId="ADAL" clId="{8685A9D3-66EA-DB4D-B5F2-816D67C2F2FA}" dt="2025-08-07T13:55:03.477" v="2147" actId="2696"/>
        <pc:sldMkLst>
          <pc:docMk/>
          <pc:sldMk cId="0" sldId="308"/>
        </pc:sldMkLst>
      </pc:sldChg>
      <pc:sldChg chg="addSp modSp mod ord">
        <pc:chgData name="Mariana Rocha" userId="0a3173bd-d0ed-4c32-8e4c-b90c820606c5" providerId="ADAL" clId="{8685A9D3-66EA-DB4D-B5F2-816D67C2F2FA}" dt="2025-08-07T14:37:03.534" v="2441"/>
        <pc:sldMkLst>
          <pc:docMk/>
          <pc:sldMk cId="0" sldId="309"/>
        </pc:sldMkLst>
      </pc:sldChg>
      <pc:sldChg chg="addSp modSp mod">
        <pc:chgData name="Mariana Rocha" userId="0a3173bd-d0ed-4c32-8e4c-b90c820606c5" providerId="ADAL" clId="{8685A9D3-66EA-DB4D-B5F2-816D67C2F2FA}" dt="2025-08-07T14:37:03.534" v="2441"/>
        <pc:sldMkLst>
          <pc:docMk/>
          <pc:sldMk cId="0" sldId="310"/>
        </pc:sldMkLst>
      </pc:sldChg>
      <pc:sldChg chg="addSp modSp del">
        <pc:chgData name="Mariana Rocha" userId="0a3173bd-d0ed-4c32-8e4c-b90c820606c5" providerId="ADAL" clId="{8685A9D3-66EA-DB4D-B5F2-816D67C2F2FA}" dt="2025-08-07T13:57:06.145" v="2334" actId="2696"/>
        <pc:sldMkLst>
          <pc:docMk/>
          <pc:sldMk cId="0" sldId="311"/>
        </pc:sldMkLst>
      </pc:sldChg>
      <pc:sldChg chg="addSp modSp add del mod">
        <pc:chgData name="Mariana Rocha" userId="0a3173bd-d0ed-4c32-8e4c-b90c820606c5" providerId="ADAL" clId="{8685A9D3-66EA-DB4D-B5F2-816D67C2F2FA}" dt="2025-08-07T14:37:03.534" v="2441"/>
        <pc:sldMkLst>
          <pc:docMk/>
          <pc:sldMk cId="0" sldId="312"/>
        </pc:sldMkLst>
      </pc:sldChg>
      <pc:sldChg chg="addSp modSp del">
        <pc:chgData name="Mariana Rocha" userId="0a3173bd-d0ed-4c32-8e4c-b90c820606c5" providerId="ADAL" clId="{8685A9D3-66EA-DB4D-B5F2-816D67C2F2FA}" dt="2025-08-07T13:57:13.026" v="2335" actId="2696"/>
        <pc:sldMkLst>
          <pc:docMk/>
          <pc:sldMk cId="0" sldId="314"/>
        </pc:sldMkLst>
      </pc:sldChg>
      <pc:sldChg chg="addSp modSp del">
        <pc:chgData name="Mariana Rocha" userId="0a3173bd-d0ed-4c32-8e4c-b90c820606c5" providerId="ADAL" clId="{8685A9D3-66EA-DB4D-B5F2-816D67C2F2FA}" dt="2025-08-07T13:57:40.980" v="2338" actId="2696"/>
        <pc:sldMkLst>
          <pc:docMk/>
          <pc:sldMk cId="0" sldId="315"/>
        </pc:sldMkLst>
      </pc:sldChg>
      <pc:sldChg chg="addSp modSp del">
        <pc:chgData name="Mariana Rocha" userId="0a3173bd-d0ed-4c32-8e4c-b90c820606c5" providerId="ADAL" clId="{8685A9D3-66EA-DB4D-B5F2-816D67C2F2FA}" dt="2025-08-07T13:57:49.284" v="2339" actId="2696"/>
        <pc:sldMkLst>
          <pc:docMk/>
          <pc:sldMk cId="0" sldId="317"/>
        </pc:sldMkLst>
      </pc:sldChg>
      <pc:sldChg chg="addSp modSp">
        <pc:chgData name="Mariana Rocha" userId="0a3173bd-d0ed-4c32-8e4c-b90c820606c5" providerId="ADAL" clId="{8685A9D3-66EA-DB4D-B5F2-816D67C2F2FA}" dt="2025-08-07T14:37:03.534" v="2441"/>
        <pc:sldMkLst>
          <pc:docMk/>
          <pc:sldMk cId="0" sldId="320"/>
        </pc:sldMkLst>
      </pc:sldChg>
      <pc:sldChg chg="addSp modSp">
        <pc:chgData name="Mariana Rocha" userId="0a3173bd-d0ed-4c32-8e4c-b90c820606c5" providerId="ADAL" clId="{8685A9D3-66EA-DB4D-B5F2-816D67C2F2FA}" dt="2025-08-07T14:37:03.534" v="2441"/>
        <pc:sldMkLst>
          <pc:docMk/>
          <pc:sldMk cId="0" sldId="321"/>
        </pc:sldMkLst>
      </pc:sldChg>
      <pc:sldChg chg="addSp modSp mod">
        <pc:chgData name="Mariana Rocha" userId="0a3173bd-d0ed-4c32-8e4c-b90c820606c5" providerId="ADAL" clId="{8685A9D3-66EA-DB4D-B5F2-816D67C2F2FA}" dt="2025-08-07T14:37:03.534" v="2441"/>
        <pc:sldMkLst>
          <pc:docMk/>
          <pc:sldMk cId="0" sldId="326"/>
        </pc:sldMkLst>
      </pc:sldChg>
      <pc:sldChg chg="addSp modSp mod">
        <pc:chgData name="Mariana Rocha" userId="0a3173bd-d0ed-4c32-8e4c-b90c820606c5" providerId="ADAL" clId="{8685A9D3-66EA-DB4D-B5F2-816D67C2F2FA}" dt="2025-08-07T14:37:03.534" v="2441"/>
        <pc:sldMkLst>
          <pc:docMk/>
          <pc:sldMk cId="0" sldId="327"/>
        </pc:sldMkLst>
      </pc:sldChg>
      <pc:sldChg chg="addSp modSp mod">
        <pc:chgData name="Mariana Rocha" userId="0a3173bd-d0ed-4c32-8e4c-b90c820606c5" providerId="ADAL" clId="{8685A9D3-66EA-DB4D-B5F2-816D67C2F2FA}" dt="2025-08-11T11:30:23.126" v="2480" actId="15"/>
        <pc:sldMkLst>
          <pc:docMk/>
          <pc:sldMk cId="0" sldId="329"/>
        </pc:sldMkLst>
      </pc:sldChg>
      <pc:sldChg chg="addSp modSp mod">
        <pc:chgData name="Mariana Rocha" userId="0a3173bd-d0ed-4c32-8e4c-b90c820606c5" providerId="ADAL" clId="{8685A9D3-66EA-DB4D-B5F2-816D67C2F2FA}" dt="2025-08-07T14:37:03.534" v="2441"/>
        <pc:sldMkLst>
          <pc:docMk/>
          <pc:sldMk cId="2487993818" sldId="330"/>
        </pc:sldMkLst>
      </pc:sldChg>
      <pc:sldChg chg="modSp del mod">
        <pc:chgData name="Mariana Rocha" userId="0a3173bd-d0ed-4c32-8e4c-b90c820606c5" providerId="ADAL" clId="{8685A9D3-66EA-DB4D-B5F2-816D67C2F2FA}" dt="2025-08-07T13:10:49.322" v="16" actId="2696"/>
        <pc:sldMkLst>
          <pc:docMk/>
          <pc:sldMk cId="1611929841" sldId="331"/>
        </pc:sldMkLst>
      </pc:sldChg>
      <pc:sldChg chg="addSp modSp mod">
        <pc:chgData name="Mariana Rocha" userId="0a3173bd-d0ed-4c32-8e4c-b90c820606c5" providerId="ADAL" clId="{8685A9D3-66EA-DB4D-B5F2-816D67C2F2FA}" dt="2025-08-07T14:37:03.534" v="2441"/>
        <pc:sldMkLst>
          <pc:docMk/>
          <pc:sldMk cId="66649973" sldId="333"/>
        </pc:sldMkLst>
      </pc:sldChg>
      <pc:sldChg chg="addSp modSp add del">
        <pc:chgData name="Mariana Rocha" userId="0a3173bd-d0ed-4c32-8e4c-b90c820606c5" providerId="ADAL" clId="{8685A9D3-66EA-DB4D-B5F2-816D67C2F2FA}" dt="2025-08-07T13:55:00.734" v="2143" actId="2696"/>
        <pc:sldMkLst>
          <pc:docMk/>
          <pc:sldMk cId="2078323082" sldId="334"/>
        </pc:sldMkLst>
      </pc:sldChg>
      <pc:sldChg chg="addSp modSp add del">
        <pc:chgData name="Mariana Rocha" userId="0a3173bd-d0ed-4c32-8e4c-b90c820606c5" providerId="ADAL" clId="{8685A9D3-66EA-DB4D-B5F2-816D67C2F2FA}" dt="2025-08-07T13:55:00.737" v="2144" actId="2696"/>
        <pc:sldMkLst>
          <pc:docMk/>
          <pc:sldMk cId="174746590" sldId="335"/>
        </pc:sldMkLst>
      </pc:sldChg>
      <pc:sldChg chg="addSp modSp del">
        <pc:chgData name="Mariana Rocha" userId="0a3173bd-d0ed-4c32-8e4c-b90c820606c5" providerId="ADAL" clId="{8685A9D3-66EA-DB4D-B5F2-816D67C2F2FA}" dt="2025-08-07T13:33:58.222" v="1245" actId="2696"/>
        <pc:sldMkLst>
          <pc:docMk/>
          <pc:sldMk cId="3239593293" sldId="337"/>
        </pc:sldMkLst>
      </pc:sldChg>
      <pc:sldChg chg="addSp modSp add del mod ord">
        <pc:chgData name="Mariana Rocha" userId="0a3173bd-d0ed-4c32-8e4c-b90c820606c5" providerId="ADAL" clId="{8685A9D3-66EA-DB4D-B5F2-816D67C2F2FA}" dt="2025-08-07T14:37:03.534" v="2441"/>
        <pc:sldMkLst>
          <pc:docMk/>
          <pc:sldMk cId="1256885703" sldId="338"/>
        </pc:sldMkLst>
      </pc:sldChg>
      <pc:sldChg chg="addSp modSp mod">
        <pc:chgData name="Mariana Rocha" userId="0a3173bd-d0ed-4c32-8e4c-b90c820606c5" providerId="ADAL" clId="{8685A9D3-66EA-DB4D-B5F2-816D67C2F2FA}" dt="2025-08-07T14:37:03.693" v="2442" actId="27636"/>
        <pc:sldMkLst>
          <pc:docMk/>
          <pc:sldMk cId="469735352" sldId="339"/>
        </pc:sldMkLst>
      </pc:sldChg>
      <pc:sldChg chg="addSp modSp mod">
        <pc:chgData name="Mariana Rocha" userId="0a3173bd-d0ed-4c32-8e4c-b90c820606c5" providerId="ADAL" clId="{8685A9D3-66EA-DB4D-B5F2-816D67C2F2FA}" dt="2025-08-07T14:37:03.534" v="2441"/>
        <pc:sldMkLst>
          <pc:docMk/>
          <pc:sldMk cId="2185848331" sldId="340"/>
        </pc:sldMkLst>
      </pc:sldChg>
      <pc:sldChg chg="addSp delSp modSp add mod">
        <pc:chgData name="Mariana Rocha" userId="0a3173bd-d0ed-4c32-8e4c-b90c820606c5" providerId="ADAL" clId="{8685A9D3-66EA-DB4D-B5F2-816D67C2F2FA}" dt="2025-08-07T14:37:03.534" v="2441"/>
        <pc:sldMkLst>
          <pc:docMk/>
          <pc:sldMk cId="3919637351" sldId="341"/>
        </pc:sldMkLst>
      </pc:sldChg>
      <pc:sldChg chg="modSp add mod ord setBg">
        <pc:chgData name="Mariana Rocha" userId="0a3173bd-d0ed-4c32-8e4c-b90c820606c5" providerId="ADAL" clId="{8685A9D3-66EA-DB4D-B5F2-816D67C2F2FA}" dt="2025-08-07T14:37:03.534" v="2441"/>
        <pc:sldMkLst>
          <pc:docMk/>
          <pc:sldMk cId="3935841118" sldId="342"/>
        </pc:sldMkLst>
      </pc:sldChg>
      <pc:sldChg chg="modSp add">
        <pc:chgData name="Mariana Rocha" userId="0a3173bd-d0ed-4c32-8e4c-b90c820606c5" providerId="ADAL" clId="{8685A9D3-66EA-DB4D-B5F2-816D67C2F2FA}" dt="2025-08-07T14:37:03.534" v="2441"/>
        <pc:sldMkLst>
          <pc:docMk/>
          <pc:sldMk cId="874164624" sldId="343"/>
        </pc:sldMkLst>
      </pc:sldChg>
      <pc:sldChg chg="addSp delSp modSp add del mod">
        <pc:chgData name="Mariana Rocha" userId="0a3173bd-d0ed-4c32-8e4c-b90c820606c5" providerId="ADAL" clId="{8685A9D3-66EA-DB4D-B5F2-816D67C2F2FA}" dt="2025-08-07T13:57:25.791" v="2336" actId="2696"/>
        <pc:sldMkLst>
          <pc:docMk/>
          <pc:sldMk cId="1970209994" sldId="343"/>
        </pc:sldMkLst>
      </pc:sldChg>
      <pc:sldChg chg="add del">
        <pc:chgData name="Mariana Rocha" userId="0a3173bd-d0ed-4c32-8e4c-b90c820606c5" providerId="ADAL" clId="{8685A9D3-66EA-DB4D-B5F2-816D67C2F2FA}" dt="2025-08-07T14:37:26.122" v="2447"/>
        <pc:sldMkLst>
          <pc:docMk/>
          <pc:sldMk cId="1098367166" sldId="344"/>
        </pc:sldMkLst>
      </pc:sldChg>
      <pc:sldChg chg="modSp add mod ord">
        <pc:chgData name="Mariana Rocha" userId="0a3173bd-d0ed-4c32-8e4c-b90c820606c5" providerId="ADAL" clId="{8685A9D3-66EA-DB4D-B5F2-816D67C2F2FA}" dt="2025-08-07T14:38:55.168" v="2469" actId="20577"/>
        <pc:sldMkLst>
          <pc:docMk/>
          <pc:sldMk cId="1594543387" sldId="344"/>
        </pc:sldMkLst>
      </pc:sldChg>
      <pc:sldChg chg="modSp add mod ord">
        <pc:chgData name="Mariana Rocha" userId="0a3173bd-d0ed-4c32-8e4c-b90c820606c5" providerId="ADAL" clId="{8685A9D3-66EA-DB4D-B5F2-816D67C2F2FA}" dt="2025-08-07T14:39:11.082" v="2479" actId="20577"/>
        <pc:sldMkLst>
          <pc:docMk/>
          <pc:sldMk cId="29956058" sldId="345"/>
        </pc:sldMkLst>
      </pc:sldChg>
    </pc:docChg>
  </pc:docChgLst>
  <pc:docChgLst>
    <pc:chgData name="Mariana Rocha" userId="0a3173bd-d0ed-4c32-8e4c-b90c820606c5" providerId="ADAL" clId="{DCC3A51D-31E8-5BC6-970B-354B54D5302A}"/>
    <pc:docChg chg="custSel addSld modSld">
      <pc:chgData name="Mariana Rocha" userId="0a3173bd-d0ed-4c32-8e4c-b90c820606c5" providerId="ADAL" clId="{DCC3A51D-31E8-5BC6-970B-354B54D5302A}" dt="2025-09-15T13:26:46.246" v="73" actId="20577"/>
      <pc:docMkLst>
        <pc:docMk/>
      </pc:docMkLst>
      <pc:sldChg chg="modSp mod">
        <pc:chgData name="Mariana Rocha" userId="0a3173bd-d0ed-4c32-8e4c-b90c820606c5" providerId="ADAL" clId="{DCC3A51D-31E8-5BC6-970B-354B54D5302A}" dt="2025-09-12T16:05:26.115" v="1" actId="20577"/>
        <pc:sldMkLst>
          <pc:docMk/>
          <pc:sldMk cId="0" sldId="302"/>
        </pc:sldMkLst>
        <pc:spChg chg="mod">
          <ac:chgData name="Mariana Rocha" userId="0a3173bd-d0ed-4c32-8e4c-b90c820606c5" providerId="ADAL" clId="{DCC3A51D-31E8-5BC6-970B-354B54D5302A}" dt="2025-09-12T16:05:26.115" v="1" actId="20577"/>
          <ac:spMkLst>
            <pc:docMk/>
            <pc:sldMk cId="0" sldId="302"/>
            <ac:spMk id="6" creationId="{F4E72E9D-46E8-5EDD-FD65-E2AC6F76C908}"/>
          </ac:spMkLst>
        </pc:spChg>
      </pc:sldChg>
      <pc:sldChg chg="addSp modSp mod">
        <pc:chgData name="Mariana Rocha" userId="0a3173bd-d0ed-4c32-8e4c-b90c820606c5" providerId="ADAL" clId="{DCC3A51D-31E8-5BC6-970B-354B54D5302A}" dt="2025-09-15T13:26:21.105" v="39" actId="179"/>
        <pc:sldMkLst>
          <pc:docMk/>
          <pc:sldMk cId="0" sldId="312"/>
        </pc:sldMkLst>
        <pc:spChg chg="add mod">
          <ac:chgData name="Mariana Rocha" userId="0a3173bd-d0ed-4c32-8e4c-b90c820606c5" providerId="ADAL" clId="{DCC3A51D-31E8-5BC6-970B-354B54D5302A}" dt="2025-09-15T13:26:21.105" v="39" actId="179"/>
          <ac:spMkLst>
            <pc:docMk/>
            <pc:sldMk cId="0" sldId="312"/>
            <ac:spMk id="4" creationId="{B64D7474-E1A2-F499-B1EC-9D529F0AD9E0}"/>
          </ac:spMkLst>
        </pc:spChg>
        <pc:spChg chg="mod">
          <ac:chgData name="Mariana Rocha" userId="0a3173bd-d0ed-4c32-8e4c-b90c820606c5" providerId="ADAL" clId="{DCC3A51D-31E8-5BC6-970B-354B54D5302A}" dt="2025-09-15T13:26:01.843" v="35" actId="1076"/>
          <ac:spMkLst>
            <pc:docMk/>
            <pc:sldMk cId="0" sldId="312"/>
            <ac:spMk id="13" creationId="{E8D64A25-15AA-713C-6CD8-8EFD742A8DE9}"/>
          </ac:spMkLst>
        </pc:spChg>
        <pc:spChg chg="mod">
          <ac:chgData name="Mariana Rocha" userId="0a3173bd-d0ed-4c32-8e4c-b90c820606c5" providerId="ADAL" clId="{DCC3A51D-31E8-5BC6-970B-354B54D5302A}" dt="2025-09-15T13:26:01.843" v="35" actId="1076"/>
          <ac:spMkLst>
            <pc:docMk/>
            <pc:sldMk cId="0" sldId="312"/>
            <ac:spMk id="14" creationId="{CF82233A-7BDA-E7BA-17B0-96A9BEC9DC11}"/>
          </ac:spMkLst>
        </pc:spChg>
        <pc:graphicFrameChg chg="mod">
          <ac:chgData name="Mariana Rocha" userId="0a3173bd-d0ed-4c32-8e4c-b90c820606c5" providerId="ADAL" clId="{DCC3A51D-31E8-5BC6-970B-354B54D5302A}" dt="2025-09-15T13:26:01.843" v="35" actId="1076"/>
          <ac:graphicFrameMkLst>
            <pc:docMk/>
            <pc:sldMk cId="0" sldId="312"/>
            <ac:graphicFrameMk id="15" creationId="{AD6D6651-DEAE-A2CC-39A0-EED0E0EEADD2}"/>
          </ac:graphicFrameMkLst>
        </pc:graphicFrameChg>
        <pc:graphicFrameChg chg="mod">
          <ac:chgData name="Mariana Rocha" userId="0a3173bd-d0ed-4c32-8e4c-b90c820606c5" providerId="ADAL" clId="{DCC3A51D-31E8-5BC6-970B-354B54D5302A}" dt="2025-09-15T13:26:01.843" v="35" actId="1076"/>
          <ac:graphicFrameMkLst>
            <pc:docMk/>
            <pc:sldMk cId="0" sldId="312"/>
            <ac:graphicFrameMk id="16" creationId="{930E3BCD-38AF-A4B8-BBA8-ACD56AA6BD3E}"/>
          </ac:graphicFrameMkLst>
        </pc:graphicFrameChg>
        <pc:graphicFrameChg chg="mod">
          <ac:chgData name="Mariana Rocha" userId="0a3173bd-d0ed-4c32-8e4c-b90c820606c5" providerId="ADAL" clId="{DCC3A51D-31E8-5BC6-970B-354B54D5302A}" dt="2025-09-15T13:26:01.843" v="35" actId="1076"/>
          <ac:graphicFrameMkLst>
            <pc:docMk/>
            <pc:sldMk cId="0" sldId="312"/>
            <ac:graphicFrameMk id="17" creationId="{10A37D94-F8D5-59D9-ECE9-856F9A66E49D}"/>
          </ac:graphicFrameMkLst>
        </pc:graphicFrameChg>
      </pc:sldChg>
      <pc:sldChg chg="addSp modSp mod">
        <pc:chgData name="Mariana Rocha" userId="0a3173bd-d0ed-4c32-8e4c-b90c820606c5" providerId="ADAL" clId="{DCC3A51D-31E8-5BC6-970B-354B54D5302A}" dt="2025-09-15T13:25:55.722" v="34" actId="1076"/>
        <pc:sldMkLst>
          <pc:docMk/>
          <pc:sldMk cId="29956058" sldId="345"/>
        </pc:sldMkLst>
        <pc:spChg chg="add mod">
          <ac:chgData name="Mariana Rocha" userId="0a3173bd-d0ed-4c32-8e4c-b90c820606c5" providerId="ADAL" clId="{DCC3A51D-31E8-5BC6-970B-354B54D5302A}" dt="2025-09-15T13:25:55.722" v="34" actId="1076"/>
          <ac:spMkLst>
            <pc:docMk/>
            <pc:sldMk cId="29956058" sldId="345"/>
            <ac:spMk id="4" creationId="{F04F889E-F0E6-D606-16C1-28950F10144E}"/>
          </ac:spMkLst>
        </pc:spChg>
        <pc:spChg chg="mod">
          <ac:chgData name="Mariana Rocha" userId="0a3173bd-d0ed-4c32-8e4c-b90c820606c5" providerId="ADAL" clId="{DCC3A51D-31E8-5BC6-970B-354B54D5302A}" dt="2025-09-15T13:25:33.228" v="26" actId="1076"/>
          <ac:spMkLst>
            <pc:docMk/>
            <pc:sldMk cId="29956058" sldId="345"/>
            <ac:spMk id="13" creationId="{163541AF-8B84-1F6E-A792-58DF5D375B51}"/>
          </ac:spMkLst>
        </pc:spChg>
        <pc:spChg chg="mod">
          <ac:chgData name="Mariana Rocha" userId="0a3173bd-d0ed-4c32-8e4c-b90c820606c5" providerId="ADAL" clId="{DCC3A51D-31E8-5BC6-970B-354B54D5302A}" dt="2025-09-15T13:25:33.228" v="26" actId="1076"/>
          <ac:spMkLst>
            <pc:docMk/>
            <pc:sldMk cId="29956058" sldId="345"/>
            <ac:spMk id="14" creationId="{C082A8F8-D73B-C120-346F-2523C9C1CD60}"/>
          </ac:spMkLst>
        </pc:spChg>
        <pc:graphicFrameChg chg="mod">
          <ac:chgData name="Mariana Rocha" userId="0a3173bd-d0ed-4c32-8e4c-b90c820606c5" providerId="ADAL" clId="{DCC3A51D-31E8-5BC6-970B-354B54D5302A}" dt="2025-09-15T13:25:33.228" v="26" actId="1076"/>
          <ac:graphicFrameMkLst>
            <pc:docMk/>
            <pc:sldMk cId="29956058" sldId="345"/>
            <ac:graphicFrameMk id="15" creationId="{A5F7C7BA-5701-17A5-0CC8-E2B7F497A9C3}"/>
          </ac:graphicFrameMkLst>
        </pc:graphicFrameChg>
        <pc:graphicFrameChg chg="mod">
          <ac:chgData name="Mariana Rocha" userId="0a3173bd-d0ed-4c32-8e4c-b90c820606c5" providerId="ADAL" clId="{DCC3A51D-31E8-5BC6-970B-354B54D5302A}" dt="2025-09-15T13:25:33.228" v="26" actId="1076"/>
          <ac:graphicFrameMkLst>
            <pc:docMk/>
            <pc:sldMk cId="29956058" sldId="345"/>
            <ac:graphicFrameMk id="16" creationId="{B0326D07-29AF-6367-F209-2D12517F0FD2}"/>
          </ac:graphicFrameMkLst>
        </pc:graphicFrameChg>
        <pc:graphicFrameChg chg="mod">
          <ac:chgData name="Mariana Rocha" userId="0a3173bd-d0ed-4c32-8e4c-b90c820606c5" providerId="ADAL" clId="{DCC3A51D-31E8-5BC6-970B-354B54D5302A}" dt="2025-09-15T13:25:33.228" v="26" actId="1076"/>
          <ac:graphicFrameMkLst>
            <pc:docMk/>
            <pc:sldMk cId="29956058" sldId="345"/>
            <ac:graphicFrameMk id="17" creationId="{5BE6DC00-D371-EF1E-6FA4-0EA202F53794}"/>
          </ac:graphicFrameMkLst>
        </pc:graphicFrameChg>
      </pc:sldChg>
      <pc:sldChg chg="addSp delSp modSp add mod">
        <pc:chgData name="Mariana Rocha" userId="0a3173bd-d0ed-4c32-8e4c-b90c820606c5" providerId="ADAL" clId="{DCC3A51D-31E8-5BC6-970B-354B54D5302A}" dt="2025-09-15T13:26:46.246" v="73" actId="20577"/>
        <pc:sldMkLst>
          <pc:docMk/>
          <pc:sldMk cId="2492552733" sldId="346"/>
        </pc:sldMkLst>
        <pc:spChg chg="del">
          <ac:chgData name="Mariana Rocha" userId="0a3173bd-d0ed-4c32-8e4c-b90c820606c5" providerId="ADAL" clId="{DCC3A51D-31E8-5BC6-970B-354B54D5302A}" dt="2025-09-15T13:15:59.953" v="3" actId="478"/>
          <ac:spMkLst>
            <pc:docMk/>
            <pc:sldMk cId="2492552733" sldId="346"/>
            <ac:spMk id="2" creationId="{CC989FF4-062E-43F2-07D1-4C71C330C8B5}"/>
          </ac:spMkLst>
        </pc:spChg>
        <pc:spChg chg="del">
          <ac:chgData name="Mariana Rocha" userId="0a3173bd-d0ed-4c32-8e4c-b90c820606c5" providerId="ADAL" clId="{DCC3A51D-31E8-5BC6-970B-354B54D5302A}" dt="2025-09-15T13:15:59.953" v="3" actId="478"/>
          <ac:spMkLst>
            <pc:docMk/>
            <pc:sldMk cId="2492552733" sldId="346"/>
            <ac:spMk id="3" creationId="{9F6FBBF4-C21A-BFA0-3425-205EA9E970AC}"/>
          </ac:spMkLst>
        </pc:spChg>
        <pc:spChg chg="add del mod">
          <ac:chgData name="Mariana Rocha" userId="0a3173bd-d0ed-4c32-8e4c-b90c820606c5" providerId="ADAL" clId="{DCC3A51D-31E8-5BC6-970B-354B54D5302A}" dt="2025-09-15T13:16:02.128" v="4" actId="478"/>
          <ac:spMkLst>
            <pc:docMk/>
            <pc:sldMk cId="2492552733" sldId="346"/>
            <ac:spMk id="5" creationId="{F0828C39-B497-212A-1576-DD96CF30CB46}"/>
          </ac:spMkLst>
        </pc:spChg>
        <pc:spChg chg="add del mod">
          <ac:chgData name="Mariana Rocha" userId="0a3173bd-d0ed-4c32-8e4c-b90c820606c5" providerId="ADAL" clId="{DCC3A51D-31E8-5BC6-970B-354B54D5302A}" dt="2025-09-15T13:16:03.322" v="5" actId="478"/>
          <ac:spMkLst>
            <pc:docMk/>
            <pc:sldMk cId="2492552733" sldId="346"/>
            <ac:spMk id="10" creationId="{DFA6340D-DC13-60A1-1296-5DF3C2CDEECC}"/>
          </ac:spMkLst>
        </pc:spChg>
        <pc:spChg chg="add mod">
          <ac:chgData name="Mariana Rocha" userId="0a3173bd-d0ed-4c32-8e4c-b90c820606c5" providerId="ADAL" clId="{DCC3A51D-31E8-5BC6-970B-354B54D5302A}" dt="2025-09-15T13:26:46.246" v="73" actId="20577"/>
          <ac:spMkLst>
            <pc:docMk/>
            <pc:sldMk cId="2492552733" sldId="346"/>
            <ac:spMk id="13" creationId="{B55AE698-1A18-42EE-3BC5-7BCB2A54A2B1}"/>
          </ac:spMkLst>
        </pc:spChg>
        <pc:graphicFrameChg chg="del">
          <ac:chgData name="Mariana Rocha" userId="0a3173bd-d0ed-4c32-8e4c-b90c820606c5" providerId="ADAL" clId="{DCC3A51D-31E8-5BC6-970B-354B54D5302A}" dt="2025-09-15T13:15:59.953" v="3" actId="478"/>
          <ac:graphicFrameMkLst>
            <pc:docMk/>
            <pc:sldMk cId="2492552733" sldId="346"/>
            <ac:graphicFrameMk id="7" creationId="{9C434DAE-7A96-BE52-EE6D-D81EE1C816A9}"/>
          </ac:graphicFrameMkLst>
        </pc:graphicFrameChg>
        <pc:graphicFrameChg chg="del">
          <ac:chgData name="Mariana Rocha" userId="0a3173bd-d0ed-4c32-8e4c-b90c820606c5" providerId="ADAL" clId="{DCC3A51D-31E8-5BC6-970B-354B54D5302A}" dt="2025-09-15T13:15:59.953" v="3" actId="478"/>
          <ac:graphicFrameMkLst>
            <pc:docMk/>
            <pc:sldMk cId="2492552733" sldId="346"/>
            <ac:graphicFrameMk id="8" creationId="{A45B1C34-B55A-58F6-E7F1-C4C416F69A52}"/>
          </ac:graphicFrameMkLst>
        </pc:graphicFrameChg>
        <pc:graphicFrameChg chg="del">
          <ac:chgData name="Mariana Rocha" userId="0a3173bd-d0ed-4c32-8e4c-b90c820606c5" providerId="ADAL" clId="{DCC3A51D-31E8-5BC6-970B-354B54D5302A}" dt="2025-09-15T13:15:59.953" v="3" actId="478"/>
          <ac:graphicFrameMkLst>
            <pc:docMk/>
            <pc:sldMk cId="2492552733" sldId="346"/>
            <ac:graphicFrameMk id="9" creationId="{88B48570-6F34-D952-76DB-F6EF24C44CB3}"/>
          </ac:graphicFrameMkLst>
        </pc:graphicFrameChg>
        <pc:cxnChg chg="del mod">
          <ac:chgData name="Mariana Rocha" userId="0a3173bd-d0ed-4c32-8e4c-b90c820606c5" providerId="ADAL" clId="{DCC3A51D-31E8-5BC6-970B-354B54D5302A}" dt="2025-09-15T13:15:59.953" v="3" actId="478"/>
          <ac:cxnSpMkLst>
            <pc:docMk/>
            <pc:sldMk cId="2492552733" sldId="346"/>
            <ac:cxnSpMk id="11" creationId="{135E69C4-90C8-F4B8-BC0E-04935386E930}"/>
          </ac:cxnSpMkLst>
        </pc:cxnChg>
        <pc:cxnChg chg="del mod">
          <ac:chgData name="Mariana Rocha" userId="0a3173bd-d0ed-4c32-8e4c-b90c820606c5" providerId="ADAL" clId="{DCC3A51D-31E8-5BC6-970B-354B54D5302A}" dt="2025-09-15T13:15:59.953" v="3" actId="478"/>
          <ac:cxnSpMkLst>
            <pc:docMk/>
            <pc:sldMk cId="2492552733" sldId="346"/>
            <ac:cxnSpMk id="16" creationId="{E50684C5-BB84-DE8F-1B01-D6103E595A1C}"/>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CAAEF1-4129-5822-5844-29249EA16CAE}"/>
              </a:ext>
            </a:extLst>
          </p:cNvPr>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IE"/>
          </a:p>
        </p:txBody>
      </p:sp>
      <p:sp>
        <p:nvSpPr>
          <p:cNvPr id="3" name="Date Placeholder 2">
            <a:extLst>
              <a:ext uri="{FF2B5EF4-FFF2-40B4-BE49-F238E27FC236}">
                <a16:creationId xmlns:a16="http://schemas.microsoft.com/office/drawing/2014/main" id="{95F77F45-3992-DD6D-575D-332DE81317D9}"/>
              </a:ext>
            </a:extLst>
          </p:cNvPr>
          <p:cNvSpPr>
            <a:spLocks noGrp="1"/>
          </p:cNvSpPr>
          <p:nvPr>
            <p:ph type="dt" sz="quarter" idx="1"/>
          </p:nvPr>
        </p:nvSpPr>
        <p:spPr>
          <a:xfrm>
            <a:off x="6057900" y="0"/>
            <a:ext cx="4632325" cy="379413"/>
          </a:xfrm>
          <a:prstGeom prst="rect">
            <a:avLst/>
          </a:prstGeom>
        </p:spPr>
        <p:txBody>
          <a:bodyPr vert="horz" lIns="91440" tIns="45720" rIns="91440" bIns="45720" rtlCol="0"/>
          <a:lstStyle>
            <a:lvl1pPr algn="r">
              <a:defRPr sz="1200"/>
            </a:lvl1pPr>
          </a:lstStyle>
          <a:p>
            <a:fld id="{E4654806-A9C3-A34D-B712-6ECB2AFB3018}" type="datetimeFigureOut">
              <a:rPr lang="en-IE" smtClean="0"/>
              <a:t>15/09/2025</a:t>
            </a:fld>
            <a:endParaRPr lang="en-IE"/>
          </a:p>
        </p:txBody>
      </p:sp>
      <p:sp>
        <p:nvSpPr>
          <p:cNvPr id="4" name="Footer Placeholder 3">
            <a:extLst>
              <a:ext uri="{FF2B5EF4-FFF2-40B4-BE49-F238E27FC236}">
                <a16:creationId xmlns:a16="http://schemas.microsoft.com/office/drawing/2014/main" id="{0951698C-2E7C-E9F1-61A2-67309D50A8F8}"/>
              </a:ext>
            </a:extLst>
          </p:cNvPr>
          <p:cNvSpPr>
            <a:spLocks noGrp="1"/>
          </p:cNvSpPr>
          <p:nvPr>
            <p:ph type="ftr" sz="quarter" idx="2"/>
          </p:nvPr>
        </p:nvSpPr>
        <p:spPr>
          <a:xfrm>
            <a:off x="0" y="7183438"/>
            <a:ext cx="4633913" cy="379412"/>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E4FBAB55-E2C3-B4AB-0869-7E5516CD56F1}"/>
              </a:ext>
            </a:extLst>
          </p:cNvPr>
          <p:cNvSpPr>
            <a:spLocks noGrp="1"/>
          </p:cNvSpPr>
          <p:nvPr>
            <p:ph type="sldNum" sz="quarter" idx="3"/>
          </p:nvPr>
        </p:nvSpPr>
        <p:spPr>
          <a:xfrm>
            <a:off x="6057900" y="7183438"/>
            <a:ext cx="4632325" cy="379412"/>
          </a:xfrm>
          <a:prstGeom prst="rect">
            <a:avLst/>
          </a:prstGeom>
        </p:spPr>
        <p:txBody>
          <a:bodyPr vert="horz" lIns="91440" tIns="45720" rIns="91440" bIns="45720" rtlCol="0" anchor="b"/>
          <a:lstStyle>
            <a:lvl1pPr algn="r">
              <a:defRPr sz="1200"/>
            </a:lvl1pPr>
          </a:lstStyle>
          <a:p>
            <a:fld id="{AB5EB868-7B58-4648-948B-FD16C38494F9}" type="slidenum">
              <a:rPr lang="en-IE" smtClean="0"/>
              <a:t>‹#›</a:t>
            </a:fld>
            <a:endParaRPr lang="en-IE"/>
          </a:p>
        </p:txBody>
      </p:sp>
    </p:spTree>
    <p:extLst>
      <p:ext uri="{BB962C8B-B14F-4D97-AF65-F5344CB8AC3E}">
        <p14:creationId xmlns:p14="http://schemas.microsoft.com/office/powerpoint/2010/main" val="39045390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42513044-2A8A-EE40-A844-AEFA75312CDC}" type="datetimeFigureOut">
              <a:rPr lang="en-IE" smtClean="0"/>
              <a:t>15/09/2025</a:t>
            </a:fld>
            <a:endParaRPr lang="en-IE"/>
          </a:p>
        </p:txBody>
      </p:sp>
      <p:sp>
        <p:nvSpPr>
          <p:cNvPr id="4" name="Slide Image Placeholder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6" name="Footer Placeholder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2EB3B961-E7C4-1242-BB48-20E7BA735057}" type="slidenum">
              <a:rPr lang="en-IE" smtClean="0"/>
              <a:t>‹#›</a:t>
            </a:fld>
            <a:endParaRPr lang="en-IE"/>
          </a:p>
        </p:txBody>
      </p:sp>
    </p:spTree>
    <p:extLst>
      <p:ext uri="{BB962C8B-B14F-4D97-AF65-F5344CB8AC3E}">
        <p14:creationId xmlns:p14="http://schemas.microsoft.com/office/powerpoint/2010/main" val="73582281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317E-4B72-DDFC-3395-0AFCCE2FD98E}"/>
              </a:ext>
            </a:extLst>
          </p:cNvPr>
          <p:cNvSpPr>
            <a:spLocks noGrp="1"/>
          </p:cNvSpPr>
          <p:nvPr>
            <p:ph type="ctrTitle"/>
          </p:nvPr>
        </p:nvSpPr>
        <p:spPr>
          <a:xfrm>
            <a:off x="1336675" y="1237717"/>
            <a:ext cx="8020050" cy="2632992"/>
          </a:xfrm>
        </p:spPr>
        <p:txBody>
          <a:bodyPr anchor="b"/>
          <a:lstStyle>
            <a:lvl1pPr algn="ctr">
              <a:defRPr sz="5263"/>
            </a:lvl1pPr>
          </a:lstStyle>
          <a:p>
            <a:r>
              <a:rPr lang="en-GB"/>
              <a:t>Click to edit Master title style</a:t>
            </a:r>
          </a:p>
        </p:txBody>
      </p:sp>
      <p:sp>
        <p:nvSpPr>
          <p:cNvPr id="3" name="Subtitle 2">
            <a:extLst>
              <a:ext uri="{FF2B5EF4-FFF2-40B4-BE49-F238E27FC236}">
                <a16:creationId xmlns:a16="http://schemas.microsoft.com/office/drawing/2014/main" id="{7DC926A8-BE5E-DB34-24F4-F8937FEFA617}"/>
              </a:ext>
            </a:extLst>
          </p:cNvPr>
          <p:cNvSpPr>
            <a:spLocks noGrp="1"/>
          </p:cNvSpPr>
          <p:nvPr>
            <p:ph type="subTitle" idx="1"/>
          </p:nvPr>
        </p:nvSpPr>
        <p:spPr>
          <a:xfrm>
            <a:off x="1336675" y="3972247"/>
            <a:ext cx="8020050" cy="1825938"/>
          </a:xfrm>
        </p:spPr>
        <p:txBody>
          <a:bodyPr/>
          <a:lstStyle>
            <a:lvl1pPr marL="0" indent="0" algn="ctr">
              <a:buNone/>
              <a:defRPr sz="2105"/>
            </a:lvl1pPr>
            <a:lvl2pPr marL="401010" indent="0" algn="ctr">
              <a:buNone/>
              <a:defRPr sz="1754"/>
            </a:lvl2pPr>
            <a:lvl3pPr marL="802020" indent="0" algn="ctr">
              <a:buNone/>
              <a:defRPr sz="1579"/>
            </a:lvl3pPr>
            <a:lvl4pPr marL="1203030" indent="0" algn="ctr">
              <a:buNone/>
              <a:defRPr sz="1403"/>
            </a:lvl4pPr>
            <a:lvl5pPr marL="1604040" indent="0" algn="ctr">
              <a:buNone/>
              <a:defRPr sz="1403"/>
            </a:lvl5pPr>
            <a:lvl6pPr marL="2005051" indent="0" algn="ctr">
              <a:buNone/>
              <a:defRPr sz="1403"/>
            </a:lvl6pPr>
            <a:lvl7pPr marL="2406061" indent="0" algn="ctr">
              <a:buNone/>
              <a:defRPr sz="1403"/>
            </a:lvl7pPr>
            <a:lvl8pPr marL="2807071" indent="0" algn="ctr">
              <a:buNone/>
              <a:defRPr sz="1403"/>
            </a:lvl8pPr>
            <a:lvl9pPr marL="3208081" indent="0" algn="ctr">
              <a:buNone/>
              <a:defRPr sz="1403"/>
            </a:lvl9pPr>
          </a:lstStyle>
          <a:p>
            <a:r>
              <a:rPr lang="en-GB"/>
              <a:t>Click to edit Master subtitle style</a:t>
            </a:r>
          </a:p>
        </p:txBody>
      </p:sp>
      <p:sp>
        <p:nvSpPr>
          <p:cNvPr id="4" name="Date Placeholder 3">
            <a:extLst>
              <a:ext uri="{FF2B5EF4-FFF2-40B4-BE49-F238E27FC236}">
                <a16:creationId xmlns:a16="http://schemas.microsoft.com/office/drawing/2014/main" id="{BA5AE87C-D5AB-C13D-F314-AE2B2F13007F}"/>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B2E1232-B827-66CE-45E4-0AC0EE014F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D97826-01BA-CB0F-0792-6716C480512F}"/>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090710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B007DB-BAC0-B5F7-CD3D-D722F4B0FC67}"/>
              </a:ext>
            </a:extLst>
          </p:cNvPr>
          <p:cNvSpPr/>
          <p:nvPr userDrawn="1"/>
        </p:nvSpPr>
        <p:spPr>
          <a:xfrm>
            <a:off x="0" y="6960623"/>
            <a:ext cx="10693400" cy="602227"/>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A45A55-EFF2-43B6-B7BF-52DAEFC6D4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solidFill>
              </a:defRPr>
            </a:lvl1pPr>
          </a:lstStyle>
          <a:p>
            <a:endParaRPr lang="en-GB" dirty="0"/>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solidFill>
              </a:defRPr>
            </a:lvl1pPr>
          </a:lstStyle>
          <a:p>
            <a:fld id="{1AE971F0-0CD2-4C47-8087-EBCE9716EA84}" type="slidenum">
              <a:rPr lang="en-GB" smtClean="0"/>
              <a:pPr/>
              <a:t>‹#›</a:t>
            </a:fld>
            <a:endParaRPr lang="en-GB" dirty="0"/>
          </a:p>
        </p:txBody>
      </p:sp>
    </p:spTree>
    <p:extLst>
      <p:ext uri="{BB962C8B-B14F-4D97-AF65-F5344CB8AC3E}">
        <p14:creationId xmlns:p14="http://schemas.microsoft.com/office/powerpoint/2010/main" val="4040466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Qu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lumMod val="65000"/>
                  </a:schemeClr>
                </a:solidFill>
              </a:defRPr>
            </a:lvl1pPr>
          </a:lstStyle>
          <a:p>
            <a:endParaRPr lang="en-GB"/>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dirty="0"/>
          </a:p>
        </p:txBody>
      </p:sp>
      <p:pic>
        <p:nvPicPr>
          <p:cNvPr id="8" name="Graphic 7" descr="The following is a quote: ">
            <a:extLst>
              <a:ext uri="{FF2B5EF4-FFF2-40B4-BE49-F238E27FC236}">
                <a16:creationId xmlns:a16="http://schemas.microsoft.com/office/drawing/2014/main" id="{BBC1D34B-9075-8D03-3A5C-E7D33712D62A}"/>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6312" y="2013259"/>
            <a:ext cx="1828160" cy="2298589"/>
          </a:xfrm>
          <a:prstGeom prst="rect">
            <a:avLst/>
          </a:prstGeom>
        </p:spPr>
      </p:pic>
      <p:sp>
        <p:nvSpPr>
          <p:cNvPr id="10" name="Text Placeholder 9">
            <a:extLst>
              <a:ext uri="{FF2B5EF4-FFF2-40B4-BE49-F238E27FC236}">
                <a16:creationId xmlns:a16="http://schemas.microsoft.com/office/drawing/2014/main" id="{71D05262-A873-B471-8864-15D00174DECC}"/>
              </a:ext>
            </a:extLst>
          </p:cNvPr>
          <p:cNvSpPr>
            <a:spLocks noGrp="1"/>
          </p:cNvSpPr>
          <p:nvPr>
            <p:ph type="body" sz="quarter" idx="13"/>
          </p:nvPr>
        </p:nvSpPr>
        <p:spPr>
          <a:xfrm>
            <a:off x="2406015" y="2368643"/>
            <a:ext cx="7552214" cy="418582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dirty="0"/>
          </a:p>
        </p:txBody>
      </p:sp>
    </p:spTree>
    <p:extLst>
      <p:ext uri="{BB962C8B-B14F-4D97-AF65-F5344CB8AC3E}">
        <p14:creationId xmlns:p14="http://schemas.microsoft.com/office/powerpoint/2010/main" val="3706464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729602" y="1885462"/>
            <a:ext cx="9223058" cy="3145935"/>
          </a:xfrm>
        </p:spPr>
        <p:txBody>
          <a:bodyPr anchor="b"/>
          <a:lstStyle>
            <a:lvl1pPr>
              <a:defRPr sz="5263">
                <a:solidFill>
                  <a:schemeClr val="accent3"/>
                </a:solidFill>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3DD4156-1D08-F755-3CB7-F04B4CB23105}"/>
              </a:ext>
            </a:extLst>
          </p:cNvPr>
          <p:cNvSpPr>
            <a:spLocks noGrp="1"/>
          </p:cNvSpPr>
          <p:nvPr>
            <p:ph type="body" idx="1"/>
          </p:nvPr>
        </p:nvSpPr>
        <p:spPr>
          <a:xfrm>
            <a:off x="729602" y="5061158"/>
            <a:ext cx="9223058" cy="1654373"/>
          </a:xfrm>
        </p:spPr>
        <p:txBody>
          <a:bodyPr/>
          <a:lstStyle>
            <a:lvl1pPr marL="0" indent="0">
              <a:buNone/>
              <a:defRPr sz="2105">
                <a:solidFill>
                  <a:schemeClr val="tx1">
                    <a:tint val="75000"/>
                  </a:schemeClr>
                </a:solidFill>
              </a:defRPr>
            </a:lvl1pPr>
            <a:lvl2pPr marL="401010" indent="0">
              <a:buNone/>
              <a:defRPr sz="1754">
                <a:solidFill>
                  <a:schemeClr val="tx1">
                    <a:tint val="75000"/>
                  </a:schemeClr>
                </a:solidFill>
              </a:defRPr>
            </a:lvl2pPr>
            <a:lvl3pPr marL="802020" indent="0">
              <a:buNone/>
              <a:defRPr sz="1579">
                <a:solidFill>
                  <a:schemeClr val="tx1">
                    <a:tint val="75000"/>
                  </a:schemeClr>
                </a:solidFill>
              </a:defRPr>
            </a:lvl3pPr>
            <a:lvl4pPr marL="1203030" indent="0">
              <a:buNone/>
              <a:defRPr sz="1403">
                <a:solidFill>
                  <a:schemeClr val="tx1">
                    <a:tint val="75000"/>
                  </a:schemeClr>
                </a:solidFill>
              </a:defRPr>
            </a:lvl4pPr>
            <a:lvl5pPr marL="1604040" indent="0">
              <a:buNone/>
              <a:defRPr sz="1403">
                <a:solidFill>
                  <a:schemeClr val="tx1">
                    <a:tint val="75000"/>
                  </a:schemeClr>
                </a:solidFill>
              </a:defRPr>
            </a:lvl5pPr>
            <a:lvl6pPr marL="2005051" indent="0">
              <a:buNone/>
              <a:defRPr sz="1403">
                <a:solidFill>
                  <a:schemeClr val="tx1">
                    <a:tint val="75000"/>
                  </a:schemeClr>
                </a:solidFill>
              </a:defRPr>
            </a:lvl6pPr>
            <a:lvl7pPr marL="2406061" indent="0">
              <a:buNone/>
              <a:defRPr sz="1403">
                <a:solidFill>
                  <a:schemeClr val="tx1">
                    <a:tint val="75000"/>
                  </a:schemeClr>
                </a:solidFill>
              </a:defRPr>
            </a:lvl7pPr>
            <a:lvl8pPr marL="2807071" indent="0">
              <a:buNone/>
              <a:defRPr sz="1403">
                <a:solidFill>
                  <a:schemeClr val="tx1">
                    <a:tint val="75000"/>
                  </a:schemeClr>
                </a:solidFill>
              </a:defRPr>
            </a:lvl8pPr>
            <a:lvl9pPr marL="3208081" indent="0">
              <a:buNone/>
              <a:defRPr sz="1403">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lvl1pPr>
              <a:defRPr>
                <a:solidFill>
                  <a:schemeClr val="bg1">
                    <a:lumMod val="65000"/>
                  </a:schemeClr>
                </a:solidFill>
              </a:defRPr>
            </a:lvl1pPr>
          </a:lstStyle>
          <a:p>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2621342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729602" y="5311582"/>
            <a:ext cx="9223058" cy="1349636"/>
          </a:xfrm>
        </p:spPr>
        <p:txBody>
          <a:bodyPr anchor="b">
            <a:normAutofit/>
          </a:bodyPr>
          <a:lstStyle>
            <a:lvl1pPr algn="ctr">
              <a:defRPr sz="4736">
                <a:solidFill>
                  <a:schemeClr val="accent3"/>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8" name="Content Placeholder 7">
            <a:extLst>
              <a:ext uri="{FF2B5EF4-FFF2-40B4-BE49-F238E27FC236}">
                <a16:creationId xmlns:a16="http://schemas.microsoft.com/office/drawing/2014/main" id="{459A2BA5-1AB5-DB59-3C54-16713B4E4270}"/>
              </a:ext>
            </a:extLst>
          </p:cNvPr>
          <p:cNvSpPr>
            <a:spLocks noGrp="1"/>
          </p:cNvSpPr>
          <p:nvPr>
            <p:ph sz="quarter" idx="13"/>
          </p:nvPr>
        </p:nvSpPr>
        <p:spPr>
          <a:xfrm>
            <a:off x="2415762" y="786047"/>
            <a:ext cx="5959343" cy="452553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Tree>
    <p:extLst>
      <p:ext uri="{BB962C8B-B14F-4D97-AF65-F5344CB8AC3E}">
        <p14:creationId xmlns:p14="http://schemas.microsoft.com/office/powerpoint/2010/main" val="329992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B0BE543-0448-3A4C-5F33-EAD956CEEC4F}"/>
              </a:ext>
            </a:extLst>
          </p:cNvPr>
          <p:cNvSpPr/>
          <p:nvPr userDrawn="1"/>
        </p:nvSpPr>
        <p:spPr>
          <a:xfrm>
            <a:off x="0" y="6960623"/>
            <a:ext cx="10693400" cy="602227"/>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109FF7AA-B49C-D561-FA47-CB24D2FBF6F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5761E7E-A789-0692-DCFA-73EB3A13A57D}"/>
              </a:ext>
            </a:extLst>
          </p:cNvPr>
          <p:cNvSpPr>
            <a:spLocks noGrp="1"/>
          </p:cNvSpPr>
          <p:nvPr>
            <p:ph sz="half" idx="1"/>
          </p:nvPr>
        </p:nvSpPr>
        <p:spPr>
          <a:xfrm>
            <a:off x="735171" y="2013259"/>
            <a:ext cx="4544695" cy="479855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C5CDC2F-840C-693F-493D-EB4B70B8294B}"/>
              </a:ext>
            </a:extLst>
          </p:cNvPr>
          <p:cNvSpPr>
            <a:spLocks noGrp="1"/>
          </p:cNvSpPr>
          <p:nvPr>
            <p:ph sz="half" idx="2"/>
          </p:nvPr>
        </p:nvSpPr>
        <p:spPr>
          <a:xfrm>
            <a:off x="5413534" y="2013259"/>
            <a:ext cx="4544695" cy="479855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2413D37-E198-0C87-31DE-C825CE017A07}"/>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EF355D9D-23CD-C2B7-2CB9-63A7B666AA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6C84A3F-2DEF-A695-73CD-C8A79EDD75B4}"/>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236974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57A7C-8356-9C4D-0FD4-A2809BBA22A6}"/>
              </a:ext>
            </a:extLst>
          </p:cNvPr>
          <p:cNvSpPr/>
          <p:nvPr userDrawn="1"/>
        </p:nvSpPr>
        <p:spPr>
          <a:xfrm>
            <a:off x="0" y="6960623"/>
            <a:ext cx="10693400" cy="602227"/>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8C23E5D6-F819-DF80-8C6A-FE0FD23685EF}"/>
              </a:ext>
            </a:extLst>
          </p:cNvPr>
          <p:cNvSpPr>
            <a:spLocks noGrp="1"/>
          </p:cNvSpPr>
          <p:nvPr>
            <p:ph type="title"/>
          </p:nvPr>
        </p:nvSpPr>
        <p:spPr>
          <a:xfrm>
            <a:off x="736564" y="402652"/>
            <a:ext cx="9223058" cy="1461801"/>
          </a:xfrm>
        </p:spPr>
        <p:txBody>
          <a:bodyPr/>
          <a:lstStyle/>
          <a:p>
            <a:r>
              <a:rPr lang="en-GB"/>
              <a:t>Click to edit Master title style</a:t>
            </a:r>
          </a:p>
        </p:txBody>
      </p:sp>
      <p:sp>
        <p:nvSpPr>
          <p:cNvPr id="3" name="Text Placeholder 2">
            <a:extLst>
              <a:ext uri="{FF2B5EF4-FFF2-40B4-BE49-F238E27FC236}">
                <a16:creationId xmlns:a16="http://schemas.microsoft.com/office/drawing/2014/main" id="{40634751-4015-7A9E-A494-E4825F6D8AC9}"/>
              </a:ext>
            </a:extLst>
          </p:cNvPr>
          <p:cNvSpPr>
            <a:spLocks noGrp="1"/>
          </p:cNvSpPr>
          <p:nvPr>
            <p:ph type="body" idx="1"/>
          </p:nvPr>
        </p:nvSpPr>
        <p:spPr>
          <a:xfrm>
            <a:off x="736565" y="1853949"/>
            <a:ext cx="4523809" cy="908592"/>
          </a:xfrm>
        </p:spPr>
        <p:txBody>
          <a:bodyPr anchor="b"/>
          <a:lstStyle>
            <a:lvl1pPr marL="0" indent="0">
              <a:buNone/>
              <a:defRPr sz="2105" b="1"/>
            </a:lvl1pPr>
            <a:lvl2pPr marL="401010" indent="0">
              <a:buNone/>
              <a:defRPr sz="1754" b="1"/>
            </a:lvl2pPr>
            <a:lvl3pPr marL="802020" indent="0">
              <a:buNone/>
              <a:defRPr sz="1579" b="1"/>
            </a:lvl3pPr>
            <a:lvl4pPr marL="1203030" indent="0">
              <a:buNone/>
              <a:defRPr sz="1403" b="1"/>
            </a:lvl4pPr>
            <a:lvl5pPr marL="1604040" indent="0">
              <a:buNone/>
              <a:defRPr sz="1403" b="1"/>
            </a:lvl5pPr>
            <a:lvl6pPr marL="2005051" indent="0">
              <a:buNone/>
              <a:defRPr sz="1403" b="1"/>
            </a:lvl6pPr>
            <a:lvl7pPr marL="2406061" indent="0">
              <a:buNone/>
              <a:defRPr sz="1403" b="1"/>
            </a:lvl7pPr>
            <a:lvl8pPr marL="2807071" indent="0">
              <a:buNone/>
              <a:defRPr sz="1403" b="1"/>
            </a:lvl8pPr>
            <a:lvl9pPr marL="3208081" indent="0">
              <a:buNone/>
              <a:defRPr sz="1403" b="1"/>
            </a:lvl9pPr>
          </a:lstStyle>
          <a:p>
            <a:pPr lvl="0"/>
            <a:r>
              <a:rPr lang="en-GB"/>
              <a:t>Click to edit Master text styles</a:t>
            </a:r>
          </a:p>
        </p:txBody>
      </p:sp>
      <p:sp>
        <p:nvSpPr>
          <p:cNvPr id="4" name="Content Placeholder 3">
            <a:extLst>
              <a:ext uri="{FF2B5EF4-FFF2-40B4-BE49-F238E27FC236}">
                <a16:creationId xmlns:a16="http://schemas.microsoft.com/office/drawing/2014/main" id="{7DD0E5A5-4B18-9989-88ED-D6B31265D2DA}"/>
              </a:ext>
            </a:extLst>
          </p:cNvPr>
          <p:cNvSpPr>
            <a:spLocks noGrp="1"/>
          </p:cNvSpPr>
          <p:nvPr>
            <p:ph sz="half" idx="2"/>
          </p:nvPr>
        </p:nvSpPr>
        <p:spPr>
          <a:xfrm>
            <a:off x="736565" y="2762541"/>
            <a:ext cx="4523809" cy="40632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7685D65-C667-2456-E06F-F0E68B2E5CEA}"/>
              </a:ext>
            </a:extLst>
          </p:cNvPr>
          <p:cNvSpPr>
            <a:spLocks noGrp="1"/>
          </p:cNvSpPr>
          <p:nvPr>
            <p:ph type="body" sz="quarter" idx="3"/>
          </p:nvPr>
        </p:nvSpPr>
        <p:spPr>
          <a:xfrm>
            <a:off x="5413534" y="1853949"/>
            <a:ext cx="4546088" cy="908592"/>
          </a:xfrm>
        </p:spPr>
        <p:txBody>
          <a:bodyPr anchor="b"/>
          <a:lstStyle>
            <a:lvl1pPr marL="0" indent="0">
              <a:buNone/>
              <a:defRPr sz="2105" b="1"/>
            </a:lvl1pPr>
            <a:lvl2pPr marL="401010" indent="0">
              <a:buNone/>
              <a:defRPr sz="1754" b="1"/>
            </a:lvl2pPr>
            <a:lvl3pPr marL="802020" indent="0">
              <a:buNone/>
              <a:defRPr sz="1579" b="1"/>
            </a:lvl3pPr>
            <a:lvl4pPr marL="1203030" indent="0">
              <a:buNone/>
              <a:defRPr sz="1403" b="1"/>
            </a:lvl4pPr>
            <a:lvl5pPr marL="1604040" indent="0">
              <a:buNone/>
              <a:defRPr sz="1403" b="1"/>
            </a:lvl5pPr>
            <a:lvl6pPr marL="2005051" indent="0">
              <a:buNone/>
              <a:defRPr sz="1403" b="1"/>
            </a:lvl6pPr>
            <a:lvl7pPr marL="2406061" indent="0">
              <a:buNone/>
              <a:defRPr sz="1403" b="1"/>
            </a:lvl7pPr>
            <a:lvl8pPr marL="2807071" indent="0">
              <a:buNone/>
              <a:defRPr sz="1403" b="1"/>
            </a:lvl8pPr>
            <a:lvl9pPr marL="3208081" indent="0">
              <a:buNone/>
              <a:defRPr sz="1403" b="1"/>
            </a:lvl9pPr>
          </a:lstStyle>
          <a:p>
            <a:pPr lvl="0"/>
            <a:r>
              <a:rPr lang="en-GB"/>
              <a:t>Click to edit Master text styles</a:t>
            </a:r>
          </a:p>
        </p:txBody>
      </p:sp>
      <p:sp>
        <p:nvSpPr>
          <p:cNvPr id="6" name="Content Placeholder 5">
            <a:extLst>
              <a:ext uri="{FF2B5EF4-FFF2-40B4-BE49-F238E27FC236}">
                <a16:creationId xmlns:a16="http://schemas.microsoft.com/office/drawing/2014/main" id="{C944F890-33E6-BD4B-978A-E4B20968B85C}"/>
              </a:ext>
            </a:extLst>
          </p:cNvPr>
          <p:cNvSpPr>
            <a:spLocks noGrp="1"/>
          </p:cNvSpPr>
          <p:nvPr>
            <p:ph sz="quarter" idx="4"/>
          </p:nvPr>
        </p:nvSpPr>
        <p:spPr>
          <a:xfrm>
            <a:off x="5413534" y="2762541"/>
            <a:ext cx="4546088" cy="40632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DE26AA7C-81D8-7C95-3E01-76956024FF9F}"/>
              </a:ext>
            </a:extLst>
          </p:cNvPr>
          <p:cNvSpPr>
            <a:spLocks noGrp="1"/>
          </p:cNvSpPr>
          <p:nvPr>
            <p:ph type="dt" sz="half" idx="10"/>
          </p:nvPr>
        </p:nvSpPr>
        <p:spPr/>
        <p:txBody>
          <a:bodyPr/>
          <a:lstStyle/>
          <a:p>
            <a:endParaRPr lang="en-GB"/>
          </a:p>
        </p:txBody>
      </p:sp>
      <p:sp>
        <p:nvSpPr>
          <p:cNvPr id="8" name="Footer Placeholder 7">
            <a:extLst>
              <a:ext uri="{FF2B5EF4-FFF2-40B4-BE49-F238E27FC236}">
                <a16:creationId xmlns:a16="http://schemas.microsoft.com/office/drawing/2014/main" id="{137830B1-02EA-A7DB-8FCF-32C06C3E0B2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580A6F-5EBE-2DCC-8CCB-9F05EA6645C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825603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C00E1A-F73B-4343-8C36-A161A0EDF3C9}"/>
              </a:ext>
            </a:extLst>
          </p:cNvPr>
          <p:cNvSpPr/>
          <p:nvPr userDrawn="1"/>
        </p:nvSpPr>
        <p:spPr>
          <a:xfrm>
            <a:off x="0" y="6960623"/>
            <a:ext cx="10693400" cy="602227"/>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7DCD2DC0-0D4F-4B0E-7C43-38073564822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1278B6D-6F61-EF5E-B5CC-F72AA2353D1E}"/>
              </a:ext>
            </a:extLst>
          </p:cNvPr>
          <p:cNvSpPr>
            <a:spLocks noGrp="1"/>
          </p:cNvSpPr>
          <p:nvPr>
            <p:ph type="dt" sz="half" idx="10"/>
          </p:nvPr>
        </p:nvSpPr>
        <p:spPr/>
        <p:txBody>
          <a:bodyPr/>
          <a:lstStyle/>
          <a:p>
            <a:endParaRPr lang="en-GB"/>
          </a:p>
        </p:txBody>
      </p:sp>
      <p:sp>
        <p:nvSpPr>
          <p:cNvPr id="4" name="Footer Placeholder 3">
            <a:extLst>
              <a:ext uri="{FF2B5EF4-FFF2-40B4-BE49-F238E27FC236}">
                <a16:creationId xmlns:a16="http://schemas.microsoft.com/office/drawing/2014/main" id="{527A9D98-33BD-A8E4-155E-07D8B622BE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C44C4ED-AE87-B167-6C8F-8D62A01C4EB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387534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726222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628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264154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628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628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1849832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3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628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2500827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4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628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691851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5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628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628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6637667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6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628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3812039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7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6285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6222145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8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6285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6285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1078883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9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6285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6913354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10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628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1247680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1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628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628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7902777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1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628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846525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Blank w colour">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2518006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3F2E4F-D69A-C303-0281-6BB8BC65FA1A}"/>
              </a:ext>
            </a:extLst>
          </p:cNvPr>
          <p:cNvSpPr/>
          <p:nvPr userDrawn="1"/>
        </p:nvSpPr>
        <p:spPr>
          <a:xfrm>
            <a:off x="0" y="6960623"/>
            <a:ext cx="10693400" cy="602227"/>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DFE483EC-461E-3DF8-7723-85858B62097E}"/>
              </a:ext>
            </a:extLst>
          </p:cNvPr>
          <p:cNvSpPr>
            <a:spLocks noGrp="1"/>
          </p:cNvSpPr>
          <p:nvPr>
            <p:ph type="title"/>
          </p:nvPr>
        </p:nvSpPr>
        <p:spPr>
          <a:xfrm>
            <a:off x="736564" y="504190"/>
            <a:ext cx="3448900" cy="1764665"/>
          </a:xfrm>
        </p:spPr>
        <p:txBody>
          <a:bodyPr anchor="b"/>
          <a:lstStyle>
            <a:lvl1pPr>
              <a:defRPr sz="2807"/>
            </a:lvl1pPr>
          </a:lstStyle>
          <a:p>
            <a:r>
              <a:rPr lang="en-GB"/>
              <a:t>Click to edit Master title style</a:t>
            </a:r>
          </a:p>
        </p:txBody>
      </p:sp>
      <p:sp>
        <p:nvSpPr>
          <p:cNvPr id="3" name="Content Placeholder 2">
            <a:extLst>
              <a:ext uri="{FF2B5EF4-FFF2-40B4-BE49-F238E27FC236}">
                <a16:creationId xmlns:a16="http://schemas.microsoft.com/office/drawing/2014/main" id="{5ED0BA06-04AB-09B5-645C-2091343E99D4}"/>
              </a:ext>
            </a:extLst>
          </p:cNvPr>
          <p:cNvSpPr>
            <a:spLocks noGrp="1"/>
          </p:cNvSpPr>
          <p:nvPr>
            <p:ph idx="1"/>
          </p:nvPr>
        </p:nvSpPr>
        <p:spPr>
          <a:xfrm>
            <a:off x="4546088" y="1088911"/>
            <a:ext cx="5413534" cy="5374525"/>
          </a:xfrm>
        </p:spPr>
        <p:txBody>
          <a:bodyPr/>
          <a:lstStyle>
            <a:lvl1pPr>
              <a:defRPr sz="2807"/>
            </a:lvl1pPr>
            <a:lvl2pPr>
              <a:defRPr sz="2456"/>
            </a:lvl2pPr>
            <a:lvl3pPr>
              <a:defRPr sz="2105"/>
            </a:lvl3pPr>
            <a:lvl4pPr>
              <a:defRPr sz="1754"/>
            </a:lvl4pPr>
            <a:lvl5pPr>
              <a:defRPr sz="1754"/>
            </a:lvl5pPr>
            <a:lvl6pPr>
              <a:defRPr sz="1754"/>
            </a:lvl6pPr>
            <a:lvl7pPr>
              <a:defRPr sz="1754"/>
            </a:lvl7pPr>
            <a:lvl8pPr>
              <a:defRPr sz="1754"/>
            </a:lvl8pPr>
            <a:lvl9pPr>
              <a:defRPr sz="1754"/>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FD91B3F-7C7C-73B9-77CB-A11B1FCF8579}"/>
              </a:ext>
            </a:extLst>
          </p:cNvPr>
          <p:cNvSpPr>
            <a:spLocks noGrp="1"/>
          </p:cNvSpPr>
          <p:nvPr>
            <p:ph type="body" sz="half" idx="2"/>
          </p:nvPr>
        </p:nvSpPr>
        <p:spPr>
          <a:xfrm>
            <a:off x="736564" y="2268855"/>
            <a:ext cx="3448900" cy="4203335"/>
          </a:xfrm>
        </p:spPr>
        <p:txBody>
          <a:bodyPr/>
          <a:lstStyle>
            <a:lvl1pPr marL="0" indent="0">
              <a:buNone/>
              <a:defRPr sz="1403"/>
            </a:lvl1pPr>
            <a:lvl2pPr marL="401010" indent="0">
              <a:buNone/>
              <a:defRPr sz="1228"/>
            </a:lvl2pPr>
            <a:lvl3pPr marL="802020" indent="0">
              <a:buNone/>
              <a:defRPr sz="1053"/>
            </a:lvl3pPr>
            <a:lvl4pPr marL="1203030" indent="0">
              <a:buNone/>
              <a:defRPr sz="877"/>
            </a:lvl4pPr>
            <a:lvl5pPr marL="1604040" indent="0">
              <a:buNone/>
              <a:defRPr sz="877"/>
            </a:lvl5pPr>
            <a:lvl6pPr marL="2005051" indent="0">
              <a:buNone/>
              <a:defRPr sz="877"/>
            </a:lvl6pPr>
            <a:lvl7pPr marL="2406061" indent="0">
              <a:buNone/>
              <a:defRPr sz="877"/>
            </a:lvl7pPr>
            <a:lvl8pPr marL="2807071" indent="0">
              <a:buNone/>
              <a:defRPr sz="877"/>
            </a:lvl8pPr>
            <a:lvl9pPr marL="3208081" indent="0">
              <a:buNone/>
              <a:defRPr sz="877"/>
            </a:lvl9pPr>
          </a:lstStyle>
          <a:p>
            <a:pPr lvl="0"/>
            <a:r>
              <a:rPr lang="en-GB"/>
              <a:t>Click to edit Master text styles</a:t>
            </a:r>
          </a:p>
        </p:txBody>
      </p:sp>
      <p:sp>
        <p:nvSpPr>
          <p:cNvPr id="5" name="Date Placeholder 4">
            <a:extLst>
              <a:ext uri="{FF2B5EF4-FFF2-40B4-BE49-F238E27FC236}">
                <a16:creationId xmlns:a16="http://schemas.microsoft.com/office/drawing/2014/main" id="{4167F290-2545-0C2B-78A6-D50CE3D009E9}"/>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770E117D-2169-6E39-149C-5FBECD5E76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83838A-4F66-F529-E239-3AE7FBEDEB56}"/>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2198999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4395A0-EB10-01E3-39B4-075A8ACEABC7}"/>
              </a:ext>
            </a:extLst>
          </p:cNvPr>
          <p:cNvSpPr/>
          <p:nvPr userDrawn="1"/>
        </p:nvSpPr>
        <p:spPr>
          <a:xfrm>
            <a:off x="0" y="6960623"/>
            <a:ext cx="10693400" cy="602227"/>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232FAE3E-C2EA-DDE4-4229-9EB50F2F1449}"/>
              </a:ext>
            </a:extLst>
          </p:cNvPr>
          <p:cNvSpPr>
            <a:spLocks noGrp="1"/>
          </p:cNvSpPr>
          <p:nvPr>
            <p:ph type="title"/>
          </p:nvPr>
        </p:nvSpPr>
        <p:spPr>
          <a:xfrm>
            <a:off x="736564" y="504190"/>
            <a:ext cx="3448900" cy="1764665"/>
          </a:xfrm>
        </p:spPr>
        <p:txBody>
          <a:bodyPr anchor="b"/>
          <a:lstStyle>
            <a:lvl1pPr>
              <a:defRPr sz="2807"/>
            </a:lvl1pPr>
          </a:lstStyle>
          <a:p>
            <a:r>
              <a:rPr lang="en-GB"/>
              <a:t>Click to edit Master title style</a:t>
            </a:r>
          </a:p>
        </p:txBody>
      </p:sp>
      <p:sp>
        <p:nvSpPr>
          <p:cNvPr id="3" name="Picture Placeholder 2">
            <a:extLst>
              <a:ext uri="{FF2B5EF4-FFF2-40B4-BE49-F238E27FC236}">
                <a16:creationId xmlns:a16="http://schemas.microsoft.com/office/drawing/2014/main" id="{D6131BBD-51CD-4DC2-4A60-8A48EA6C6A50}"/>
              </a:ext>
            </a:extLst>
          </p:cNvPr>
          <p:cNvSpPr>
            <a:spLocks noGrp="1"/>
          </p:cNvSpPr>
          <p:nvPr>
            <p:ph type="pic" idx="1"/>
          </p:nvPr>
        </p:nvSpPr>
        <p:spPr>
          <a:xfrm>
            <a:off x="4546088" y="1088911"/>
            <a:ext cx="5413534" cy="5374525"/>
          </a:xfrm>
        </p:spPr>
        <p:txBody>
          <a:bodyPr/>
          <a:lstStyle>
            <a:lvl1pPr marL="0" indent="0">
              <a:buNone/>
              <a:defRPr sz="2807"/>
            </a:lvl1pPr>
            <a:lvl2pPr marL="401010" indent="0">
              <a:buNone/>
              <a:defRPr sz="2456"/>
            </a:lvl2pPr>
            <a:lvl3pPr marL="802020" indent="0">
              <a:buNone/>
              <a:defRPr sz="2105"/>
            </a:lvl3pPr>
            <a:lvl4pPr marL="1203030" indent="0">
              <a:buNone/>
              <a:defRPr sz="1754"/>
            </a:lvl4pPr>
            <a:lvl5pPr marL="1604040" indent="0">
              <a:buNone/>
              <a:defRPr sz="1754"/>
            </a:lvl5pPr>
            <a:lvl6pPr marL="2005051" indent="0">
              <a:buNone/>
              <a:defRPr sz="1754"/>
            </a:lvl6pPr>
            <a:lvl7pPr marL="2406061" indent="0">
              <a:buNone/>
              <a:defRPr sz="1754"/>
            </a:lvl7pPr>
            <a:lvl8pPr marL="2807071" indent="0">
              <a:buNone/>
              <a:defRPr sz="1754"/>
            </a:lvl8pPr>
            <a:lvl9pPr marL="3208081" indent="0">
              <a:buNone/>
              <a:defRPr sz="1754"/>
            </a:lvl9pPr>
          </a:lstStyle>
          <a:p>
            <a:r>
              <a:rPr lang="en-GB"/>
              <a:t>Click icon to add picture</a:t>
            </a:r>
          </a:p>
        </p:txBody>
      </p:sp>
      <p:sp>
        <p:nvSpPr>
          <p:cNvPr id="4" name="Text Placeholder 3">
            <a:extLst>
              <a:ext uri="{FF2B5EF4-FFF2-40B4-BE49-F238E27FC236}">
                <a16:creationId xmlns:a16="http://schemas.microsoft.com/office/drawing/2014/main" id="{683B0D01-09EF-1E92-D338-9CD0EBA943D7}"/>
              </a:ext>
            </a:extLst>
          </p:cNvPr>
          <p:cNvSpPr>
            <a:spLocks noGrp="1"/>
          </p:cNvSpPr>
          <p:nvPr>
            <p:ph type="body" sz="half" idx="2"/>
          </p:nvPr>
        </p:nvSpPr>
        <p:spPr>
          <a:xfrm>
            <a:off x="736564" y="2268855"/>
            <a:ext cx="3448900" cy="4203335"/>
          </a:xfrm>
        </p:spPr>
        <p:txBody>
          <a:bodyPr/>
          <a:lstStyle>
            <a:lvl1pPr marL="0" indent="0">
              <a:buNone/>
              <a:defRPr sz="1403"/>
            </a:lvl1pPr>
            <a:lvl2pPr marL="401010" indent="0">
              <a:buNone/>
              <a:defRPr sz="1228"/>
            </a:lvl2pPr>
            <a:lvl3pPr marL="802020" indent="0">
              <a:buNone/>
              <a:defRPr sz="1053"/>
            </a:lvl3pPr>
            <a:lvl4pPr marL="1203030" indent="0">
              <a:buNone/>
              <a:defRPr sz="877"/>
            </a:lvl4pPr>
            <a:lvl5pPr marL="1604040" indent="0">
              <a:buNone/>
              <a:defRPr sz="877"/>
            </a:lvl5pPr>
            <a:lvl6pPr marL="2005051" indent="0">
              <a:buNone/>
              <a:defRPr sz="877"/>
            </a:lvl6pPr>
            <a:lvl7pPr marL="2406061" indent="0">
              <a:buNone/>
              <a:defRPr sz="877"/>
            </a:lvl7pPr>
            <a:lvl8pPr marL="2807071" indent="0">
              <a:buNone/>
              <a:defRPr sz="877"/>
            </a:lvl8pPr>
            <a:lvl9pPr marL="3208081" indent="0">
              <a:buNone/>
              <a:defRPr sz="877"/>
            </a:lvl9pPr>
          </a:lstStyle>
          <a:p>
            <a:pPr lvl="0"/>
            <a:r>
              <a:rPr lang="en-GB"/>
              <a:t>Click to edit Master text styles</a:t>
            </a:r>
          </a:p>
        </p:txBody>
      </p:sp>
      <p:sp>
        <p:nvSpPr>
          <p:cNvPr id="5" name="Date Placeholder 4">
            <a:extLst>
              <a:ext uri="{FF2B5EF4-FFF2-40B4-BE49-F238E27FC236}">
                <a16:creationId xmlns:a16="http://schemas.microsoft.com/office/drawing/2014/main" id="{12B20126-F846-16D0-EBDD-34D48607E985}"/>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1F34FC57-C801-AEF4-1D0A-E095B6450A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951B0C-275C-33D2-9A96-4D0314E6EEA7}"/>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27885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1A4EC-146B-3381-63D1-52F3C15CB004}"/>
              </a:ext>
            </a:extLst>
          </p:cNvPr>
          <p:cNvSpPr/>
          <p:nvPr userDrawn="1"/>
        </p:nvSpPr>
        <p:spPr>
          <a:xfrm>
            <a:off x="0" y="6960623"/>
            <a:ext cx="10693400" cy="602227"/>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B4BEF132-B0C4-CEBA-D9BB-A90CC2A65F9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15F3702-713A-C951-9CCF-955488BC645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E34A4F3-ECB2-56FC-3055-081257812145}"/>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ED1849C6-D413-92F0-6B5F-27BB8AC757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79A6DE-F917-5ECB-80DB-4C5C9924B1F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41968846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213BEA-D64A-CDAB-CB01-CACA6AEFB654}"/>
              </a:ext>
            </a:extLst>
          </p:cNvPr>
          <p:cNvSpPr/>
          <p:nvPr userDrawn="1"/>
        </p:nvSpPr>
        <p:spPr>
          <a:xfrm>
            <a:off x="0" y="6960623"/>
            <a:ext cx="10693400" cy="602227"/>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Vertical Title 1">
            <a:extLst>
              <a:ext uri="{FF2B5EF4-FFF2-40B4-BE49-F238E27FC236}">
                <a16:creationId xmlns:a16="http://schemas.microsoft.com/office/drawing/2014/main" id="{E2FFD24A-02C7-3C15-C6A2-2FE1816ED4EA}"/>
              </a:ext>
            </a:extLst>
          </p:cNvPr>
          <p:cNvSpPr>
            <a:spLocks noGrp="1"/>
          </p:cNvSpPr>
          <p:nvPr>
            <p:ph type="title" orient="vert"/>
          </p:nvPr>
        </p:nvSpPr>
        <p:spPr>
          <a:xfrm>
            <a:off x="7652465" y="402652"/>
            <a:ext cx="2305764" cy="6409166"/>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07E5EB9-6E42-B9D7-5671-A15D13E20108}"/>
              </a:ext>
            </a:extLst>
          </p:cNvPr>
          <p:cNvSpPr>
            <a:spLocks noGrp="1"/>
          </p:cNvSpPr>
          <p:nvPr>
            <p:ph type="body" orient="vert" idx="1"/>
          </p:nvPr>
        </p:nvSpPr>
        <p:spPr>
          <a:xfrm>
            <a:off x="735171" y="402652"/>
            <a:ext cx="6783626" cy="6409166"/>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F3BCAA2-15B7-B922-2788-5986E5EEAC91}"/>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5AD40C5-A7B5-0CB8-7A77-77280AC6ED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DA6257-1CC9-8C66-1C48-A645172DCA15}"/>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0696458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6262938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2005" y="2349387"/>
            <a:ext cx="9089390" cy="1621111"/>
          </a:xfrm>
        </p:spPr>
        <p:txBody>
          <a:bodyPr/>
          <a:lstStyle>
            <a:lvl1pPr algn="l">
              <a:defRPr/>
            </a:lvl1pPr>
          </a:lstStyle>
          <a:p>
            <a:r>
              <a:rPr lang="en-GB"/>
              <a:t>Click to edit Master title style</a:t>
            </a:r>
            <a:endParaRPr lang="en-US"/>
          </a:p>
        </p:txBody>
      </p:sp>
      <p:sp>
        <p:nvSpPr>
          <p:cNvPr id="3" name="Subtitle 2"/>
          <p:cNvSpPr>
            <a:spLocks noGrp="1"/>
          </p:cNvSpPr>
          <p:nvPr>
            <p:ph type="subTitle" idx="1"/>
          </p:nvPr>
        </p:nvSpPr>
        <p:spPr>
          <a:xfrm>
            <a:off x="1604010" y="4285615"/>
            <a:ext cx="7485380" cy="1932728"/>
          </a:xfrm>
        </p:spPr>
        <p:txBody>
          <a:bodyPr/>
          <a:lstStyle>
            <a:lvl1pPr marL="0" indent="0" algn="l">
              <a:buNone/>
              <a:defRPr>
                <a:solidFill>
                  <a:schemeClr val="tx1">
                    <a:tint val="75000"/>
                  </a:schemeClr>
                </a:solidFill>
              </a:defRPr>
            </a:lvl1pPr>
            <a:lvl2pPr marL="534650" indent="0" algn="ctr">
              <a:buNone/>
              <a:defRPr>
                <a:solidFill>
                  <a:schemeClr val="tx1">
                    <a:tint val="75000"/>
                  </a:schemeClr>
                </a:solidFill>
              </a:defRPr>
            </a:lvl2pPr>
            <a:lvl3pPr marL="1069299" indent="0" algn="ctr">
              <a:buNone/>
              <a:defRPr>
                <a:solidFill>
                  <a:schemeClr val="tx1">
                    <a:tint val="75000"/>
                  </a:schemeClr>
                </a:solidFill>
              </a:defRPr>
            </a:lvl3pPr>
            <a:lvl4pPr marL="1603949" indent="0" algn="ctr">
              <a:buNone/>
              <a:defRPr>
                <a:solidFill>
                  <a:schemeClr val="tx1">
                    <a:tint val="75000"/>
                  </a:schemeClr>
                </a:solidFill>
              </a:defRPr>
            </a:lvl4pPr>
            <a:lvl5pPr marL="2138599" indent="0" algn="ctr">
              <a:buNone/>
              <a:defRPr>
                <a:solidFill>
                  <a:schemeClr val="tx1">
                    <a:tint val="75000"/>
                  </a:schemeClr>
                </a:solidFill>
              </a:defRPr>
            </a:lvl5pPr>
            <a:lvl6pPr marL="2673248" indent="0" algn="ctr">
              <a:buNone/>
              <a:defRPr>
                <a:solidFill>
                  <a:schemeClr val="tx1">
                    <a:tint val="75000"/>
                  </a:schemeClr>
                </a:solidFill>
              </a:defRPr>
            </a:lvl6pPr>
            <a:lvl7pPr marL="3207898" indent="0" algn="ctr">
              <a:buNone/>
              <a:defRPr>
                <a:solidFill>
                  <a:schemeClr val="tx1">
                    <a:tint val="75000"/>
                  </a:schemeClr>
                </a:solidFill>
              </a:defRPr>
            </a:lvl7pPr>
            <a:lvl8pPr marL="3742548" indent="0" algn="ctr">
              <a:buNone/>
              <a:defRPr>
                <a:solidFill>
                  <a:schemeClr val="tx1">
                    <a:tint val="75000"/>
                  </a:schemeClr>
                </a:solidFill>
              </a:defRPr>
            </a:lvl8pPr>
            <a:lvl9pPr marL="4277197"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24807312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9655928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705" y="4859833"/>
            <a:ext cx="9089390" cy="1502066"/>
          </a:xfrm>
        </p:spPr>
        <p:txBody>
          <a:bodyPr anchor="t"/>
          <a:lstStyle>
            <a:lvl1pPr algn="l">
              <a:defRPr sz="4678" b="1" cap="all"/>
            </a:lvl1pPr>
          </a:lstStyle>
          <a:p>
            <a:r>
              <a:rPr lang="en-GB"/>
              <a:t>Click to edit Master title style</a:t>
            </a:r>
            <a:endParaRPr lang="en-US"/>
          </a:p>
        </p:txBody>
      </p:sp>
      <p:sp>
        <p:nvSpPr>
          <p:cNvPr id="3" name="Text Placeholder 2"/>
          <p:cNvSpPr>
            <a:spLocks noGrp="1"/>
          </p:cNvSpPr>
          <p:nvPr>
            <p:ph type="body" idx="1"/>
          </p:nvPr>
        </p:nvSpPr>
        <p:spPr>
          <a:xfrm>
            <a:off x="844705" y="3205459"/>
            <a:ext cx="9089390" cy="1654373"/>
          </a:xfrm>
        </p:spPr>
        <p:txBody>
          <a:bodyPr anchor="b"/>
          <a:lstStyle>
            <a:lvl1pPr marL="0" indent="0">
              <a:buNone/>
              <a:defRPr sz="2339">
                <a:solidFill>
                  <a:schemeClr val="tx1">
                    <a:tint val="75000"/>
                  </a:schemeClr>
                </a:solidFill>
              </a:defRPr>
            </a:lvl1pPr>
            <a:lvl2pPr marL="534650" indent="0">
              <a:buNone/>
              <a:defRPr sz="2105">
                <a:solidFill>
                  <a:schemeClr val="tx1">
                    <a:tint val="75000"/>
                  </a:schemeClr>
                </a:solidFill>
              </a:defRPr>
            </a:lvl2pPr>
            <a:lvl3pPr marL="1069299" indent="0">
              <a:buNone/>
              <a:defRPr sz="1871">
                <a:solidFill>
                  <a:schemeClr val="tx1">
                    <a:tint val="75000"/>
                  </a:schemeClr>
                </a:solidFill>
              </a:defRPr>
            </a:lvl3pPr>
            <a:lvl4pPr marL="1603949" indent="0">
              <a:buNone/>
              <a:defRPr sz="1637">
                <a:solidFill>
                  <a:schemeClr val="tx1">
                    <a:tint val="75000"/>
                  </a:schemeClr>
                </a:solidFill>
              </a:defRPr>
            </a:lvl4pPr>
            <a:lvl5pPr marL="2138599" indent="0">
              <a:buNone/>
              <a:defRPr sz="1637">
                <a:solidFill>
                  <a:schemeClr val="tx1">
                    <a:tint val="75000"/>
                  </a:schemeClr>
                </a:solidFill>
              </a:defRPr>
            </a:lvl5pPr>
            <a:lvl6pPr marL="2673248" indent="0">
              <a:buNone/>
              <a:defRPr sz="1637">
                <a:solidFill>
                  <a:schemeClr val="tx1">
                    <a:tint val="75000"/>
                  </a:schemeClr>
                </a:solidFill>
              </a:defRPr>
            </a:lvl6pPr>
            <a:lvl7pPr marL="3207898" indent="0">
              <a:buNone/>
              <a:defRPr sz="1637">
                <a:solidFill>
                  <a:schemeClr val="tx1">
                    <a:tint val="75000"/>
                  </a:schemeClr>
                </a:solidFill>
              </a:defRPr>
            </a:lvl7pPr>
            <a:lvl8pPr marL="3742548" indent="0">
              <a:buNone/>
              <a:defRPr sz="1637">
                <a:solidFill>
                  <a:schemeClr val="tx1">
                    <a:tint val="75000"/>
                  </a:schemeClr>
                </a:solidFill>
              </a:defRPr>
            </a:lvl8pPr>
            <a:lvl9pPr marL="4277197" indent="0">
              <a:buNone/>
              <a:defRPr sz="1637">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349527430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534670" y="1764666"/>
            <a:ext cx="4722918" cy="4991131"/>
          </a:xfrm>
        </p:spPr>
        <p:txBody>
          <a:bodyPr/>
          <a:lstStyle>
            <a:lvl1pPr>
              <a:defRPr sz="3274"/>
            </a:lvl1pPr>
            <a:lvl2pPr>
              <a:defRPr sz="2807"/>
            </a:lvl2pPr>
            <a:lvl3pPr>
              <a:defRPr sz="2339"/>
            </a:lvl3pPr>
            <a:lvl4pPr>
              <a:defRPr sz="2105"/>
            </a:lvl4pPr>
            <a:lvl5pPr>
              <a:defRPr sz="2105"/>
            </a:lvl5pPr>
            <a:lvl6pPr>
              <a:defRPr sz="2105"/>
            </a:lvl6pPr>
            <a:lvl7pPr>
              <a:defRPr sz="2105"/>
            </a:lvl7pPr>
            <a:lvl8pPr>
              <a:defRPr sz="2105"/>
            </a:lvl8pPr>
            <a:lvl9pPr>
              <a:defRPr sz="2105"/>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435812" y="1764666"/>
            <a:ext cx="4722918" cy="4991131"/>
          </a:xfrm>
        </p:spPr>
        <p:txBody>
          <a:bodyPr/>
          <a:lstStyle>
            <a:lvl1pPr>
              <a:defRPr sz="3274"/>
            </a:lvl1pPr>
            <a:lvl2pPr>
              <a:defRPr sz="2807"/>
            </a:lvl2pPr>
            <a:lvl3pPr>
              <a:defRPr sz="2339"/>
            </a:lvl3pPr>
            <a:lvl4pPr>
              <a:defRPr sz="2105"/>
            </a:lvl4pPr>
            <a:lvl5pPr>
              <a:defRPr sz="2105"/>
            </a:lvl5pPr>
            <a:lvl6pPr>
              <a:defRPr sz="2105"/>
            </a:lvl6pPr>
            <a:lvl7pPr>
              <a:defRPr sz="2105"/>
            </a:lvl7pPr>
            <a:lvl8pPr>
              <a:defRPr sz="2105"/>
            </a:lvl8pPr>
            <a:lvl9pPr>
              <a:defRPr sz="2105"/>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5446004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534670" y="1692889"/>
            <a:ext cx="4724775" cy="705516"/>
          </a:xfrm>
        </p:spPr>
        <p:txBody>
          <a:bodyPr anchor="b"/>
          <a:lstStyle>
            <a:lvl1pPr marL="0" indent="0">
              <a:buNone/>
              <a:defRPr sz="2807" b="1"/>
            </a:lvl1pPr>
            <a:lvl2pPr marL="534650" indent="0">
              <a:buNone/>
              <a:defRPr sz="2339" b="1"/>
            </a:lvl2pPr>
            <a:lvl3pPr marL="1069299" indent="0">
              <a:buNone/>
              <a:defRPr sz="2105" b="1"/>
            </a:lvl3pPr>
            <a:lvl4pPr marL="1603949" indent="0">
              <a:buNone/>
              <a:defRPr sz="1871" b="1"/>
            </a:lvl4pPr>
            <a:lvl5pPr marL="2138599" indent="0">
              <a:buNone/>
              <a:defRPr sz="1871" b="1"/>
            </a:lvl5pPr>
            <a:lvl6pPr marL="2673248" indent="0">
              <a:buNone/>
              <a:defRPr sz="1871" b="1"/>
            </a:lvl6pPr>
            <a:lvl7pPr marL="3207898" indent="0">
              <a:buNone/>
              <a:defRPr sz="1871" b="1"/>
            </a:lvl7pPr>
            <a:lvl8pPr marL="3742548" indent="0">
              <a:buNone/>
              <a:defRPr sz="1871" b="1"/>
            </a:lvl8pPr>
            <a:lvl9pPr marL="4277197" indent="0">
              <a:buNone/>
              <a:defRPr sz="1871" b="1"/>
            </a:lvl9pPr>
          </a:lstStyle>
          <a:p>
            <a:pPr lvl="0"/>
            <a:r>
              <a:rPr lang="en-GB"/>
              <a:t>Click to edit Master text styles</a:t>
            </a:r>
          </a:p>
        </p:txBody>
      </p:sp>
      <p:sp>
        <p:nvSpPr>
          <p:cNvPr id="4" name="Content Placeholder 3"/>
          <p:cNvSpPr>
            <a:spLocks noGrp="1"/>
          </p:cNvSpPr>
          <p:nvPr>
            <p:ph sz="half" idx="2"/>
          </p:nvPr>
        </p:nvSpPr>
        <p:spPr>
          <a:xfrm>
            <a:off x="534670" y="2398403"/>
            <a:ext cx="4724775" cy="4357393"/>
          </a:xfrm>
        </p:spPr>
        <p:txBody>
          <a:bodyPr/>
          <a:lstStyle>
            <a:lvl1pPr>
              <a:defRPr sz="2807"/>
            </a:lvl1pPr>
            <a:lvl2pPr>
              <a:defRPr sz="2339"/>
            </a:lvl2pPr>
            <a:lvl3pPr>
              <a:defRPr sz="2105"/>
            </a:lvl3pPr>
            <a:lvl4pPr>
              <a:defRPr sz="1871"/>
            </a:lvl4pPr>
            <a:lvl5pPr>
              <a:defRPr sz="1871"/>
            </a:lvl5pPr>
            <a:lvl6pPr>
              <a:defRPr sz="1871"/>
            </a:lvl6pPr>
            <a:lvl7pPr>
              <a:defRPr sz="1871"/>
            </a:lvl7pPr>
            <a:lvl8pPr>
              <a:defRPr sz="1871"/>
            </a:lvl8pPr>
            <a:lvl9pPr>
              <a:defRPr sz="1871"/>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5432101" y="1692889"/>
            <a:ext cx="4726631" cy="705516"/>
          </a:xfrm>
        </p:spPr>
        <p:txBody>
          <a:bodyPr anchor="b"/>
          <a:lstStyle>
            <a:lvl1pPr marL="0" indent="0">
              <a:buNone/>
              <a:defRPr sz="2807" b="1"/>
            </a:lvl1pPr>
            <a:lvl2pPr marL="534650" indent="0">
              <a:buNone/>
              <a:defRPr sz="2339" b="1"/>
            </a:lvl2pPr>
            <a:lvl3pPr marL="1069299" indent="0">
              <a:buNone/>
              <a:defRPr sz="2105" b="1"/>
            </a:lvl3pPr>
            <a:lvl4pPr marL="1603949" indent="0">
              <a:buNone/>
              <a:defRPr sz="1871" b="1"/>
            </a:lvl4pPr>
            <a:lvl5pPr marL="2138599" indent="0">
              <a:buNone/>
              <a:defRPr sz="1871" b="1"/>
            </a:lvl5pPr>
            <a:lvl6pPr marL="2673248" indent="0">
              <a:buNone/>
              <a:defRPr sz="1871" b="1"/>
            </a:lvl6pPr>
            <a:lvl7pPr marL="3207898" indent="0">
              <a:buNone/>
              <a:defRPr sz="1871" b="1"/>
            </a:lvl7pPr>
            <a:lvl8pPr marL="3742548" indent="0">
              <a:buNone/>
              <a:defRPr sz="1871" b="1"/>
            </a:lvl8pPr>
            <a:lvl9pPr marL="4277197" indent="0">
              <a:buNone/>
              <a:defRPr sz="1871" b="1"/>
            </a:lvl9pPr>
          </a:lstStyle>
          <a:p>
            <a:pPr lvl="0"/>
            <a:r>
              <a:rPr lang="en-GB"/>
              <a:t>Click to edit Master text styles</a:t>
            </a:r>
          </a:p>
        </p:txBody>
      </p:sp>
      <p:sp>
        <p:nvSpPr>
          <p:cNvPr id="6" name="Content Placeholder 5"/>
          <p:cNvSpPr>
            <a:spLocks noGrp="1"/>
          </p:cNvSpPr>
          <p:nvPr>
            <p:ph sz="quarter" idx="4"/>
          </p:nvPr>
        </p:nvSpPr>
        <p:spPr>
          <a:xfrm>
            <a:off x="5432101" y="2398403"/>
            <a:ext cx="4726631" cy="4357393"/>
          </a:xfrm>
        </p:spPr>
        <p:txBody>
          <a:bodyPr/>
          <a:lstStyle>
            <a:lvl1pPr>
              <a:defRPr sz="2807"/>
            </a:lvl1pPr>
            <a:lvl2pPr>
              <a:defRPr sz="2339"/>
            </a:lvl2pPr>
            <a:lvl3pPr>
              <a:defRPr sz="2105"/>
            </a:lvl3pPr>
            <a:lvl4pPr>
              <a:defRPr sz="1871"/>
            </a:lvl4pPr>
            <a:lvl5pPr>
              <a:defRPr sz="1871"/>
            </a:lvl5pPr>
            <a:lvl6pPr>
              <a:defRPr sz="1871"/>
            </a:lvl6pPr>
            <a:lvl7pPr>
              <a:defRPr sz="1871"/>
            </a:lvl7pPr>
            <a:lvl8pPr>
              <a:defRPr sz="1871"/>
            </a:lvl8pPr>
            <a:lvl9pPr>
              <a:defRPr sz="1871"/>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1894705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GB" dirty="0"/>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30137892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8752453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4672" y="301113"/>
            <a:ext cx="3518055" cy="1281484"/>
          </a:xfrm>
        </p:spPr>
        <p:txBody>
          <a:bodyPr anchor="b"/>
          <a:lstStyle>
            <a:lvl1pPr algn="l">
              <a:defRPr sz="2339" b="1"/>
            </a:lvl1pPr>
          </a:lstStyle>
          <a:p>
            <a:r>
              <a:rPr lang="en-GB"/>
              <a:t>Click to edit Master title style</a:t>
            </a:r>
            <a:endParaRPr lang="en-US"/>
          </a:p>
        </p:txBody>
      </p:sp>
      <p:sp>
        <p:nvSpPr>
          <p:cNvPr id="3" name="Content Placeholder 2"/>
          <p:cNvSpPr>
            <a:spLocks noGrp="1"/>
          </p:cNvSpPr>
          <p:nvPr>
            <p:ph idx="1"/>
          </p:nvPr>
        </p:nvSpPr>
        <p:spPr>
          <a:xfrm>
            <a:off x="4180822" y="301115"/>
            <a:ext cx="5977908" cy="6454683"/>
          </a:xfrm>
        </p:spPr>
        <p:txBody>
          <a:bodyPr/>
          <a:lstStyle>
            <a:lvl1pPr>
              <a:defRPr sz="3742"/>
            </a:lvl1pPr>
            <a:lvl2pPr>
              <a:defRPr sz="3274"/>
            </a:lvl2pPr>
            <a:lvl3pPr>
              <a:defRPr sz="2807"/>
            </a:lvl3pPr>
            <a:lvl4pPr>
              <a:defRPr sz="2339"/>
            </a:lvl4pPr>
            <a:lvl5pPr>
              <a:defRPr sz="2339"/>
            </a:lvl5pPr>
            <a:lvl6pPr>
              <a:defRPr sz="2339"/>
            </a:lvl6pPr>
            <a:lvl7pPr>
              <a:defRPr sz="2339"/>
            </a:lvl7pPr>
            <a:lvl8pPr>
              <a:defRPr sz="2339"/>
            </a:lvl8pPr>
            <a:lvl9pPr>
              <a:defRPr sz="2339"/>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534672" y="1582598"/>
            <a:ext cx="3518055" cy="5173200"/>
          </a:xfrm>
        </p:spPr>
        <p:txBody>
          <a:bodyPr/>
          <a:lstStyle>
            <a:lvl1pPr marL="0" indent="0">
              <a:buNone/>
              <a:defRPr sz="1637"/>
            </a:lvl1pPr>
            <a:lvl2pPr marL="534650" indent="0">
              <a:buNone/>
              <a:defRPr sz="1403"/>
            </a:lvl2pPr>
            <a:lvl3pPr marL="1069299" indent="0">
              <a:buNone/>
              <a:defRPr sz="1169"/>
            </a:lvl3pPr>
            <a:lvl4pPr marL="1603949" indent="0">
              <a:buNone/>
              <a:defRPr sz="1052"/>
            </a:lvl4pPr>
            <a:lvl5pPr marL="2138599" indent="0">
              <a:buNone/>
              <a:defRPr sz="1052"/>
            </a:lvl5pPr>
            <a:lvl6pPr marL="2673248" indent="0">
              <a:buNone/>
              <a:defRPr sz="1052"/>
            </a:lvl6pPr>
            <a:lvl7pPr marL="3207898" indent="0">
              <a:buNone/>
              <a:defRPr sz="1052"/>
            </a:lvl7pPr>
            <a:lvl8pPr marL="3742548" indent="0">
              <a:buNone/>
              <a:defRPr sz="1052"/>
            </a:lvl8pPr>
            <a:lvl9pPr marL="4277197" indent="0">
              <a:buNone/>
              <a:defRPr sz="1052"/>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5947034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981" y="5293995"/>
            <a:ext cx="6416040" cy="624987"/>
          </a:xfrm>
        </p:spPr>
        <p:txBody>
          <a:bodyPr anchor="b"/>
          <a:lstStyle>
            <a:lvl1pPr algn="l">
              <a:defRPr sz="2339" b="1"/>
            </a:lvl1pPr>
          </a:lstStyle>
          <a:p>
            <a:r>
              <a:rPr lang="en-GB"/>
              <a:t>Click to edit Master title style</a:t>
            </a:r>
            <a:endParaRPr lang="en-US"/>
          </a:p>
        </p:txBody>
      </p:sp>
      <p:sp>
        <p:nvSpPr>
          <p:cNvPr id="3" name="Picture Placeholder 2"/>
          <p:cNvSpPr>
            <a:spLocks noGrp="1"/>
          </p:cNvSpPr>
          <p:nvPr>
            <p:ph type="pic" idx="1"/>
          </p:nvPr>
        </p:nvSpPr>
        <p:spPr>
          <a:xfrm>
            <a:off x="2095981" y="675754"/>
            <a:ext cx="6416040" cy="4537710"/>
          </a:xfrm>
        </p:spPr>
        <p:txBody>
          <a:bodyPr/>
          <a:lstStyle>
            <a:lvl1pPr marL="0" indent="0">
              <a:buNone/>
              <a:defRPr sz="3742"/>
            </a:lvl1pPr>
            <a:lvl2pPr marL="534650" indent="0">
              <a:buNone/>
              <a:defRPr sz="3274"/>
            </a:lvl2pPr>
            <a:lvl3pPr marL="1069299" indent="0">
              <a:buNone/>
              <a:defRPr sz="2807"/>
            </a:lvl3pPr>
            <a:lvl4pPr marL="1603949" indent="0">
              <a:buNone/>
              <a:defRPr sz="2339"/>
            </a:lvl4pPr>
            <a:lvl5pPr marL="2138599" indent="0">
              <a:buNone/>
              <a:defRPr sz="2339"/>
            </a:lvl5pPr>
            <a:lvl6pPr marL="2673248" indent="0">
              <a:buNone/>
              <a:defRPr sz="2339"/>
            </a:lvl6pPr>
            <a:lvl7pPr marL="3207898" indent="0">
              <a:buNone/>
              <a:defRPr sz="2339"/>
            </a:lvl7pPr>
            <a:lvl8pPr marL="3742548" indent="0">
              <a:buNone/>
              <a:defRPr sz="2339"/>
            </a:lvl8pPr>
            <a:lvl9pPr marL="4277197" indent="0">
              <a:buNone/>
              <a:defRPr sz="2339"/>
            </a:lvl9pPr>
          </a:lstStyle>
          <a:p>
            <a:r>
              <a:rPr lang="en-GB"/>
              <a:t>Click icon to add picture</a:t>
            </a:r>
            <a:endParaRPr lang="en-US"/>
          </a:p>
        </p:txBody>
      </p:sp>
      <p:sp>
        <p:nvSpPr>
          <p:cNvPr id="4" name="Text Placeholder 3"/>
          <p:cNvSpPr>
            <a:spLocks noGrp="1"/>
          </p:cNvSpPr>
          <p:nvPr>
            <p:ph type="body" sz="half" idx="2"/>
          </p:nvPr>
        </p:nvSpPr>
        <p:spPr>
          <a:xfrm>
            <a:off x="2095981" y="5918981"/>
            <a:ext cx="6416040" cy="887585"/>
          </a:xfrm>
        </p:spPr>
        <p:txBody>
          <a:bodyPr/>
          <a:lstStyle>
            <a:lvl1pPr marL="0" indent="0">
              <a:buNone/>
              <a:defRPr sz="1637"/>
            </a:lvl1pPr>
            <a:lvl2pPr marL="534650" indent="0">
              <a:buNone/>
              <a:defRPr sz="1403"/>
            </a:lvl2pPr>
            <a:lvl3pPr marL="1069299" indent="0">
              <a:buNone/>
              <a:defRPr sz="1169"/>
            </a:lvl3pPr>
            <a:lvl4pPr marL="1603949" indent="0">
              <a:buNone/>
              <a:defRPr sz="1052"/>
            </a:lvl4pPr>
            <a:lvl5pPr marL="2138599" indent="0">
              <a:buNone/>
              <a:defRPr sz="1052"/>
            </a:lvl5pPr>
            <a:lvl6pPr marL="2673248" indent="0">
              <a:buNone/>
              <a:defRPr sz="1052"/>
            </a:lvl6pPr>
            <a:lvl7pPr marL="3207898" indent="0">
              <a:buNone/>
              <a:defRPr sz="1052"/>
            </a:lvl7pPr>
            <a:lvl8pPr marL="3742548" indent="0">
              <a:buNone/>
              <a:defRPr sz="1052"/>
            </a:lvl8pPr>
            <a:lvl9pPr marL="4277197" indent="0">
              <a:buNone/>
              <a:defRPr sz="1052"/>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39400906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34293438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52715" y="302865"/>
            <a:ext cx="2406015" cy="6452932"/>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534670" y="302865"/>
            <a:ext cx="7039822" cy="645293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A06A48-4EB9-2C41-9849-9FDB674E928A}" type="slidenum">
              <a:rPr lang="en-US" smtClean="0"/>
              <a:pPr/>
              <a:t>‹#›</a:t>
            </a:fld>
            <a:endParaRPr lang="en-US"/>
          </a:p>
        </p:txBody>
      </p:sp>
    </p:spTree>
    <p:extLst>
      <p:ext uri="{BB962C8B-B14F-4D97-AF65-F5344CB8AC3E}">
        <p14:creationId xmlns:p14="http://schemas.microsoft.com/office/powerpoint/2010/main" val="3484579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8987824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08245985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4417C-2A90-F5CE-0B3A-2CD4A6C516DC}"/>
              </a:ext>
            </a:extLst>
          </p:cNvPr>
          <p:cNvSpPr>
            <a:spLocks noGrp="1"/>
          </p:cNvSpPr>
          <p:nvPr>
            <p:ph type="ctrTitle"/>
          </p:nvPr>
        </p:nvSpPr>
        <p:spPr>
          <a:xfrm>
            <a:off x="1336675" y="1237133"/>
            <a:ext cx="8020050" cy="2632992"/>
          </a:xfrm>
        </p:spPr>
        <p:txBody>
          <a:bodyPr anchor="b"/>
          <a:lstStyle>
            <a:lvl1pPr algn="l">
              <a:defRPr sz="7016"/>
            </a:lvl1pPr>
          </a:lstStyle>
          <a:p>
            <a:r>
              <a:rPr lang="en-GB"/>
              <a:t>Click to edit Master title style</a:t>
            </a:r>
            <a:endParaRPr lang="en-US"/>
          </a:p>
        </p:txBody>
      </p:sp>
      <p:sp>
        <p:nvSpPr>
          <p:cNvPr id="3" name="Subtitle 2">
            <a:extLst>
              <a:ext uri="{FF2B5EF4-FFF2-40B4-BE49-F238E27FC236}">
                <a16:creationId xmlns:a16="http://schemas.microsoft.com/office/drawing/2014/main" id="{541CEDB4-8055-5CCD-DD87-D2E492006086}"/>
              </a:ext>
            </a:extLst>
          </p:cNvPr>
          <p:cNvSpPr>
            <a:spLocks noGrp="1"/>
          </p:cNvSpPr>
          <p:nvPr>
            <p:ph type="subTitle" idx="1"/>
          </p:nvPr>
        </p:nvSpPr>
        <p:spPr>
          <a:xfrm>
            <a:off x="1336675" y="3972831"/>
            <a:ext cx="8020050" cy="1825355"/>
          </a:xfrm>
          <a:prstGeom prst="rect">
            <a:avLst/>
          </a:prstGeom>
        </p:spPr>
        <p:txBody>
          <a:bodyPr/>
          <a:lstStyle>
            <a:lvl1pPr marL="0" indent="0" algn="l">
              <a:buNone/>
              <a:defRPr sz="2807"/>
            </a:lvl1pPr>
            <a:lvl2pPr marL="534650" indent="0" algn="ctr">
              <a:buNone/>
              <a:defRPr sz="2339"/>
            </a:lvl2pPr>
            <a:lvl3pPr marL="1069299" indent="0" algn="ctr">
              <a:buNone/>
              <a:defRPr sz="2105"/>
            </a:lvl3pPr>
            <a:lvl4pPr marL="1603949" indent="0" algn="ctr">
              <a:buNone/>
              <a:defRPr sz="1871"/>
            </a:lvl4pPr>
            <a:lvl5pPr marL="2138599" indent="0" algn="ctr">
              <a:buNone/>
              <a:defRPr sz="1871"/>
            </a:lvl5pPr>
            <a:lvl6pPr marL="2673248" indent="0" algn="ctr">
              <a:buNone/>
              <a:defRPr sz="1871"/>
            </a:lvl6pPr>
            <a:lvl7pPr marL="3207898" indent="0" algn="ctr">
              <a:buNone/>
              <a:defRPr sz="1871"/>
            </a:lvl7pPr>
            <a:lvl8pPr marL="3742548" indent="0" algn="ctr">
              <a:buNone/>
              <a:defRPr sz="1871"/>
            </a:lvl8pPr>
            <a:lvl9pPr marL="4277197" indent="0" algn="ctr">
              <a:buNone/>
              <a:defRPr sz="1871"/>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D2A25D8-FC45-230F-BAAF-C7B889CCC481}"/>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8E4BC628-93D6-CFFE-31EB-675D672055CB}"/>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A0D8896-248E-A999-7FAB-965F2D2A1453}"/>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30528673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C0C88-B162-0BF3-0361-72260F92119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B0A7347-AE29-1F2D-8D26-CAAA994F50FA}"/>
              </a:ext>
            </a:extLst>
          </p:cNvPr>
          <p:cNvSpPr>
            <a:spLocks noGrp="1"/>
          </p:cNvSpPr>
          <p:nvPr>
            <p:ph idx="1"/>
          </p:nvPr>
        </p:nvSpPr>
        <p:spPr>
          <a:xfrm>
            <a:off x="735171" y="2014426"/>
            <a:ext cx="9223058" cy="4796807"/>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A6000CC-99A8-C131-7BF3-DA75E5B6C162}"/>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0DC8CB88-6934-9482-07D5-7876EAA4A206}"/>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30932B9-6AF2-518F-8242-0951F6114D02}"/>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30535176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8D1B8-AC63-F115-4165-46E548507EB1}"/>
              </a:ext>
            </a:extLst>
          </p:cNvPr>
          <p:cNvSpPr>
            <a:spLocks noGrp="1"/>
          </p:cNvSpPr>
          <p:nvPr>
            <p:ph type="title"/>
          </p:nvPr>
        </p:nvSpPr>
        <p:spPr>
          <a:xfrm>
            <a:off x="729602" y="1886044"/>
            <a:ext cx="9223058" cy="3146519"/>
          </a:xfrm>
        </p:spPr>
        <p:txBody>
          <a:bodyPr anchor="b"/>
          <a:lstStyle>
            <a:lvl1pPr>
              <a:defRPr sz="7016"/>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56F9F74-8A9E-79D2-DF72-E65A42B3C882}"/>
              </a:ext>
            </a:extLst>
          </p:cNvPr>
          <p:cNvSpPr>
            <a:spLocks noGrp="1"/>
          </p:cNvSpPr>
          <p:nvPr>
            <p:ph type="body" idx="1"/>
          </p:nvPr>
        </p:nvSpPr>
        <p:spPr>
          <a:xfrm>
            <a:off x="729602" y="5060574"/>
            <a:ext cx="9223058" cy="1654958"/>
          </a:xfrm>
          <a:prstGeom prst="rect">
            <a:avLst/>
          </a:prstGeom>
        </p:spPr>
        <p:txBody>
          <a:bodyPr/>
          <a:lstStyle>
            <a:lvl1pPr marL="0" indent="0">
              <a:buNone/>
              <a:defRPr sz="2807">
                <a:solidFill>
                  <a:schemeClr val="tx1">
                    <a:tint val="75000"/>
                  </a:schemeClr>
                </a:solidFill>
              </a:defRPr>
            </a:lvl1pPr>
            <a:lvl2pPr marL="534650" indent="0">
              <a:buNone/>
              <a:defRPr sz="2339">
                <a:solidFill>
                  <a:schemeClr val="tx1">
                    <a:tint val="75000"/>
                  </a:schemeClr>
                </a:solidFill>
              </a:defRPr>
            </a:lvl2pPr>
            <a:lvl3pPr marL="1069299" indent="0">
              <a:buNone/>
              <a:defRPr sz="2105">
                <a:solidFill>
                  <a:schemeClr val="tx1">
                    <a:tint val="75000"/>
                  </a:schemeClr>
                </a:solidFill>
              </a:defRPr>
            </a:lvl3pPr>
            <a:lvl4pPr marL="1603949" indent="0">
              <a:buNone/>
              <a:defRPr sz="1871">
                <a:solidFill>
                  <a:schemeClr val="tx1">
                    <a:tint val="75000"/>
                  </a:schemeClr>
                </a:solidFill>
              </a:defRPr>
            </a:lvl4pPr>
            <a:lvl5pPr marL="2138599" indent="0">
              <a:buNone/>
              <a:defRPr sz="1871">
                <a:solidFill>
                  <a:schemeClr val="tx1">
                    <a:tint val="75000"/>
                  </a:schemeClr>
                </a:solidFill>
              </a:defRPr>
            </a:lvl5pPr>
            <a:lvl6pPr marL="2673248" indent="0">
              <a:buNone/>
              <a:defRPr sz="1871">
                <a:solidFill>
                  <a:schemeClr val="tx1">
                    <a:tint val="75000"/>
                  </a:schemeClr>
                </a:solidFill>
              </a:defRPr>
            </a:lvl6pPr>
            <a:lvl7pPr marL="3207898" indent="0">
              <a:buNone/>
              <a:defRPr sz="1871">
                <a:solidFill>
                  <a:schemeClr val="tx1">
                    <a:tint val="75000"/>
                  </a:schemeClr>
                </a:solidFill>
              </a:defRPr>
            </a:lvl7pPr>
            <a:lvl8pPr marL="3742548" indent="0">
              <a:buNone/>
              <a:defRPr sz="1871">
                <a:solidFill>
                  <a:schemeClr val="tx1">
                    <a:tint val="75000"/>
                  </a:schemeClr>
                </a:solidFill>
              </a:defRPr>
            </a:lvl8pPr>
            <a:lvl9pPr marL="4277197" indent="0">
              <a:buNone/>
              <a:defRPr sz="1871">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0E9C2BF-D372-BD7D-7F4F-76F441C5AA51}"/>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2F5D33C5-E803-B4D5-D591-07A025C5F2A5}"/>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8A148CA-FB66-7200-FE96-40548C0EA8AF}"/>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305973109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C8B4-F8EB-68F8-4158-4EFF95C2780C}"/>
              </a:ext>
            </a:extLst>
          </p:cNvPr>
          <p:cNvSpPr>
            <a:spLocks noGrp="1"/>
          </p:cNvSpPr>
          <p:nvPr>
            <p:ph type="title"/>
          </p:nvPr>
        </p:nvSpPr>
        <p:spPr>
          <a:xfrm>
            <a:off x="735171" y="454006"/>
            <a:ext cx="9223058" cy="1461217"/>
          </a:xfr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F7E2B2D-BBF2-120A-CA37-BEBB1CA1A705}"/>
              </a:ext>
            </a:extLst>
          </p:cNvPr>
          <p:cNvSpPr>
            <a:spLocks noGrp="1"/>
          </p:cNvSpPr>
          <p:nvPr>
            <p:ph sz="half" idx="1"/>
          </p:nvPr>
        </p:nvSpPr>
        <p:spPr>
          <a:xfrm>
            <a:off x="735171" y="2014426"/>
            <a:ext cx="4522417" cy="4796807"/>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63FA3D7-3C83-858A-BFDF-1E259A9009E4}"/>
              </a:ext>
            </a:extLst>
          </p:cNvPr>
          <p:cNvSpPr>
            <a:spLocks noGrp="1"/>
          </p:cNvSpPr>
          <p:nvPr>
            <p:ph sz="half" idx="2"/>
          </p:nvPr>
        </p:nvSpPr>
        <p:spPr>
          <a:xfrm>
            <a:off x="5435812" y="2014426"/>
            <a:ext cx="4522417" cy="4796807"/>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79F2F15-441B-E9D8-8A5B-171B6E178261}"/>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78DB5969-9822-373C-6D6A-EA229BB168E6}"/>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095A342-C722-A4D8-AB12-C6580F9E750A}"/>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62507267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E8DF-56BF-AF91-0B06-651C207AC716}"/>
              </a:ext>
            </a:extLst>
          </p:cNvPr>
          <p:cNvSpPr>
            <a:spLocks noGrp="1"/>
          </p:cNvSpPr>
          <p:nvPr>
            <p:ph type="title"/>
          </p:nvPr>
        </p:nvSpPr>
        <p:spPr>
          <a:xfrm>
            <a:off x="737028" y="403820"/>
            <a:ext cx="9223058" cy="1461217"/>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69D81AA-CFEC-587A-EB67-A75EDB8B5432}"/>
              </a:ext>
            </a:extLst>
          </p:cNvPr>
          <p:cNvSpPr>
            <a:spLocks noGrp="1"/>
          </p:cNvSpPr>
          <p:nvPr>
            <p:ph type="body" idx="1"/>
          </p:nvPr>
        </p:nvSpPr>
        <p:spPr>
          <a:xfrm>
            <a:off x="737029" y="1853366"/>
            <a:ext cx="4524273" cy="910343"/>
          </a:xfrm>
          <a:prstGeom prst="rect">
            <a:avLst/>
          </a:prstGeom>
        </p:spPr>
        <p:txBody>
          <a:bodyPr anchor="b"/>
          <a:lstStyle>
            <a:lvl1pPr marL="0" indent="0">
              <a:buNone/>
              <a:defRPr sz="2807" b="1"/>
            </a:lvl1pPr>
            <a:lvl2pPr marL="534650" indent="0">
              <a:buNone/>
              <a:defRPr sz="2339" b="1"/>
            </a:lvl2pPr>
            <a:lvl3pPr marL="1069299" indent="0">
              <a:buNone/>
              <a:defRPr sz="2105" b="1"/>
            </a:lvl3pPr>
            <a:lvl4pPr marL="1603949" indent="0">
              <a:buNone/>
              <a:defRPr sz="1871" b="1"/>
            </a:lvl4pPr>
            <a:lvl5pPr marL="2138599" indent="0">
              <a:buNone/>
              <a:defRPr sz="1871" b="1"/>
            </a:lvl5pPr>
            <a:lvl6pPr marL="2673248" indent="0">
              <a:buNone/>
              <a:defRPr sz="1871" b="1"/>
            </a:lvl6pPr>
            <a:lvl7pPr marL="3207898" indent="0">
              <a:buNone/>
              <a:defRPr sz="1871" b="1"/>
            </a:lvl7pPr>
            <a:lvl8pPr marL="3742548" indent="0">
              <a:buNone/>
              <a:defRPr sz="1871" b="1"/>
            </a:lvl8pPr>
            <a:lvl9pPr marL="4277197" indent="0">
              <a:buNone/>
              <a:defRPr sz="1871" b="1"/>
            </a:lvl9pPr>
          </a:lstStyle>
          <a:p>
            <a:pPr lvl="0"/>
            <a:r>
              <a:rPr lang="en-GB"/>
              <a:t>Click to edit Master text styles</a:t>
            </a:r>
          </a:p>
        </p:txBody>
      </p:sp>
      <p:sp>
        <p:nvSpPr>
          <p:cNvPr id="4" name="Content Placeholder 3">
            <a:extLst>
              <a:ext uri="{FF2B5EF4-FFF2-40B4-BE49-F238E27FC236}">
                <a16:creationId xmlns:a16="http://schemas.microsoft.com/office/drawing/2014/main" id="{FB8B5F7E-0C55-5B12-EEB2-C929A4BC0576}"/>
              </a:ext>
            </a:extLst>
          </p:cNvPr>
          <p:cNvSpPr>
            <a:spLocks noGrp="1"/>
          </p:cNvSpPr>
          <p:nvPr>
            <p:ph sz="half" idx="2"/>
          </p:nvPr>
        </p:nvSpPr>
        <p:spPr>
          <a:xfrm>
            <a:off x="737029" y="2763708"/>
            <a:ext cx="4524273" cy="4061531"/>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1C49F57-2857-8012-4522-9D73A0AD5ADB}"/>
              </a:ext>
            </a:extLst>
          </p:cNvPr>
          <p:cNvSpPr>
            <a:spLocks noGrp="1"/>
          </p:cNvSpPr>
          <p:nvPr>
            <p:ph type="body" sz="quarter" idx="3"/>
          </p:nvPr>
        </p:nvSpPr>
        <p:spPr>
          <a:xfrm>
            <a:off x="5413534" y="1853366"/>
            <a:ext cx="4546552" cy="910343"/>
          </a:xfrm>
          <a:prstGeom prst="rect">
            <a:avLst/>
          </a:prstGeom>
        </p:spPr>
        <p:txBody>
          <a:bodyPr anchor="b"/>
          <a:lstStyle>
            <a:lvl1pPr marL="0" indent="0">
              <a:buNone/>
              <a:defRPr sz="2807" b="1"/>
            </a:lvl1pPr>
            <a:lvl2pPr marL="534650" indent="0">
              <a:buNone/>
              <a:defRPr sz="2339" b="1"/>
            </a:lvl2pPr>
            <a:lvl3pPr marL="1069299" indent="0">
              <a:buNone/>
              <a:defRPr sz="2105" b="1"/>
            </a:lvl3pPr>
            <a:lvl4pPr marL="1603949" indent="0">
              <a:buNone/>
              <a:defRPr sz="1871" b="1"/>
            </a:lvl4pPr>
            <a:lvl5pPr marL="2138599" indent="0">
              <a:buNone/>
              <a:defRPr sz="1871" b="1"/>
            </a:lvl5pPr>
            <a:lvl6pPr marL="2673248" indent="0">
              <a:buNone/>
              <a:defRPr sz="1871" b="1"/>
            </a:lvl6pPr>
            <a:lvl7pPr marL="3207898" indent="0">
              <a:buNone/>
              <a:defRPr sz="1871" b="1"/>
            </a:lvl7pPr>
            <a:lvl8pPr marL="3742548" indent="0">
              <a:buNone/>
              <a:defRPr sz="1871" b="1"/>
            </a:lvl8pPr>
            <a:lvl9pPr marL="4277197" indent="0">
              <a:buNone/>
              <a:defRPr sz="1871" b="1"/>
            </a:lvl9pPr>
          </a:lstStyle>
          <a:p>
            <a:pPr lvl="0"/>
            <a:r>
              <a:rPr lang="en-GB"/>
              <a:t>Click to edit Master text styles</a:t>
            </a:r>
          </a:p>
        </p:txBody>
      </p:sp>
      <p:sp>
        <p:nvSpPr>
          <p:cNvPr id="6" name="Content Placeholder 5">
            <a:extLst>
              <a:ext uri="{FF2B5EF4-FFF2-40B4-BE49-F238E27FC236}">
                <a16:creationId xmlns:a16="http://schemas.microsoft.com/office/drawing/2014/main" id="{3519AF5B-BA06-6C05-DDE4-DDD7B9894063}"/>
              </a:ext>
            </a:extLst>
          </p:cNvPr>
          <p:cNvSpPr>
            <a:spLocks noGrp="1"/>
          </p:cNvSpPr>
          <p:nvPr>
            <p:ph sz="quarter" idx="4"/>
          </p:nvPr>
        </p:nvSpPr>
        <p:spPr>
          <a:xfrm>
            <a:off x="5413534" y="2763708"/>
            <a:ext cx="4546552" cy="4061531"/>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93085D3-134B-9009-8C03-036C9336628A}"/>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04ADAAB6-FBB1-FEC8-0898-F756F73ABAD0}"/>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3BD1A263-1AC1-FAA2-7E31-EC9FF36FC67A}"/>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39291902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4D0E5-68A9-8B82-06C6-0B25C21E7C4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9DB70AA-2CAF-41A8-3187-0E75768D770E}"/>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8CC04B93-F5F2-2506-1FFC-388DD55B469E}"/>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5C9B4076-8AD3-C968-A2F0-CDE1D734625B}"/>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2086467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15CFAA-6E36-4A2C-37EB-F90D5201DD6B}"/>
              </a:ext>
            </a:extLst>
          </p:cNvPr>
          <p:cNvSpPr>
            <a:spLocks noGrp="1"/>
          </p:cNvSpPr>
          <p:nvPr>
            <p:ph type="title"/>
          </p:nvPr>
        </p:nvSpPr>
        <p:spPr/>
        <p:txBody>
          <a:bodyPr/>
          <a:lstStyle/>
          <a:p>
            <a:r>
              <a:rPr lang="en-GB"/>
              <a:t>Click to edit Master title style</a:t>
            </a:r>
            <a:endParaRPr lang="en-US"/>
          </a:p>
        </p:txBody>
      </p:sp>
      <p:sp>
        <p:nvSpPr>
          <p:cNvPr id="7" name="Text Placeholder 6">
            <a:extLst>
              <a:ext uri="{FF2B5EF4-FFF2-40B4-BE49-F238E27FC236}">
                <a16:creationId xmlns:a16="http://schemas.microsoft.com/office/drawing/2014/main" id="{F6C55953-6E13-67BB-FBEB-54FD8BB6E03A}"/>
              </a:ext>
            </a:extLst>
          </p:cNvPr>
          <p:cNvSpPr>
            <a:spLocks noGrp="1"/>
          </p:cNvSpPr>
          <p:nvPr>
            <p:ph type="body" sz="quarter" idx="10"/>
          </p:nvPr>
        </p:nvSpPr>
        <p:spPr>
          <a:xfrm>
            <a:off x="735171" y="3456970"/>
            <a:ext cx="9223058" cy="2791719"/>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5480944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2D3BA-D41F-D7F5-8124-ADECF44D0299}"/>
              </a:ext>
            </a:extLst>
          </p:cNvPr>
          <p:cNvSpPr>
            <a:spLocks noGrp="1"/>
          </p:cNvSpPr>
          <p:nvPr>
            <p:ph type="title"/>
          </p:nvPr>
        </p:nvSpPr>
        <p:spPr>
          <a:xfrm>
            <a:off x="737029" y="504190"/>
            <a:ext cx="3449364" cy="1764665"/>
          </a:xfrm>
        </p:spPr>
        <p:txBody>
          <a:bodyPr anchor="b"/>
          <a:lstStyle>
            <a:lvl1pPr>
              <a:defRPr sz="3742"/>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F39CF27-1325-6AF8-E022-7132EB423704}"/>
              </a:ext>
            </a:extLst>
          </p:cNvPr>
          <p:cNvSpPr>
            <a:spLocks noGrp="1"/>
          </p:cNvSpPr>
          <p:nvPr>
            <p:ph idx="1"/>
          </p:nvPr>
        </p:nvSpPr>
        <p:spPr>
          <a:xfrm>
            <a:off x="4546552" y="1090079"/>
            <a:ext cx="5413534" cy="5373358"/>
          </a:xfrm>
          <a:prstGeom prst="rect">
            <a:avLst/>
          </a:prstGeom>
        </p:spPr>
        <p:txBody>
          <a:bodyPr/>
          <a:lstStyle>
            <a:lvl1pPr>
              <a:defRPr sz="3742"/>
            </a:lvl1pPr>
            <a:lvl2pPr>
              <a:defRPr sz="3274"/>
            </a:lvl2pPr>
            <a:lvl3pPr>
              <a:defRPr sz="2807"/>
            </a:lvl3pPr>
            <a:lvl4pPr>
              <a:defRPr sz="2339"/>
            </a:lvl4pPr>
            <a:lvl5pPr>
              <a:defRPr sz="2339"/>
            </a:lvl5pPr>
            <a:lvl6pPr>
              <a:defRPr sz="2339"/>
            </a:lvl6pPr>
            <a:lvl7pPr>
              <a:defRPr sz="2339"/>
            </a:lvl7pPr>
            <a:lvl8pPr>
              <a:defRPr sz="2339"/>
            </a:lvl8pPr>
            <a:lvl9pPr>
              <a:defRPr sz="2339"/>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A09AC32-89D3-98F9-5639-06BBBDE123B8}"/>
              </a:ext>
            </a:extLst>
          </p:cNvPr>
          <p:cNvSpPr>
            <a:spLocks noGrp="1"/>
          </p:cNvSpPr>
          <p:nvPr>
            <p:ph type="body" sz="half" idx="2"/>
          </p:nvPr>
        </p:nvSpPr>
        <p:spPr>
          <a:xfrm>
            <a:off x="737029" y="2268855"/>
            <a:ext cx="3449364" cy="4203918"/>
          </a:xfrm>
          <a:prstGeom prst="rect">
            <a:avLst/>
          </a:prstGeom>
        </p:spPr>
        <p:txBody>
          <a:bodyPr/>
          <a:lstStyle>
            <a:lvl1pPr marL="0" indent="0">
              <a:buNone/>
              <a:defRPr sz="1871"/>
            </a:lvl1pPr>
            <a:lvl2pPr marL="534650" indent="0">
              <a:buNone/>
              <a:defRPr sz="1637"/>
            </a:lvl2pPr>
            <a:lvl3pPr marL="1069299" indent="0">
              <a:buNone/>
              <a:defRPr sz="1403"/>
            </a:lvl3pPr>
            <a:lvl4pPr marL="1603949" indent="0">
              <a:buNone/>
              <a:defRPr sz="1169"/>
            </a:lvl4pPr>
            <a:lvl5pPr marL="2138599" indent="0">
              <a:buNone/>
              <a:defRPr sz="1169"/>
            </a:lvl5pPr>
            <a:lvl6pPr marL="2673248" indent="0">
              <a:buNone/>
              <a:defRPr sz="1169"/>
            </a:lvl6pPr>
            <a:lvl7pPr marL="3207898" indent="0">
              <a:buNone/>
              <a:defRPr sz="1169"/>
            </a:lvl7pPr>
            <a:lvl8pPr marL="3742548" indent="0">
              <a:buNone/>
              <a:defRPr sz="1169"/>
            </a:lvl8pPr>
            <a:lvl9pPr marL="4277197" indent="0">
              <a:buNone/>
              <a:defRPr sz="1169"/>
            </a:lvl9pPr>
          </a:lstStyle>
          <a:p>
            <a:pPr lvl="0"/>
            <a:r>
              <a:rPr lang="en-GB"/>
              <a:t>Click to edit Master text styles</a:t>
            </a:r>
          </a:p>
        </p:txBody>
      </p:sp>
      <p:sp>
        <p:nvSpPr>
          <p:cNvPr id="5" name="Date Placeholder 4">
            <a:extLst>
              <a:ext uri="{FF2B5EF4-FFF2-40B4-BE49-F238E27FC236}">
                <a16:creationId xmlns:a16="http://schemas.microsoft.com/office/drawing/2014/main" id="{E94A9781-72F4-C6CD-A779-CAE1A1B63F87}"/>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25267623-E412-E791-D89E-8E21C7A34388}"/>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67CA0EA-B805-68FA-D443-2C8D039AAA1E}"/>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25106844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B6FB8-3D61-2BD6-986C-152A8BCD445B}"/>
              </a:ext>
            </a:extLst>
          </p:cNvPr>
          <p:cNvSpPr>
            <a:spLocks noGrp="1"/>
          </p:cNvSpPr>
          <p:nvPr>
            <p:ph type="title"/>
          </p:nvPr>
        </p:nvSpPr>
        <p:spPr>
          <a:xfrm>
            <a:off x="737029" y="504190"/>
            <a:ext cx="3449364" cy="1764665"/>
          </a:xfrm>
        </p:spPr>
        <p:txBody>
          <a:bodyPr anchor="b"/>
          <a:lstStyle>
            <a:lvl1pPr>
              <a:defRPr sz="3742"/>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3F85B45-526F-A9C6-5FF0-E7D3B32EA109}"/>
              </a:ext>
            </a:extLst>
          </p:cNvPr>
          <p:cNvSpPr>
            <a:spLocks noGrp="1"/>
          </p:cNvSpPr>
          <p:nvPr>
            <p:ph type="pic" idx="1"/>
          </p:nvPr>
        </p:nvSpPr>
        <p:spPr>
          <a:xfrm>
            <a:off x="4546552" y="1090079"/>
            <a:ext cx="5413534" cy="5373358"/>
          </a:xfrm>
          <a:prstGeom prst="rect">
            <a:avLst/>
          </a:prstGeom>
        </p:spPr>
        <p:txBody>
          <a:bodyPr/>
          <a:lstStyle>
            <a:lvl1pPr marL="0" indent="0">
              <a:buNone/>
              <a:defRPr sz="3742"/>
            </a:lvl1pPr>
            <a:lvl2pPr marL="534650" indent="0">
              <a:buNone/>
              <a:defRPr sz="3274"/>
            </a:lvl2pPr>
            <a:lvl3pPr marL="1069299" indent="0">
              <a:buNone/>
              <a:defRPr sz="2807"/>
            </a:lvl3pPr>
            <a:lvl4pPr marL="1603949" indent="0">
              <a:buNone/>
              <a:defRPr sz="2339"/>
            </a:lvl4pPr>
            <a:lvl5pPr marL="2138599" indent="0">
              <a:buNone/>
              <a:defRPr sz="2339"/>
            </a:lvl5pPr>
            <a:lvl6pPr marL="2673248" indent="0">
              <a:buNone/>
              <a:defRPr sz="2339"/>
            </a:lvl6pPr>
            <a:lvl7pPr marL="3207898" indent="0">
              <a:buNone/>
              <a:defRPr sz="2339"/>
            </a:lvl7pPr>
            <a:lvl8pPr marL="3742548" indent="0">
              <a:buNone/>
              <a:defRPr sz="2339"/>
            </a:lvl8pPr>
            <a:lvl9pPr marL="4277197" indent="0">
              <a:buNone/>
              <a:defRPr sz="2339"/>
            </a:lvl9pPr>
          </a:lstStyle>
          <a:p>
            <a:endParaRPr lang="en-US"/>
          </a:p>
        </p:txBody>
      </p:sp>
      <p:sp>
        <p:nvSpPr>
          <p:cNvPr id="4" name="Text Placeholder 3">
            <a:extLst>
              <a:ext uri="{FF2B5EF4-FFF2-40B4-BE49-F238E27FC236}">
                <a16:creationId xmlns:a16="http://schemas.microsoft.com/office/drawing/2014/main" id="{26855749-24D6-7B1A-5315-A08CAEB8DCC7}"/>
              </a:ext>
            </a:extLst>
          </p:cNvPr>
          <p:cNvSpPr>
            <a:spLocks noGrp="1"/>
          </p:cNvSpPr>
          <p:nvPr>
            <p:ph type="body" sz="half" idx="2"/>
          </p:nvPr>
        </p:nvSpPr>
        <p:spPr>
          <a:xfrm>
            <a:off x="737029" y="2268855"/>
            <a:ext cx="3449364" cy="4203918"/>
          </a:xfrm>
          <a:prstGeom prst="rect">
            <a:avLst/>
          </a:prstGeom>
        </p:spPr>
        <p:txBody>
          <a:bodyPr/>
          <a:lstStyle>
            <a:lvl1pPr marL="0" indent="0">
              <a:buNone/>
              <a:defRPr sz="1871"/>
            </a:lvl1pPr>
            <a:lvl2pPr marL="534650" indent="0">
              <a:buNone/>
              <a:defRPr sz="1637"/>
            </a:lvl2pPr>
            <a:lvl3pPr marL="1069299" indent="0">
              <a:buNone/>
              <a:defRPr sz="1403"/>
            </a:lvl3pPr>
            <a:lvl4pPr marL="1603949" indent="0">
              <a:buNone/>
              <a:defRPr sz="1169"/>
            </a:lvl4pPr>
            <a:lvl5pPr marL="2138599" indent="0">
              <a:buNone/>
              <a:defRPr sz="1169"/>
            </a:lvl5pPr>
            <a:lvl6pPr marL="2673248" indent="0">
              <a:buNone/>
              <a:defRPr sz="1169"/>
            </a:lvl6pPr>
            <a:lvl7pPr marL="3207898" indent="0">
              <a:buNone/>
              <a:defRPr sz="1169"/>
            </a:lvl7pPr>
            <a:lvl8pPr marL="3742548" indent="0">
              <a:buNone/>
              <a:defRPr sz="1169"/>
            </a:lvl8pPr>
            <a:lvl9pPr marL="4277197" indent="0">
              <a:buNone/>
              <a:defRPr sz="1169"/>
            </a:lvl9pPr>
          </a:lstStyle>
          <a:p>
            <a:pPr lvl="0"/>
            <a:r>
              <a:rPr lang="en-GB"/>
              <a:t>Click to edit Master text styles</a:t>
            </a:r>
          </a:p>
        </p:txBody>
      </p:sp>
      <p:sp>
        <p:nvSpPr>
          <p:cNvPr id="5" name="Date Placeholder 4">
            <a:extLst>
              <a:ext uri="{FF2B5EF4-FFF2-40B4-BE49-F238E27FC236}">
                <a16:creationId xmlns:a16="http://schemas.microsoft.com/office/drawing/2014/main" id="{3ACEF18C-6983-848D-DB23-A6F851099F12}"/>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A7868207-9B44-E639-68E9-E9EE80A0D26A}"/>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82B671-26DF-B986-3516-E5E2BD6F9653}"/>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3274448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E07A1-4541-779E-4539-80108302D8E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62DA2BE-3B8C-3E42-202D-7278FA5B1D2D}"/>
              </a:ext>
            </a:extLst>
          </p:cNvPr>
          <p:cNvSpPr>
            <a:spLocks noGrp="1"/>
          </p:cNvSpPr>
          <p:nvPr>
            <p:ph type="body" orient="vert" idx="1"/>
          </p:nvPr>
        </p:nvSpPr>
        <p:spPr>
          <a:xfrm>
            <a:off x="735171" y="2014426"/>
            <a:ext cx="9223058" cy="4796807"/>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C52561B-6874-E860-3E8C-43BA736921D9}"/>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8023F409-2E9C-2A96-ECFA-F9421F24895A}"/>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269F3AD-6F56-A147-8B0A-5F43D39E4C7A}"/>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19418433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A19164-9741-0766-0850-BDBBCDCAC1A1}"/>
              </a:ext>
            </a:extLst>
          </p:cNvPr>
          <p:cNvSpPr>
            <a:spLocks noGrp="1"/>
          </p:cNvSpPr>
          <p:nvPr>
            <p:ph type="title" orient="vert"/>
          </p:nvPr>
        </p:nvSpPr>
        <p:spPr>
          <a:xfrm>
            <a:off x="7652465" y="403820"/>
            <a:ext cx="2305764" cy="6407414"/>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974D4B1-EAF5-90EE-1048-8CD33AD3492E}"/>
              </a:ext>
            </a:extLst>
          </p:cNvPr>
          <p:cNvSpPr>
            <a:spLocks noGrp="1"/>
          </p:cNvSpPr>
          <p:nvPr>
            <p:ph type="body" orient="vert" idx="1"/>
          </p:nvPr>
        </p:nvSpPr>
        <p:spPr>
          <a:xfrm>
            <a:off x="735172" y="403820"/>
            <a:ext cx="6739070" cy="6407414"/>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BFF2955-9F48-57FE-6D98-11537DB9E6A0}"/>
              </a:ext>
            </a:extLst>
          </p:cNvPr>
          <p:cNvSpPr>
            <a:spLocks noGrp="1"/>
          </p:cNvSpPr>
          <p:nvPr>
            <p:ph type="dt" sz="half" idx="10"/>
          </p:nvPr>
        </p:nvSpPr>
        <p:spPr>
          <a:xfrm>
            <a:off x="735171" y="7009643"/>
            <a:ext cx="2406015" cy="403818"/>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221D0E6B-E62A-DA15-7298-F45DA4619380}"/>
              </a:ext>
            </a:extLst>
          </p:cNvPr>
          <p:cNvSpPr>
            <a:spLocks noGrp="1"/>
          </p:cNvSpPr>
          <p:nvPr>
            <p:ph type="ftr" sz="quarter" idx="11"/>
          </p:nvPr>
        </p:nvSpPr>
        <p:spPr>
          <a:xfrm>
            <a:off x="3542189" y="7009643"/>
            <a:ext cx="3609023" cy="40381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C065944-E3A1-78DB-8291-286E2CA2A4BE}"/>
              </a:ext>
            </a:extLst>
          </p:cNvPr>
          <p:cNvSpPr>
            <a:spLocks noGrp="1"/>
          </p:cNvSpPr>
          <p:nvPr>
            <p:ph type="sldNum" sz="quarter" idx="12"/>
          </p:nvPr>
        </p:nvSpPr>
        <p:spPr>
          <a:xfrm>
            <a:off x="7552214" y="7009643"/>
            <a:ext cx="2406015" cy="403818"/>
          </a:xfrm>
          <a:prstGeom prst="rect">
            <a:avLst/>
          </a:prstGeom>
        </p:spPr>
        <p:txBody>
          <a:bodyPr/>
          <a:lstStyle/>
          <a:p>
            <a:fld id="{FD1F14BD-9734-8E4F-B846-5E33B82F409E}" type="slidenum">
              <a:rPr lang="en-US" smtClean="0"/>
              <a:t>‹#›</a:t>
            </a:fld>
            <a:endParaRPr lang="en-US"/>
          </a:p>
        </p:txBody>
      </p:sp>
    </p:spTree>
    <p:extLst>
      <p:ext uri="{BB962C8B-B14F-4D97-AF65-F5344CB8AC3E}">
        <p14:creationId xmlns:p14="http://schemas.microsoft.com/office/powerpoint/2010/main" val="3461715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theme" Target="../theme/theme2.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theme" Target="../theme/theme3.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AFB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0A642-ABE6-FE0E-2BD1-AB0BC48CE28E}"/>
              </a:ext>
            </a:extLst>
          </p:cNvPr>
          <p:cNvSpPr>
            <a:spLocks noGrp="1"/>
          </p:cNvSpPr>
          <p:nvPr>
            <p:ph type="title"/>
          </p:nvPr>
        </p:nvSpPr>
        <p:spPr>
          <a:xfrm>
            <a:off x="735171" y="402652"/>
            <a:ext cx="9223058" cy="1461801"/>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E9047573-978D-7FA9-0D26-40779E9769A3}"/>
              </a:ext>
            </a:extLst>
          </p:cNvPr>
          <p:cNvSpPr>
            <a:spLocks noGrp="1"/>
          </p:cNvSpPr>
          <p:nvPr>
            <p:ph type="body" idx="1"/>
          </p:nvPr>
        </p:nvSpPr>
        <p:spPr>
          <a:xfrm>
            <a:off x="735171" y="2013259"/>
            <a:ext cx="9223058" cy="479855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56631032-3BBA-DDD8-39F1-68FB671B8D3D}"/>
              </a:ext>
            </a:extLst>
          </p:cNvPr>
          <p:cNvSpPr>
            <a:spLocks noGrp="1"/>
          </p:cNvSpPr>
          <p:nvPr>
            <p:ph type="dt" sz="half" idx="2"/>
          </p:nvPr>
        </p:nvSpPr>
        <p:spPr>
          <a:xfrm>
            <a:off x="735171" y="7044819"/>
            <a:ext cx="2406015" cy="402652"/>
          </a:xfrm>
          <a:prstGeom prst="rect">
            <a:avLst/>
          </a:prstGeom>
        </p:spPr>
        <p:txBody>
          <a:bodyPr vert="horz" lIns="91440" tIns="45720" rIns="91440" bIns="45720" rtlCol="0" anchor="ctr"/>
          <a:lstStyle>
            <a:lvl1pPr algn="l">
              <a:defRPr sz="1053">
                <a:solidFill>
                  <a:schemeClr val="bg1"/>
                </a:solidFill>
              </a:defRPr>
            </a:lvl1pPr>
          </a:lstStyle>
          <a:p>
            <a:endParaRPr lang="en-GB" dirty="0"/>
          </a:p>
        </p:txBody>
      </p:sp>
      <p:sp>
        <p:nvSpPr>
          <p:cNvPr id="5" name="Footer Placeholder 4">
            <a:extLst>
              <a:ext uri="{FF2B5EF4-FFF2-40B4-BE49-F238E27FC236}">
                <a16:creationId xmlns:a16="http://schemas.microsoft.com/office/drawing/2014/main" id="{B8C0B08B-CD62-82DF-7BC9-CCDE7E5B639E}"/>
              </a:ext>
            </a:extLst>
          </p:cNvPr>
          <p:cNvSpPr>
            <a:spLocks noGrp="1"/>
          </p:cNvSpPr>
          <p:nvPr>
            <p:ph type="ftr" sz="quarter" idx="3"/>
          </p:nvPr>
        </p:nvSpPr>
        <p:spPr>
          <a:xfrm>
            <a:off x="3542189" y="7044819"/>
            <a:ext cx="3609023" cy="402652"/>
          </a:xfrm>
          <a:prstGeom prst="rect">
            <a:avLst/>
          </a:prstGeom>
        </p:spPr>
        <p:txBody>
          <a:bodyPr vert="horz" lIns="91440" tIns="45720" rIns="91440" bIns="45720" rtlCol="0" anchor="ctr"/>
          <a:lstStyle>
            <a:lvl1pPr algn="ctr">
              <a:defRPr sz="1053">
                <a:solidFill>
                  <a:schemeClr val="bg1"/>
                </a:solidFill>
              </a:defRPr>
            </a:lvl1pPr>
          </a:lstStyle>
          <a:p>
            <a:endParaRPr lang="en-GB"/>
          </a:p>
        </p:txBody>
      </p:sp>
      <p:sp>
        <p:nvSpPr>
          <p:cNvPr id="6" name="Slide Number Placeholder 5">
            <a:extLst>
              <a:ext uri="{FF2B5EF4-FFF2-40B4-BE49-F238E27FC236}">
                <a16:creationId xmlns:a16="http://schemas.microsoft.com/office/drawing/2014/main" id="{02D453A8-267C-532B-1CCE-A59D105FDAE1}"/>
              </a:ext>
            </a:extLst>
          </p:cNvPr>
          <p:cNvSpPr>
            <a:spLocks noGrp="1"/>
          </p:cNvSpPr>
          <p:nvPr>
            <p:ph type="sldNum" sz="quarter" idx="4"/>
          </p:nvPr>
        </p:nvSpPr>
        <p:spPr>
          <a:xfrm>
            <a:off x="7552214" y="7044819"/>
            <a:ext cx="2406015" cy="402652"/>
          </a:xfrm>
          <a:prstGeom prst="rect">
            <a:avLst/>
          </a:prstGeom>
        </p:spPr>
        <p:txBody>
          <a:bodyPr vert="horz" lIns="91440" tIns="45720" rIns="91440" bIns="45720" rtlCol="0" anchor="ctr"/>
          <a:lstStyle>
            <a:lvl1pPr algn="r">
              <a:defRPr sz="1403" b="1">
                <a:solidFill>
                  <a:schemeClr val="bg1"/>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94556375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731" r:id="rId27"/>
  </p:sldLayoutIdLst>
  <p:hf hdr="0" ftr="0" dt="0"/>
  <p:txStyles>
    <p:titleStyle>
      <a:lvl1pPr algn="l" defTabSz="802020" rtl="0" eaLnBrk="1" latinLnBrk="0" hangingPunct="1">
        <a:lnSpc>
          <a:spcPct val="90000"/>
        </a:lnSpc>
        <a:spcBef>
          <a:spcPct val="0"/>
        </a:spcBef>
        <a:buNone/>
        <a:defRPr sz="3859" b="1" kern="1200">
          <a:solidFill>
            <a:srgbClr val="004C6C"/>
          </a:solidFill>
          <a:latin typeface="+mj-lt"/>
          <a:ea typeface="+mj-ea"/>
          <a:cs typeface="+mj-cs"/>
        </a:defRPr>
      </a:lvl1pPr>
    </p:titleStyle>
    <p:bodyStyle>
      <a:lvl1pPr marL="200505" indent="-200505" algn="l" defTabSz="802020" rtl="0" eaLnBrk="1" latinLnBrk="0" hangingPunct="1">
        <a:lnSpc>
          <a:spcPct val="150000"/>
        </a:lnSpc>
        <a:spcBef>
          <a:spcPts val="877"/>
        </a:spcBef>
        <a:buFont typeface="Arial" panose="020B0604020202020204" pitchFamily="34" charset="0"/>
        <a:buChar char="•"/>
        <a:defRPr sz="2456" kern="1200">
          <a:solidFill>
            <a:schemeClr val="tx1"/>
          </a:solidFill>
          <a:latin typeface="+mn-lt"/>
          <a:ea typeface="+mn-ea"/>
          <a:cs typeface="+mn-cs"/>
        </a:defRPr>
      </a:lvl1pPr>
      <a:lvl2pPr marL="601515" indent="-200505" algn="l" defTabSz="802020" rtl="0" eaLnBrk="1" latinLnBrk="0" hangingPunct="1">
        <a:lnSpc>
          <a:spcPct val="150000"/>
        </a:lnSpc>
        <a:spcBef>
          <a:spcPts val="439"/>
        </a:spcBef>
        <a:buFont typeface="Arial" panose="020B0604020202020204" pitchFamily="34" charset="0"/>
        <a:buChar char="•"/>
        <a:defRPr sz="2456" kern="1200">
          <a:solidFill>
            <a:schemeClr val="tx1"/>
          </a:solidFill>
          <a:latin typeface="+mn-lt"/>
          <a:ea typeface="+mn-ea"/>
          <a:cs typeface="+mn-cs"/>
        </a:defRPr>
      </a:lvl2pPr>
      <a:lvl3pPr marL="1002525" indent="-200505" algn="l" defTabSz="802020" rtl="0" eaLnBrk="1" latinLnBrk="0" hangingPunct="1">
        <a:lnSpc>
          <a:spcPct val="150000"/>
        </a:lnSpc>
        <a:spcBef>
          <a:spcPts val="439"/>
        </a:spcBef>
        <a:buFont typeface="Arial" panose="020B0604020202020204" pitchFamily="34" charset="0"/>
        <a:buChar char="•"/>
        <a:defRPr sz="2105" kern="1200">
          <a:solidFill>
            <a:schemeClr val="tx1"/>
          </a:solidFill>
          <a:latin typeface="+mn-lt"/>
          <a:ea typeface="+mn-ea"/>
          <a:cs typeface="+mn-cs"/>
        </a:defRPr>
      </a:lvl3pPr>
      <a:lvl4pPr marL="1403535" indent="-200505" algn="l" defTabSz="802020" rtl="0" eaLnBrk="1" latinLnBrk="0" hangingPunct="1">
        <a:lnSpc>
          <a:spcPct val="150000"/>
        </a:lnSpc>
        <a:spcBef>
          <a:spcPts val="439"/>
        </a:spcBef>
        <a:buFont typeface="Arial" panose="020B0604020202020204" pitchFamily="34" charset="0"/>
        <a:buChar char="•"/>
        <a:defRPr sz="1754" kern="1200">
          <a:solidFill>
            <a:schemeClr val="tx1"/>
          </a:solidFill>
          <a:latin typeface="+mn-lt"/>
          <a:ea typeface="+mn-ea"/>
          <a:cs typeface="+mn-cs"/>
        </a:defRPr>
      </a:lvl4pPr>
      <a:lvl5pPr marL="1804546" indent="-200505" algn="l" defTabSz="802020" rtl="0" eaLnBrk="1" latinLnBrk="0" hangingPunct="1">
        <a:lnSpc>
          <a:spcPct val="150000"/>
        </a:lnSpc>
        <a:spcBef>
          <a:spcPts val="439"/>
        </a:spcBef>
        <a:buFont typeface="Arial" panose="020B0604020202020204" pitchFamily="34" charset="0"/>
        <a:buChar char="•"/>
        <a:defRPr sz="1754" kern="1200">
          <a:solidFill>
            <a:schemeClr val="tx1"/>
          </a:solidFill>
          <a:latin typeface="+mn-lt"/>
          <a:ea typeface="+mn-ea"/>
          <a:cs typeface="+mn-cs"/>
        </a:defRPr>
      </a:lvl5pPr>
      <a:lvl6pPr marL="220555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6pPr>
      <a:lvl7pPr marL="260656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7pPr>
      <a:lvl8pPr marL="300757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8pPr>
      <a:lvl9pPr marL="3408586" indent="-200505" algn="l" defTabSz="802020" rtl="0" eaLnBrk="1" latinLnBrk="0" hangingPunct="1">
        <a:lnSpc>
          <a:spcPct val="90000"/>
        </a:lnSpc>
        <a:spcBef>
          <a:spcPts val="439"/>
        </a:spcBef>
        <a:buFont typeface="Arial" panose="020B0604020202020204" pitchFamily="34" charset="0"/>
        <a:buChar char="•"/>
        <a:defRPr sz="1579" kern="1200">
          <a:solidFill>
            <a:schemeClr val="tx1"/>
          </a:solidFill>
          <a:latin typeface="+mn-lt"/>
          <a:ea typeface="+mn-ea"/>
          <a:cs typeface="+mn-cs"/>
        </a:defRPr>
      </a:lvl9pPr>
    </p:bodyStyle>
    <p:otherStyle>
      <a:defPPr>
        <a:defRPr lang="en-US"/>
      </a:defPPr>
      <a:lvl1pPr marL="0" algn="l" defTabSz="802020" rtl="0" eaLnBrk="1" latinLnBrk="0" hangingPunct="1">
        <a:defRPr sz="1579" kern="1200">
          <a:solidFill>
            <a:schemeClr val="tx1"/>
          </a:solidFill>
          <a:latin typeface="+mn-lt"/>
          <a:ea typeface="+mn-ea"/>
          <a:cs typeface="+mn-cs"/>
        </a:defRPr>
      </a:lvl1pPr>
      <a:lvl2pPr marL="401010" algn="l" defTabSz="802020" rtl="0" eaLnBrk="1" latinLnBrk="0" hangingPunct="1">
        <a:defRPr sz="1579" kern="1200">
          <a:solidFill>
            <a:schemeClr val="tx1"/>
          </a:solidFill>
          <a:latin typeface="+mn-lt"/>
          <a:ea typeface="+mn-ea"/>
          <a:cs typeface="+mn-cs"/>
        </a:defRPr>
      </a:lvl2pPr>
      <a:lvl3pPr marL="802020" algn="l" defTabSz="802020" rtl="0" eaLnBrk="1" latinLnBrk="0" hangingPunct="1">
        <a:defRPr sz="1579" kern="1200">
          <a:solidFill>
            <a:schemeClr val="tx1"/>
          </a:solidFill>
          <a:latin typeface="+mn-lt"/>
          <a:ea typeface="+mn-ea"/>
          <a:cs typeface="+mn-cs"/>
        </a:defRPr>
      </a:lvl3pPr>
      <a:lvl4pPr marL="1203030" algn="l" defTabSz="802020" rtl="0" eaLnBrk="1" latinLnBrk="0" hangingPunct="1">
        <a:defRPr sz="1579" kern="1200">
          <a:solidFill>
            <a:schemeClr val="tx1"/>
          </a:solidFill>
          <a:latin typeface="+mn-lt"/>
          <a:ea typeface="+mn-ea"/>
          <a:cs typeface="+mn-cs"/>
        </a:defRPr>
      </a:lvl4pPr>
      <a:lvl5pPr marL="1604040" algn="l" defTabSz="802020" rtl="0" eaLnBrk="1" latinLnBrk="0" hangingPunct="1">
        <a:defRPr sz="1579" kern="1200">
          <a:solidFill>
            <a:schemeClr val="tx1"/>
          </a:solidFill>
          <a:latin typeface="+mn-lt"/>
          <a:ea typeface="+mn-ea"/>
          <a:cs typeface="+mn-cs"/>
        </a:defRPr>
      </a:lvl5pPr>
      <a:lvl6pPr marL="2005051" algn="l" defTabSz="802020" rtl="0" eaLnBrk="1" latinLnBrk="0" hangingPunct="1">
        <a:defRPr sz="1579" kern="1200">
          <a:solidFill>
            <a:schemeClr val="tx1"/>
          </a:solidFill>
          <a:latin typeface="+mn-lt"/>
          <a:ea typeface="+mn-ea"/>
          <a:cs typeface="+mn-cs"/>
        </a:defRPr>
      </a:lvl6pPr>
      <a:lvl7pPr marL="2406061" algn="l" defTabSz="802020" rtl="0" eaLnBrk="1" latinLnBrk="0" hangingPunct="1">
        <a:defRPr sz="1579" kern="1200">
          <a:solidFill>
            <a:schemeClr val="tx1"/>
          </a:solidFill>
          <a:latin typeface="+mn-lt"/>
          <a:ea typeface="+mn-ea"/>
          <a:cs typeface="+mn-cs"/>
        </a:defRPr>
      </a:lvl7pPr>
      <a:lvl8pPr marL="2807071" algn="l" defTabSz="802020" rtl="0" eaLnBrk="1" latinLnBrk="0" hangingPunct="1">
        <a:defRPr sz="1579" kern="1200">
          <a:solidFill>
            <a:schemeClr val="tx1"/>
          </a:solidFill>
          <a:latin typeface="+mn-lt"/>
          <a:ea typeface="+mn-ea"/>
          <a:cs typeface="+mn-cs"/>
        </a:defRPr>
      </a:lvl8pPr>
      <a:lvl9pPr marL="3208081" algn="l" defTabSz="802020" rtl="0" eaLnBrk="1" latinLnBrk="0" hangingPunct="1">
        <a:defRPr sz="1579"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AFB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670" y="302865"/>
            <a:ext cx="9624060" cy="1260475"/>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534670" y="1764666"/>
            <a:ext cx="9624060" cy="499113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534670" y="7009642"/>
            <a:ext cx="2495127" cy="402652"/>
          </a:xfrm>
          <a:prstGeom prst="rect">
            <a:avLst/>
          </a:prstGeom>
        </p:spPr>
        <p:txBody>
          <a:bodyPr vert="horz" lIns="91440" tIns="45720" rIns="91440" bIns="45720" rtlCol="0" anchor="ctr"/>
          <a:lstStyle>
            <a:lvl1pPr algn="l">
              <a:defRPr sz="1403">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653579" y="7009642"/>
            <a:ext cx="3386243" cy="402652"/>
          </a:xfrm>
          <a:prstGeom prst="rect">
            <a:avLst/>
          </a:prstGeom>
        </p:spPr>
        <p:txBody>
          <a:bodyPr vert="horz" lIns="91440" tIns="45720" rIns="91440" bIns="45720" rtlCol="0" anchor="ctr"/>
          <a:lstStyle>
            <a:lvl1pPr algn="ctr">
              <a:defRPr sz="140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663603" y="7009642"/>
            <a:ext cx="2495127" cy="402652"/>
          </a:xfrm>
          <a:prstGeom prst="rect">
            <a:avLst/>
          </a:prstGeom>
        </p:spPr>
        <p:txBody>
          <a:bodyPr vert="horz" lIns="91440" tIns="45720" rIns="91440" bIns="45720" rtlCol="0" anchor="ctr"/>
          <a:lstStyle>
            <a:lvl1pPr algn="r">
              <a:defRPr sz="1403">
                <a:solidFill>
                  <a:schemeClr val="tx1">
                    <a:tint val="75000"/>
                  </a:schemeClr>
                </a:solidFill>
              </a:defRPr>
            </a:lvl1pPr>
          </a:lstStyle>
          <a:p>
            <a:fld id="{09A06A48-4EB9-2C41-9849-9FDB674E928A}" type="slidenum">
              <a:rPr lang="en-US" smtClean="0"/>
              <a:pPr/>
              <a:t>‹#›</a:t>
            </a:fld>
            <a:endParaRPr lang="en-US"/>
          </a:p>
        </p:txBody>
      </p:sp>
    </p:spTree>
    <p:extLst>
      <p:ext uri="{BB962C8B-B14F-4D97-AF65-F5344CB8AC3E}">
        <p14:creationId xmlns:p14="http://schemas.microsoft.com/office/powerpoint/2010/main" val="3582546240"/>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32" r:id="rId12"/>
  </p:sldLayoutIdLst>
  <p:hf hdr="0" ftr="0" dt="0"/>
  <p:txStyles>
    <p:titleStyle>
      <a:lvl1pPr algn="l" defTabSz="534650" rtl="0" eaLnBrk="1" latinLnBrk="0" hangingPunct="1">
        <a:spcBef>
          <a:spcPct val="0"/>
        </a:spcBef>
        <a:buNone/>
        <a:defRPr sz="5145" kern="1200">
          <a:solidFill>
            <a:schemeClr val="tx1"/>
          </a:solidFill>
          <a:latin typeface="+mj-lt"/>
          <a:ea typeface="+mj-ea"/>
          <a:cs typeface="+mj-cs"/>
        </a:defRPr>
      </a:lvl1pPr>
    </p:titleStyle>
    <p:bodyStyle>
      <a:lvl1pPr marL="400987" indent="-400987" algn="l" defTabSz="534650" rtl="0" eaLnBrk="1" latinLnBrk="0" hangingPunct="1">
        <a:spcBef>
          <a:spcPct val="20000"/>
        </a:spcBef>
        <a:buFont typeface="Arial"/>
        <a:buChar char="•"/>
        <a:defRPr sz="3742" kern="1200">
          <a:solidFill>
            <a:schemeClr val="tx1"/>
          </a:solidFill>
          <a:latin typeface="+mn-lt"/>
          <a:ea typeface="+mn-ea"/>
          <a:cs typeface="+mn-cs"/>
        </a:defRPr>
      </a:lvl1pPr>
      <a:lvl2pPr marL="868806" indent="-334156" algn="l" defTabSz="534650" rtl="0" eaLnBrk="1" latinLnBrk="0" hangingPunct="1">
        <a:spcBef>
          <a:spcPct val="20000"/>
        </a:spcBef>
        <a:buFont typeface="Arial"/>
        <a:buChar char="–"/>
        <a:defRPr sz="3274" kern="1200">
          <a:solidFill>
            <a:schemeClr val="tx1"/>
          </a:solidFill>
          <a:latin typeface="+mn-lt"/>
          <a:ea typeface="+mn-ea"/>
          <a:cs typeface="+mn-cs"/>
        </a:defRPr>
      </a:lvl2pPr>
      <a:lvl3pPr marL="1336624" indent="-267325" algn="l" defTabSz="534650" rtl="0" eaLnBrk="1" latinLnBrk="0" hangingPunct="1">
        <a:spcBef>
          <a:spcPct val="20000"/>
        </a:spcBef>
        <a:buFont typeface="Arial"/>
        <a:buChar char="•"/>
        <a:defRPr sz="2807" kern="1200">
          <a:solidFill>
            <a:schemeClr val="tx1"/>
          </a:solidFill>
          <a:latin typeface="+mn-lt"/>
          <a:ea typeface="+mn-ea"/>
          <a:cs typeface="+mn-cs"/>
        </a:defRPr>
      </a:lvl3pPr>
      <a:lvl4pPr marL="1871274" indent="-267325" algn="l" defTabSz="534650" rtl="0" eaLnBrk="1" latinLnBrk="0" hangingPunct="1">
        <a:spcBef>
          <a:spcPct val="20000"/>
        </a:spcBef>
        <a:buFont typeface="Arial"/>
        <a:buChar char="–"/>
        <a:defRPr sz="2339" kern="1200">
          <a:solidFill>
            <a:schemeClr val="tx1"/>
          </a:solidFill>
          <a:latin typeface="+mn-lt"/>
          <a:ea typeface="+mn-ea"/>
          <a:cs typeface="+mn-cs"/>
        </a:defRPr>
      </a:lvl4pPr>
      <a:lvl5pPr marL="2405924" indent="-267325" algn="l" defTabSz="534650" rtl="0" eaLnBrk="1" latinLnBrk="0" hangingPunct="1">
        <a:spcBef>
          <a:spcPct val="20000"/>
        </a:spcBef>
        <a:buFont typeface="Arial"/>
        <a:buChar char="»"/>
        <a:defRPr sz="2339" kern="1200">
          <a:solidFill>
            <a:schemeClr val="tx1"/>
          </a:solidFill>
          <a:latin typeface="+mn-lt"/>
          <a:ea typeface="+mn-ea"/>
          <a:cs typeface="+mn-cs"/>
        </a:defRPr>
      </a:lvl5pPr>
      <a:lvl6pPr marL="2940573" indent="-267325" algn="l" defTabSz="534650" rtl="0" eaLnBrk="1" latinLnBrk="0" hangingPunct="1">
        <a:spcBef>
          <a:spcPct val="20000"/>
        </a:spcBef>
        <a:buFont typeface="Arial"/>
        <a:buChar char="•"/>
        <a:defRPr sz="2339" kern="1200">
          <a:solidFill>
            <a:schemeClr val="tx1"/>
          </a:solidFill>
          <a:latin typeface="+mn-lt"/>
          <a:ea typeface="+mn-ea"/>
          <a:cs typeface="+mn-cs"/>
        </a:defRPr>
      </a:lvl6pPr>
      <a:lvl7pPr marL="3475223" indent="-267325" algn="l" defTabSz="534650" rtl="0" eaLnBrk="1" latinLnBrk="0" hangingPunct="1">
        <a:spcBef>
          <a:spcPct val="20000"/>
        </a:spcBef>
        <a:buFont typeface="Arial"/>
        <a:buChar char="•"/>
        <a:defRPr sz="2339" kern="1200">
          <a:solidFill>
            <a:schemeClr val="tx1"/>
          </a:solidFill>
          <a:latin typeface="+mn-lt"/>
          <a:ea typeface="+mn-ea"/>
          <a:cs typeface="+mn-cs"/>
        </a:defRPr>
      </a:lvl7pPr>
      <a:lvl8pPr marL="4009873" indent="-267325" algn="l" defTabSz="534650" rtl="0" eaLnBrk="1" latinLnBrk="0" hangingPunct="1">
        <a:spcBef>
          <a:spcPct val="20000"/>
        </a:spcBef>
        <a:buFont typeface="Arial"/>
        <a:buChar char="•"/>
        <a:defRPr sz="2339" kern="1200">
          <a:solidFill>
            <a:schemeClr val="tx1"/>
          </a:solidFill>
          <a:latin typeface="+mn-lt"/>
          <a:ea typeface="+mn-ea"/>
          <a:cs typeface="+mn-cs"/>
        </a:defRPr>
      </a:lvl8pPr>
      <a:lvl9pPr marL="4544522" indent="-267325" algn="l" defTabSz="534650" rtl="0" eaLnBrk="1" latinLnBrk="0" hangingPunct="1">
        <a:spcBef>
          <a:spcPct val="20000"/>
        </a:spcBef>
        <a:buFont typeface="Arial"/>
        <a:buChar char="•"/>
        <a:defRPr sz="2339" kern="1200">
          <a:solidFill>
            <a:schemeClr val="tx1"/>
          </a:solidFill>
          <a:latin typeface="+mn-lt"/>
          <a:ea typeface="+mn-ea"/>
          <a:cs typeface="+mn-cs"/>
        </a:defRPr>
      </a:lvl9pPr>
    </p:bodyStyle>
    <p:otherStyle>
      <a:defPPr>
        <a:defRPr lang="en-US"/>
      </a:defPPr>
      <a:lvl1pPr marL="0" algn="l" defTabSz="534650" rtl="0" eaLnBrk="1" latinLnBrk="0" hangingPunct="1">
        <a:defRPr sz="2105" kern="1200">
          <a:solidFill>
            <a:schemeClr val="tx1"/>
          </a:solidFill>
          <a:latin typeface="+mn-lt"/>
          <a:ea typeface="+mn-ea"/>
          <a:cs typeface="+mn-cs"/>
        </a:defRPr>
      </a:lvl1pPr>
      <a:lvl2pPr marL="534650" algn="l" defTabSz="534650" rtl="0" eaLnBrk="1" latinLnBrk="0" hangingPunct="1">
        <a:defRPr sz="2105" kern="1200">
          <a:solidFill>
            <a:schemeClr val="tx1"/>
          </a:solidFill>
          <a:latin typeface="+mn-lt"/>
          <a:ea typeface="+mn-ea"/>
          <a:cs typeface="+mn-cs"/>
        </a:defRPr>
      </a:lvl2pPr>
      <a:lvl3pPr marL="1069299" algn="l" defTabSz="534650" rtl="0" eaLnBrk="1" latinLnBrk="0" hangingPunct="1">
        <a:defRPr sz="2105" kern="1200">
          <a:solidFill>
            <a:schemeClr val="tx1"/>
          </a:solidFill>
          <a:latin typeface="+mn-lt"/>
          <a:ea typeface="+mn-ea"/>
          <a:cs typeface="+mn-cs"/>
        </a:defRPr>
      </a:lvl3pPr>
      <a:lvl4pPr marL="1603949" algn="l" defTabSz="534650" rtl="0" eaLnBrk="1" latinLnBrk="0" hangingPunct="1">
        <a:defRPr sz="2105" kern="1200">
          <a:solidFill>
            <a:schemeClr val="tx1"/>
          </a:solidFill>
          <a:latin typeface="+mn-lt"/>
          <a:ea typeface="+mn-ea"/>
          <a:cs typeface="+mn-cs"/>
        </a:defRPr>
      </a:lvl4pPr>
      <a:lvl5pPr marL="2138599" algn="l" defTabSz="534650" rtl="0" eaLnBrk="1" latinLnBrk="0" hangingPunct="1">
        <a:defRPr sz="2105" kern="1200">
          <a:solidFill>
            <a:schemeClr val="tx1"/>
          </a:solidFill>
          <a:latin typeface="+mn-lt"/>
          <a:ea typeface="+mn-ea"/>
          <a:cs typeface="+mn-cs"/>
        </a:defRPr>
      </a:lvl5pPr>
      <a:lvl6pPr marL="2673248" algn="l" defTabSz="534650" rtl="0" eaLnBrk="1" latinLnBrk="0" hangingPunct="1">
        <a:defRPr sz="2105" kern="1200">
          <a:solidFill>
            <a:schemeClr val="tx1"/>
          </a:solidFill>
          <a:latin typeface="+mn-lt"/>
          <a:ea typeface="+mn-ea"/>
          <a:cs typeface="+mn-cs"/>
        </a:defRPr>
      </a:lvl6pPr>
      <a:lvl7pPr marL="3207898" algn="l" defTabSz="534650" rtl="0" eaLnBrk="1" latinLnBrk="0" hangingPunct="1">
        <a:defRPr sz="2105" kern="1200">
          <a:solidFill>
            <a:schemeClr val="tx1"/>
          </a:solidFill>
          <a:latin typeface="+mn-lt"/>
          <a:ea typeface="+mn-ea"/>
          <a:cs typeface="+mn-cs"/>
        </a:defRPr>
      </a:lvl7pPr>
      <a:lvl8pPr marL="3742548" algn="l" defTabSz="534650" rtl="0" eaLnBrk="1" latinLnBrk="0" hangingPunct="1">
        <a:defRPr sz="2105" kern="1200">
          <a:solidFill>
            <a:schemeClr val="tx1"/>
          </a:solidFill>
          <a:latin typeface="+mn-lt"/>
          <a:ea typeface="+mn-ea"/>
          <a:cs typeface="+mn-cs"/>
        </a:defRPr>
      </a:lvl8pPr>
      <a:lvl9pPr marL="4277197" algn="l" defTabSz="534650" rtl="0" eaLnBrk="1" latinLnBrk="0" hangingPunct="1">
        <a:defRPr sz="210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AFB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20CBAF-FD6F-8D22-7028-D26883EDCEEA}"/>
              </a:ext>
            </a:extLst>
          </p:cNvPr>
          <p:cNvSpPr>
            <a:spLocks noGrp="1"/>
          </p:cNvSpPr>
          <p:nvPr>
            <p:ph type="title"/>
          </p:nvPr>
        </p:nvSpPr>
        <p:spPr>
          <a:xfrm>
            <a:off x="735171" y="1837961"/>
            <a:ext cx="9223058" cy="1461217"/>
          </a:xfrm>
          <a:prstGeom prst="rect">
            <a:avLst/>
          </a:prstGeom>
        </p:spPr>
        <p:txBody>
          <a:bodyPr vert="horz" lIns="91440" tIns="45720" rIns="91440" bIns="45720" rtlCol="0" anchor="ctr">
            <a:normAutofit/>
          </a:bodyPr>
          <a:lstStyle/>
          <a:p>
            <a:r>
              <a:rPr lang="en-GB" dirty="0"/>
              <a:t>Click to edit Master title style</a:t>
            </a:r>
            <a:endParaRPr lang="en-US" dirty="0"/>
          </a:p>
        </p:txBody>
      </p:sp>
    </p:spTree>
    <p:extLst>
      <p:ext uri="{BB962C8B-B14F-4D97-AF65-F5344CB8AC3E}">
        <p14:creationId xmlns:p14="http://schemas.microsoft.com/office/powerpoint/2010/main" val="3513168788"/>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Lst>
  <p:hf hdr="0" ftr="0" dt="0"/>
  <p:txStyles>
    <p:titleStyle>
      <a:lvl1pPr algn="l" defTabSz="1069299" rtl="0" eaLnBrk="1" latinLnBrk="0" hangingPunct="1">
        <a:lnSpc>
          <a:spcPct val="90000"/>
        </a:lnSpc>
        <a:spcBef>
          <a:spcPct val="0"/>
        </a:spcBef>
        <a:buNone/>
        <a:defRPr sz="5145" b="1" kern="1200">
          <a:solidFill>
            <a:schemeClr val="bg1"/>
          </a:solidFill>
          <a:latin typeface="+mj-lt"/>
          <a:ea typeface="+mj-ea"/>
          <a:cs typeface="+mj-cs"/>
        </a:defRPr>
      </a:lvl1pPr>
    </p:titleStyle>
    <p:bodyStyle>
      <a:lvl1pPr marL="267325" indent="-267325" algn="l" defTabSz="1069299" rtl="0" eaLnBrk="1" latinLnBrk="0" hangingPunct="1">
        <a:lnSpc>
          <a:spcPct val="90000"/>
        </a:lnSpc>
        <a:spcBef>
          <a:spcPts val="1169"/>
        </a:spcBef>
        <a:buFont typeface="Arial" panose="020B0604020202020204" pitchFamily="34" charset="0"/>
        <a:buChar char="•"/>
        <a:defRPr sz="3274" kern="1200">
          <a:solidFill>
            <a:schemeClr val="bg1"/>
          </a:solidFill>
          <a:latin typeface="+mn-lt"/>
          <a:ea typeface="+mn-ea"/>
          <a:cs typeface="+mn-cs"/>
        </a:defRPr>
      </a:lvl1pPr>
      <a:lvl2pPr marL="801975" indent="-267325" algn="l" defTabSz="1069299" rtl="0" eaLnBrk="1" latinLnBrk="0" hangingPunct="1">
        <a:lnSpc>
          <a:spcPct val="90000"/>
        </a:lnSpc>
        <a:spcBef>
          <a:spcPts val="585"/>
        </a:spcBef>
        <a:buFont typeface="Arial" panose="020B0604020202020204" pitchFamily="34" charset="0"/>
        <a:buChar char="•"/>
        <a:defRPr sz="2807" kern="1200">
          <a:solidFill>
            <a:schemeClr val="bg1"/>
          </a:solidFill>
          <a:latin typeface="+mn-lt"/>
          <a:ea typeface="+mn-ea"/>
          <a:cs typeface="+mn-cs"/>
        </a:defRPr>
      </a:lvl2pPr>
      <a:lvl3pPr marL="1336624" indent="-267325" algn="l" defTabSz="1069299" rtl="0" eaLnBrk="1" latinLnBrk="0" hangingPunct="1">
        <a:lnSpc>
          <a:spcPct val="90000"/>
        </a:lnSpc>
        <a:spcBef>
          <a:spcPts val="585"/>
        </a:spcBef>
        <a:buFont typeface="Arial" panose="020B0604020202020204" pitchFamily="34" charset="0"/>
        <a:buChar char="•"/>
        <a:defRPr sz="2339" kern="1200">
          <a:solidFill>
            <a:schemeClr val="bg1"/>
          </a:solidFill>
          <a:latin typeface="+mn-lt"/>
          <a:ea typeface="+mn-ea"/>
          <a:cs typeface="+mn-cs"/>
        </a:defRPr>
      </a:lvl3pPr>
      <a:lvl4pPr marL="1871274" indent="-267325" algn="l" defTabSz="1069299" rtl="0" eaLnBrk="1" latinLnBrk="0" hangingPunct="1">
        <a:lnSpc>
          <a:spcPct val="90000"/>
        </a:lnSpc>
        <a:spcBef>
          <a:spcPts val="585"/>
        </a:spcBef>
        <a:buFont typeface="Arial" panose="020B0604020202020204" pitchFamily="34" charset="0"/>
        <a:buChar char="•"/>
        <a:defRPr sz="2105" kern="1200">
          <a:solidFill>
            <a:schemeClr val="bg1"/>
          </a:solidFill>
          <a:latin typeface="+mn-lt"/>
          <a:ea typeface="+mn-ea"/>
          <a:cs typeface="+mn-cs"/>
        </a:defRPr>
      </a:lvl4pPr>
      <a:lvl5pPr marL="2405924" indent="-267325" algn="l" defTabSz="1069299" rtl="0" eaLnBrk="1" latinLnBrk="0" hangingPunct="1">
        <a:lnSpc>
          <a:spcPct val="90000"/>
        </a:lnSpc>
        <a:spcBef>
          <a:spcPts val="585"/>
        </a:spcBef>
        <a:buFont typeface="Arial" panose="020B0604020202020204" pitchFamily="34" charset="0"/>
        <a:buChar char="•"/>
        <a:defRPr sz="2105" kern="1200">
          <a:solidFill>
            <a:schemeClr val="bg1"/>
          </a:solidFill>
          <a:latin typeface="+mn-lt"/>
          <a:ea typeface="+mn-ea"/>
          <a:cs typeface="+mn-cs"/>
        </a:defRPr>
      </a:lvl5pPr>
      <a:lvl6pPr marL="2940573" indent="-267325" algn="l" defTabSz="1069299"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6pPr>
      <a:lvl7pPr marL="3475223" indent="-267325" algn="l" defTabSz="1069299"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7pPr>
      <a:lvl8pPr marL="4009873" indent="-267325" algn="l" defTabSz="1069299"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8pPr>
      <a:lvl9pPr marL="4544522" indent="-267325" algn="l" defTabSz="1069299"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9pPr>
    </p:bodyStyle>
    <p:otherStyle>
      <a:defPPr>
        <a:defRPr lang="en-US"/>
      </a:defPPr>
      <a:lvl1pPr marL="0" algn="l" defTabSz="1069299" rtl="0" eaLnBrk="1" latinLnBrk="0" hangingPunct="1">
        <a:defRPr sz="2105" kern="1200">
          <a:solidFill>
            <a:schemeClr val="tx1"/>
          </a:solidFill>
          <a:latin typeface="+mn-lt"/>
          <a:ea typeface="+mn-ea"/>
          <a:cs typeface="+mn-cs"/>
        </a:defRPr>
      </a:lvl1pPr>
      <a:lvl2pPr marL="534650" algn="l" defTabSz="1069299" rtl="0" eaLnBrk="1" latinLnBrk="0" hangingPunct="1">
        <a:defRPr sz="2105" kern="1200">
          <a:solidFill>
            <a:schemeClr val="tx1"/>
          </a:solidFill>
          <a:latin typeface="+mn-lt"/>
          <a:ea typeface="+mn-ea"/>
          <a:cs typeface="+mn-cs"/>
        </a:defRPr>
      </a:lvl2pPr>
      <a:lvl3pPr marL="1069299" algn="l" defTabSz="1069299" rtl="0" eaLnBrk="1" latinLnBrk="0" hangingPunct="1">
        <a:defRPr sz="2105" kern="1200">
          <a:solidFill>
            <a:schemeClr val="tx1"/>
          </a:solidFill>
          <a:latin typeface="+mn-lt"/>
          <a:ea typeface="+mn-ea"/>
          <a:cs typeface="+mn-cs"/>
        </a:defRPr>
      </a:lvl3pPr>
      <a:lvl4pPr marL="1603949" algn="l" defTabSz="1069299" rtl="0" eaLnBrk="1" latinLnBrk="0" hangingPunct="1">
        <a:defRPr sz="2105" kern="1200">
          <a:solidFill>
            <a:schemeClr val="tx1"/>
          </a:solidFill>
          <a:latin typeface="+mn-lt"/>
          <a:ea typeface="+mn-ea"/>
          <a:cs typeface="+mn-cs"/>
        </a:defRPr>
      </a:lvl4pPr>
      <a:lvl5pPr marL="2138599" algn="l" defTabSz="1069299" rtl="0" eaLnBrk="1" latinLnBrk="0" hangingPunct="1">
        <a:defRPr sz="2105" kern="1200">
          <a:solidFill>
            <a:schemeClr val="tx1"/>
          </a:solidFill>
          <a:latin typeface="+mn-lt"/>
          <a:ea typeface="+mn-ea"/>
          <a:cs typeface="+mn-cs"/>
        </a:defRPr>
      </a:lvl5pPr>
      <a:lvl6pPr marL="2673248" algn="l" defTabSz="1069299" rtl="0" eaLnBrk="1" latinLnBrk="0" hangingPunct="1">
        <a:defRPr sz="2105" kern="1200">
          <a:solidFill>
            <a:schemeClr val="tx1"/>
          </a:solidFill>
          <a:latin typeface="+mn-lt"/>
          <a:ea typeface="+mn-ea"/>
          <a:cs typeface="+mn-cs"/>
        </a:defRPr>
      </a:lvl6pPr>
      <a:lvl7pPr marL="3207898" algn="l" defTabSz="1069299" rtl="0" eaLnBrk="1" latinLnBrk="0" hangingPunct="1">
        <a:defRPr sz="2105" kern="1200">
          <a:solidFill>
            <a:schemeClr val="tx1"/>
          </a:solidFill>
          <a:latin typeface="+mn-lt"/>
          <a:ea typeface="+mn-ea"/>
          <a:cs typeface="+mn-cs"/>
        </a:defRPr>
      </a:lvl7pPr>
      <a:lvl8pPr marL="3742548" algn="l" defTabSz="1069299" rtl="0" eaLnBrk="1" latinLnBrk="0" hangingPunct="1">
        <a:defRPr sz="2105" kern="1200">
          <a:solidFill>
            <a:schemeClr val="tx1"/>
          </a:solidFill>
          <a:latin typeface="+mn-lt"/>
          <a:ea typeface="+mn-ea"/>
          <a:cs typeface="+mn-cs"/>
        </a:defRPr>
      </a:lvl8pPr>
      <a:lvl9pPr marL="4277197" algn="l" defTabSz="1069299" rtl="0" eaLnBrk="1" latinLnBrk="0" hangingPunct="1">
        <a:defRPr sz="21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database.build/" TargetMode="External"/><Relationship Id="rId2" Type="http://schemas.openxmlformats.org/officeDocument/2006/relationships/hyperlink" Target="https://www.kaggle.com/datasets/shivamb/netflix-shows"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AFBFC"/>
        </a:solidFill>
        <a:effectLst/>
      </p:bgPr>
    </p:bg>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2ABE34C9-C9F3-88B9-7DC7-48B60D3134CC}"/>
              </a:ext>
            </a:extLst>
          </p:cNvPr>
          <p:cNvSpPr>
            <a:spLocks noGrp="1"/>
          </p:cNvSpPr>
          <p:nvPr>
            <p:ph type="title"/>
          </p:nvPr>
        </p:nvSpPr>
        <p:spPr>
          <a:xfrm>
            <a:off x="722471" y="2790825"/>
            <a:ext cx="9223058" cy="1461217"/>
          </a:xfrm>
        </p:spPr>
        <p:txBody>
          <a:bodyPr vert="horz" lIns="91440" tIns="45720" rIns="91440" bIns="45720" rtlCol="0" anchor="ctr">
            <a:normAutofit fontScale="90000"/>
          </a:bodyPr>
          <a:lstStyle/>
          <a:p>
            <a:r>
              <a:rPr lang="en-IE" sz="4400" dirty="0">
                <a:solidFill>
                  <a:schemeClr val="tx1"/>
                </a:solidFill>
                <a:latin typeface="Helvetica" pitchFamily="2" charset="0"/>
              </a:rPr>
              <a:t>Introduction to Databases 1</a:t>
            </a:r>
            <a:br>
              <a:rPr lang="en-IE" sz="4400" dirty="0">
                <a:solidFill>
                  <a:schemeClr val="tx1"/>
                </a:solidFill>
                <a:latin typeface="Helvetica" pitchFamily="2" charset="0"/>
              </a:rPr>
            </a:br>
            <a:br>
              <a:rPr lang="en-IE" sz="4400" dirty="0">
                <a:solidFill>
                  <a:schemeClr val="tx1"/>
                </a:solidFill>
                <a:latin typeface="Helvetica" pitchFamily="2" charset="0"/>
              </a:rPr>
            </a:br>
            <a:br>
              <a:rPr lang="en-IE" sz="4000" dirty="0">
                <a:solidFill>
                  <a:schemeClr val="tx1"/>
                </a:solidFill>
                <a:latin typeface="Helvetica" pitchFamily="2" charset="0"/>
              </a:rPr>
            </a:br>
            <a:r>
              <a:rPr lang="en-IE" sz="3600" dirty="0">
                <a:solidFill>
                  <a:schemeClr val="tx1"/>
                </a:solidFill>
                <a:latin typeface="Helvetica" pitchFamily="2" charset="0"/>
              </a:rPr>
              <a:t>Dr Mariana Rocha</a:t>
            </a:r>
            <a:br>
              <a:rPr lang="en-IE" sz="3600" dirty="0">
                <a:solidFill>
                  <a:schemeClr val="tx1"/>
                </a:solidFill>
                <a:latin typeface="Helvetica" pitchFamily="2" charset="0"/>
              </a:rPr>
            </a:br>
            <a:r>
              <a:rPr lang="en-IE" sz="3600" dirty="0">
                <a:solidFill>
                  <a:schemeClr val="tx1"/>
                </a:solidFill>
                <a:latin typeface="Helvetica" pitchFamily="2" charset="0"/>
              </a:rPr>
              <a:t>School of Computer Science</a:t>
            </a:r>
            <a:endParaRPr lang="en-IE" sz="4000" dirty="0">
              <a:solidFill>
                <a:schemeClr val="tx1"/>
              </a:solidFill>
              <a:latin typeface="Helvetica" pitchFamily="2" charset="0"/>
            </a:endParaRPr>
          </a:p>
        </p:txBody>
      </p:sp>
      <p:sp>
        <p:nvSpPr>
          <p:cNvPr id="28" name="TextBox 27">
            <a:extLst>
              <a:ext uri="{FF2B5EF4-FFF2-40B4-BE49-F238E27FC236}">
                <a16:creationId xmlns:a16="http://schemas.microsoft.com/office/drawing/2014/main" id="{F8E066B0-7223-D5C8-AC47-4AE5F2157F6E}"/>
              </a:ext>
            </a:extLst>
          </p:cNvPr>
          <p:cNvSpPr txBox="1"/>
          <p:nvPr/>
        </p:nvSpPr>
        <p:spPr>
          <a:xfrm>
            <a:off x="735171" y="5915025"/>
            <a:ext cx="5589992" cy="492443"/>
          </a:xfrm>
          <a:prstGeom prst="rect">
            <a:avLst/>
          </a:prstGeom>
          <a:noFill/>
        </p:spPr>
        <p:txBody>
          <a:bodyPr wrap="none" lIns="91440" tIns="45720" rIns="91440" bIns="45720" rtlCol="0" anchor="t">
            <a:spAutoFit/>
          </a:bodyPr>
          <a:lstStyle/>
          <a:p>
            <a:r>
              <a:rPr lang="en-US" sz="2600" dirty="0">
                <a:solidFill>
                  <a:schemeClr val="tx1"/>
                </a:solidFill>
                <a:latin typeface="Helvetica" pitchFamily="2" charset="0"/>
                <a:cs typeface="Open sans"/>
              </a:rPr>
              <a:t>CPMU 2007 Databases 1, Lecture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76833" rIns="0" bIns="0" rtlCol="0">
            <a:spAutoFit/>
          </a:bodyPr>
          <a:lstStyle/>
          <a:p>
            <a:pPr marL="154305">
              <a:lnSpc>
                <a:spcPct val="100000"/>
              </a:lnSpc>
              <a:spcBef>
                <a:spcPts val="95"/>
              </a:spcBef>
            </a:pPr>
            <a:r>
              <a:rPr spc="-20" dirty="0"/>
              <a:t>Learning</a:t>
            </a:r>
            <a:r>
              <a:rPr spc="-220" dirty="0"/>
              <a:t> </a:t>
            </a:r>
            <a:r>
              <a:rPr spc="-10" dirty="0"/>
              <a:t>Objectives</a:t>
            </a:r>
          </a:p>
        </p:txBody>
      </p:sp>
      <p:sp>
        <p:nvSpPr>
          <p:cNvPr id="6" name="Content Placeholder 5">
            <a:extLst>
              <a:ext uri="{FF2B5EF4-FFF2-40B4-BE49-F238E27FC236}">
                <a16:creationId xmlns:a16="http://schemas.microsoft.com/office/drawing/2014/main" id="{AE27815F-D3A2-27E0-180D-5B66A77FE9C5}"/>
              </a:ext>
            </a:extLst>
          </p:cNvPr>
          <p:cNvSpPr>
            <a:spLocks noGrp="1"/>
          </p:cNvSpPr>
          <p:nvPr>
            <p:ph idx="1"/>
          </p:nvPr>
        </p:nvSpPr>
        <p:spPr/>
        <p:txBody>
          <a:bodyPr/>
          <a:lstStyle/>
          <a:p>
            <a:r>
              <a:rPr lang="en-IE" dirty="0"/>
              <a:t>Understand the concept of data</a:t>
            </a:r>
          </a:p>
          <a:p>
            <a:r>
              <a:rPr lang="en-IE" dirty="0"/>
              <a:t>Understand the concept of relational databases</a:t>
            </a:r>
          </a:p>
          <a:p>
            <a:r>
              <a:rPr lang="en-IE" dirty="0"/>
              <a:t>Familiarise with technical vocabulary</a:t>
            </a:r>
          </a:p>
          <a:p>
            <a:r>
              <a:rPr lang="en-IE" dirty="0"/>
              <a:t>Familiarise with SQL syntax</a:t>
            </a:r>
          </a:p>
          <a:p>
            <a:endParaRPr lang="en-IE" dirty="0"/>
          </a:p>
        </p:txBody>
      </p:sp>
      <p:sp>
        <p:nvSpPr>
          <p:cNvPr id="2" name="Slide Number Placeholder 1">
            <a:extLst>
              <a:ext uri="{FF2B5EF4-FFF2-40B4-BE49-F238E27FC236}">
                <a16:creationId xmlns:a16="http://schemas.microsoft.com/office/drawing/2014/main" id="{E0589ABD-05CD-525E-62C8-4A843BD9B9A5}"/>
              </a:ext>
            </a:extLst>
          </p:cNvPr>
          <p:cNvSpPr>
            <a:spLocks noGrp="1"/>
          </p:cNvSpPr>
          <p:nvPr>
            <p:ph type="sldNum" sz="quarter" idx="12"/>
          </p:nvPr>
        </p:nvSpPr>
        <p:spPr/>
        <p:txBody>
          <a:bodyPr/>
          <a:lstStyle/>
          <a:p>
            <a:fld id="{1AE971F0-0CD2-4C47-8087-EBCE9716EA84}" type="slidenum">
              <a:rPr lang="en-GB" smtClean="0">
                <a:solidFill>
                  <a:schemeClr val="tx1"/>
                </a:solidFill>
              </a:rPr>
              <a:pPr/>
              <a:t>2</a:t>
            </a:fld>
            <a:endParaRPr lang="en-GB" dirty="0">
              <a:solidFill>
                <a:schemeClr val="tx1"/>
              </a:solidFill>
            </a:endParaRPr>
          </a:p>
        </p:txBody>
      </p:sp>
    </p:spTree>
    <p:extLst>
      <p:ext uri="{BB962C8B-B14F-4D97-AF65-F5344CB8AC3E}">
        <p14:creationId xmlns:p14="http://schemas.microsoft.com/office/powerpoint/2010/main" val="2487993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76833" rIns="0" bIns="0" rtlCol="0">
            <a:spAutoFit/>
          </a:bodyPr>
          <a:lstStyle/>
          <a:p>
            <a:pPr marL="154940">
              <a:lnSpc>
                <a:spcPct val="100000"/>
              </a:lnSpc>
              <a:spcBef>
                <a:spcPts val="95"/>
              </a:spcBef>
            </a:pPr>
            <a:r>
              <a:rPr dirty="0"/>
              <a:t>What</a:t>
            </a:r>
            <a:r>
              <a:rPr spc="-160" dirty="0"/>
              <a:t> </a:t>
            </a:r>
            <a:r>
              <a:rPr dirty="0"/>
              <a:t>is</a:t>
            </a:r>
            <a:r>
              <a:rPr spc="-155" dirty="0"/>
              <a:t> </a:t>
            </a:r>
            <a:r>
              <a:rPr spc="-10" dirty="0"/>
              <a:t>data?</a:t>
            </a:r>
          </a:p>
        </p:txBody>
      </p:sp>
      <p:sp>
        <p:nvSpPr>
          <p:cNvPr id="4" name="Content Placeholder 3">
            <a:extLst>
              <a:ext uri="{FF2B5EF4-FFF2-40B4-BE49-F238E27FC236}">
                <a16:creationId xmlns:a16="http://schemas.microsoft.com/office/drawing/2014/main" id="{26E6F690-7913-1B7D-73BD-60A1B635CC02}"/>
              </a:ext>
            </a:extLst>
          </p:cNvPr>
          <p:cNvSpPr>
            <a:spLocks noGrp="1"/>
          </p:cNvSpPr>
          <p:nvPr>
            <p:ph idx="1"/>
          </p:nvPr>
        </p:nvSpPr>
        <p:spPr/>
        <p:txBody>
          <a:bodyPr>
            <a:normAutofit fontScale="92500"/>
          </a:bodyPr>
          <a:lstStyle/>
          <a:p>
            <a:r>
              <a:rPr lang="en-IE" dirty="0"/>
              <a:t>From a Human perspective: Collection of values in a format that a human can conveniently read. Some human-readable formats, such as PDF, are not machine-readable as they are not structured data.</a:t>
            </a:r>
          </a:p>
          <a:p>
            <a:endParaRPr lang="en-IE" dirty="0"/>
          </a:p>
          <a:p>
            <a:r>
              <a:rPr lang="en-IE" dirty="0"/>
              <a:t>From a machine perspective: Collection of values in a format that can be automatically read and processed by a computer, such as CSV,  JSON,  XML,  etc. Machine-readable data must be structured data.</a:t>
            </a:r>
          </a:p>
          <a:p>
            <a:endParaRPr lang="en-IE" dirty="0"/>
          </a:p>
        </p:txBody>
      </p:sp>
      <p:sp>
        <p:nvSpPr>
          <p:cNvPr id="2" name="Slide Number Placeholder 1">
            <a:extLst>
              <a:ext uri="{FF2B5EF4-FFF2-40B4-BE49-F238E27FC236}">
                <a16:creationId xmlns:a16="http://schemas.microsoft.com/office/drawing/2014/main" id="{B2104407-B033-B97C-64A5-6835E5E45699}"/>
              </a:ext>
            </a:extLst>
          </p:cNvPr>
          <p:cNvSpPr>
            <a:spLocks noGrp="1"/>
          </p:cNvSpPr>
          <p:nvPr>
            <p:ph type="sldNum" sz="quarter" idx="12"/>
          </p:nvPr>
        </p:nvSpPr>
        <p:spPr/>
        <p:txBody>
          <a:bodyPr/>
          <a:lstStyle/>
          <a:p>
            <a:fld id="{1AE971F0-0CD2-4C47-8087-EBCE9716EA84}" type="slidenum">
              <a:rPr lang="en-GB" smtClean="0">
                <a:solidFill>
                  <a:schemeClr val="tx1"/>
                </a:solidFill>
              </a:rPr>
              <a:pPr/>
              <a:t>3</a:t>
            </a:fld>
            <a:endParaRPr lang="en-GB"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prstGeom prst="rect">
            <a:avLst/>
          </a:prstGeom>
        </p:spPr>
        <p:txBody>
          <a:bodyPr vert="horz" wrap="square" lIns="0" tIns="95121" rIns="0" bIns="0" rtlCol="0">
            <a:spAutoFit/>
          </a:bodyPr>
          <a:lstStyle/>
          <a:p>
            <a:pPr marL="154940">
              <a:lnSpc>
                <a:spcPct val="100000"/>
              </a:lnSpc>
              <a:spcBef>
                <a:spcPts val="95"/>
              </a:spcBef>
            </a:pPr>
            <a:r>
              <a:rPr dirty="0"/>
              <a:t>What</a:t>
            </a:r>
            <a:r>
              <a:rPr spc="-150" dirty="0"/>
              <a:t> </a:t>
            </a:r>
            <a:r>
              <a:rPr dirty="0"/>
              <a:t>is</a:t>
            </a:r>
            <a:r>
              <a:rPr spc="-155" dirty="0"/>
              <a:t> </a:t>
            </a:r>
            <a:r>
              <a:rPr spc="-10" dirty="0"/>
              <a:t>database?</a:t>
            </a:r>
          </a:p>
        </p:txBody>
      </p:sp>
      <p:sp>
        <p:nvSpPr>
          <p:cNvPr id="5" name="Content Placeholder 4">
            <a:extLst>
              <a:ext uri="{FF2B5EF4-FFF2-40B4-BE49-F238E27FC236}">
                <a16:creationId xmlns:a16="http://schemas.microsoft.com/office/drawing/2014/main" id="{514F8B44-AF29-094E-35CD-10F860185B16}"/>
              </a:ext>
            </a:extLst>
          </p:cNvPr>
          <p:cNvSpPr>
            <a:spLocks noGrp="1"/>
          </p:cNvSpPr>
          <p:nvPr>
            <p:ph idx="1"/>
          </p:nvPr>
        </p:nvSpPr>
        <p:spPr/>
        <p:txBody>
          <a:bodyPr/>
          <a:lstStyle/>
          <a:p>
            <a:r>
              <a:rPr lang="en-IE" dirty="0"/>
              <a:t>A database is a machine-readable structured	collection of data organised to model some aspect of reality typically available to a community of users, with possibly varying requirements.</a:t>
            </a:r>
          </a:p>
          <a:p>
            <a:endParaRPr lang="en-IE" dirty="0"/>
          </a:p>
          <a:p>
            <a:endParaRPr lang="en-IE" dirty="0"/>
          </a:p>
        </p:txBody>
      </p:sp>
      <p:sp>
        <p:nvSpPr>
          <p:cNvPr id="2" name="Slide Number Placeholder 1">
            <a:extLst>
              <a:ext uri="{FF2B5EF4-FFF2-40B4-BE49-F238E27FC236}">
                <a16:creationId xmlns:a16="http://schemas.microsoft.com/office/drawing/2014/main" id="{BDFFF718-8C86-63CA-A6CF-8098698683A3}"/>
              </a:ext>
            </a:extLst>
          </p:cNvPr>
          <p:cNvSpPr>
            <a:spLocks noGrp="1"/>
          </p:cNvSpPr>
          <p:nvPr>
            <p:ph type="sldNum" sz="quarter" idx="12"/>
          </p:nvPr>
        </p:nvSpPr>
        <p:spPr/>
        <p:txBody>
          <a:bodyPr/>
          <a:lstStyle/>
          <a:p>
            <a:fld id="{1AE971F0-0CD2-4C47-8087-EBCE9716EA84}" type="slidenum">
              <a:rPr lang="en-GB" smtClean="0">
                <a:solidFill>
                  <a:schemeClr val="tx1"/>
                </a:solidFill>
              </a:rPr>
              <a:pPr/>
              <a:t>4</a:t>
            </a:fld>
            <a:endParaRPr lang="en-GB"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prstGeom prst="rect">
            <a:avLst/>
          </a:prstGeom>
        </p:spPr>
        <p:txBody>
          <a:bodyPr vert="horz" wrap="square" lIns="0" tIns="95121" rIns="0" bIns="0" rtlCol="0">
            <a:spAutoFit/>
          </a:bodyPr>
          <a:lstStyle/>
          <a:p>
            <a:pPr marL="154305">
              <a:lnSpc>
                <a:spcPct val="100000"/>
              </a:lnSpc>
              <a:spcBef>
                <a:spcPts val="95"/>
              </a:spcBef>
            </a:pPr>
            <a:r>
              <a:rPr spc="-10" dirty="0"/>
              <a:t>Databases</a:t>
            </a:r>
            <a:r>
              <a:rPr spc="-229" dirty="0"/>
              <a:t> </a:t>
            </a:r>
            <a:r>
              <a:rPr dirty="0"/>
              <a:t>are</a:t>
            </a:r>
            <a:r>
              <a:rPr spc="-190" dirty="0"/>
              <a:t> </a:t>
            </a:r>
            <a:r>
              <a:rPr spc="-10" dirty="0"/>
              <a:t>everywhere</a:t>
            </a:r>
          </a:p>
        </p:txBody>
      </p:sp>
      <p:sp>
        <p:nvSpPr>
          <p:cNvPr id="5" name="Content Placeholder 4">
            <a:extLst>
              <a:ext uri="{FF2B5EF4-FFF2-40B4-BE49-F238E27FC236}">
                <a16:creationId xmlns:a16="http://schemas.microsoft.com/office/drawing/2014/main" id="{730D57F0-8D91-3482-9752-71C3D13F78E8}"/>
              </a:ext>
            </a:extLst>
          </p:cNvPr>
          <p:cNvSpPr>
            <a:spLocks noGrp="1"/>
          </p:cNvSpPr>
          <p:nvPr>
            <p:ph idx="1"/>
          </p:nvPr>
        </p:nvSpPr>
        <p:spPr>
          <a:xfrm>
            <a:off x="735171" y="2028825"/>
            <a:ext cx="9223058" cy="4798559"/>
          </a:xfrm>
        </p:spPr>
        <p:txBody>
          <a:bodyPr>
            <a:normAutofit/>
          </a:bodyPr>
          <a:lstStyle/>
          <a:p>
            <a:r>
              <a:rPr lang="en-IE" dirty="0"/>
              <a:t>Databases form foundation of IT systems in areas such as</a:t>
            </a:r>
          </a:p>
          <a:p>
            <a:pPr lvl="1"/>
            <a:r>
              <a:rPr lang="en-IE" dirty="0"/>
              <a:t>public administration (for example, Central Applications Office - CAO)</a:t>
            </a:r>
          </a:p>
          <a:p>
            <a:pPr lvl="1"/>
            <a:r>
              <a:rPr lang="en-IE" dirty="0"/>
              <a:t>payroll, banking (account info)</a:t>
            </a:r>
          </a:p>
          <a:p>
            <a:pPr lvl="1"/>
            <a:r>
              <a:rPr lang="en-IE" dirty="0"/>
              <a:t>retail (inventory)</a:t>
            </a:r>
          </a:p>
          <a:p>
            <a:pPr lvl="1"/>
            <a:r>
              <a:rPr lang="en-IE" dirty="0"/>
              <a:t>health, electronic health records</a:t>
            </a:r>
          </a:p>
          <a:p>
            <a:endParaRPr lang="en-IE" dirty="0"/>
          </a:p>
          <a:p>
            <a:endParaRPr lang="en-IE" dirty="0"/>
          </a:p>
        </p:txBody>
      </p:sp>
      <p:sp>
        <p:nvSpPr>
          <p:cNvPr id="2" name="Slide Number Placeholder 1">
            <a:extLst>
              <a:ext uri="{FF2B5EF4-FFF2-40B4-BE49-F238E27FC236}">
                <a16:creationId xmlns:a16="http://schemas.microsoft.com/office/drawing/2014/main" id="{B7414E93-D09B-8F9A-FF38-DB4462F966B9}"/>
              </a:ext>
            </a:extLst>
          </p:cNvPr>
          <p:cNvSpPr>
            <a:spLocks noGrp="1"/>
          </p:cNvSpPr>
          <p:nvPr>
            <p:ph type="sldNum" sz="quarter" idx="12"/>
          </p:nvPr>
        </p:nvSpPr>
        <p:spPr/>
        <p:txBody>
          <a:bodyPr/>
          <a:lstStyle/>
          <a:p>
            <a:fld id="{1AE971F0-0CD2-4C47-8087-EBCE9716EA84}" type="slidenum">
              <a:rPr lang="en-GB" smtClean="0">
                <a:solidFill>
                  <a:schemeClr val="tx1"/>
                </a:solidFill>
              </a:rPr>
              <a:pPr/>
              <a:t>5</a:t>
            </a:fld>
            <a:endParaRPr lang="en-GB"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5B2D589-9805-89F3-80E1-34002F03050A}"/>
              </a:ext>
            </a:extLst>
          </p:cNvPr>
          <p:cNvSpPr>
            <a:spLocks noGrp="1"/>
          </p:cNvSpPr>
          <p:nvPr>
            <p:ph type="title"/>
          </p:nvPr>
        </p:nvSpPr>
        <p:spPr/>
        <p:txBody>
          <a:bodyPr/>
          <a:lstStyle/>
          <a:p>
            <a:r>
              <a:rPr lang="en-IE" dirty="0"/>
              <a:t>Backend</a:t>
            </a:r>
          </a:p>
        </p:txBody>
      </p:sp>
      <p:sp>
        <p:nvSpPr>
          <p:cNvPr id="5" name="Content Placeholder 4">
            <a:extLst>
              <a:ext uri="{FF2B5EF4-FFF2-40B4-BE49-F238E27FC236}">
                <a16:creationId xmlns:a16="http://schemas.microsoft.com/office/drawing/2014/main" id="{99C0CABB-E314-EB42-268B-C01294FB47E8}"/>
              </a:ext>
            </a:extLst>
          </p:cNvPr>
          <p:cNvSpPr>
            <a:spLocks noGrp="1"/>
          </p:cNvSpPr>
          <p:nvPr>
            <p:ph idx="1"/>
          </p:nvPr>
        </p:nvSpPr>
        <p:spPr/>
        <p:txBody>
          <a:bodyPr/>
          <a:lstStyle/>
          <a:p>
            <a:r>
              <a:rPr lang="en-IE" dirty="0"/>
              <a:t>Database is usually protected in the backend</a:t>
            </a:r>
          </a:p>
          <a:p>
            <a:r>
              <a:rPr lang="en-IE" dirty="0"/>
              <a:t>Not directly accessible by user</a:t>
            </a:r>
          </a:p>
          <a:p>
            <a:r>
              <a:rPr lang="en-IE" dirty="0"/>
              <a:t>Only your programs can talk directly to it</a:t>
            </a:r>
          </a:p>
        </p:txBody>
      </p:sp>
      <p:sp>
        <p:nvSpPr>
          <p:cNvPr id="2" name="Slide Number Placeholder 1">
            <a:extLst>
              <a:ext uri="{FF2B5EF4-FFF2-40B4-BE49-F238E27FC236}">
                <a16:creationId xmlns:a16="http://schemas.microsoft.com/office/drawing/2014/main" id="{DCD5B280-B949-1BF1-FDF7-1DBFDD1A5678}"/>
              </a:ext>
            </a:extLst>
          </p:cNvPr>
          <p:cNvSpPr>
            <a:spLocks noGrp="1"/>
          </p:cNvSpPr>
          <p:nvPr>
            <p:ph type="sldNum" sz="quarter" idx="12"/>
          </p:nvPr>
        </p:nvSpPr>
        <p:spPr/>
        <p:txBody>
          <a:bodyPr/>
          <a:lstStyle/>
          <a:p>
            <a:fld id="{1AE971F0-0CD2-4C47-8087-EBCE9716EA84}" type="slidenum">
              <a:rPr lang="en-GB" smtClean="0">
                <a:solidFill>
                  <a:schemeClr val="tx1"/>
                </a:solidFill>
              </a:rPr>
              <a:pPr/>
              <a:t>6</a:t>
            </a:fld>
            <a:endParaRPr lang="en-GB" dirty="0">
              <a:solidFill>
                <a:schemeClr val="tx1"/>
              </a:solidFill>
            </a:endParaRPr>
          </a:p>
        </p:txBody>
      </p:sp>
      <p:pic>
        <p:nvPicPr>
          <p:cNvPr id="4" name="object 4" descr="Image showing the typical different layers of a software: user, internet, web server, and database in the backend."/>
          <p:cNvPicPr/>
          <p:nvPr/>
        </p:nvPicPr>
        <p:blipFill>
          <a:blip r:embed="rId2" cstate="print"/>
          <a:stretch>
            <a:fillRect/>
          </a:stretch>
        </p:blipFill>
        <p:spPr>
          <a:xfrm>
            <a:off x="1384300" y="4445549"/>
            <a:ext cx="7303007" cy="139444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95121" rIns="0" bIns="0" rtlCol="0">
            <a:spAutoFit/>
          </a:bodyPr>
          <a:lstStyle/>
          <a:p>
            <a:pPr marL="154940">
              <a:lnSpc>
                <a:spcPct val="100000"/>
              </a:lnSpc>
              <a:spcBef>
                <a:spcPts val="95"/>
              </a:spcBef>
            </a:pPr>
            <a:r>
              <a:rPr dirty="0"/>
              <a:t>So</a:t>
            </a:r>
            <a:r>
              <a:rPr spc="-165" dirty="0"/>
              <a:t> </a:t>
            </a:r>
            <a:r>
              <a:rPr dirty="0"/>
              <a:t>are</a:t>
            </a:r>
            <a:r>
              <a:rPr spc="-160" dirty="0"/>
              <a:t> </a:t>
            </a:r>
            <a:r>
              <a:rPr dirty="0"/>
              <a:t>we</a:t>
            </a:r>
            <a:r>
              <a:rPr spc="-155" dirty="0"/>
              <a:t> </a:t>
            </a:r>
            <a:r>
              <a:rPr dirty="0"/>
              <a:t>talking</a:t>
            </a:r>
            <a:r>
              <a:rPr spc="-185" dirty="0"/>
              <a:t> </a:t>
            </a:r>
            <a:r>
              <a:rPr dirty="0"/>
              <a:t>about</a:t>
            </a:r>
            <a:r>
              <a:rPr spc="-180" dirty="0"/>
              <a:t> </a:t>
            </a:r>
            <a:r>
              <a:rPr spc="-10" dirty="0"/>
              <a:t>spreadsheets?</a:t>
            </a:r>
          </a:p>
        </p:txBody>
      </p:sp>
      <p:sp>
        <p:nvSpPr>
          <p:cNvPr id="5" name="Content Placeholder 4">
            <a:extLst>
              <a:ext uri="{FF2B5EF4-FFF2-40B4-BE49-F238E27FC236}">
                <a16:creationId xmlns:a16="http://schemas.microsoft.com/office/drawing/2014/main" id="{4BC897F0-97E2-0262-25F8-3F60659994B8}"/>
              </a:ext>
            </a:extLst>
          </p:cNvPr>
          <p:cNvSpPr>
            <a:spLocks noGrp="1"/>
          </p:cNvSpPr>
          <p:nvPr>
            <p:ph idx="1"/>
          </p:nvPr>
        </p:nvSpPr>
        <p:spPr/>
        <p:txBody>
          <a:bodyPr>
            <a:normAutofit lnSpcReduction="10000"/>
          </a:bodyPr>
          <a:lstStyle/>
          <a:p>
            <a:r>
              <a:rPr lang="en-IE" dirty="0"/>
              <a:t>Not exactly. Spreadsheets have static information – stored data can be formatted, edited and manipulated within the cell.</a:t>
            </a:r>
          </a:p>
          <a:p>
            <a:r>
              <a:rPr lang="en-IE" dirty="0"/>
              <a:t>Spreadsheets are suitable for small datasets.</a:t>
            </a:r>
          </a:p>
          <a:p>
            <a:r>
              <a:rPr lang="en-IE" dirty="0"/>
              <a:t>Databases support:</a:t>
            </a:r>
          </a:p>
          <a:p>
            <a:pPr lvl="1"/>
            <a:r>
              <a:rPr lang="en-IE" dirty="0"/>
              <a:t>Multi-user access</a:t>
            </a:r>
          </a:p>
          <a:p>
            <a:pPr lvl="1"/>
            <a:r>
              <a:rPr lang="en-IE" dirty="0"/>
              <a:t>Security and permissions</a:t>
            </a:r>
          </a:p>
          <a:p>
            <a:pPr lvl="1"/>
            <a:r>
              <a:rPr lang="en-IE" dirty="0"/>
              <a:t>Data integrity rules</a:t>
            </a:r>
          </a:p>
          <a:p>
            <a:pPr lvl="1"/>
            <a:r>
              <a:rPr lang="en-IE" dirty="0"/>
              <a:t>Complex relationships</a:t>
            </a:r>
          </a:p>
          <a:p>
            <a:endParaRPr lang="en-IE" dirty="0"/>
          </a:p>
        </p:txBody>
      </p:sp>
      <p:sp>
        <p:nvSpPr>
          <p:cNvPr id="2" name="Slide Number Placeholder 1">
            <a:extLst>
              <a:ext uri="{FF2B5EF4-FFF2-40B4-BE49-F238E27FC236}">
                <a16:creationId xmlns:a16="http://schemas.microsoft.com/office/drawing/2014/main" id="{271F1791-FC5C-DFD2-5965-39173F3B0957}"/>
              </a:ext>
            </a:extLst>
          </p:cNvPr>
          <p:cNvSpPr>
            <a:spLocks noGrp="1"/>
          </p:cNvSpPr>
          <p:nvPr>
            <p:ph type="sldNum" sz="quarter" idx="12"/>
          </p:nvPr>
        </p:nvSpPr>
        <p:spPr/>
        <p:txBody>
          <a:bodyPr/>
          <a:lstStyle/>
          <a:p>
            <a:fld id="{1AE971F0-0CD2-4C47-8087-EBCE9716EA84}" type="slidenum">
              <a:rPr lang="en-GB" smtClean="0">
                <a:solidFill>
                  <a:schemeClr val="tx1"/>
                </a:solidFill>
              </a:rPr>
              <a:pPr/>
              <a:t>7</a:t>
            </a:fld>
            <a:endParaRPr lang="en-GB"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95121" rIns="0" bIns="0" rtlCol="0">
            <a:spAutoFit/>
          </a:bodyPr>
          <a:lstStyle/>
          <a:p>
            <a:pPr marL="154305">
              <a:lnSpc>
                <a:spcPct val="100000"/>
              </a:lnSpc>
              <a:spcBef>
                <a:spcPts val="95"/>
              </a:spcBef>
            </a:pPr>
            <a:r>
              <a:rPr spc="-20" dirty="0"/>
              <a:t>Spreadsheet</a:t>
            </a:r>
          </a:p>
        </p:txBody>
      </p:sp>
      <p:graphicFrame>
        <p:nvGraphicFramePr>
          <p:cNvPr id="5" name="Content Placeholder 4">
            <a:extLst>
              <a:ext uri="{FF2B5EF4-FFF2-40B4-BE49-F238E27FC236}">
                <a16:creationId xmlns:a16="http://schemas.microsoft.com/office/drawing/2014/main" id="{9E911DEE-19D8-3903-9808-37C4E0F2D494}"/>
              </a:ext>
            </a:extLst>
          </p:cNvPr>
          <p:cNvGraphicFramePr>
            <a:graphicFrameLocks noGrp="1"/>
          </p:cNvGraphicFramePr>
          <p:nvPr>
            <p:ph idx="1"/>
            <p:extLst>
              <p:ext uri="{D42A27DB-BD31-4B8C-83A1-F6EECF244321}">
                <p14:modId xmlns:p14="http://schemas.microsoft.com/office/powerpoint/2010/main" val="4077904444"/>
              </p:ext>
            </p:extLst>
          </p:nvPr>
        </p:nvGraphicFramePr>
        <p:xfrm>
          <a:off x="735013" y="2012950"/>
          <a:ext cx="9223375" cy="2911476"/>
        </p:xfrm>
        <a:graphic>
          <a:graphicData uri="http://schemas.openxmlformats.org/drawingml/2006/table">
            <a:tbl>
              <a:tblPr firstRow="1" bandRow="1">
                <a:tableStyleId>{5940675A-B579-460E-94D1-54222C63F5DA}</a:tableStyleId>
              </a:tblPr>
              <a:tblGrid>
                <a:gridCol w="1844675">
                  <a:extLst>
                    <a:ext uri="{9D8B030D-6E8A-4147-A177-3AD203B41FA5}">
                      <a16:colId xmlns:a16="http://schemas.microsoft.com/office/drawing/2014/main" val="4159398167"/>
                    </a:ext>
                  </a:extLst>
                </a:gridCol>
                <a:gridCol w="1844675">
                  <a:extLst>
                    <a:ext uri="{9D8B030D-6E8A-4147-A177-3AD203B41FA5}">
                      <a16:colId xmlns:a16="http://schemas.microsoft.com/office/drawing/2014/main" val="2416938630"/>
                    </a:ext>
                  </a:extLst>
                </a:gridCol>
                <a:gridCol w="1844675">
                  <a:extLst>
                    <a:ext uri="{9D8B030D-6E8A-4147-A177-3AD203B41FA5}">
                      <a16:colId xmlns:a16="http://schemas.microsoft.com/office/drawing/2014/main" val="597153112"/>
                    </a:ext>
                  </a:extLst>
                </a:gridCol>
                <a:gridCol w="1844675">
                  <a:extLst>
                    <a:ext uri="{9D8B030D-6E8A-4147-A177-3AD203B41FA5}">
                      <a16:colId xmlns:a16="http://schemas.microsoft.com/office/drawing/2014/main" val="1602048185"/>
                    </a:ext>
                  </a:extLst>
                </a:gridCol>
                <a:gridCol w="1844675">
                  <a:extLst>
                    <a:ext uri="{9D8B030D-6E8A-4147-A177-3AD203B41FA5}">
                      <a16:colId xmlns:a16="http://schemas.microsoft.com/office/drawing/2014/main" val="64740419"/>
                    </a:ext>
                  </a:extLst>
                </a:gridCol>
              </a:tblGrid>
              <a:tr h="892852">
                <a:tc>
                  <a:txBody>
                    <a:bodyPr/>
                    <a:lstStyle/>
                    <a:p>
                      <a:pPr algn="ctr">
                        <a:buNone/>
                      </a:pPr>
                      <a:r>
                        <a:rPr lang="en-IE" sz="2000" b="1" dirty="0"/>
                        <a:t>Student ID</a:t>
                      </a:r>
                    </a:p>
                  </a:txBody>
                  <a:tcPr anchor="ctr"/>
                </a:tc>
                <a:tc>
                  <a:txBody>
                    <a:bodyPr/>
                    <a:lstStyle/>
                    <a:p>
                      <a:pPr algn="ctr">
                        <a:buNone/>
                      </a:pPr>
                      <a:r>
                        <a:rPr lang="en-IE" sz="2000" b="1" dirty="0"/>
                        <a:t>Student Name</a:t>
                      </a:r>
                    </a:p>
                  </a:txBody>
                  <a:tcPr anchor="ctr"/>
                </a:tc>
                <a:tc>
                  <a:txBody>
                    <a:bodyPr/>
                    <a:lstStyle/>
                    <a:p>
                      <a:pPr algn="ctr">
                        <a:buNone/>
                      </a:pPr>
                      <a:r>
                        <a:rPr lang="en-IE" sz="2000" b="1" dirty="0"/>
                        <a:t>Course Code</a:t>
                      </a:r>
                    </a:p>
                  </a:txBody>
                  <a:tcPr anchor="ctr"/>
                </a:tc>
                <a:tc>
                  <a:txBody>
                    <a:bodyPr/>
                    <a:lstStyle/>
                    <a:p>
                      <a:pPr algn="ctr">
                        <a:buNone/>
                      </a:pPr>
                      <a:r>
                        <a:rPr lang="en-IE" sz="2000" b="1" dirty="0"/>
                        <a:t>Course Title</a:t>
                      </a:r>
                    </a:p>
                  </a:txBody>
                  <a:tcPr anchor="ctr"/>
                </a:tc>
                <a:tc>
                  <a:txBody>
                    <a:bodyPr/>
                    <a:lstStyle/>
                    <a:p>
                      <a:pPr algn="ctr">
                        <a:buNone/>
                      </a:pPr>
                      <a:r>
                        <a:rPr lang="en-IE" sz="2000" b="1" dirty="0"/>
                        <a:t>Grade</a:t>
                      </a:r>
                    </a:p>
                  </a:txBody>
                  <a:tcPr anchor="ctr"/>
                </a:tc>
                <a:extLst>
                  <a:ext uri="{0D108BD9-81ED-4DB2-BD59-A6C34878D82A}">
                    <a16:rowId xmlns:a16="http://schemas.microsoft.com/office/drawing/2014/main" val="3504777170"/>
                  </a:ext>
                </a:extLst>
              </a:tr>
              <a:tr h="504656">
                <a:tc>
                  <a:txBody>
                    <a:bodyPr/>
                    <a:lstStyle/>
                    <a:p>
                      <a:pPr algn="ctr">
                        <a:buNone/>
                      </a:pPr>
                      <a:r>
                        <a:rPr lang="en-IE" sz="2000" dirty="0"/>
                        <a:t>1001</a:t>
                      </a:r>
                    </a:p>
                  </a:txBody>
                  <a:tcPr anchor="ctr"/>
                </a:tc>
                <a:tc>
                  <a:txBody>
                    <a:bodyPr/>
                    <a:lstStyle/>
                    <a:p>
                      <a:pPr algn="ctr">
                        <a:buNone/>
                      </a:pPr>
                      <a:r>
                        <a:rPr lang="en-IE" sz="2000"/>
                        <a:t>Alice Smith</a:t>
                      </a:r>
                    </a:p>
                  </a:txBody>
                  <a:tcPr anchor="ctr"/>
                </a:tc>
                <a:tc>
                  <a:txBody>
                    <a:bodyPr/>
                    <a:lstStyle/>
                    <a:p>
                      <a:pPr algn="ctr">
                        <a:buNone/>
                      </a:pPr>
                      <a:r>
                        <a:rPr lang="en-IE" sz="2000"/>
                        <a:t>CS101</a:t>
                      </a:r>
                    </a:p>
                  </a:txBody>
                  <a:tcPr anchor="ctr"/>
                </a:tc>
                <a:tc>
                  <a:txBody>
                    <a:bodyPr/>
                    <a:lstStyle/>
                    <a:p>
                      <a:pPr algn="ctr">
                        <a:buNone/>
                      </a:pPr>
                      <a:r>
                        <a:rPr lang="en-IE" sz="2000"/>
                        <a:t>Intro to CS</a:t>
                      </a:r>
                    </a:p>
                  </a:txBody>
                  <a:tcPr anchor="ctr"/>
                </a:tc>
                <a:tc>
                  <a:txBody>
                    <a:bodyPr/>
                    <a:lstStyle/>
                    <a:p>
                      <a:pPr algn="ctr">
                        <a:buNone/>
                      </a:pPr>
                      <a:r>
                        <a:rPr lang="en-IE" sz="2000"/>
                        <a:t>A</a:t>
                      </a:r>
                    </a:p>
                  </a:txBody>
                  <a:tcPr anchor="ctr"/>
                </a:tc>
                <a:extLst>
                  <a:ext uri="{0D108BD9-81ED-4DB2-BD59-A6C34878D82A}">
                    <a16:rowId xmlns:a16="http://schemas.microsoft.com/office/drawing/2014/main" val="3835082078"/>
                  </a:ext>
                </a:extLst>
              </a:tr>
              <a:tr h="504656">
                <a:tc>
                  <a:txBody>
                    <a:bodyPr/>
                    <a:lstStyle/>
                    <a:p>
                      <a:pPr algn="ctr">
                        <a:buNone/>
                      </a:pPr>
                      <a:r>
                        <a:rPr lang="en-IE" sz="2000" dirty="0"/>
                        <a:t>1002</a:t>
                      </a:r>
                    </a:p>
                  </a:txBody>
                  <a:tcPr anchor="ctr"/>
                </a:tc>
                <a:tc>
                  <a:txBody>
                    <a:bodyPr/>
                    <a:lstStyle/>
                    <a:p>
                      <a:pPr algn="ctr">
                        <a:buNone/>
                      </a:pPr>
                      <a:r>
                        <a:rPr lang="en-IE" sz="2000"/>
                        <a:t>Bob Jones</a:t>
                      </a:r>
                    </a:p>
                  </a:txBody>
                  <a:tcPr anchor="ctr"/>
                </a:tc>
                <a:tc>
                  <a:txBody>
                    <a:bodyPr/>
                    <a:lstStyle/>
                    <a:p>
                      <a:pPr algn="ctr">
                        <a:buNone/>
                      </a:pPr>
                      <a:r>
                        <a:rPr lang="en-IE" sz="2000"/>
                        <a:t>CS101</a:t>
                      </a:r>
                    </a:p>
                  </a:txBody>
                  <a:tcPr anchor="ctr"/>
                </a:tc>
                <a:tc>
                  <a:txBody>
                    <a:bodyPr/>
                    <a:lstStyle/>
                    <a:p>
                      <a:pPr algn="ctr">
                        <a:buNone/>
                      </a:pPr>
                      <a:r>
                        <a:rPr lang="en-IE" sz="2000"/>
                        <a:t>Intro to CS</a:t>
                      </a:r>
                    </a:p>
                  </a:txBody>
                  <a:tcPr anchor="ctr"/>
                </a:tc>
                <a:tc>
                  <a:txBody>
                    <a:bodyPr/>
                    <a:lstStyle/>
                    <a:p>
                      <a:pPr algn="ctr">
                        <a:buNone/>
                      </a:pPr>
                      <a:r>
                        <a:rPr lang="en-IE" sz="2000"/>
                        <a:t>B</a:t>
                      </a:r>
                    </a:p>
                  </a:txBody>
                  <a:tcPr anchor="ctr"/>
                </a:tc>
                <a:extLst>
                  <a:ext uri="{0D108BD9-81ED-4DB2-BD59-A6C34878D82A}">
                    <a16:rowId xmlns:a16="http://schemas.microsoft.com/office/drawing/2014/main" val="1901934682"/>
                  </a:ext>
                </a:extLst>
              </a:tr>
              <a:tr h="504656">
                <a:tc>
                  <a:txBody>
                    <a:bodyPr/>
                    <a:lstStyle/>
                    <a:p>
                      <a:pPr algn="ctr">
                        <a:buNone/>
                      </a:pPr>
                      <a:r>
                        <a:rPr lang="en-IE" sz="2000"/>
                        <a:t>1001</a:t>
                      </a:r>
                    </a:p>
                  </a:txBody>
                  <a:tcPr anchor="ctr"/>
                </a:tc>
                <a:tc>
                  <a:txBody>
                    <a:bodyPr/>
                    <a:lstStyle/>
                    <a:p>
                      <a:pPr algn="ctr">
                        <a:buNone/>
                      </a:pPr>
                      <a:r>
                        <a:rPr lang="en-IE" sz="2000"/>
                        <a:t>Alice Smith</a:t>
                      </a:r>
                    </a:p>
                  </a:txBody>
                  <a:tcPr anchor="ctr"/>
                </a:tc>
                <a:tc>
                  <a:txBody>
                    <a:bodyPr/>
                    <a:lstStyle/>
                    <a:p>
                      <a:pPr algn="ctr">
                        <a:buNone/>
                      </a:pPr>
                      <a:r>
                        <a:rPr lang="en-IE" sz="2000"/>
                        <a:t>MA102</a:t>
                      </a:r>
                    </a:p>
                  </a:txBody>
                  <a:tcPr anchor="ctr"/>
                </a:tc>
                <a:tc>
                  <a:txBody>
                    <a:bodyPr/>
                    <a:lstStyle/>
                    <a:p>
                      <a:pPr algn="ctr">
                        <a:buNone/>
                      </a:pPr>
                      <a:r>
                        <a:rPr lang="en-IE" sz="2000"/>
                        <a:t>Discrete Math</a:t>
                      </a:r>
                    </a:p>
                  </a:txBody>
                  <a:tcPr anchor="ctr"/>
                </a:tc>
                <a:tc>
                  <a:txBody>
                    <a:bodyPr/>
                    <a:lstStyle/>
                    <a:p>
                      <a:pPr algn="ctr">
                        <a:buNone/>
                      </a:pPr>
                      <a:r>
                        <a:rPr lang="en-IE" sz="2000"/>
                        <a:t>B+</a:t>
                      </a:r>
                    </a:p>
                  </a:txBody>
                  <a:tcPr anchor="ctr"/>
                </a:tc>
                <a:extLst>
                  <a:ext uri="{0D108BD9-81ED-4DB2-BD59-A6C34878D82A}">
                    <a16:rowId xmlns:a16="http://schemas.microsoft.com/office/drawing/2014/main" val="1366809768"/>
                  </a:ext>
                </a:extLst>
              </a:tr>
              <a:tr h="504656">
                <a:tc>
                  <a:txBody>
                    <a:bodyPr/>
                    <a:lstStyle/>
                    <a:p>
                      <a:pPr algn="ctr">
                        <a:buNone/>
                      </a:pPr>
                      <a:r>
                        <a:rPr lang="en-IE" sz="2000" dirty="0"/>
                        <a:t>1003</a:t>
                      </a:r>
                    </a:p>
                  </a:txBody>
                  <a:tcPr anchor="ctr"/>
                </a:tc>
                <a:tc>
                  <a:txBody>
                    <a:bodyPr/>
                    <a:lstStyle/>
                    <a:p>
                      <a:pPr algn="ctr">
                        <a:buNone/>
                      </a:pPr>
                      <a:r>
                        <a:rPr lang="en-IE" sz="2000" dirty="0"/>
                        <a:t>Carla White</a:t>
                      </a:r>
                    </a:p>
                  </a:txBody>
                  <a:tcPr anchor="ctr"/>
                </a:tc>
                <a:tc>
                  <a:txBody>
                    <a:bodyPr/>
                    <a:lstStyle/>
                    <a:p>
                      <a:pPr algn="ctr">
                        <a:buNone/>
                      </a:pPr>
                      <a:r>
                        <a:rPr lang="en-IE" sz="2000"/>
                        <a:t>CS101</a:t>
                      </a:r>
                    </a:p>
                  </a:txBody>
                  <a:tcPr anchor="ctr"/>
                </a:tc>
                <a:tc>
                  <a:txBody>
                    <a:bodyPr/>
                    <a:lstStyle/>
                    <a:p>
                      <a:pPr algn="ctr">
                        <a:buNone/>
                      </a:pPr>
                      <a:r>
                        <a:rPr lang="en-IE" sz="2000"/>
                        <a:t>Intro to CS</a:t>
                      </a:r>
                    </a:p>
                  </a:txBody>
                  <a:tcPr anchor="ctr"/>
                </a:tc>
                <a:tc>
                  <a:txBody>
                    <a:bodyPr/>
                    <a:lstStyle/>
                    <a:p>
                      <a:pPr algn="ctr">
                        <a:buNone/>
                      </a:pPr>
                      <a:r>
                        <a:rPr lang="en-IE" sz="2000" dirty="0"/>
                        <a:t>A-</a:t>
                      </a:r>
                    </a:p>
                  </a:txBody>
                  <a:tcPr anchor="ctr"/>
                </a:tc>
                <a:extLst>
                  <a:ext uri="{0D108BD9-81ED-4DB2-BD59-A6C34878D82A}">
                    <a16:rowId xmlns:a16="http://schemas.microsoft.com/office/drawing/2014/main" val="1734353896"/>
                  </a:ext>
                </a:extLst>
              </a:tr>
            </a:tbl>
          </a:graphicData>
        </a:graphic>
      </p:graphicFrame>
      <p:sp>
        <p:nvSpPr>
          <p:cNvPr id="9" name="Slide Number Placeholder 8">
            <a:extLst>
              <a:ext uri="{FF2B5EF4-FFF2-40B4-BE49-F238E27FC236}">
                <a16:creationId xmlns:a16="http://schemas.microsoft.com/office/drawing/2014/main" id="{9FCDA6D4-01A7-ECAA-E60C-C0082FA36B23}"/>
              </a:ext>
            </a:extLst>
          </p:cNvPr>
          <p:cNvSpPr>
            <a:spLocks noGrp="1"/>
          </p:cNvSpPr>
          <p:nvPr>
            <p:ph type="sldNum" sz="quarter" idx="12"/>
          </p:nvPr>
        </p:nvSpPr>
        <p:spPr/>
        <p:txBody>
          <a:bodyPr/>
          <a:lstStyle/>
          <a:p>
            <a:fld id="{1AE971F0-0CD2-4C47-8087-EBCE9716EA84}" type="slidenum">
              <a:rPr lang="en-GB" smtClean="0">
                <a:solidFill>
                  <a:schemeClr val="tx1"/>
                </a:solidFill>
              </a:rPr>
              <a:pPr/>
              <a:t>8</a:t>
            </a:fld>
            <a:endParaRPr lang="en-GB" dirty="0">
              <a:solidFill>
                <a:schemeClr val="tx1"/>
              </a:solidFill>
            </a:endParaRPr>
          </a:p>
        </p:txBody>
      </p:sp>
      <p:sp>
        <p:nvSpPr>
          <p:cNvPr id="8" name="TextBox 7">
            <a:extLst>
              <a:ext uri="{FF2B5EF4-FFF2-40B4-BE49-F238E27FC236}">
                <a16:creationId xmlns:a16="http://schemas.microsoft.com/office/drawing/2014/main" id="{673DEE70-1113-8B5B-B202-9934A94F5A9D}"/>
              </a:ext>
            </a:extLst>
          </p:cNvPr>
          <p:cNvSpPr txBox="1"/>
          <p:nvPr/>
        </p:nvSpPr>
        <p:spPr>
          <a:xfrm>
            <a:off x="735012" y="5610225"/>
            <a:ext cx="9412288" cy="477054"/>
          </a:xfrm>
          <a:prstGeom prst="rect">
            <a:avLst/>
          </a:prstGeom>
          <a:noFill/>
        </p:spPr>
        <p:txBody>
          <a:bodyPr wrap="square">
            <a:spAutoFit/>
          </a:bodyPr>
          <a:lstStyle/>
          <a:p>
            <a:r>
              <a:rPr lang="en-IE" sz="2500" dirty="0"/>
              <a:t>What issues could we have if this spreadsheet had 10,000 rows?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35171" y="788587"/>
            <a:ext cx="9223058" cy="689930"/>
          </a:xfrm>
          <a:prstGeom prst="rect">
            <a:avLst/>
          </a:prstGeom>
        </p:spPr>
        <p:txBody>
          <a:bodyPr vert="horz" wrap="square" lIns="0" tIns="95121" rIns="0" bIns="0" rtlCol="0">
            <a:spAutoFit/>
          </a:bodyPr>
          <a:lstStyle/>
          <a:p>
            <a:pPr marL="154940">
              <a:lnSpc>
                <a:spcPct val="100000"/>
              </a:lnSpc>
              <a:spcBef>
                <a:spcPts val="95"/>
              </a:spcBef>
            </a:pPr>
            <a:r>
              <a:rPr lang="pt-BR" dirty="0" err="1"/>
              <a:t>Relational</a:t>
            </a:r>
            <a:r>
              <a:rPr lang="pt-BR" dirty="0"/>
              <a:t> </a:t>
            </a:r>
            <a:r>
              <a:rPr lang="pt-BR" dirty="0" err="1"/>
              <a:t>databases</a:t>
            </a:r>
            <a:endParaRPr spc="-10" dirty="0"/>
          </a:p>
        </p:txBody>
      </p:sp>
      <p:sp>
        <p:nvSpPr>
          <p:cNvPr id="5" name="Content Placeholder 4">
            <a:extLst>
              <a:ext uri="{FF2B5EF4-FFF2-40B4-BE49-F238E27FC236}">
                <a16:creationId xmlns:a16="http://schemas.microsoft.com/office/drawing/2014/main" id="{4BC897F0-97E2-0262-25F8-3F60659994B8}"/>
              </a:ext>
            </a:extLst>
          </p:cNvPr>
          <p:cNvSpPr>
            <a:spLocks noGrp="1"/>
          </p:cNvSpPr>
          <p:nvPr>
            <p:ph idx="1"/>
          </p:nvPr>
        </p:nvSpPr>
        <p:spPr/>
        <p:txBody>
          <a:bodyPr>
            <a:normAutofit/>
          </a:bodyPr>
          <a:lstStyle/>
          <a:p>
            <a:r>
              <a:rPr lang="en-IE" dirty="0"/>
              <a:t>Instead of spreadsheets, we will focus on relational databases.</a:t>
            </a:r>
          </a:p>
          <a:p>
            <a:r>
              <a:rPr lang="en-IE" dirty="0"/>
              <a:t>Relational DBs are structured to organise the data in one or more tables, also called entities.</a:t>
            </a:r>
          </a:p>
          <a:p>
            <a:r>
              <a:rPr lang="en-IE" dirty="0"/>
              <a:t>The tables include columns (attributes) and rows. A specific ID identifies each row. </a:t>
            </a:r>
          </a:p>
        </p:txBody>
      </p:sp>
      <p:sp>
        <p:nvSpPr>
          <p:cNvPr id="2" name="Slide Number Placeholder 1">
            <a:extLst>
              <a:ext uri="{FF2B5EF4-FFF2-40B4-BE49-F238E27FC236}">
                <a16:creationId xmlns:a16="http://schemas.microsoft.com/office/drawing/2014/main" id="{0FFD0C38-EA12-7854-1C34-9F08CC8E86CF}"/>
              </a:ext>
            </a:extLst>
          </p:cNvPr>
          <p:cNvSpPr>
            <a:spLocks noGrp="1"/>
          </p:cNvSpPr>
          <p:nvPr>
            <p:ph type="sldNum" sz="quarter" idx="12"/>
          </p:nvPr>
        </p:nvSpPr>
        <p:spPr/>
        <p:txBody>
          <a:bodyPr/>
          <a:lstStyle/>
          <a:p>
            <a:fld id="{1AE971F0-0CD2-4C47-8087-EBCE9716EA84}" type="slidenum">
              <a:rPr lang="en-GB" smtClean="0">
                <a:solidFill>
                  <a:schemeClr val="tx1"/>
                </a:solidFill>
              </a:rPr>
              <a:pPr/>
              <a:t>9</a:t>
            </a:fld>
            <a:endParaRPr lang="en-GB" dirty="0">
              <a:solidFill>
                <a:schemeClr val="tx1"/>
              </a:solidFill>
            </a:endParaRPr>
          </a:p>
        </p:txBody>
      </p:sp>
    </p:spTree>
    <p:extLst>
      <p:ext uri="{BB962C8B-B14F-4D97-AF65-F5344CB8AC3E}">
        <p14:creationId xmlns:p14="http://schemas.microsoft.com/office/powerpoint/2010/main" val="66649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C7A4D04-874C-D294-9CA5-8775DCAF1DF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2D6A4B9-014D-789B-9B8D-3CF7A23D5D58}"/>
              </a:ext>
            </a:extLst>
          </p:cNvPr>
          <p:cNvSpPr txBox="1">
            <a:spLocks noGrp="1"/>
          </p:cNvSpPr>
          <p:nvPr>
            <p:ph type="title"/>
          </p:nvPr>
        </p:nvSpPr>
        <p:spPr>
          <a:xfrm>
            <a:off x="735171" y="788587"/>
            <a:ext cx="9223058" cy="689930"/>
          </a:xfrm>
          <a:prstGeom prst="rect">
            <a:avLst/>
          </a:prstGeom>
        </p:spPr>
        <p:txBody>
          <a:bodyPr vert="horz" wrap="square" lIns="0" tIns="95121" rIns="0" bIns="0" rtlCol="0">
            <a:spAutoFit/>
          </a:bodyPr>
          <a:lstStyle/>
          <a:p>
            <a:pPr marL="154940">
              <a:lnSpc>
                <a:spcPct val="100000"/>
              </a:lnSpc>
              <a:spcBef>
                <a:spcPts val="95"/>
              </a:spcBef>
            </a:pPr>
            <a:r>
              <a:rPr lang="pt-BR" dirty="0" err="1"/>
              <a:t>Relational</a:t>
            </a:r>
            <a:r>
              <a:rPr lang="pt-BR" dirty="0"/>
              <a:t> </a:t>
            </a:r>
            <a:r>
              <a:rPr lang="pt-BR" dirty="0" err="1"/>
              <a:t>databases</a:t>
            </a:r>
            <a:endParaRPr spc="-10" dirty="0"/>
          </a:p>
        </p:txBody>
      </p:sp>
      <p:graphicFrame>
        <p:nvGraphicFramePr>
          <p:cNvPr id="7" name="Content Placeholder 6">
            <a:extLst>
              <a:ext uri="{FF2B5EF4-FFF2-40B4-BE49-F238E27FC236}">
                <a16:creationId xmlns:a16="http://schemas.microsoft.com/office/drawing/2014/main" id="{A6332EEB-DA41-1247-D7E8-1F95B7E9EC7C}"/>
              </a:ext>
            </a:extLst>
          </p:cNvPr>
          <p:cNvGraphicFramePr>
            <a:graphicFrameLocks noGrp="1"/>
          </p:cNvGraphicFramePr>
          <p:nvPr>
            <p:ph idx="1"/>
            <p:extLst>
              <p:ext uri="{D42A27DB-BD31-4B8C-83A1-F6EECF244321}">
                <p14:modId xmlns:p14="http://schemas.microsoft.com/office/powerpoint/2010/main" val="699171252"/>
              </p:ext>
            </p:extLst>
          </p:nvPr>
        </p:nvGraphicFramePr>
        <p:xfrm>
          <a:off x="735013" y="2012950"/>
          <a:ext cx="4230687" cy="1584960"/>
        </p:xfrm>
        <a:graphic>
          <a:graphicData uri="http://schemas.openxmlformats.org/drawingml/2006/table">
            <a:tbl>
              <a:tblPr firstRow="1" bandRow="1">
                <a:tableStyleId>{5940675A-B579-460E-94D1-54222C63F5DA}</a:tableStyleId>
              </a:tblPr>
              <a:tblGrid>
                <a:gridCol w="1868487">
                  <a:extLst>
                    <a:ext uri="{9D8B030D-6E8A-4147-A177-3AD203B41FA5}">
                      <a16:colId xmlns:a16="http://schemas.microsoft.com/office/drawing/2014/main" val="862185109"/>
                    </a:ext>
                  </a:extLst>
                </a:gridCol>
                <a:gridCol w="2362200">
                  <a:extLst>
                    <a:ext uri="{9D8B030D-6E8A-4147-A177-3AD203B41FA5}">
                      <a16:colId xmlns:a16="http://schemas.microsoft.com/office/drawing/2014/main" val="2661833453"/>
                    </a:ext>
                  </a:extLst>
                </a:gridCol>
              </a:tblGrid>
              <a:tr h="370840">
                <a:tc>
                  <a:txBody>
                    <a:bodyPr/>
                    <a:lstStyle/>
                    <a:p>
                      <a:pPr algn="ctr">
                        <a:buNone/>
                      </a:pPr>
                      <a:r>
                        <a:rPr lang="en-IE" sz="2000" b="1" dirty="0" err="1"/>
                        <a:t>student_id</a:t>
                      </a:r>
                      <a:endParaRPr lang="en-IE" sz="2000" b="1" dirty="0"/>
                    </a:p>
                  </a:txBody>
                  <a:tcPr anchor="ctr"/>
                </a:tc>
                <a:tc>
                  <a:txBody>
                    <a:bodyPr/>
                    <a:lstStyle/>
                    <a:p>
                      <a:pPr algn="ctr">
                        <a:buNone/>
                      </a:pPr>
                      <a:r>
                        <a:rPr lang="en-IE" sz="2000" b="1" dirty="0"/>
                        <a:t>name</a:t>
                      </a:r>
                    </a:p>
                  </a:txBody>
                  <a:tcPr anchor="ctr"/>
                </a:tc>
                <a:extLst>
                  <a:ext uri="{0D108BD9-81ED-4DB2-BD59-A6C34878D82A}">
                    <a16:rowId xmlns:a16="http://schemas.microsoft.com/office/drawing/2014/main" val="3491674912"/>
                  </a:ext>
                </a:extLst>
              </a:tr>
              <a:tr h="370840">
                <a:tc>
                  <a:txBody>
                    <a:bodyPr/>
                    <a:lstStyle/>
                    <a:p>
                      <a:pPr algn="ctr">
                        <a:buNone/>
                      </a:pPr>
                      <a:r>
                        <a:rPr lang="en-IE" sz="2000"/>
                        <a:t>1001</a:t>
                      </a:r>
                    </a:p>
                  </a:txBody>
                  <a:tcPr anchor="ctr"/>
                </a:tc>
                <a:tc>
                  <a:txBody>
                    <a:bodyPr/>
                    <a:lstStyle/>
                    <a:p>
                      <a:pPr algn="ctr">
                        <a:buNone/>
                      </a:pPr>
                      <a:r>
                        <a:rPr lang="en-IE" sz="2000"/>
                        <a:t>Alice Smith</a:t>
                      </a:r>
                    </a:p>
                  </a:txBody>
                  <a:tcPr anchor="ctr"/>
                </a:tc>
                <a:extLst>
                  <a:ext uri="{0D108BD9-81ED-4DB2-BD59-A6C34878D82A}">
                    <a16:rowId xmlns:a16="http://schemas.microsoft.com/office/drawing/2014/main" val="3840608355"/>
                  </a:ext>
                </a:extLst>
              </a:tr>
              <a:tr h="370840">
                <a:tc>
                  <a:txBody>
                    <a:bodyPr/>
                    <a:lstStyle/>
                    <a:p>
                      <a:pPr algn="ctr">
                        <a:buNone/>
                      </a:pPr>
                      <a:r>
                        <a:rPr lang="en-IE" sz="2000"/>
                        <a:t>1002</a:t>
                      </a:r>
                    </a:p>
                  </a:txBody>
                  <a:tcPr anchor="ctr"/>
                </a:tc>
                <a:tc>
                  <a:txBody>
                    <a:bodyPr/>
                    <a:lstStyle/>
                    <a:p>
                      <a:pPr algn="ctr">
                        <a:buNone/>
                      </a:pPr>
                      <a:r>
                        <a:rPr lang="en-IE" sz="2000"/>
                        <a:t>Bob Jones</a:t>
                      </a:r>
                    </a:p>
                  </a:txBody>
                  <a:tcPr anchor="ctr"/>
                </a:tc>
                <a:extLst>
                  <a:ext uri="{0D108BD9-81ED-4DB2-BD59-A6C34878D82A}">
                    <a16:rowId xmlns:a16="http://schemas.microsoft.com/office/drawing/2014/main" val="1008253181"/>
                  </a:ext>
                </a:extLst>
              </a:tr>
              <a:tr h="370840">
                <a:tc>
                  <a:txBody>
                    <a:bodyPr/>
                    <a:lstStyle/>
                    <a:p>
                      <a:pPr algn="ctr">
                        <a:buNone/>
                      </a:pPr>
                      <a:r>
                        <a:rPr lang="en-IE" sz="2000" dirty="0"/>
                        <a:t>1003</a:t>
                      </a:r>
                    </a:p>
                  </a:txBody>
                  <a:tcPr anchor="ctr"/>
                </a:tc>
                <a:tc>
                  <a:txBody>
                    <a:bodyPr/>
                    <a:lstStyle/>
                    <a:p>
                      <a:pPr algn="ctr">
                        <a:buNone/>
                      </a:pPr>
                      <a:r>
                        <a:rPr lang="en-IE" sz="2000" dirty="0"/>
                        <a:t>Carla White</a:t>
                      </a:r>
                    </a:p>
                  </a:txBody>
                  <a:tcPr anchor="ctr"/>
                </a:tc>
                <a:extLst>
                  <a:ext uri="{0D108BD9-81ED-4DB2-BD59-A6C34878D82A}">
                    <a16:rowId xmlns:a16="http://schemas.microsoft.com/office/drawing/2014/main" val="3604275753"/>
                  </a:ext>
                </a:extLst>
              </a:tr>
            </a:tbl>
          </a:graphicData>
        </a:graphic>
      </p:graphicFrame>
      <p:sp>
        <p:nvSpPr>
          <p:cNvPr id="2" name="Slide Number Placeholder 1">
            <a:extLst>
              <a:ext uri="{FF2B5EF4-FFF2-40B4-BE49-F238E27FC236}">
                <a16:creationId xmlns:a16="http://schemas.microsoft.com/office/drawing/2014/main" id="{093AB83A-C75D-66D3-501C-2B9A65554C62}"/>
              </a:ext>
            </a:extLst>
          </p:cNvPr>
          <p:cNvSpPr>
            <a:spLocks noGrp="1"/>
          </p:cNvSpPr>
          <p:nvPr>
            <p:ph type="sldNum" sz="quarter" idx="12"/>
          </p:nvPr>
        </p:nvSpPr>
        <p:spPr/>
        <p:txBody>
          <a:bodyPr/>
          <a:lstStyle/>
          <a:p>
            <a:fld id="{1AE971F0-0CD2-4C47-8087-EBCE9716EA84}" type="slidenum">
              <a:rPr lang="en-GB" smtClean="0">
                <a:solidFill>
                  <a:schemeClr val="tx1"/>
                </a:solidFill>
              </a:rPr>
              <a:pPr/>
              <a:t>10</a:t>
            </a:fld>
            <a:endParaRPr lang="en-GB" dirty="0">
              <a:solidFill>
                <a:schemeClr val="tx1"/>
              </a:solidFill>
            </a:endParaRPr>
          </a:p>
        </p:txBody>
      </p:sp>
      <p:graphicFrame>
        <p:nvGraphicFramePr>
          <p:cNvPr id="8" name="Content Placeholder 6">
            <a:extLst>
              <a:ext uri="{FF2B5EF4-FFF2-40B4-BE49-F238E27FC236}">
                <a16:creationId xmlns:a16="http://schemas.microsoft.com/office/drawing/2014/main" id="{C1415A30-9A59-1210-08A5-D784D1AA957C}"/>
              </a:ext>
            </a:extLst>
          </p:cNvPr>
          <p:cNvGraphicFramePr>
            <a:graphicFrameLocks/>
          </p:cNvGraphicFramePr>
          <p:nvPr>
            <p:extLst>
              <p:ext uri="{D42A27DB-BD31-4B8C-83A1-F6EECF244321}">
                <p14:modId xmlns:p14="http://schemas.microsoft.com/office/powerpoint/2010/main" val="431063373"/>
              </p:ext>
            </p:extLst>
          </p:nvPr>
        </p:nvGraphicFramePr>
        <p:xfrm>
          <a:off x="5880100" y="2211070"/>
          <a:ext cx="4230687" cy="1188720"/>
        </p:xfrm>
        <a:graphic>
          <a:graphicData uri="http://schemas.openxmlformats.org/drawingml/2006/table">
            <a:tbl>
              <a:tblPr firstRow="1" bandRow="1">
                <a:tableStyleId>{5940675A-B579-460E-94D1-54222C63F5DA}</a:tableStyleId>
              </a:tblPr>
              <a:tblGrid>
                <a:gridCol w="1868487">
                  <a:extLst>
                    <a:ext uri="{9D8B030D-6E8A-4147-A177-3AD203B41FA5}">
                      <a16:colId xmlns:a16="http://schemas.microsoft.com/office/drawing/2014/main" val="862185109"/>
                    </a:ext>
                  </a:extLst>
                </a:gridCol>
                <a:gridCol w="2362200">
                  <a:extLst>
                    <a:ext uri="{9D8B030D-6E8A-4147-A177-3AD203B41FA5}">
                      <a16:colId xmlns:a16="http://schemas.microsoft.com/office/drawing/2014/main" val="2661833453"/>
                    </a:ext>
                  </a:extLst>
                </a:gridCol>
              </a:tblGrid>
              <a:tr h="370840">
                <a:tc>
                  <a:txBody>
                    <a:bodyPr/>
                    <a:lstStyle/>
                    <a:p>
                      <a:pPr algn="ctr">
                        <a:buNone/>
                      </a:pPr>
                      <a:r>
                        <a:rPr lang="en-IE" sz="2000" b="1" dirty="0" err="1"/>
                        <a:t>course_code</a:t>
                      </a:r>
                      <a:endParaRPr lang="en-IE" sz="2000" b="1" dirty="0"/>
                    </a:p>
                  </a:txBody>
                  <a:tcPr anchor="ctr"/>
                </a:tc>
                <a:tc>
                  <a:txBody>
                    <a:bodyPr/>
                    <a:lstStyle/>
                    <a:p>
                      <a:pPr algn="ctr">
                        <a:buNone/>
                      </a:pPr>
                      <a:r>
                        <a:rPr lang="en-IE" sz="2000" b="1" dirty="0" err="1"/>
                        <a:t>course_title</a:t>
                      </a:r>
                      <a:endParaRPr lang="en-IE" sz="2000" b="1" dirty="0"/>
                    </a:p>
                  </a:txBody>
                  <a:tcPr anchor="ctr"/>
                </a:tc>
                <a:extLst>
                  <a:ext uri="{0D108BD9-81ED-4DB2-BD59-A6C34878D82A}">
                    <a16:rowId xmlns:a16="http://schemas.microsoft.com/office/drawing/2014/main" val="3491674912"/>
                  </a:ext>
                </a:extLst>
              </a:tr>
              <a:tr h="370840">
                <a:tc>
                  <a:txBody>
                    <a:bodyPr/>
                    <a:lstStyle/>
                    <a:p>
                      <a:pPr algn="ctr">
                        <a:buNone/>
                      </a:pPr>
                      <a:r>
                        <a:rPr lang="en-IE" sz="2000"/>
                        <a:t>CS101</a:t>
                      </a:r>
                    </a:p>
                  </a:txBody>
                  <a:tcPr anchor="ctr"/>
                </a:tc>
                <a:tc>
                  <a:txBody>
                    <a:bodyPr/>
                    <a:lstStyle/>
                    <a:p>
                      <a:pPr algn="ctr">
                        <a:buNone/>
                      </a:pPr>
                      <a:r>
                        <a:rPr lang="en-IE" sz="2000"/>
                        <a:t>Intro to CS</a:t>
                      </a:r>
                    </a:p>
                  </a:txBody>
                  <a:tcPr anchor="ctr"/>
                </a:tc>
                <a:extLst>
                  <a:ext uri="{0D108BD9-81ED-4DB2-BD59-A6C34878D82A}">
                    <a16:rowId xmlns:a16="http://schemas.microsoft.com/office/drawing/2014/main" val="3840608355"/>
                  </a:ext>
                </a:extLst>
              </a:tr>
              <a:tr h="370840">
                <a:tc>
                  <a:txBody>
                    <a:bodyPr/>
                    <a:lstStyle/>
                    <a:p>
                      <a:pPr algn="ctr">
                        <a:buNone/>
                      </a:pPr>
                      <a:r>
                        <a:rPr lang="en-IE" sz="2000"/>
                        <a:t>MA102</a:t>
                      </a:r>
                    </a:p>
                  </a:txBody>
                  <a:tcPr anchor="ctr"/>
                </a:tc>
                <a:tc>
                  <a:txBody>
                    <a:bodyPr/>
                    <a:lstStyle/>
                    <a:p>
                      <a:pPr algn="ctr">
                        <a:buNone/>
                      </a:pPr>
                      <a:r>
                        <a:rPr lang="en-IE" sz="2000" dirty="0"/>
                        <a:t>Discrete Math</a:t>
                      </a:r>
                    </a:p>
                  </a:txBody>
                  <a:tcPr anchor="ctr"/>
                </a:tc>
                <a:extLst>
                  <a:ext uri="{0D108BD9-81ED-4DB2-BD59-A6C34878D82A}">
                    <a16:rowId xmlns:a16="http://schemas.microsoft.com/office/drawing/2014/main" val="1008253181"/>
                  </a:ext>
                </a:extLst>
              </a:tr>
            </a:tbl>
          </a:graphicData>
        </a:graphic>
      </p:graphicFrame>
      <p:graphicFrame>
        <p:nvGraphicFramePr>
          <p:cNvPr id="9" name="Content Placeholder 6">
            <a:extLst>
              <a:ext uri="{FF2B5EF4-FFF2-40B4-BE49-F238E27FC236}">
                <a16:creationId xmlns:a16="http://schemas.microsoft.com/office/drawing/2014/main" id="{8472E0F6-2A6E-AA1A-2118-6EACB2BF48C8}"/>
              </a:ext>
            </a:extLst>
          </p:cNvPr>
          <p:cNvGraphicFramePr>
            <a:graphicFrameLocks/>
          </p:cNvGraphicFramePr>
          <p:nvPr>
            <p:extLst>
              <p:ext uri="{D42A27DB-BD31-4B8C-83A1-F6EECF244321}">
                <p14:modId xmlns:p14="http://schemas.microsoft.com/office/powerpoint/2010/main" val="3773303395"/>
              </p:ext>
            </p:extLst>
          </p:nvPr>
        </p:nvGraphicFramePr>
        <p:xfrm>
          <a:off x="2984500" y="5063619"/>
          <a:ext cx="5257800" cy="1981200"/>
        </p:xfrm>
        <a:graphic>
          <a:graphicData uri="http://schemas.openxmlformats.org/drawingml/2006/table">
            <a:tbl>
              <a:tblPr firstRow="1" bandRow="1">
                <a:tableStyleId>{5940675A-B579-460E-94D1-54222C63F5DA}</a:tableStyleId>
              </a:tblPr>
              <a:tblGrid>
                <a:gridCol w="1986548">
                  <a:extLst>
                    <a:ext uri="{9D8B030D-6E8A-4147-A177-3AD203B41FA5}">
                      <a16:colId xmlns:a16="http://schemas.microsoft.com/office/drawing/2014/main" val="862185109"/>
                    </a:ext>
                  </a:extLst>
                </a:gridCol>
                <a:gridCol w="1899652">
                  <a:extLst>
                    <a:ext uri="{9D8B030D-6E8A-4147-A177-3AD203B41FA5}">
                      <a16:colId xmlns:a16="http://schemas.microsoft.com/office/drawing/2014/main" val="2661833453"/>
                    </a:ext>
                  </a:extLst>
                </a:gridCol>
                <a:gridCol w="1371600">
                  <a:extLst>
                    <a:ext uri="{9D8B030D-6E8A-4147-A177-3AD203B41FA5}">
                      <a16:colId xmlns:a16="http://schemas.microsoft.com/office/drawing/2014/main" val="2359445826"/>
                    </a:ext>
                  </a:extLst>
                </a:gridCol>
              </a:tblGrid>
              <a:tr h="370840">
                <a:tc>
                  <a:txBody>
                    <a:bodyPr/>
                    <a:lstStyle/>
                    <a:p>
                      <a:pPr algn="ctr">
                        <a:buNone/>
                      </a:pPr>
                      <a:r>
                        <a:rPr lang="en-IE" sz="2000" b="1" dirty="0" err="1"/>
                        <a:t>student_id</a:t>
                      </a:r>
                      <a:endParaRPr lang="en-IE" sz="2000" b="1" dirty="0"/>
                    </a:p>
                  </a:txBody>
                  <a:tcPr anchor="ctr"/>
                </a:tc>
                <a:tc>
                  <a:txBody>
                    <a:bodyPr/>
                    <a:lstStyle/>
                    <a:p>
                      <a:pPr algn="ctr">
                        <a:buNone/>
                      </a:pPr>
                      <a:r>
                        <a:rPr lang="en-IE" sz="2000" b="1" dirty="0" err="1"/>
                        <a:t>course_code</a:t>
                      </a:r>
                      <a:endParaRPr lang="en-IE" sz="2000" b="1" dirty="0"/>
                    </a:p>
                  </a:txBody>
                  <a:tcPr anchor="ctr"/>
                </a:tc>
                <a:tc>
                  <a:txBody>
                    <a:bodyPr/>
                    <a:lstStyle/>
                    <a:p>
                      <a:pPr algn="ctr">
                        <a:buNone/>
                      </a:pPr>
                      <a:r>
                        <a:rPr lang="en-IE" sz="2000" b="1" dirty="0"/>
                        <a:t>grade</a:t>
                      </a:r>
                    </a:p>
                  </a:txBody>
                  <a:tcPr anchor="ctr"/>
                </a:tc>
                <a:extLst>
                  <a:ext uri="{0D108BD9-81ED-4DB2-BD59-A6C34878D82A}">
                    <a16:rowId xmlns:a16="http://schemas.microsoft.com/office/drawing/2014/main" val="3491674912"/>
                  </a:ext>
                </a:extLst>
              </a:tr>
              <a:tr h="370840">
                <a:tc>
                  <a:txBody>
                    <a:bodyPr/>
                    <a:lstStyle/>
                    <a:p>
                      <a:pPr algn="ctr">
                        <a:buNone/>
                      </a:pPr>
                      <a:r>
                        <a:rPr lang="en-IE" sz="2000" dirty="0"/>
                        <a:t>1001</a:t>
                      </a:r>
                    </a:p>
                  </a:txBody>
                  <a:tcPr anchor="ctr"/>
                </a:tc>
                <a:tc>
                  <a:txBody>
                    <a:bodyPr/>
                    <a:lstStyle/>
                    <a:p>
                      <a:pPr algn="ctr">
                        <a:buNone/>
                      </a:pPr>
                      <a:r>
                        <a:rPr lang="en-IE" sz="2000"/>
                        <a:t>CS101</a:t>
                      </a:r>
                    </a:p>
                  </a:txBody>
                  <a:tcPr anchor="ctr"/>
                </a:tc>
                <a:tc>
                  <a:txBody>
                    <a:bodyPr/>
                    <a:lstStyle/>
                    <a:p>
                      <a:pPr algn="ctr">
                        <a:buNone/>
                      </a:pPr>
                      <a:r>
                        <a:rPr lang="en-IE" sz="2000"/>
                        <a:t>A</a:t>
                      </a:r>
                    </a:p>
                  </a:txBody>
                  <a:tcPr anchor="ctr"/>
                </a:tc>
                <a:extLst>
                  <a:ext uri="{0D108BD9-81ED-4DB2-BD59-A6C34878D82A}">
                    <a16:rowId xmlns:a16="http://schemas.microsoft.com/office/drawing/2014/main" val="3840608355"/>
                  </a:ext>
                </a:extLst>
              </a:tr>
              <a:tr h="370840">
                <a:tc>
                  <a:txBody>
                    <a:bodyPr/>
                    <a:lstStyle/>
                    <a:p>
                      <a:pPr algn="ctr">
                        <a:buNone/>
                      </a:pPr>
                      <a:r>
                        <a:rPr lang="en-IE" sz="2000"/>
                        <a:t>1002</a:t>
                      </a:r>
                    </a:p>
                  </a:txBody>
                  <a:tcPr anchor="ctr"/>
                </a:tc>
                <a:tc>
                  <a:txBody>
                    <a:bodyPr/>
                    <a:lstStyle/>
                    <a:p>
                      <a:pPr algn="ctr">
                        <a:buNone/>
                      </a:pPr>
                      <a:r>
                        <a:rPr lang="en-IE" sz="2000"/>
                        <a:t>CS101</a:t>
                      </a:r>
                    </a:p>
                  </a:txBody>
                  <a:tcPr anchor="ctr"/>
                </a:tc>
                <a:tc>
                  <a:txBody>
                    <a:bodyPr/>
                    <a:lstStyle/>
                    <a:p>
                      <a:pPr algn="ctr">
                        <a:buNone/>
                      </a:pPr>
                      <a:r>
                        <a:rPr lang="en-IE" sz="2000"/>
                        <a:t>B</a:t>
                      </a:r>
                    </a:p>
                  </a:txBody>
                  <a:tcPr anchor="ctr"/>
                </a:tc>
                <a:extLst>
                  <a:ext uri="{0D108BD9-81ED-4DB2-BD59-A6C34878D82A}">
                    <a16:rowId xmlns:a16="http://schemas.microsoft.com/office/drawing/2014/main" val="1008253181"/>
                  </a:ext>
                </a:extLst>
              </a:tr>
              <a:tr h="370840">
                <a:tc>
                  <a:txBody>
                    <a:bodyPr/>
                    <a:lstStyle/>
                    <a:p>
                      <a:pPr algn="ctr">
                        <a:buNone/>
                      </a:pPr>
                      <a:r>
                        <a:rPr lang="en-IE" sz="2000"/>
                        <a:t>1001</a:t>
                      </a:r>
                    </a:p>
                  </a:txBody>
                  <a:tcPr anchor="ctr"/>
                </a:tc>
                <a:tc>
                  <a:txBody>
                    <a:bodyPr/>
                    <a:lstStyle/>
                    <a:p>
                      <a:pPr algn="ctr">
                        <a:buNone/>
                      </a:pPr>
                      <a:r>
                        <a:rPr lang="en-IE" sz="2000"/>
                        <a:t>MA102</a:t>
                      </a:r>
                    </a:p>
                  </a:txBody>
                  <a:tcPr anchor="ctr"/>
                </a:tc>
                <a:tc>
                  <a:txBody>
                    <a:bodyPr/>
                    <a:lstStyle/>
                    <a:p>
                      <a:pPr algn="ctr">
                        <a:buNone/>
                      </a:pPr>
                      <a:r>
                        <a:rPr lang="en-IE" sz="2000"/>
                        <a:t>B+</a:t>
                      </a:r>
                    </a:p>
                  </a:txBody>
                  <a:tcPr anchor="ctr"/>
                </a:tc>
                <a:extLst>
                  <a:ext uri="{0D108BD9-81ED-4DB2-BD59-A6C34878D82A}">
                    <a16:rowId xmlns:a16="http://schemas.microsoft.com/office/drawing/2014/main" val="3604275753"/>
                  </a:ext>
                </a:extLst>
              </a:tr>
              <a:tr h="370840">
                <a:tc>
                  <a:txBody>
                    <a:bodyPr/>
                    <a:lstStyle/>
                    <a:p>
                      <a:pPr algn="ctr">
                        <a:buNone/>
                      </a:pPr>
                      <a:r>
                        <a:rPr lang="en-IE" sz="2000"/>
                        <a:t>1003</a:t>
                      </a:r>
                    </a:p>
                  </a:txBody>
                  <a:tcPr anchor="ctr"/>
                </a:tc>
                <a:tc>
                  <a:txBody>
                    <a:bodyPr/>
                    <a:lstStyle/>
                    <a:p>
                      <a:pPr algn="ctr">
                        <a:buNone/>
                      </a:pPr>
                      <a:r>
                        <a:rPr lang="en-IE" sz="2000"/>
                        <a:t>CS101</a:t>
                      </a:r>
                    </a:p>
                  </a:txBody>
                  <a:tcPr anchor="ctr"/>
                </a:tc>
                <a:tc>
                  <a:txBody>
                    <a:bodyPr/>
                    <a:lstStyle/>
                    <a:p>
                      <a:pPr algn="ctr">
                        <a:buNone/>
                      </a:pPr>
                      <a:r>
                        <a:rPr lang="en-IE" sz="2000" dirty="0"/>
                        <a:t>A-</a:t>
                      </a:r>
                    </a:p>
                  </a:txBody>
                  <a:tcPr anchor="ctr"/>
                </a:tc>
                <a:extLst>
                  <a:ext uri="{0D108BD9-81ED-4DB2-BD59-A6C34878D82A}">
                    <a16:rowId xmlns:a16="http://schemas.microsoft.com/office/drawing/2014/main" val="2470963405"/>
                  </a:ext>
                </a:extLst>
              </a:tr>
            </a:tbl>
          </a:graphicData>
        </a:graphic>
      </p:graphicFrame>
      <p:cxnSp>
        <p:nvCxnSpPr>
          <p:cNvPr id="11" name="Straight Connector 10">
            <a:extLst>
              <a:ext uri="{FF2B5EF4-FFF2-40B4-BE49-F238E27FC236}">
                <a16:creationId xmlns:a16="http://schemas.microsoft.com/office/drawing/2014/main" id="{CAD66E5A-9A25-1C5E-46F3-1F1392031B4E}"/>
              </a:ext>
            </a:extLst>
          </p:cNvPr>
          <p:cNvCxnSpPr>
            <a:cxnSpLocks/>
            <a:stCxn id="7" idx="2"/>
            <a:endCxn id="9" idx="0"/>
          </p:cNvCxnSpPr>
          <p:nvPr/>
        </p:nvCxnSpPr>
        <p:spPr>
          <a:xfrm>
            <a:off x="2850356" y="3597910"/>
            <a:ext cx="2763044" cy="14657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4BD6F4C-67C9-1E0B-7B94-400AF275DF24}"/>
              </a:ext>
            </a:extLst>
          </p:cNvPr>
          <p:cNvCxnSpPr>
            <a:cxnSpLocks/>
            <a:stCxn id="8" idx="2"/>
            <a:endCxn id="9" idx="0"/>
          </p:cNvCxnSpPr>
          <p:nvPr/>
        </p:nvCxnSpPr>
        <p:spPr>
          <a:xfrm flipH="1">
            <a:off x="5613400" y="3399790"/>
            <a:ext cx="2382043" cy="16638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9637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prstGeom prst="rect">
            <a:avLst/>
          </a:prstGeom>
        </p:spPr>
        <p:txBody>
          <a:bodyPr vert="horz" wrap="square" lIns="0" tIns="95121" rIns="0" bIns="0" rtlCol="0">
            <a:spAutoFit/>
          </a:bodyPr>
          <a:lstStyle/>
          <a:p>
            <a:pPr marL="154305">
              <a:lnSpc>
                <a:spcPct val="100000"/>
              </a:lnSpc>
              <a:spcBef>
                <a:spcPts val="95"/>
              </a:spcBef>
            </a:pPr>
            <a:r>
              <a:rPr spc="-20" dirty="0"/>
              <a:t>Advantage</a:t>
            </a:r>
            <a:r>
              <a:rPr spc="-235" dirty="0"/>
              <a:t> </a:t>
            </a:r>
            <a:r>
              <a:rPr dirty="0"/>
              <a:t>of</a:t>
            </a:r>
            <a:r>
              <a:rPr spc="-225" dirty="0"/>
              <a:t> </a:t>
            </a:r>
            <a:r>
              <a:rPr spc="-25" dirty="0"/>
              <a:t>relational</a:t>
            </a:r>
            <a:r>
              <a:rPr spc="-240" dirty="0"/>
              <a:t> </a:t>
            </a:r>
            <a:r>
              <a:rPr spc="-10" dirty="0"/>
              <a:t>databases</a:t>
            </a:r>
          </a:p>
        </p:txBody>
      </p:sp>
      <p:sp>
        <p:nvSpPr>
          <p:cNvPr id="5" name="Content Placeholder 4">
            <a:extLst>
              <a:ext uri="{FF2B5EF4-FFF2-40B4-BE49-F238E27FC236}">
                <a16:creationId xmlns:a16="http://schemas.microsoft.com/office/drawing/2014/main" id="{727780AC-AF4A-3F16-8586-D3D4A0F7D9CC}"/>
              </a:ext>
            </a:extLst>
          </p:cNvPr>
          <p:cNvSpPr>
            <a:spLocks noGrp="1"/>
          </p:cNvSpPr>
          <p:nvPr>
            <p:ph idx="1"/>
          </p:nvPr>
        </p:nvSpPr>
        <p:spPr/>
        <p:txBody>
          <a:bodyPr>
            <a:normAutofit/>
          </a:bodyPr>
          <a:lstStyle/>
          <a:p>
            <a:r>
              <a:rPr lang="en-IE" dirty="0"/>
              <a:t>Data can be easily tracked</a:t>
            </a:r>
          </a:p>
          <a:p>
            <a:r>
              <a:rPr lang="en-IE" dirty="0"/>
              <a:t>Data can be kept safe and correct (data integrity)</a:t>
            </a:r>
          </a:p>
          <a:p>
            <a:r>
              <a:rPr lang="en-IE" dirty="0"/>
              <a:t>Data is always consistency in any platform (for example, same account balance across banking mobile app, ATM, website...)</a:t>
            </a:r>
          </a:p>
          <a:p>
            <a:r>
              <a:rPr lang="en-IE" dirty="0"/>
              <a:t>Insulation between programs and data</a:t>
            </a:r>
          </a:p>
          <a:p>
            <a:endParaRPr lang="en-IE" dirty="0"/>
          </a:p>
        </p:txBody>
      </p:sp>
      <p:sp>
        <p:nvSpPr>
          <p:cNvPr id="2" name="Slide Number Placeholder 1">
            <a:extLst>
              <a:ext uri="{FF2B5EF4-FFF2-40B4-BE49-F238E27FC236}">
                <a16:creationId xmlns:a16="http://schemas.microsoft.com/office/drawing/2014/main" id="{FC8E1FA1-EDD9-5EFD-5346-6A44E14DC5F6}"/>
              </a:ext>
            </a:extLst>
          </p:cNvPr>
          <p:cNvSpPr>
            <a:spLocks noGrp="1"/>
          </p:cNvSpPr>
          <p:nvPr>
            <p:ph type="sldNum" sz="quarter" idx="12"/>
          </p:nvPr>
        </p:nvSpPr>
        <p:spPr/>
        <p:txBody>
          <a:bodyPr/>
          <a:lstStyle/>
          <a:p>
            <a:fld id="{1AE971F0-0CD2-4C47-8087-EBCE9716EA84}" type="slidenum">
              <a:rPr lang="en-GB" smtClean="0">
                <a:solidFill>
                  <a:schemeClr val="tx1"/>
                </a:solidFill>
              </a:rPr>
              <a:pPr/>
              <a:t>11</a:t>
            </a:fld>
            <a:endParaRPr lang="en-GB"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95121" rIns="0" bIns="0" rtlCol="0">
            <a:spAutoFit/>
          </a:bodyPr>
          <a:lstStyle/>
          <a:p>
            <a:pPr marL="154305">
              <a:lnSpc>
                <a:spcPct val="100000"/>
              </a:lnSpc>
              <a:spcBef>
                <a:spcPts val="95"/>
              </a:spcBef>
            </a:pPr>
            <a:r>
              <a:rPr spc="-25" dirty="0"/>
              <a:t>Database</a:t>
            </a:r>
            <a:r>
              <a:rPr spc="-235" dirty="0"/>
              <a:t> </a:t>
            </a:r>
            <a:r>
              <a:rPr spc="-45" dirty="0"/>
              <a:t>management</a:t>
            </a:r>
            <a:r>
              <a:rPr spc="-250" dirty="0"/>
              <a:t> </a:t>
            </a:r>
            <a:r>
              <a:rPr spc="-10" dirty="0"/>
              <a:t>system</a:t>
            </a:r>
          </a:p>
        </p:txBody>
      </p:sp>
      <p:sp>
        <p:nvSpPr>
          <p:cNvPr id="5" name="Content Placeholder 4">
            <a:extLst>
              <a:ext uri="{FF2B5EF4-FFF2-40B4-BE49-F238E27FC236}">
                <a16:creationId xmlns:a16="http://schemas.microsoft.com/office/drawing/2014/main" id="{DEB81922-E0DB-76AE-A85B-2EC64A787F61}"/>
              </a:ext>
            </a:extLst>
          </p:cNvPr>
          <p:cNvSpPr>
            <a:spLocks noGrp="1"/>
          </p:cNvSpPr>
          <p:nvPr>
            <p:ph idx="1"/>
          </p:nvPr>
        </p:nvSpPr>
        <p:spPr/>
        <p:txBody>
          <a:bodyPr/>
          <a:lstStyle/>
          <a:p>
            <a:r>
              <a:rPr lang="en-IE" dirty="0"/>
              <a:t>A Database Management System is software that manages databases.</a:t>
            </a:r>
          </a:p>
          <a:p>
            <a:r>
              <a:rPr lang="en-IE" dirty="0"/>
              <a:t>Examples: </a:t>
            </a:r>
            <a:r>
              <a:rPr lang="en-IE" b="1" dirty="0"/>
              <a:t>PostgreSQL</a:t>
            </a:r>
            <a:r>
              <a:rPr lang="en-IE" dirty="0"/>
              <a:t>, MySQL, Oracle, SQLite</a:t>
            </a:r>
          </a:p>
          <a:p>
            <a:r>
              <a:rPr lang="en-IE" dirty="0"/>
              <a:t>It handles data storage, querying, backups, and security.</a:t>
            </a:r>
          </a:p>
          <a:p>
            <a:endParaRPr lang="en-IE" dirty="0"/>
          </a:p>
        </p:txBody>
      </p:sp>
      <p:sp>
        <p:nvSpPr>
          <p:cNvPr id="2" name="Slide Number Placeholder 1">
            <a:extLst>
              <a:ext uri="{FF2B5EF4-FFF2-40B4-BE49-F238E27FC236}">
                <a16:creationId xmlns:a16="http://schemas.microsoft.com/office/drawing/2014/main" id="{F1E77127-27B6-B03F-B70C-AE0135F3D87F}"/>
              </a:ext>
            </a:extLst>
          </p:cNvPr>
          <p:cNvSpPr>
            <a:spLocks noGrp="1"/>
          </p:cNvSpPr>
          <p:nvPr>
            <p:ph type="sldNum" sz="quarter" idx="12"/>
          </p:nvPr>
        </p:nvSpPr>
        <p:spPr/>
        <p:txBody>
          <a:bodyPr/>
          <a:lstStyle/>
          <a:p>
            <a:fld id="{1AE971F0-0CD2-4C47-8087-EBCE9716EA84}" type="slidenum">
              <a:rPr lang="en-GB" smtClean="0">
                <a:solidFill>
                  <a:schemeClr val="tx1"/>
                </a:solidFill>
              </a:rPr>
              <a:pPr/>
              <a:t>12</a:t>
            </a:fld>
            <a:endParaRPr lang="en-GB"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prstGeom prst="rect">
            <a:avLst/>
          </a:prstGeom>
        </p:spPr>
        <p:txBody>
          <a:bodyPr vert="horz" wrap="square" lIns="0" tIns="95121" rIns="0" bIns="0" rtlCol="0">
            <a:spAutoFit/>
          </a:bodyPr>
          <a:lstStyle/>
          <a:p>
            <a:pPr marL="154305">
              <a:lnSpc>
                <a:spcPct val="100000"/>
              </a:lnSpc>
              <a:spcBef>
                <a:spcPts val="95"/>
              </a:spcBef>
            </a:pPr>
            <a:r>
              <a:rPr spc="-25" dirty="0"/>
              <a:t>Database</a:t>
            </a:r>
            <a:r>
              <a:rPr spc="-235" dirty="0"/>
              <a:t> </a:t>
            </a:r>
            <a:r>
              <a:rPr spc="-45" dirty="0"/>
              <a:t>management</a:t>
            </a:r>
            <a:r>
              <a:rPr spc="-250" dirty="0"/>
              <a:t> </a:t>
            </a:r>
            <a:r>
              <a:rPr spc="-10" dirty="0"/>
              <a:t>system</a:t>
            </a:r>
          </a:p>
        </p:txBody>
      </p:sp>
      <p:sp>
        <p:nvSpPr>
          <p:cNvPr id="5" name="Content Placeholder 4">
            <a:extLst>
              <a:ext uri="{FF2B5EF4-FFF2-40B4-BE49-F238E27FC236}">
                <a16:creationId xmlns:a16="http://schemas.microsoft.com/office/drawing/2014/main" id="{DA14545E-F904-FEDB-169A-DC1E9240E349}"/>
              </a:ext>
            </a:extLst>
          </p:cNvPr>
          <p:cNvSpPr>
            <a:spLocks noGrp="1"/>
          </p:cNvSpPr>
          <p:nvPr>
            <p:ph idx="1"/>
          </p:nvPr>
        </p:nvSpPr>
        <p:spPr>
          <a:xfrm>
            <a:off x="469900" y="1647825"/>
            <a:ext cx="9488329" cy="5512373"/>
          </a:xfrm>
        </p:spPr>
        <p:txBody>
          <a:bodyPr>
            <a:normAutofit/>
          </a:bodyPr>
          <a:lstStyle/>
          <a:p>
            <a:r>
              <a:rPr lang="en-IE" sz="2400" dirty="0"/>
              <a:t>In this module, we will use PostgreSQL for managing our databases. This will be combined with the client-side </a:t>
            </a:r>
            <a:r>
              <a:rPr lang="en-IE" sz="2400" dirty="0" err="1"/>
              <a:t>DBeaver</a:t>
            </a:r>
            <a:r>
              <a:rPr lang="en-IE" sz="2400" dirty="0"/>
              <a:t>, the GUI used to write the code needed.</a:t>
            </a:r>
          </a:p>
          <a:p>
            <a:r>
              <a:rPr lang="en-IE" sz="2400" dirty="0"/>
              <a:t>We will write and manage the databases using the domain-specific language Structured Query Language (SQL).</a:t>
            </a:r>
          </a:p>
          <a:p>
            <a:r>
              <a:rPr lang="en-IE" sz="2400" dirty="0"/>
              <a:t>SQL can be used as a Data Definition Language (DDL, language for defining the data) and a Data Manipulation Language (DML, language for storing, retrieving and updating data in the DB).</a:t>
            </a:r>
          </a:p>
          <a:p>
            <a:endParaRPr lang="en-IE" sz="2000" dirty="0"/>
          </a:p>
          <a:p>
            <a:endParaRPr lang="en-IE" sz="2000" dirty="0"/>
          </a:p>
        </p:txBody>
      </p:sp>
      <p:sp>
        <p:nvSpPr>
          <p:cNvPr id="2" name="Slide Number Placeholder 1">
            <a:extLst>
              <a:ext uri="{FF2B5EF4-FFF2-40B4-BE49-F238E27FC236}">
                <a16:creationId xmlns:a16="http://schemas.microsoft.com/office/drawing/2014/main" id="{77626DA6-3E03-E182-4999-D20FB6B2E9D0}"/>
              </a:ext>
            </a:extLst>
          </p:cNvPr>
          <p:cNvSpPr>
            <a:spLocks noGrp="1"/>
          </p:cNvSpPr>
          <p:nvPr>
            <p:ph type="sldNum" sz="quarter" idx="12"/>
          </p:nvPr>
        </p:nvSpPr>
        <p:spPr/>
        <p:txBody>
          <a:bodyPr/>
          <a:lstStyle/>
          <a:p>
            <a:fld id="{1AE971F0-0CD2-4C47-8087-EBCE9716EA84}" type="slidenum">
              <a:rPr lang="en-GB" smtClean="0">
                <a:solidFill>
                  <a:schemeClr val="tx1"/>
                </a:solidFill>
              </a:rPr>
              <a:pPr/>
              <a:t>13</a:t>
            </a:fld>
            <a:endParaRPr lang="en-GB"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95121" rIns="0" bIns="0" rtlCol="0">
            <a:spAutoFit/>
          </a:bodyPr>
          <a:lstStyle/>
          <a:p>
            <a:pPr marL="154940">
              <a:lnSpc>
                <a:spcPct val="100000"/>
              </a:lnSpc>
              <a:spcBef>
                <a:spcPts val="95"/>
              </a:spcBef>
            </a:pPr>
            <a:r>
              <a:rPr dirty="0"/>
              <a:t>The</a:t>
            </a:r>
            <a:r>
              <a:rPr spc="-204" dirty="0"/>
              <a:t> </a:t>
            </a:r>
            <a:r>
              <a:rPr spc="-10" dirty="0"/>
              <a:t>anatomy</a:t>
            </a:r>
            <a:r>
              <a:rPr spc="-215" dirty="0"/>
              <a:t> </a:t>
            </a:r>
            <a:r>
              <a:rPr dirty="0"/>
              <a:t>of</a:t>
            </a:r>
            <a:r>
              <a:rPr spc="-210" dirty="0"/>
              <a:t> </a:t>
            </a:r>
            <a:r>
              <a:rPr dirty="0"/>
              <a:t>a</a:t>
            </a:r>
            <a:r>
              <a:rPr spc="-195" dirty="0"/>
              <a:t> </a:t>
            </a:r>
            <a:r>
              <a:rPr spc="-25" dirty="0"/>
              <a:t>relational</a:t>
            </a:r>
            <a:r>
              <a:rPr spc="-235" dirty="0"/>
              <a:t> </a:t>
            </a:r>
            <a:r>
              <a:rPr spc="-10" dirty="0"/>
              <a:t>database</a:t>
            </a:r>
          </a:p>
        </p:txBody>
      </p:sp>
      <p:sp>
        <p:nvSpPr>
          <p:cNvPr id="2" name="Slide Number Placeholder 1">
            <a:extLst>
              <a:ext uri="{FF2B5EF4-FFF2-40B4-BE49-F238E27FC236}">
                <a16:creationId xmlns:a16="http://schemas.microsoft.com/office/drawing/2014/main" id="{CF21BF57-2DAF-0947-845F-7E2240B11AFF}"/>
              </a:ext>
            </a:extLst>
          </p:cNvPr>
          <p:cNvSpPr>
            <a:spLocks noGrp="1"/>
          </p:cNvSpPr>
          <p:nvPr>
            <p:ph type="sldNum" sz="quarter" idx="12"/>
          </p:nvPr>
        </p:nvSpPr>
        <p:spPr/>
        <p:txBody>
          <a:bodyPr/>
          <a:lstStyle/>
          <a:p>
            <a:fld id="{1AE971F0-0CD2-4C47-8087-EBCE9716EA84}" type="slidenum">
              <a:rPr lang="en-GB" smtClean="0">
                <a:solidFill>
                  <a:schemeClr val="tx1"/>
                </a:solidFill>
              </a:rPr>
              <a:pPr/>
              <a:t>14</a:t>
            </a:fld>
            <a:endParaRPr lang="en-GB" dirty="0">
              <a:solidFill>
                <a:schemeClr val="tx1"/>
              </a:solidFill>
            </a:endParaRPr>
          </a:p>
        </p:txBody>
      </p:sp>
      <p:graphicFrame>
        <p:nvGraphicFramePr>
          <p:cNvPr id="6" name="object 4">
            <a:extLst>
              <a:ext uri="{FF2B5EF4-FFF2-40B4-BE49-F238E27FC236}">
                <a16:creationId xmlns:a16="http://schemas.microsoft.com/office/drawing/2014/main" id="{2B96BB57-2561-36ED-D201-924C36935720}"/>
              </a:ext>
            </a:extLst>
          </p:cNvPr>
          <p:cNvGraphicFramePr>
            <a:graphicFrameLocks noGrp="1"/>
          </p:cNvGraphicFramePr>
          <p:nvPr>
            <p:extLst>
              <p:ext uri="{D42A27DB-BD31-4B8C-83A1-F6EECF244321}">
                <p14:modId xmlns:p14="http://schemas.microsoft.com/office/powerpoint/2010/main" val="1585841479"/>
              </p:ext>
            </p:extLst>
          </p:nvPr>
        </p:nvGraphicFramePr>
        <p:xfrm>
          <a:off x="519430" y="2333625"/>
          <a:ext cx="9829800" cy="4168182"/>
        </p:xfrm>
        <a:graphic>
          <a:graphicData uri="http://schemas.openxmlformats.org/drawingml/2006/table">
            <a:tbl>
              <a:tblPr firstRow="1" bandRow="1">
                <a:tableStyleId>{5940675A-B579-460E-94D1-54222C63F5DA}</a:tableStyleId>
              </a:tblPr>
              <a:tblGrid>
                <a:gridCol w="2209097">
                  <a:extLst>
                    <a:ext uri="{9D8B030D-6E8A-4147-A177-3AD203B41FA5}">
                      <a16:colId xmlns:a16="http://schemas.microsoft.com/office/drawing/2014/main" val="20000"/>
                    </a:ext>
                  </a:extLst>
                </a:gridCol>
                <a:gridCol w="3684973">
                  <a:extLst>
                    <a:ext uri="{9D8B030D-6E8A-4147-A177-3AD203B41FA5}">
                      <a16:colId xmlns:a16="http://schemas.microsoft.com/office/drawing/2014/main" val="20001"/>
                    </a:ext>
                  </a:extLst>
                </a:gridCol>
                <a:gridCol w="3935730">
                  <a:extLst>
                    <a:ext uri="{9D8B030D-6E8A-4147-A177-3AD203B41FA5}">
                      <a16:colId xmlns:a16="http://schemas.microsoft.com/office/drawing/2014/main" val="20002"/>
                    </a:ext>
                  </a:extLst>
                </a:gridCol>
              </a:tblGrid>
              <a:tr h="990600">
                <a:tc>
                  <a:txBody>
                    <a:bodyPr/>
                    <a:lstStyle>
                      <a:lvl1pPr marL="0">
                        <a:defRPr b="1">
                          <a:solidFill>
                            <a:schemeClr val="tx1"/>
                          </a:solidFill>
                          <a:latin typeface="Helvetica"/>
                        </a:defRPr>
                      </a:lvl1pPr>
                      <a:lvl2pPr marL="457200">
                        <a:defRPr b="1">
                          <a:solidFill>
                            <a:schemeClr val="tx1"/>
                          </a:solidFill>
                          <a:latin typeface="Helvetica"/>
                        </a:defRPr>
                      </a:lvl2pPr>
                      <a:lvl3pPr marL="914400">
                        <a:defRPr b="1">
                          <a:solidFill>
                            <a:schemeClr val="tx1"/>
                          </a:solidFill>
                          <a:latin typeface="Helvetica"/>
                        </a:defRPr>
                      </a:lvl3pPr>
                      <a:lvl4pPr marL="1371600">
                        <a:defRPr b="1">
                          <a:solidFill>
                            <a:schemeClr val="tx1"/>
                          </a:solidFill>
                          <a:latin typeface="Helvetica"/>
                        </a:defRPr>
                      </a:lvl4pPr>
                      <a:lvl5pPr marL="1828800">
                        <a:defRPr b="1">
                          <a:solidFill>
                            <a:schemeClr val="tx1"/>
                          </a:solidFill>
                          <a:latin typeface="Helvetica"/>
                        </a:defRPr>
                      </a:lvl5pPr>
                      <a:lvl6pPr marL="2286000">
                        <a:defRPr b="1">
                          <a:solidFill>
                            <a:schemeClr val="tx1"/>
                          </a:solidFill>
                          <a:latin typeface="Helvetica"/>
                        </a:defRPr>
                      </a:lvl6pPr>
                      <a:lvl7pPr marL="2743200">
                        <a:defRPr b="1">
                          <a:solidFill>
                            <a:schemeClr val="tx1"/>
                          </a:solidFill>
                          <a:latin typeface="Helvetica"/>
                        </a:defRPr>
                      </a:lvl7pPr>
                      <a:lvl8pPr marL="3200400">
                        <a:defRPr b="1">
                          <a:solidFill>
                            <a:schemeClr val="tx1"/>
                          </a:solidFill>
                          <a:latin typeface="Helvetica"/>
                        </a:defRPr>
                      </a:lvl8pPr>
                      <a:lvl9pPr marL="3657600">
                        <a:defRPr b="1">
                          <a:solidFill>
                            <a:schemeClr val="tx1"/>
                          </a:solidFill>
                          <a:latin typeface="Helvetica"/>
                        </a:defRPr>
                      </a:lvl9pPr>
                    </a:lstStyle>
                    <a:p>
                      <a:pPr marL="2540" algn="ctr">
                        <a:lnSpc>
                          <a:spcPct val="100000"/>
                        </a:lnSpc>
                        <a:spcBef>
                          <a:spcPts val="135"/>
                        </a:spcBef>
                      </a:pPr>
                      <a:r>
                        <a:rPr lang="en-IE" sz="2400" b="1" spc="0" noProof="0" dirty="0">
                          <a:solidFill>
                            <a:schemeClr val="tx1"/>
                          </a:solidFill>
                        </a:rPr>
                        <a:t>SQL term</a:t>
                      </a:r>
                      <a:endParaRPr lang="en-IE" sz="2400" b="1" spc="0" noProof="0" dirty="0">
                        <a:solidFill>
                          <a:schemeClr val="tx1"/>
                        </a:solidFill>
                        <a:latin typeface="Helvetica" pitchFamily="2" charset="0"/>
                        <a:cs typeface="Arial"/>
                      </a:endParaRPr>
                    </a:p>
                  </a:txBody>
                  <a:tcPr marL="0" marR="0" marT="17145" marB="0" anchor="ctr"/>
                </a:tc>
                <a:tc>
                  <a:txBody>
                    <a:bodyPr/>
                    <a:lstStyle>
                      <a:lvl1pPr marL="0">
                        <a:defRPr b="1">
                          <a:solidFill>
                            <a:schemeClr val="tx1"/>
                          </a:solidFill>
                          <a:latin typeface="Helvetica"/>
                        </a:defRPr>
                      </a:lvl1pPr>
                      <a:lvl2pPr marL="457200">
                        <a:defRPr b="1">
                          <a:solidFill>
                            <a:schemeClr val="tx1"/>
                          </a:solidFill>
                          <a:latin typeface="Helvetica"/>
                        </a:defRPr>
                      </a:lvl2pPr>
                      <a:lvl3pPr marL="914400">
                        <a:defRPr b="1">
                          <a:solidFill>
                            <a:schemeClr val="tx1"/>
                          </a:solidFill>
                          <a:latin typeface="Helvetica"/>
                        </a:defRPr>
                      </a:lvl3pPr>
                      <a:lvl4pPr marL="1371600">
                        <a:defRPr b="1">
                          <a:solidFill>
                            <a:schemeClr val="tx1"/>
                          </a:solidFill>
                          <a:latin typeface="Helvetica"/>
                        </a:defRPr>
                      </a:lvl4pPr>
                      <a:lvl5pPr marL="1828800">
                        <a:defRPr b="1">
                          <a:solidFill>
                            <a:schemeClr val="tx1"/>
                          </a:solidFill>
                          <a:latin typeface="Helvetica"/>
                        </a:defRPr>
                      </a:lvl5pPr>
                      <a:lvl6pPr marL="2286000">
                        <a:defRPr b="1">
                          <a:solidFill>
                            <a:schemeClr val="tx1"/>
                          </a:solidFill>
                          <a:latin typeface="Helvetica"/>
                        </a:defRPr>
                      </a:lvl6pPr>
                      <a:lvl7pPr marL="2743200">
                        <a:defRPr b="1">
                          <a:solidFill>
                            <a:schemeClr val="tx1"/>
                          </a:solidFill>
                          <a:latin typeface="Helvetica"/>
                        </a:defRPr>
                      </a:lvl7pPr>
                      <a:lvl8pPr marL="3200400">
                        <a:defRPr b="1">
                          <a:solidFill>
                            <a:schemeClr val="tx1"/>
                          </a:solidFill>
                          <a:latin typeface="Helvetica"/>
                        </a:defRPr>
                      </a:lvl8pPr>
                      <a:lvl9pPr marL="3657600">
                        <a:defRPr b="1">
                          <a:solidFill>
                            <a:schemeClr val="tx1"/>
                          </a:solidFill>
                          <a:latin typeface="Helvetica"/>
                        </a:defRPr>
                      </a:lvl9pPr>
                    </a:lstStyle>
                    <a:p>
                      <a:pPr algn="ctr">
                        <a:lnSpc>
                          <a:spcPct val="100000"/>
                        </a:lnSpc>
                        <a:spcBef>
                          <a:spcPts val="135"/>
                        </a:spcBef>
                      </a:pPr>
                      <a:r>
                        <a:rPr lang="en-IE" sz="2400" b="1" spc="0" noProof="0" dirty="0">
                          <a:solidFill>
                            <a:schemeClr val="tx1"/>
                          </a:solidFill>
                        </a:rPr>
                        <a:t>Relational database term</a:t>
                      </a:r>
                      <a:endParaRPr lang="en-IE" sz="2400" b="1" spc="0" noProof="0" dirty="0">
                        <a:solidFill>
                          <a:schemeClr val="tx1"/>
                        </a:solidFill>
                        <a:latin typeface="Helvetica" pitchFamily="2" charset="0"/>
                        <a:cs typeface="Arial"/>
                      </a:endParaRPr>
                    </a:p>
                  </a:txBody>
                  <a:tcPr marL="0" marR="0" marT="17145" marB="0" anchor="ctr"/>
                </a:tc>
                <a:tc>
                  <a:txBody>
                    <a:bodyPr/>
                    <a:lstStyle>
                      <a:lvl1pPr marL="0">
                        <a:defRPr b="1">
                          <a:solidFill>
                            <a:schemeClr val="tx1"/>
                          </a:solidFill>
                          <a:latin typeface="Helvetica"/>
                        </a:defRPr>
                      </a:lvl1pPr>
                      <a:lvl2pPr marL="457200">
                        <a:defRPr b="1">
                          <a:solidFill>
                            <a:schemeClr val="tx1"/>
                          </a:solidFill>
                          <a:latin typeface="Helvetica"/>
                        </a:defRPr>
                      </a:lvl2pPr>
                      <a:lvl3pPr marL="914400">
                        <a:defRPr b="1">
                          <a:solidFill>
                            <a:schemeClr val="tx1"/>
                          </a:solidFill>
                          <a:latin typeface="Helvetica"/>
                        </a:defRPr>
                      </a:lvl3pPr>
                      <a:lvl4pPr marL="1371600">
                        <a:defRPr b="1">
                          <a:solidFill>
                            <a:schemeClr val="tx1"/>
                          </a:solidFill>
                          <a:latin typeface="Helvetica"/>
                        </a:defRPr>
                      </a:lvl4pPr>
                      <a:lvl5pPr marL="1828800">
                        <a:defRPr b="1">
                          <a:solidFill>
                            <a:schemeClr val="tx1"/>
                          </a:solidFill>
                          <a:latin typeface="Helvetica"/>
                        </a:defRPr>
                      </a:lvl5pPr>
                      <a:lvl6pPr marL="2286000">
                        <a:defRPr b="1">
                          <a:solidFill>
                            <a:schemeClr val="tx1"/>
                          </a:solidFill>
                          <a:latin typeface="Helvetica"/>
                        </a:defRPr>
                      </a:lvl6pPr>
                      <a:lvl7pPr marL="2743200">
                        <a:defRPr b="1">
                          <a:solidFill>
                            <a:schemeClr val="tx1"/>
                          </a:solidFill>
                          <a:latin typeface="Helvetica"/>
                        </a:defRPr>
                      </a:lvl7pPr>
                      <a:lvl8pPr marL="3200400">
                        <a:defRPr b="1">
                          <a:solidFill>
                            <a:schemeClr val="tx1"/>
                          </a:solidFill>
                          <a:latin typeface="Helvetica"/>
                        </a:defRPr>
                      </a:lvl8pPr>
                      <a:lvl9pPr marL="3657600">
                        <a:defRPr b="1">
                          <a:solidFill>
                            <a:schemeClr val="tx1"/>
                          </a:solidFill>
                          <a:latin typeface="Helvetica"/>
                        </a:defRPr>
                      </a:lvl9pPr>
                    </a:lstStyle>
                    <a:p>
                      <a:pPr marL="1270" algn="ctr">
                        <a:lnSpc>
                          <a:spcPct val="100000"/>
                        </a:lnSpc>
                        <a:spcBef>
                          <a:spcPts val="135"/>
                        </a:spcBef>
                      </a:pPr>
                      <a:r>
                        <a:rPr lang="en-IE" sz="2400" b="1" spc="0" noProof="0" dirty="0">
                          <a:solidFill>
                            <a:schemeClr val="tx1"/>
                          </a:solidFill>
                        </a:rPr>
                        <a:t>Description</a:t>
                      </a:r>
                      <a:endParaRPr lang="en-IE" sz="2400" b="1" spc="0" noProof="0" dirty="0">
                        <a:solidFill>
                          <a:schemeClr val="tx1"/>
                        </a:solidFill>
                        <a:latin typeface="Helvetica" pitchFamily="2" charset="0"/>
                        <a:cs typeface="Arial"/>
                      </a:endParaRPr>
                    </a:p>
                  </a:txBody>
                  <a:tcPr marL="0" marR="0" marT="17145" marB="0" anchor="ctr"/>
                </a:tc>
                <a:extLst>
                  <a:ext uri="{0D108BD9-81ED-4DB2-BD59-A6C34878D82A}">
                    <a16:rowId xmlns:a16="http://schemas.microsoft.com/office/drawing/2014/main" val="10000"/>
                  </a:ext>
                </a:extLst>
              </a:tr>
              <a:tr h="644145">
                <a:tc>
                  <a:txBody>
                    <a:bodyPr/>
                    <a:lstStyle>
                      <a:lvl1pPr marL="0">
                        <a:defRPr>
                          <a:solidFill>
                            <a:schemeClr val="tx1"/>
                          </a:solidFill>
                          <a:latin typeface="Helvetica"/>
                        </a:defRPr>
                      </a:lvl1pPr>
                      <a:lvl2pPr marL="457200">
                        <a:defRPr>
                          <a:solidFill>
                            <a:schemeClr val="tx1"/>
                          </a:solidFill>
                          <a:latin typeface="Helvetica"/>
                        </a:defRPr>
                      </a:lvl2pPr>
                      <a:lvl3pPr marL="914400">
                        <a:defRPr>
                          <a:solidFill>
                            <a:schemeClr val="tx1"/>
                          </a:solidFill>
                          <a:latin typeface="Helvetica"/>
                        </a:defRPr>
                      </a:lvl3pPr>
                      <a:lvl4pPr marL="1371600">
                        <a:defRPr>
                          <a:solidFill>
                            <a:schemeClr val="tx1"/>
                          </a:solidFill>
                          <a:latin typeface="Helvetica"/>
                        </a:defRPr>
                      </a:lvl4pPr>
                      <a:lvl5pPr marL="1828800">
                        <a:defRPr>
                          <a:solidFill>
                            <a:schemeClr val="tx1"/>
                          </a:solidFill>
                          <a:latin typeface="Helvetica"/>
                        </a:defRPr>
                      </a:lvl5pPr>
                      <a:lvl6pPr marL="2286000">
                        <a:defRPr>
                          <a:solidFill>
                            <a:schemeClr val="tx1"/>
                          </a:solidFill>
                          <a:latin typeface="Helvetica"/>
                        </a:defRPr>
                      </a:lvl6pPr>
                      <a:lvl7pPr marL="2743200">
                        <a:defRPr>
                          <a:solidFill>
                            <a:schemeClr val="tx1"/>
                          </a:solidFill>
                          <a:latin typeface="Helvetica"/>
                        </a:defRPr>
                      </a:lvl7pPr>
                      <a:lvl8pPr marL="3200400">
                        <a:defRPr>
                          <a:solidFill>
                            <a:schemeClr val="tx1"/>
                          </a:solidFill>
                          <a:latin typeface="Helvetica"/>
                        </a:defRPr>
                      </a:lvl8pPr>
                      <a:lvl9pPr marL="3657600">
                        <a:defRPr>
                          <a:solidFill>
                            <a:schemeClr val="tx1"/>
                          </a:solidFill>
                          <a:latin typeface="Helvetica"/>
                        </a:defRPr>
                      </a:lvl9pPr>
                    </a:lstStyle>
                    <a:p>
                      <a:pPr marL="2540" algn="ctr">
                        <a:lnSpc>
                          <a:spcPct val="100000"/>
                        </a:lnSpc>
                        <a:spcBef>
                          <a:spcPts val="135"/>
                        </a:spcBef>
                      </a:pPr>
                      <a:r>
                        <a:rPr lang="en-IE" sz="2400" spc="0" noProof="0">
                          <a:solidFill>
                            <a:schemeClr val="tx1"/>
                          </a:solidFill>
                        </a:rPr>
                        <a:t>Row</a:t>
                      </a:r>
                      <a:endParaRPr lang="en-IE" sz="2400" spc="0" noProof="0">
                        <a:solidFill>
                          <a:schemeClr val="tx1"/>
                        </a:solidFill>
                        <a:latin typeface="Helvetica" pitchFamily="2" charset="0"/>
                        <a:cs typeface="Arial"/>
                      </a:endParaRPr>
                    </a:p>
                  </a:txBody>
                  <a:tcPr marL="0" marR="0" marT="17145" marB="0" anchor="ctr"/>
                </a:tc>
                <a:tc>
                  <a:txBody>
                    <a:bodyPr/>
                    <a:lstStyle>
                      <a:lvl1pPr marL="0">
                        <a:defRPr>
                          <a:solidFill>
                            <a:schemeClr val="tx1"/>
                          </a:solidFill>
                          <a:latin typeface="Helvetica"/>
                        </a:defRPr>
                      </a:lvl1pPr>
                      <a:lvl2pPr marL="457200">
                        <a:defRPr>
                          <a:solidFill>
                            <a:schemeClr val="tx1"/>
                          </a:solidFill>
                          <a:latin typeface="Helvetica"/>
                        </a:defRPr>
                      </a:lvl2pPr>
                      <a:lvl3pPr marL="914400">
                        <a:defRPr>
                          <a:solidFill>
                            <a:schemeClr val="tx1"/>
                          </a:solidFill>
                          <a:latin typeface="Helvetica"/>
                        </a:defRPr>
                      </a:lvl3pPr>
                      <a:lvl4pPr marL="1371600">
                        <a:defRPr>
                          <a:solidFill>
                            <a:schemeClr val="tx1"/>
                          </a:solidFill>
                          <a:latin typeface="Helvetica"/>
                        </a:defRPr>
                      </a:lvl4pPr>
                      <a:lvl5pPr marL="1828800">
                        <a:defRPr>
                          <a:solidFill>
                            <a:schemeClr val="tx1"/>
                          </a:solidFill>
                          <a:latin typeface="Helvetica"/>
                        </a:defRPr>
                      </a:lvl5pPr>
                      <a:lvl6pPr marL="2286000">
                        <a:defRPr>
                          <a:solidFill>
                            <a:schemeClr val="tx1"/>
                          </a:solidFill>
                          <a:latin typeface="Helvetica"/>
                        </a:defRPr>
                      </a:lvl6pPr>
                      <a:lvl7pPr marL="2743200">
                        <a:defRPr>
                          <a:solidFill>
                            <a:schemeClr val="tx1"/>
                          </a:solidFill>
                          <a:latin typeface="Helvetica"/>
                        </a:defRPr>
                      </a:lvl7pPr>
                      <a:lvl8pPr marL="3200400">
                        <a:defRPr>
                          <a:solidFill>
                            <a:schemeClr val="tx1"/>
                          </a:solidFill>
                          <a:latin typeface="Helvetica"/>
                        </a:defRPr>
                      </a:lvl8pPr>
                      <a:lvl9pPr marL="3657600">
                        <a:defRPr>
                          <a:solidFill>
                            <a:schemeClr val="tx1"/>
                          </a:solidFill>
                          <a:latin typeface="Helvetica"/>
                        </a:defRPr>
                      </a:lvl9pPr>
                    </a:lstStyle>
                    <a:p>
                      <a:pPr marL="2540" algn="ctr">
                        <a:lnSpc>
                          <a:spcPct val="100000"/>
                        </a:lnSpc>
                        <a:spcBef>
                          <a:spcPts val="135"/>
                        </a:spcBef>
                      </a:pPr>
                      <a:r>
                        <a:rPr lang="en-IE" sz="2400" spc="0" noProof="0" dirty="0">
                          <a:solidFill>
                            <a:schemeClr val="tx1"/>
                          </a:solidFill>
                        </a:rPr>
                        <a:t>Instance, tuple or record</a:t>
                      </a:r>
                      <a:endParaRPr lang="en-IE" sz="2400" spc="0" noProof="0" dirty="0">
                        <a:solidFill>
                          <a:schemeClr val="tx1"/>
                        </a:solidFill>
                        <a:latin typeface="Helvetica" pitchFamily="2" charset="0"/>
                        <a:cs typeface="Arial"/>
                      </a:endParaRPr>
                    </a:p>
                  </a:txBody>
                  <a:tcPr marL="0" marR="0" marT="17145" marB="0" anchor="ctr"/>
                </a:tc>
                <a:tc>
                  <a:txBody>
                    <a:bodyPr/>
                    <a:lstStyle>
                      <a:lvl1pPr marL="0">
                        <a:defRPr>
                          <a:solidFill>
                            <a:schemeClr val="tx1"/>
                          </a:solidFill>
                          <a:latin typeface="Helvetica"/>
                        </a:defRPr>
                      </a:lvl1pPr>
                      <a:lvl2pPr marL="457200">
                        <a:defRPr>
                          <a:solidFill>
                            <a:schemeClr val="tx1"/>
                          </a:solidFill>
                          <a:latin typeface="Helvetica"/>
                        </a:defRPr>
                      </a:lvl2pPr>
                      <a:lvl3pPr marL="914400">
                        <a:defRPr>
                          <a:solidFill>
                            <a:schemeClr val="tx1"/>
                          </a:solidFill>
                          <a:latin typeface="Helvetica"/>
                        </a:defRPr>
                      </a:lvl3pPr>
                      <a:lvl4pPr marL="1371600">
                        <a:defRPr>
                          <a:solidFill>
                            <a:schemeClr val="tx1"/>
                          </a:solidFill>
                          <a:latin typeface="Helvetica"/>
                        </a:defRPr>
                      </a:lvl4pPr>
                      <a:lvl5pPr marL="1828800">
                        <a:defRPr>
                          <a:solidFill>
                            <a:schemeClr val="tx1"/>
                          </a:solidFill>
                          <a:latin typeface="Helvetica"/>
                        </a:defRPr>
                      </a:lvl5pPr>
                      <a:lvl6pPr marL="2286000">
                        <a:defRPr>
                          <a:solidFill>
                            <a:schemeClr val="tx1"/>
                          </a:solidFill>
                          <a:latin typeface="Helvetica"/>
                        </a:defRPr>
                      </a:lvl6pPr>
                      <a:lvl7pPr marL="2743200">
                        <a:defRPr>
                          <a:solidFill>
                            <a:schemeClr val="tx1"/>
                          </a:solidFill>
                          <a:latin typeface="Helvetica"/>
                        </a:defRPr>
                      </a:lvl7pPr>
                      <a:lvl8pPr marL="3200400">
                        <a:defRPr>
                          <a:solidFill>
                            <a:schemeClr val="tx1"/>
                          </a:solidFill>
                          <a:latin typeface="Helvetica"/>
                        </a:defRPr>
                      </a:lvl8pPr>
                      <a:lvl9pPr marL="3657600">
                        <a:defRPr>
                          <a:solidFill>
                            <a:schemeClr val="tx1"/>
                          </a:solidFill>
                          <a:latin typeface="Helvetica"/>
                        </a:defRPr>
                      </a:lvl9pPr>
                    </a:lstStyle>
                    <a:p>
                      <a:pPr algn="ctr">
                        <a:lnSpc>
                          <a:spcPct val="100000"/>
                        </a:lnSpc>
                        <a:spcBef>
                          <a:spcPts val="135"/>
                        </a:spcBef>
                      </a:pPr>
                      <a:r>
                        <a:rPr lang="en-IE" sz="2400" u="none" spc="0" noProof="0" dirty="0">
                          <a:solidFill>
                            <a:schemeClr val="tx1"/>
                          </a:solidFill>
                          <a:uFill>
                            <a:solidFill>
                              <a:srgbClr val="0000FF"/>
                            </a:solidFill>
                          </a:uFill>
                        </a:rPr>
                        <a:t>Dataset representing a single item</a:t>
                      </a:r>
                    </a:p>
                  </a:txBody>
                  <a:tcPr marL="0" marR="0" marT="17145" marB="0" anchor="ctr"/>
                </a:tc>
                <a:extLst>
                  <a:ext uri="{0D108BD9-81ED-4DB2-BD59-A6C34878D82A}">
                    <a16:rowId xmlns:a16="http://schemas.microsoft.com/office/drawing/2014/main" val="10001"/>
                  </a:ext>
                </a:extLst>
              </a:tr>
              <a:tr h="643042">
                <a:tc>
                  <a:txBody>
                    <a:bodyPr/>
                    <a:lstStyle>
                      <a:lvl1pPr marL="0">
                        <a:defRPr>
                          <a:solidFill>
                            <a:schemeClr val="tx1"/>
                          </a:solidFill>
                          <a:latin typeface="Helvetica"/>
                        </a:defRPr>
                      </a:lvl1pPr>
                      <a:lvl2pPr marL="457200">
                        <a:defRPr>
                          <a:solidFill>
                            <a:schemeClr val="tx1"/>
                          </a:solidFill>
                          <a:latin typeface="Helvetica"/>
                        </a:defRPr>
                      </a:lvl2pPr>
                      <a:lvl3pPr marL="914400">
                        <a:defRPr>
                          <a:solidFill>
                            <a:schemeClr val="tx1"/>
                          </a:solidFill>
                          <a:latin typeface="Helvetica"/>
                        </a:defRPr>
                      </a:lvl3pPr>
                      <a:lvl4pPr marL="1371600">
                        <a:defRPr>
                          <a:solidFill>
                            <a:schemeClr val="tx1"/>
                          </a:solidFill>
                          <a:latin typeface="Helvetica"/>
                        </a:defRPr>
                      </a:lvl4pPr>
                      <a:lvl5pPr marL="1828800">
                        <a:defRPr>
                          <a:solidFill>
                            <a:schemeClr val="tx1"/>
                          </a:solidFill>
                          <a:latin typeface="Helvetica"/>
                        </a:defRPr>
                      </a:lvl5pPr>
                      <a:lvl6pPr marL="2286000">
                        <a:defRPr>
                          <a:solidFill>
                            <a:schemeClr val="tx1"/>
                          </a:solidFill>
                          <a:latin typeface="Helvetica"/>
                        </a:defRPr>
                      </a:lvl6pPr>
                      <a:lvl7pPr marL="2743200">
                        <a:defRPr>
                          <a:solidFill>
                            <a:schemeClr val="tx1"/>
                          </a:solidFill>
                          <a:latin typeface="Helvetica"/>
                        </a:defRPr>
                      </a:lvl7pPr>
                      <a:lvl8pPr marL="3200400">
                        <a:defRPr>
                          <a:solidFill>
                            <a:schemeClr val="tx1"/>
                          </a:solidFill>
                          <a:latin typeface="Helvetica"/>
                        </a:defRPr>
                      </a:lvl8pPr>
                      <a:lvl9pPr marL="3657600">
                        <a:defRPr>
                          <a:solidFill>
                            <a:schemeClr val="tx1"/>
                          </a:solidFill>
                          <a:latin typeface="Helvetica"/>
                        </a:defRPr>
                      </a:lvl9pPr>
                    </a:lstStyle>
                    <a:p>
                      <a:pPr marL="2540" algn="ctr">
                        <a:lnSpc>
                          <a:spcPct val="100000"/>
                        </a:lnSpc>
                        <a:spcBef>
                          <a:spcPts val="140"/>
                        </a:spcBef>
                      </a:pPr>
                      <a:r>
                        <a:rPr lang="en-IE" sz="2400" spc="0" noProof="0">
                          <a:solidFill>
                            <a:schemeClr val="tx1"/>
                          </a:solidFill>
                        </a:rPr>
                        <a:t>Column</a:t>
                      </a:r>
                      <a:endParaRPr lang="en-IE" sz="2400" spc="0" noProof="0">
                        <a:solidFill>
                          <a:schemeClr val="tx1"/>
                        </a:solidFill>
                        <a:latin typeface="Helvetica" pitchFamily="2" charset="0"/>
                        <a:cs typeface="Arial"/>
                      </a:endParaRPr>
                    </a:p>
                  </a:txBody>
                  <a:tcPr marL="0" marR="0" marT="17780" marB="0" anchor="ctr"/>
                </a:tc>
                <a:tc>
                  <a:txBody>
                    <a:bodyPr/>
                    <a:lstStyle>
                      <a:lvl1pPr marL="0">
                        <a:defRPr>
                          <a:solidFill>
                            <a:schemeClr val="tx1"/>
                          </a:solidFill>
                          <a:latin typeface="Helvetica"/>
                        </a:defRPr>
                      </a:lvl1pPr>
                      <a:lvl2pPr marL="457200">
                        <a:defRPr>
                          <a:solidFill>
                            <a:schemeClr val="tx1"/>
                          </a:solidFill>
                          <a:latin typeface="Helvetica"/>
                        </a:defRPr>
                      </a:lvl2pPr>
                      <a:lvl3pPr marL="914400">
                        <a:defRPr>
                          <a:solidFill>
                            <a:schemeClr val="tx1"/>
                          </a:solidFill>
                          <a:latin typeface="Helvetica"/>
                        </a:defRPr>
                      </a:lvl3pPr>
                      <a:lvl4pPr marL="1371600">
                        <a:defRPr>
                          <a:solidFill>
                            <a:schemeClr val="tx1"/>
                          </a:solidFill>
                          <a:latin typeface="Helvetica"/>
                        </a:defRPr>
                      </a:lvl4pPr>
                      <a:lvl5pPr marL="1828800">
                        <a:defRPr>
                          <a:solidFill>
                            <a:schemeClr val="tx1"/>
                          </a:solidFill>
                          <a:latin typeface="Helvetica"/>
                        </a:defRPr>
                      </a:lvl5pPr>
                      <a:lvl6pPr marL="2286000">
                        <a:defRPr>
                          <a:solidFill>
                            <a:schemeClr val="tx1"/>
                          </a:solidFill>
                          <a:latin typeface="Helvetica"/>
                        </a:defRPr>
                      </a:lvl6pPr>
                      <a:lvl7pPr marL="2743200">
                        <a:defRPr>
                          <a:solidFill>
                            <a:schemeClr val="tx1"/>
                          </a:solidFill>
                          <a:latin typeface="Helvetica"/>
                        </a:defRPr>
                      </a:lvl7pPr>
                      <a:lvl8pPr marL="3200400">
                        <a:defRPr>
                          <a:solidFill>
                            <a:schemeClr val="tx1"/>
                          </a:solidFill>
                          <a:latin typeface="Helvetica"/>
                        </a:defRPr>
                      </a:lvl8pPr>
                      <a:lvl9pPr marL="3657600">
                        <a:defRPr>
                          <a:solidFill>
                            <a:schemeClr val="tx1"/>
                          </a:solidFill>
                          <a:latin typeface="Helvetica"/>
                        </a:defRPr>
                      </a:lvl9pPr>
                    </a:lstStyle>
                    <a:p>
                      <a:pPr marL="2540" algn="ctr">
                        <a:lnSpc>
                          <a:spcPct val="100000"/>
                        </a:lnSpc>
                        <a:spcBef>
                          <a:spcPts val="140"/>
                        </a:spcBef>
                      </a:pPr>
                      <a:r>
                        <a:rPr lang="en-IE" sz="2400" spc="0" noProof="0">
                          <a:solidFill>
                            <a:schemeClr val="tx1"/>
                          </a:solidFill>
                        </a:rPr>
                        <a:t>Attribute or field</a:t>
                      </a:r>
                      <a:endParaRPr lang="en-IE" sz="2400" spc="0" noProof="0">
                        <a:solidFill>
                          <a:schemeClr val="tx1"/>
                        </a:solidFill>
                        <a:latin typeface="Helvetica" pitchFamily="2" charset="0"/>
                        <a:cs typeface="Arial"/>
                      </a:endParaRPr>
                    </a:p>
                  </a:txBody>
                  <a:tcPr marL="0" marR="0" marT="17780" marB="0" anchor="ctr"/>
                </a:tc>
                <a:tc>
                  <a:txBody>
                    <a:bodyPr/>
                    <a:lstStyle>
                      <a:lvl1pPr marL="0">
                        <a:defRPr>
                          <a:solidFill>
                            <a:schemeClr val="tx1"/>
                          </a:solidFill>
                          <a:latin typeface="Helvetica"/>
                        </a:defRPr>
                      </a:lvl1pPr>
                      <a:lvl2pPr marL="457200">
                        <a:defRPr>
                          <a:solidFill>
                            <a:schemeClr val="tx1"/>
                          </a:solidFill>
                          <a:latin typeface="Helvetica"/>
                        </a:defRPr>
                      </a:lvl2pPr>
                      <a:lvl3pPr marL="914400">
                        <a:defRPr>
                          <a:solidFill>
                            <a:schemeClr val="tx1"/>
                          </a:solidFill>
                          <a:latin typeface="Helvetica"/>
                        </a:defRPr>
                      </a:lvl3pPr>
                      <a:lvl4pPr marL="1371600">
                        <a:defRPr>
                          <a:solidFill>
                            <a:schemeClr val="tx1"/>
                          </a:solidFill>
                          <a:latin typeface="Helvetica"/>
                        </a:defRPr>
                      </a:lvl4pPr>
                      <a:lvl5pPr marL="1828800">
                        <a:defRPr>
                          <a:solidFill>
                            <a:schemeClr val="tx1"/>
                          </a:solidFill>
                          <a:latin typeface="Helvetica"/>
                        </a:defRPr>
                      </a:lvl5pPr>
                      <a:lvl6pPr marL="2286000">
                        <a:defRPr>
                          <a:solidFill>
                            <a:schemeClr val="tx1"/>
                          </a:solidFill>
                          <a:latin typeface="Helvetica"/>
                        </a:defRPr>
                      </a:lvl6pPr>
                      <a:lvl7pPr marL="2743200">
                        <a:defRPr>
                          <a:solidFill>
                            <a:schemeClr val="tx1"/>
                          </a:solidFill>
                          <a:latin typeface="Helvetica"/>
                        </a:defRPr>
                      </a:lvl7pPr>
                      <a:lvl8pPr marL="3200400">
                        <a:defRPr>
                          <a:solidFill>
                            <a:schemeClr val="tx1"/>
                          </a:solidFill>
                          <a:latin typeface="Helvetica"/>
                        </a:defRPr>
                      </a:lvl8pPr>
                      <a:lvl9pPr marL="3657600">
                        <a:defRPr>
                          <a:solidFill>
                            <a:schemeClr val="tx1"/>
                          </a:solidFill>
                          <a:latin typeface="Helvetica"/>
                        </a:defRPr>
                      </a:lvl9pPr>
                    </a:lstStyle>
                    <a:p>
                      <a:pPr marL="0" marR="0" lvl="0" indent="0" algn="ctr" defTabSz="914400" rtl="0" eaLnBrk="1" fontAlgn="auto" latinLnBrk="0" hangingPunct="1">
                        <a:lnSpc>
                          <a:spcPct val="100000"/>
                        </a:lnSpc>
                        <a:spcBef>
                          <a:spcPts val="140"/>
                        </a:spcBef>
                        <a:spcAft>
                          <a:spcPts val="0"/>
                        </a:spcAft>
                        <a:buClrTx/>
                        <a:buSzTx/>
                        <a:buFontTx/>
                        <a:buNone/>
                        <a:tabLst/>
                        <a:defRPr/>
                      </a:pPr>
                      <a:r>
                        <a:rPr lang="en-IE" sz="2400" u="none" spc="0" noProof="0">
                          <a:solidFill>
                            <a:schemeClr val="tx1"/>
                          </a:solidFill>
                          <a:uFill>
                            <a:solidFill>
                              <a:srgbClr val="0000FF"/>
                            </a:solidFill>
                          </a:uFill>
                        </a:rPr>
                        <a:t>Property of an instance</a:t>
                      </a:r>
                    </a:p>
                  </a:txBody>
                  <a:tcPr marL="0" marR="0" marT="17780" marB="0" anchor="ctr"/>
                </a:tc>
                <a:extLst>
                  <a:ext uri="{0D108BD9-81ED-4DB2-BD59-A6C34878D82A}">
                    <a16:rowId xmlns:a16="http://schemas.microsoft.com/office/drawing/2014/main" val="10002"/>
                  </a:ext>
                </a:extLst>
              </a:tr>
              <a:tr h="644145">
                <a:tc>
                  <a:txBody>
                    <a:bodyPr/>
                    <a:lstStyle>
                      <a:lvl1pPr marL="0">
                        <a:defRPr>
                          <a:solidFill>
                            <a:schemeClr val="tx1"/>
                          </a:solidFill>
                          <a:latin typeface="Helvetica"/>
                        </a:defRPr>
                      </a:lvl1pPr>
                      <a:lvl2pPr marL="457200">
                        <a:defRPr>
                          <a:solidFill>
                            <a:schemeClr val="tx1"/>
                          </a:solidFill>
                          <a:latin typeface="Helvetica"/>
                        </a:defRPr>
                      </a:lvl2pPr>
                      <a:lvl3pPr marL="914400">
                        <a:defRPr>
                          <a:solidFill>
                            <a:schemeClr val="tx1"/>
                          </a:solidFill>
                          <a:latin typeface="Helvetica"/>
                        </a:defRPr>
                      </a:lvl3pPr>
                      <a:lvl4pPr marL="1371600">
                        <a:defRPr>
                          <a:solidFill>
                            <a:schemeClr val="tx1"/>
                          </a:solidFill>
                          <a:latin typeface="Helvetica"/>
                        </a:defRPr>
                      </a:lvl4pPr>
                      <a:lvl5pPr marL="1828800">
                        <a:defRPr>
                          <a:solidFill>
                            <a:schemeClr val="tx1"/>
                          </a:solidFill>
                          <a:latin typeface="Helvetica"/>
                        </a:defRPr>
                      </a:lvl5pPr>
                      <a:lvl6pPr marL="2286000">
                        <a:defRPr>
                          <a:solidFill>
                            <a:schemeClr val="tx1"/>
                          </a:solidFill>
                          <a:latin typeface="Helvetica"/>
                        </a:defRPr>
                      </a:lvl6pPr>
                      <a:lvl7pPr marL="2743200">
                        <a:defRPr>
                          <a:solidFill>
                            <a:schemeClr val="tx1"/>
                          </a:solidFill>
                          <a:latin typeface="Helvetica"/>
                        </a:defRPr>
                      </a:lvl7pPr>
                      <a:lvl8pPr marL="3200400">
                        <a:defRPr>
                          <a:solidFill>
                            <a:schemeClr val="tx1"/>
                          </a:solidFill>
                          <a:latin typeface="Helvetica"/>
                        </a:defRPr>
                      </a:lvl8pPr>
                      <a:lvl9pPr marL="3657600">
                        <a:defRPr>
                          <a:solidFill>
                            <a:schemeClr val="tx1"/>
                          </a:solidFill>
                          <a:latin typeface="Helvetica"/>
                        </a:defRPr>
                      </a:lvl9pPr>
                    </a:lstStyle>
                    <a:p>
                      <a:pPr marL="2540" algn="ctr">
                        <a:lnSpc>
                          <a:spcPct val="100000"/>
                        </a:lnSpc>
                        <a:spcBef>
                          <a:spcPts val="150"/>
                        </a:spcBef>
                      </a:pPr>
                      <a:r>
                        <a:rPr lang="en-IE" sz="2400" spc="0" noProof="0" dirty="0">
                          <a:solidFill>
                            <a:schemeClr val="tx1"/>
                          </a:solidFill>
                        </a:rPr>
                        <a:t>Table</a:t>
                      </a:r>
                      <a:endParaRPr lang="en-IE" sz="2400" spc="0" noProof="0" dirty="0">
                        <a:solidFill>
                          <a:schemeClr val="tx1"/>
                        </a:solidFill>
                        <a:latin typeface="Helvetica" pitchFamily="2" charset="0"/>
                        <a:cs typeface="Arial"/>
                      </a:endParaRPr>
                    </a:p>
                  </a:txBody>
                  <a:tcPr marL="0" marR="0" marT="19050" marB="0" anchor="ctr"/>
                </a:tc>
                <a:tc>
                  <a:txBody>
                    <a:bodyPr/>
                    <a:lstStyle>
                      <a:lvl1pPr marL="0">
                        <a:defRPr>
                          <a:solidFill>
                            <a:schemeClr val="tx1"/>
                          </a:solidFill>
                          <a:latin typeface="Helvetica"/>
                        </a:defRPr>
                      </a:lvl1pPr>
                      <a:lvl2pPr marL="457200">
                        <a:defRPr>
                          <a:solidFill>
                            <a:schemeClr val="tx1"/>
                          </a:solidFill>
                          <a:latin typeface="Helvetica"/>
                        </a:defRPr>
                      </a:lvl2pPr>
                      <a:lvl3pPr marL="914400">
                        <a:defRPr>
                          <a:solidFill>
                            <a:schemeClr val="tx1"/>
                          </a:solidFill>
                          <a:latin typeface="Helvetica"/>
                        </a:defRPr>
                      </a:lvl3pPr>
                      <a:lvl4pPr marL="1371600">
                        <a:defRPr>
                          <a:solidFill>
                            <a:schemeClr val="tx1"/>
                          </a:solidFill>
                          <a:latin typeface="Helvetica"/>
                        </a:defRPr>
                      </a:lvl4pPr>
                      <a:lvl5pPr marL="1828800">
                        <a:defRPr>
                          <a:solidFill>
                            <a:schemeClr val="tx1"/>
                          </a:solidFill>
                          <a:latin typeface="Helvetica"/>
                        </a:defRPr>
                      </a:lvl5pPr>
                      <a:lvl6pPr marL="2286000">
                        <a:defRPr>
                          <a:solidFill>
                            <a:schemeClr val="tx1"/>
                          </a:solidFill>
                          <a:latin typeface="Helvetica"/>
                        </a:defRPr>
                      </a:lvl6pPr>
                      <a:lvl7pPr marL="2743200">
                        <a:defRPr>
                          <a:solidFill>
                            <a:schemeClr val="tx1"/>
                          </a:solidFill>
                          <a:latin typeface="Helvetica"/>
                        </a:defRPr>
                      </a:lvl7pPr>
                      <a:lvl8pPr marL="3200400">
                        <a:defRPr>
                          <a:solidFill>
                            <a:schemeClr val="tx1"/>
                          </a:solidFill>
                          <a:latin typeface="Helvetica"/>
                        </a:defRPr>
                      </a:lvl8pPr>
                      <a:lvl9pPr marL="3657600">
                        <a:defRPr>
                          <a:solidFill>
                            <a:schemeClr val="tx1"/>
                          </a:solidFill>
                          <a:latin typeface="Helvetica"/>
                        </a:defRPr>
                      </a:lvl9pPr>
                    </a:lstStyle>
                    <a:p>
                      <a:pPr algn="ctr">
                        <a:lnSpc>
                          <a:spcPct val="100000"/>
                        </a:lnSpc>
                        <a:spcBef>
                          <a:spcPts val="150"/>
                        </a:spcBef>
                      </a:pPr>
                      <a:r>
                        <a:rPr lang="en-IE" sz="2400" spc="0" noProof="0">
                          <a:solidFill>
                            <a:schemeClr val="tx1"/>
                          </a:solidFill>
                        </a:rPr>
                        <a:t>Relation or entity</a:t>
                      </a:r>
                      <a:endParaRPr lang="en-IE" sz="2400" spc="0" noProof="0">
                        <a:solidFill>
                          <a:schemeClr val="tx1"/>
                        </a:solidFill>
                        <a:latin typeface="Helvetica" pitchFamily="2" charset="0"/>
                        <a:cs typeface="Arial"/>
                      </a:endParaRPr>
                    </a:p>
                  </a:txBody>
                  <a:tcPr marL="0" marR="0" marT="19050" marB="0" anchor="ctr"/>
                </a:tc>
                <a:tc>
                  <a:txBody>
                    <a:bodyPr/>
                    <a:lstStyle>
                      <a:lvl1pPr marL="0">
                        <a:defRPr>
                          <a:solidFill>
                            <a:schemeClr val="tx1"/>
                          </a:solidFill>
                          <a:latin typeface="Helvetica"/>
                        </a:defRPr>
                      </a:lvl1pPr>
                      <a:lvl2pPr marL="457200">
                        <a:defRPr>
                          <a:solidFill>
                            <a:schemeClr val="tx1"/>
                          </a:solidFill>
                          <a:latin typeface="Helvetica"/>
                        </a:defRPr>
                      </a:lvl2pPr>
                      <a:lvl3pPr marL="914400">
                        <a:defRPr>
                          <a:solidFill>
                            <a:schemeClr val="tx1"/>
                          </a:solidFill>
                          <a:latin typeface="Helvetica"/>
                        </a:defRPr>
                      </a:lvl3pPr>
                      <a:lvl4pPr marL="1371600">
                        <a:defRPr>
                          <a:solidFill>
                            <a:schemeClr val="tx1"/>
                          </a:solidFill>
                          <a:latin typeface="Helvetica"/>
                        </a:defRPr>
                      </a:lvl4pPr>
                      <a:lvl5pPr marL="1828800">
                        <a:defRPr>
                          <a:solidFill>
                            <a:schemeClr val="tx1"/>
                          </a:solidFill>
                          <a:latin typeface="Helvetica"/>
                        </a:defRPr>
                      </a:lvl5pPr>
                      <a:lvl6pPr marL="2286000">
                        <a:defRPr>
                          <a:solidFill>
                            <a:schemeClr val="tx1"/>
                          </a:solidFill>
                          <a:latin typeface="Helvetica"/>
                        </a:defRPr>
                      </a:lvl6pPr>
                      <a:lvl7pPr marL="2743200">
                        <a:defRPr>
                          <a:solidFill>
                            <a:schemeClr val="tx1"/>
                          </a:solidFill>
                          <a:latin typeface="Helvetica"/>
                        </a:defRPr>
                      </a:lvl7pPr>
                      <a:lvl8pPr marL="3200400">
                        <a:defRPr>
                          <a:solidFill>
                            <a:schemeClr val="tx1"/>
                          </a:solidFill>
                          <a:latin typeface="Helvetica"/>
                        </a:defRPr>
                      </a:lvl8pPr>
                      <a:lvl9pPr marL="3657600">
                        <a:defRPr>
                          <a:solidFill>
                            <a:schemeClr val="tx1"/>
                          </a:solidFill>
                          <a:latin typeface="Helvetica"/>
                        </a:defRPr>
                      </a:lvl9pPr>
                    </a:lstStyle>
                    <a:p>
                      <a:pPr marL="0" marR="0" lvl="0" indent="0" algn="ctr" defTabSz="914400" rtl="0" eaLnBrk="1" fontAlgn="auto" latinLnBrk="0" hangingPunct="1">
                        <a:lnSpc>
                          <a:spcPct val="100000"/>
                        </a:lnSpc>
                        <a:spcBef>
                          <a:spcPts val="150"/>
                        </a:spcBef>
                        <a:spcAft>
                          <a:spcPts val="0"/>
                        </a:spcAft>
                        <a:buClrTx/>
                        <a:buSzTx/>
                        <a:buFontTx/>
                        <a:buNone/>
                        <a:tabLst/>
                        <a:defRPr/>
                      </a:pPr>
                      <a:r>
                        <a:rPr lang="en-IE" sz="2400" spc="0" noProof="0">
                          <a:solidFill>
                            <a:schemeClr val="tx1"/>
                          </a:solidFill>
                        </a:rPr>
                        <a:t>A set of instances sharing same attributes</a:t>
                      </a:r>
                    </a:p>
                    <a:p>
                      <a:pPr marL="0" algn="ctr" rtl="0">
                        <a:lnSpc>
                          <a:spcPct val="100000"/>
                        </a:lnSpc>
                        <a:spcBef>
                          <a:spcPts val="150"/>
                        </a:spcBef>
                      </a:pPr>
                      <a:endParaRPr lang="en-IE" sz="2400" spc="0" noProof="0">
                        <a:solidFill>
                          <a:schemeClr val="tx1"/>
                        </a:solidFill>
                        <a:latin typeface="Helvetica" pitchFamily="2" charset="0"/>
                        <a:cs typeface="Arial"/>
                      </a:endParaRPr>
                    </a:p>
                  </a:txBody>
                  <a:tcPr marL="0" marR="0" marT="19050" marB="0" anchor="ctr"/>
                </a:tc>
                <a:extLst>
                  <a:ext uri="{0D108BD9-81ED-4DB2-BD59-A6C34878D82A}">
                    <a16:rowId xmlns:a16="http://schemas.microsoft.com/office/drawing/2014/main" val="10003"/>
                  </a:ext>
                </a:extLst>
              </a:tr>
              <a:tr h="644145">
                <a:tc>
                  <a:txBody>
                    <a:bodyPr/>
                    <a:lstStyle/>
                    <a:p>
                      <a:pPr marL="2540" algn="ctr">
                        <a:lnSpc>
                          <a:spcPct val="100000"/>
                        </a:lnSpc>
                        <a:spcBef>
                          <a:spcPts val="150"/>
                        </a:spcBef>
                      </a:pPr>
                      <a:r>
                        <a:rPr lang="en-IE" sz="2400" spc="0" noProof="0" dirty="0">
                          <a:solidFill>
                            <a:schemeClr val="tx1"/>
                          </a:solidFill>
                        </a:rPr>
                        <a:t>View / Output</a:t>
                      </a:r>
                      <a:endParaRPr lang="en-IE" sz="2400" spc="0" noProof="0" dirty="0">
                        <a:solidFill>
                          <a:schemeClr val="tx1"/>
                        </a:solidFill>
                        <a:latin typeface="Helvetica" pitchFamily="2" charset="0"/>
                        <a:cs typeface="Arial"/>
                      </a:endParaRPr>
                    </a:p>
                  </a:txBody>
                  <a:tcPr marL="0" marR="0" marT="19050" marB="0" anchor="ctr"/>
                </a:tc>
                <a:tc>
                  <a:txBody>
                    <a:bodyPr/>
                    <a:lstStyle/>
                    <a:p>
                      <a:pPr marL="0" algn="ctr" rtl="0">
                        <a:lnSpc>
                          <a:spcPct val="100000"/>
                        </a:lnSpc>
                        <a:spcBef>
                          <a:spcPts val="150"/>
                        </a:spcBef>
                      </a:pPr>
                      <a:r>
                        <a:rPr lang="en-IE" sz="2400" spc="0" noProof="0" dirty="0">
                          <a:solidFill>
                            <a:schemeClr val="tx1"/>
                          </a:solidFill>
                        </a:rPr>
                        <a:t>Derived result</a:t>
                      </a:r>
                      <a:endParaRPr lang="en-IE" sz="2400" spc="0" noProof="0" dirty="0">
                        <a:solidFill>
                          <a:schemeClr val="tx1"/>
                        </a:solidFill>
                        <a:latin typeface="Helvetica" pitchFamily="2" charset="0"/>
                        <a:cs typeface="Arial"/>
                      </a:endParaRPr>
                    </a:p>
                  </a:txBody>
                  <a:tcPr marL="0" marR="0" marT="19050" marB="0" anchor="ctr"/>
                </a:tc>
                <a:tc>
                  <a:txBody>
                    <a:bodyPr/>
                    <a:lstStyle/>
                    <a:p>
                      <a:pPr marL="0" algn="ctr" rtl="0">
                        <a:lnSpc>
                          <a:spcPct val="100000"/>
                        </a:lnSpc>
                        <a:spcBef>
                          <a:spcPts val="150"/>
                        </a:spcBef>
                      </a:pPr>
                      <a:r>
                        <a:rPr lang="en-IE" sz="2400" spc="0" noProof="0" dirty="0">
                          <a:solidFill>
                            <a:schemeClr val="tx1"/>
                          </a:solidFill>
                        </a:rPr>
                        <a:t>Response to a query</a:t>
                      </a:r>
                      <a:endParaRPr lang="en-IE" sz="2400" spc="0" noProof="0" dirty="0">
                        <a:solidFill>
                          <a:schemeClr val="tx1"/>
                        </a:solidFill>
                        <a:latin typeface="Helvetica" pitchFamily="2" charset="0"/>
                        <a:cs typeface="Arial"/>
                      </a:endParaRPr>
                    </a:p>
                  </a:txBody>
                  <a:tcPr marL="0" marR="0" marT="19050" marB="0" anchor="ctr"/>
                </a:tc>
                <a:extLst>
                  <a:ext uri="{0D108BD9-81ED-4DB2-BD59-A6C34878D82A}">
                    <a16:rowId xmlns:a16="http://schemas.microsoft.com/office/drawing/2014/main" val="39285513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prstGeom prst="rect">
            <a:avLst/>
          </a:prstGeom>
        </p:spPr>
        <p:txBody>
          <a:bodyPr vert="horz" wrap="square" lIns="0" tIns="95121" rIns="0" bIns="0" rtlCol="0">
            <a:spAutoFit/>
          </a:bodyPr>
          <a:lstStyle/>
          <a:p>
            <a:pPr marL="154305">
              <a:lnSpc>
                <a:spcPct val="100000"/>
              </a:lnSpc>
              <a:spcBef>
                <a:spcPts val="95"/>
              </a:spcBef>
            </a:pPr>
            <a:r>
              <a:rPr spc="-30" dirty="0"/>
              <a:t>Relational</a:t>
            </a:r>
            <a:r>
              <a:rPr spc="-235" dirty="0"/>
              <a:t> </a:t>
            </a:r>
            <a:r>
              <a:rPr spc="-10" dirty="0"/>
              <a:t>Database</a:t>
            </a:r>
          </a:p>
        </p:txBody>
      </p:sp>
      <p:sp>
        <p:nvSpPr>
          <p:cNvPr id="5" name="Content Placeholder 4">
            <a:extLst>
              <a:ext uri="{FF2B5EF4-FFF2-40B4-BE49-F238E27FC236}">
                <a16:creationId xmlns:a16="http://schemas.microsoft.com/office/drawing/2014/main" id="{CADDB7FA-4C96-E9E6-9140-5EE481B6E4B2}"/>
              </a:ext>
            </a:extLst>
          </p:cNvPr>
          <p:cNvSpPr>
            <a:spLocks noGrp="1"/>
          </p:cNvSpPr>
          <p:nvPr>
            <p:ph idx="1"/>
          </p:nvPr>
        </p:nvSpPr>
        <p:spPr/>
        <p:txBody>
          <a:bodyPr>
            <a:normAutofit lnSpcReduction="10000"/>
          </a:bodyPr>
          <a:lstStyle/>
          <a:p>
            <a:r>
              <a:rPr lang="en-IE" dirty="0"/>
              <a:t>Each table usually represents a ‘thing’ we are interested in storing data about</a:t>
            </a:r>
          </a:p>
          <a:p>
            <a:r>
              <a:rPr lang="en-IE" dirty="0"/>
              <a:t>Each row represents a single occurrence of this ‘thing’</a:t>
            </a:r>
          </a:p>
          <a:p>
            <a:r>
              <a:rPr lang="en-IE" dirty="0"/>
              <a:t>Each column represents a piece of data we want to store about this ‘thing’</a:t>
            </a:r>
          </a:p>
          <a:p>
            <a:r>
              <a:rPr lang="en-IE" dirty="0"/>
              <a:t>If two tables are related, the common data item appears on BOTH tables and allows us to navigate to the other table to retrieve additional data.</a:t>
            </a:r>
          </a:p>
          <a:p>
            <a:endParaRPr lang="en-IE" dirty="0"/>
          </a:p>
          <a:p>
            <a:endParaRPr lang="en-IE" dirty="0"/>
          </a:p>
        </p:txBody>
      </p:sp>
      <p:sp>
        <p:nvSpPr>
          <p:cNvPr id="2" name="Slide Number Placeholder 1">
            <a:extLst>
              <a:ext uri="{FF2B5EF4-FFF2-40B4-BE49-F238E27FC236}">
                <a16:creationId xmlns:a16="http://schemas.microsoft.com/office/drawing/2014/main" id="{5BEA1403-959E-440E-AC7A-140CD3572F1A}"/>
              </a:ext>
            </a:extLst>
          </p:cNvPr>
          <p:cNvSpPr>
            <a:spLocks noGrp="1"/>
          </p:cNvSpPr>
          <p:nvPr>
            <p:ph type="sldNum" sz="quarter" idx="12"/>
          </p:nvPr>
        </p:nvSpPr>
        <p:spPr/>
        <p:txBody>
          <a:bodyPr/>
          <a:lstStyle/>
          <a:p>
            <a:fld id="{1AE971F0-0CD2-4C47-8087-EBCE9716EA84}" type="slidenum">
              <a:rPr lang="en-GB" smtClean="0">
                <a:solidFill>
                  <a:schemeClr val="tx1"/>
                </a:solidFill>
              </a:rPr>
              <a:pPr/>
              <a:t>15</a:t>
            </a:fld>
            <a:endParaRPr lang="en-GB" dirty="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735171" y="788587"/>
            <a:ext cx="9223058" cy="689930"/>
          </a:xfrm>
          <a:prstGeom prst="rect">
            <a:avLst/>
          </a:prstGeom>
        </p:spPr>
        <p:txBody>
          <a:bodyPr vert="horz" wrap="square" lIns="0" tIns="95121" rIns="0" bIns="0" rtlCol="0">
            <a:spAutoFit/>
          </a:bodyPr>
          <a:lstStyle/>
          <a:p>
            <a:pPr marL="154305">
              <a:lnSpc>
                <a:spcPct val="100000"/>
              </a:lnSpc>
              <a:spcBef>
                <a:spcPts val="95"/>
              </a:spcBef>
            </a:pPr>
            <a:r>
              <a:rPr spc="-30" dirty="0"/>
              <a:t>Relational</a:t>
            </a:r>
            <a:r>
              <a:rPr spc="-235" dirty="0"/>
              <a:t> </a:t>
            </a:r>
            <a:r>
              <a:rPr lang="pt-BR" spc="-10" dirty="0"/>
              <a:t>d</a:t>
            </a:r>
            <a:r>
              <a:rPr spc="-10" dirty="0" err="1"/>
              <a:t>atabases</a:t>
            </a:r>
            <a:r>
              <a:rPr lang="pt-BR" spc="-10" dirty="0"/>
              <a:t> - </a:t>
            </a:r>
            <a:r>
              <a:rPr lang="pt-BR" spc="-10" dirty="0" err="1"/>
              <a:t>Rules</a:t>
            </a:r>
            <a:endParaRPr spc="-10" dirty="0"/>
          </a:p>
        </p:txBody>
      </p:sp>
      <p:sp>
        <p:nvSpPr>
          <p:cNvPr id="5" name="Content Placeholder 4">
            <a:extLst>
              <a:ext uri="{FF2B5EF4-FFF2-40B4-BE49-F238E27FC236}">
                <a16:creationId xmlns:a16="http://schemas.microsoft.com/office/drawing/2014/main" id="{76147EA5-7B9E-4B7C-4CF1-62AF71DB378D}"/>
              </a:ext>
            </a:extLst>
          </p:cNvPr>
          <p:cNvSpPr>
            <a:spLocks noGrp="1"/>
          </p:cNvSpPr>
          <p:nvPr>
            <p:ph idx="1"/>
          </p:nvPr>
        </p:nvSpPr>
        <p:spPr>
          <a:xfrm>
            <a:off x="546100" y="1952625"/>
            <a:ext cx="9601200" cy="4798559"/>
          </a:xfrm>
        </p:spPr>
        <p:txBody>
          <a:bodyPr>
            <a:normAutofit/>
          </a:bodyPr>
          <a:lstStyle/>
          <a:p>
            <a:pPr marL="254635" indent="-241300">
              <a:lnSpc>
                <a:spcPct val="100000"/>
              </a:lnSpc>
              <a:spcBef>
                <a:spcPts val="1600"/>
              </a:spcBef>
              <a:buClr>
                <a:srgbClr val="1B1B1B"/>
              </a:buClr>
              <a:buFont typeface="Arial"/>
              <a:buChar char="•"/>
              <a:tabLst>
                <a:tab pos="254635" algn="l"/>
              </a:tabLst>
            </a:pPr>
            <a:r>
              <a:rPr lang="en-GB" sz="2700" dirty="0">
                <a:solidFill>
                  <a:srgbClr val="1B1B1B"/>
                </a:solidFill>
                <a:latin typeface="Helvetica" pitchFamily="2" charset="0"/>
                <a:cs typeface="Times New Roman"/>
              </a:rPr>
              <a:t>According</a:t>
            </a:r>
            <a:r>
              <a:rPr lang="en-GB" sz="2700" spc="120"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to</a:t>
            </a:r>
            <a:r>
              <a:rPr lang="en-GB" sz="2700" spc="90" dirty="0">
                <a:solidFill>
                  <a:srgbClr val="1B1B1B"/>
                </a:solidFill>
                <a:latin typeface="Helvetica" pitchFamily="2" charset="0"/>
                <a:cs typeface="Times New Roman"/>
              </a:rPr>
              <a:t> the </a:t>
            </a:r>
            <a:r>
              <a:rPr lang="en-GB" sz="2700" dirty="0">
                <a:solidFill>
                  <a:srgbClr val="1B1B1B"/>
                </a:solidFill>
                <a:latin typeface="Helvetica" pitchFamily="2" charset="0"/>
                <a:cs typeface="Times New Roman"/>
              </a:rPr>
              <a:t>relational</a:t>
            </a:r>
            <a:r>
              <a:rPr lang="en-GB" sz="2700" spc="100"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model,</a:t>
            </a:r>
            <a:r>
              <a:rPr lang="en-GB" sz="2700" spc="120" dirty="0">
                <a:solidFill>
                  <a:srgbClr val="1B1B1B"/>
                </a:solidFill>
                <a:latin typeface="Helvetica" pitchFamily="2" charset="0"/>
                <a:cs typeface="Times New Roman"/>
              </a:rPr>
              <a:t> </a:t>
            </a:r>
            <a:r>
              <a:rPr lang="en-GB" sz="2600" dirty="0">
                <a:solidFill>
                  <a:srgbClr val="1B1B1B"/>
                </a:solidFill>
                <a:latin typeface="Helvetica" pitchFamily="2" charset="0"/>
                <a:cs typeface="Times New Roman"/>
              </a:rPr>
              <a:t>all</a:t>
            </a:r>
            <a:r>
              <a:rPr lang="en-GB" sz="2600" spc="160" dirty="0">
                <a:solidFill>
                  <a:srgbClr val="1B1B1B"/>
                </a:solidFill>
                <a:latin typeface="Helvetica" pitchFamily="2" charset="0"/>
                <a:cs typeface="Times New Roman"/>
              </a:rPr>
              <a:t> </a:t>
            </a:r>
            <a:r>
              <a:rPr lang="en-GB" sz="2600" dirty="0">
                <a:solidFill>
                  <a:srgbClr val="1B1B1B"/>
                </a:solidFill>
                <a:latin typeface="Helvetica" pitchFamily="2" charset="0"/>
                <a:cs typeface="Times New Roman"/>
              </a:rPr>
              <a:t>rows</a:t>
            </a:r>
            <a:r>
              <a:rPr lang="en-GB" sz="2600" spc="190" dirty="0">
                <a:solidFill>
                  <a:srgbClr val="1B1B1B"/>
                </a:solidFill>
                <a:latin typeface="Helvetica" pitchFamily="2" charset="0"/>
                <a:cs typeface="Times New Roman"/>
              </a:rPr>
              <a:t> </a:t>
            </a:r>
            <a:r>
              <a:rPr lang="en-GB" sz="2600" dirty="0">
                <a:solidFill>
                  <a:srgbClr val="1B1B1B"/>
                </a:solidFill>
                <a:latin typeface="Helvetica" pitchFamily="2" charset="0"/>
                <a:cs typeface="Times New Roman"/>
              </a:rPr>
              <a:t>should</a:t>
            </a:r>
            <a:r>
              <a:rPr lang="en-GB" sz="2600" spc="260" dirty="0">
                <a:solidFill>
                  <a:srgbClr val="1B1B1B"/>
                </a:solidFill>
                <a:latin typeface="Helvetica" pitchFamily="2" charset="0"/>
                <a:cs typeface="Times New Roman"/>
              </a:rPr>
              <a:t> </a:t>
            </a:r>
            <a:r>
              <a:rPr lang="en-GB" sz="2600" dirty="0">
                <a:solidFill>
                  <a:srgbClr val="1B1B1B"/>
                </a:solidFill>
                <a:latin typeface="Helvetica" pitchFamily="2" charset="0"/>
                <a:cs typeface="Times New Roman"/>
              </a:rPr>
              <a:t>be</a:t>
            </a:r>
            <a:r>
              <a:rPr lang="en-GB" sz="2600" spc="200" dirty="0">
                <a:solidFill>
                  <a:srgbClr val="1B1B1B"/>
                </a:solidFill>
                <a:latin typeface="Helvetica" pitchFamily="2" charset="0"/>
                <a:cs typeface="Times New Roman"/>
              </a:rPr>
              <a:t> </a:t>
            </a:r>
            <a:r>
              <a:rPr lang="en-GB" sz="2600" b="1" spc="-10" dirty="0">
                <a:solidFill>
                  <a:srgbClr val="1B1B1B"/>
                </a:solidFill>
                <a:latin typeface="Helvetica" pitchFamily="2" charset="0"/>
                <a:cs typeface="Times New Roman"/>
              </a:rPr>
              <a:t>distinct</a:t>
            </a:r>
            <a:r>
              <a:rPr lang="en-GB" sz="2600" spc="-10" dirty="0">
                <a:solidFill>
                  <a:srgbClr val="1B1B1B"/>
                </a:solidFill>
                <a:latin typeface="Helvetica" pitchFamily="2" charset="0"/>
                <a:cs typeface="Times New Roman"/>
              </a:rPr>
              <a:t>.</a:t>
            </a:r>
            <a:endParaRPr lang="en-GB" sz="2600" dirty="0">
              <a:latin typeface="Helvetica" pitchFamily="2" charset="0"/>
              <a:cs typeface="Times New Roman"/>
            </a:endParaRPr>
          </a:p>
          <a:p>
            <a:pPr marL="254635" indent="-241300">
              <a:lnSpc>
                <a:spcPct val="100000"/>
              </a:lnSpc>
              <a:spcBef>
                <a:spcPts val="1500"/>
              </a:spcBef>
              <a:buFont typeface="Arial"/>
              <a:buChar char="•"/>
              <a:tabLst>
                <a:tab pos="254635" algn="l"/>
              </a:tabLst>
            </a:pPr>
            <a:r>
              <a:rPr lang="en-GB" sz="2700" dirty="0">
                <a:solidFill>
                  <a:srgbClr val="1B1B1B"/>
                </a:solidFill>
                <a:latin typeface="Helvetica" pitchFamily="2" charset="0"/>
                <a:cs typeface="Times New Roman"/>
              </a:rPr>
              <a:t>Values</a:t>
            </a:r>
            <a:r>
              <a:rPr lang="en-GB" sz="2700" spc="-15"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must</a:t>
            </a:r>
            <a:r>
              <a:rPr lang="en-GB" sz="2700" spc="35"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be</a:t>
            </a:r>
            <a:r>
              <a:rPr lang="en-GB" sz="2700" spc="55" dirty="0">
                <a:solidFill>
                  <a:srgbClr val="1B1B1B"/>
                </a:solidFill>
                <a:latin typeface="Helvetica" pitchFamily="2" charset="0"/>
                <a:cs typeface="Times New Roman"/>
              </a:rPr>
              <a:t> </a:t>
            </a:r>
            <a:r>
              <a:rPr lang="en-GB" sz="2600" b="1" dirty="0">
                <a:solidFill>
                  <a:srgbClr val="1B1B1B"/>
                </a:solidFill>
                <a:latin typeface="Helvetica" pitchFamily="2" charset="0"/>
                <a:cs typeface="Times New Roman"/>
              </a:rPr>
              <a:t>atomic</a:t>
            </a:r>
            <a:r>
              <a:rPr lang="en-GB" sz="2600" spc="125"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(cannot</a:t>
            </a:r>
            <a:r>
              <a:rPr lang="en-GB" sz="2700" spc="30"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be</a:t>
            </a:r>
            <a:r>
              <a:rPr lang="en-GB" sz="2700" spc="40" dirty="0">
                <a:solidFill>
                  <a:srgbClr val="1B1B1B"/>
                </a:solidFill>
                <a:latin typeface="Helvetica" pitchFamily="2" charset="0"/>
                <a:cs typeface="Times New Roman"/>
              </a:rPr>
              <a:t> </a:t>
            </a:r>
            <a:r>
              <a:rPr lang="en-GB" sz="2700" spc="-10" dirty="0">
                <a:solidFill>
                  <a:srgbClr val="1B1B1B"/>
                </a:solidFill>
                <a:latin typeface="Helvetica" pitchFamily="2" charset="0"/>
                <a:cs typeface="Times New Roman"/>
              </a:rPr>
              <a:t>divided)</a:t>
            </a:r>
            <a:r>
              <a:rPr lang="en-GB" sz="2700" spc="-10" dirty="0">
                <a:latin typeface="Helvetica" pitchFamily="2" charset="0"/>
                <a:cs typeface="Times New Roman"/>
              </a:rPr>
              <a:t>. </a:t>
            </a:r>
            <a:r>
              <a:rPr lang="en-GB" sz="2600" spc="-20" dirty="0">
                <a:solidFill>
                  <a:srgbClr val="1B1B1B"/>
                </a:solidFill>
                <a:latin typeface="Helvetica" pitchFamily="2" charset="0"/>
                <a:cs typeface="Times New Roman"/>
              </a:rPr>
              <a:t>No lists, sets, or arrays as single values (in theory).</a:t>
            </a:r>
          </a:p>
          <a:p>
            <a:pPr marL="254635" indent="-241300">
              <a:lnSpc>
                <a:spcPct val="100000"/>
              </a:lnSpc>
              <a:spcBef>
                <a:spcPts val="1280"/>
              </a:spcBef>
              <a:buFont typeface="Arial"/>
              <a:buChar char="•"/>
              <a:tabLst>
                <a:tab pos="254635" algn="l"/>
              </a:tabLst>
            </a:pPr>
            <a:r>
              <a:rPr lang="en-GB" sz="2700" dirty="0">
                <a:solidFill>
                  <a:srgbClr val="1B1B1B"/>
                </a:solidFill>
                <a:latin typeface="Helvetica" pitchFamily="2" charset="0"/>
                <a:cs typeface="Times New Roman"/>
              </a:rPr>
              <a:t>Every</a:t>
            </a:r>
            <a:r>
              <a:rPr lang="en-GB" sz="2700" spc="95"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relation</a:t>
            </a:r>
            <a:r>
              <a:rPr lang="en-GB" sz="2700" spc="75"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has</a:t>
            </a:r>
            <a:r>
              <a:rPr lang="en-GB" sz="2700" spc="80"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a</a:t>
            </a:r>
            <a:r>
              <a:rPr lang="en-GB" sz="2700" spc="70" dirty="0">
                <a:solidFill>
                  <a:srgbClr val="1B1B1B"/>
                </a:solidFill>
                <a:latin typeface="Helvetica" pitchFamily="2" charset="0"/>
                <a:cs typeface="Times New Roman"/>
              </a:rPr>
              <a:t> </a:t>
            </a:r>
            <a:r>
              <a:rPr lang="en-GB" sz="2600" spc="-20" dirty="0">
                <a:solidFill>
                  <a:srgbClr val="1B1B1B"/>
                </a:solidFill>
                <a:latin typeface="Helvetica" pitchFamily="2" charset="0"/>
                <a:cs typeface="Times New Roman"/>
              </a:rPr>
              <a:t>key (identifier).</a:t>
            </a:r>
            <a:endParaRPr lang="en-GB" sz="2700" dirty="0">
              <a:latin typeface="Helvetica" pitchFamily="2" charset="0"/>
              <a:cs typeface="Times New Roman"/>
            </a:endParaRPr>
          </a:p>
          <a:p>
            <a:pPr marL="254635" marR="781685" indent="-241935">
              <a:lnSpc>
                <a:spcPct val="111100"/>
              </a:lnSpc>
              <a:spcBef>
                <a:spcPts val="1025"/>
              </a:spcBef>
              <a:buFont typeface="Arial"/>
              <a:buChar char="•"/>
              <a:tabLst>
                <a:tab pos="254635" algn="l"/>
              </a:tabLst>
            </a:pPr>
            <a:r>
              <a:rPr lang="en-GB" sz="2700" dirty="0">
                <a:solidFill>
                  <a:srgbClr val="1B1B1B"/>
                </a:solidFill>
                <a:latin typeface="Helvetica" pitchFamily="2" charset="0"/>
                <a:cs typeface="Times New Roman"/>
              </a:rPr>
              <a:t>Data</a:t>
            </a:r>
            <a:r>
              <a:rPr lang="en-GB" sz="2700" spc="105"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can</a:t>
            </a:r>
            <a:r>
              <a:rPr lang="en-GB" sz="2700" spc="100"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be</a:t>
            </a:r>
            <a:r>
              <a:rPr lang="en-GB" sz="2700" spc="110"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protected</a:t>
            </a:r>
            <a:r>
              <a:rPr lang="en-GB" sz="2700" spc="110"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via</a:t>
            </a:r>
            <a:r>
              <a:rPr lang="en-GB" sz="2700" spc="110" dirty="0">
                <a:solidFill>
                  <a:srgbClr val="1B1B1B"/>
                </a:solidFill>
                <a:latin typeface="Helvetica" pitchFamily="2" charset="0"/>
                <a:cs typeface="Times New Roman"/>
              </a:rPr>
              <a:t> </a:t>
            </a:r>
            <a:r>
              <a:rPr lang="en-GB" sz="2600" b="1" dirty="0">
                <a:solidFill>
                  <a:srgbClr val="1B1B1B"/>
                </a:solidFill>
                <a:latin typeface="Helvetica" pitchFamily="2" charset="0"/>
                <a:cs typeface="Times New Roman"/>
              </a:rPr>
              <a:t>constraints</a:t>
            </a:r>
            <a:r>
              <a:rPr lang="en-GB" sz="2600" spc="235"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to</a:t>
            </a:r>
            <a:r>
              <a:rPr lang="en-GB" sz="2700" spc="80"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ensure</a:t>
            </a:r>
            <a:r>
              <a:rPr lang="en-GB" sz="2700" spc="105" dirty="0">
                <a:solidFill>
                  <a:srgbClr val="1B1B1B"/>
                </a:solidFill>
                <a:latin typeface="Helvetica" pitchFamily="2" charset="0"/>
                <a:cs typeface="Times New Roman"/>
              </a:rPr>
              <a:t> </a:t>
            </a:r>
            <a:r>
              <a:rPr lang="en-GB" sz="2700" spc="-20" dirty="0">
                <a:solidFill>
                  <a:srgbClr val="1B1B1B"/>
                </a:solidFill>
                <a:latin typeface="Helvetica" pitchFamily="2" charset="0"/>
                <a:cs typeface="Times New Roman"/>
              </a:rPr>
              <a:t>only </a:t>
            </a:r>
            <a:r>
              <a:rPr lang="en-GB" sz="2700" dirty="0">
                <a:solidFill>
                  <a:srgbClr val="1B1B1B"/>
                </a:solidFill>
                <a:latin typeface="Helvetica" pitchFamily="2" charset="0"/>
                <a:cs typeface="Times New Roman"/>
              </a:rPr>
              <a:t>data</a:t>
            </a:r>
            <a:r>
              <a:rPr lang="en-GB" sz="2700" spc="95"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that</a:t>
            </a:r>
            <a:r>
              <a:rPr lang="en-GB" sz="2700" spc="80"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conforms</a:t>
            </a:r>
            <a:r>
              <a:rPr lang="en-GB" sz="2700" spc="100"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to</a:t>
            </a:r>
            <a:r>
              <a:rPr lang="en-GB" sz="2700" spc="65"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requirements</a:t>
            </a:r>
            <a:r>
              <a:rPr lang="en-GB" sz="2700" spc="90"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can</a:t>
            </a:r>
            <a:r>
              <a:rPr lang="en-GB" sz="2700" spc="100" dirty="0">
                <a:solidFill>
                  <a:srgbClr val="1B1B1B"/>
                </a:solidFill>
                <a:latin typeface="Helvetica" pitchFamily="2" charset="0"/>
                <a:cs typeface="Times New Roman"/>
              </a:rPr>
              <a:t> </a:t>
            </a:r>
            <a:r>
              <a:rPr lang="en-GB" sz="2700" dirty="0">
                <a:solidFill>
                  <a:srgbClr val="1B1B1B"/>
                </a:solidFill>
                <a:latin typeface="Helvetica" pitchFamily="2" charset="0"/>
                <a:cs typeface="Times New Roman"/>
              </a:rPr>
              <a:t>be</a:t>
            </a:r>
            <a:r>
              <a:rPr lang="en-GB" sz="2700" spc="105" dirty="0">
                <a:solidFill>
                  <a:srgbClr val="1B1B1B"/>
                </a:solidFill>
                <a:latin typeface="Helvetica" pitchFamily="2" charset="0"/>
                <a:cs typeface="Times New Roman"/>
              </a:rPr>
              <a:t> </a:t>
            </a:r>
            <a:r>
              <a:rPr lang="en-GB" sz="2700" spc="-10" dirty="0">
                <a:solidFill>
                  <a:srgbClr val="1B1B1B"/>
                </a:solidFill>
                <a:latin typeface="Helvetica" pitchFamily="2" charset="0"/>
                <a:cs typeface="Times New Roman"/>
              </a:rPr>
              <a:t>stored</a:t>
            </a:r>
            <a:r>
              <a:rPr lang="en-IE" sz="2700" spc="-10" dirty="0">
                <a:solidFill>
                  <a:srgbClr val="1B1B1B"/>
                </a:solidFill>
                <a:latin typeface="Helvetica" pitchFamily="2" charset="0"/>
                <a:cs typeface="Times New Roman"/>
              </a:rPr>
              <a:t>.</a:t>
            </a:r>
            <a:endParaRPr lang="en-GB" sz="2700" dirty="0">
              <a:latin typeface="Helvetica" pitchFamily="2" charset="0"/>
              <a:cs typeface="Times New Roman"/>
            </a:endParaRPr>
          </a:p>
        </p:txBody>
      </p:sp>
      <p:sp>
        <p:nvSpPr>
          <p:cNvPr id="2" name="Slide Number Placeholder 1">
            <a:extLst>
              <a:ext uri="{FF2B5EF4-FFF2-40B4-BE49-F238E27FC236}">
                <a16:creationId xmlns:a16="http://schemas.microsoft.com/office/drawing/2014/main" id="{D786D757-D91E-3ED3-B498-A22AE1F7C04C}"/>
              </a:ext>
            </a:extLst>
          </p:cNvPr>
          <p:cNvSpPr>
            <a:spLocks noGrp="1"/>
          </p:cNvSpPr>
          <p:nvPr>
            <p:ph type="sldNum" sz="quarter" idx="12"/>
          </p:nvPr>
        </p:nvSpPr>
        <p:spPr/>
        <p:txBody>
          <a:bodyPr/>
          <a:lstStyle/>
          <a:p>
            <a:fld id="{1AE971F0-0CD2-4C47-8087-EBCE9716EA84}" type="slidenum">
              <a:rPr lang="en-GB" smtClean="0">
                <a:solidFill>
                  <a:schemeClr val="tx1"/>
                </a:solidFill>
              </a:rPr>
              <a:pPr/>
              <a:t>16</a:t>
            </a:fld>
            <a:endParaRPr lang="en-GB"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5ED5CF6-7E75-88E1-83F6-3F6DDDE524A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6D6A664-D462-D36A-B15D-E7C36CD032CF}"/>
              </a:ext>
            </a:extLst>
          </p:cNvPr>
          <p:cNvSpPr txBox="1">
            <a:spLocks noGrp="1"/>
          </p:cNvSpPr>
          <p:nvPr>
            <p:ph type="title"/>
          </p:nvPr>
        </p:nvSpPr>
        <p:spPr>
          <a:xfrm>
            <a:off x="735170" y="334408"/>
            <a:ext cx="9223058" cy="689930"/>
          </a:xfrm>
          <a:prstGeom prst="rect">
            <a:avLst/>
          </a:prstGeom>
        </p:spPr>
        <p:txBody>
          <a:bodyPr vert="horz" wrap="square" lIns="0" tIns="95121" rIns="0" bIns="0" rtlCol="0">
            <a:spAutoFit/>
          </a:bodyPr>
          <a:lstStyle/>
          <a:p>
            <a:pPr marL="154940">
              <a:lnSpc>
                <a:spcPct val="100000"/>
              </a:lnSpc>
              <a:spcBef>
                <a:spcPts val="95"/>
              </a:spcBef>
            </a:pPr>
            <a:r>
              <a:rPr lang="pt-BR" dirty="0"/>
              <a:t>ACID model</a:t>
            </a:r>
            <a:endParaRPr spc="-10" dirty="0"/>
          </a:p>
        </p:txBody>
      </p:sp>
      <p:sp>
        <p:nvSpPr>
          <p:cNvPr id="5" name="Content Placeholder 4">
            <a:extLst>
              <a:ext uri="{FF2B5EF4-FFF2-40B4-BE49-F238E27FC236}">
                <a16:creationId xmlns:a16="http://schemas.microsoft.com/office/drawing/2014/main" id="{4A3BF87E-7DC8-28ED-BD87-AA0542D36AE9}"/>
              </a:ext>
            </a:extLst>
          </p:cNvPr>
          <p:cNvSpPr>
            <a:spLocks noGrp="1"/>
          </p:cNvSpPr>
          <p:nvPr>
            <p:ph idx="1"/>
          </p:nvPr>
        </p:nvSpPr>
        <p:spPr>
          <a:xfrm>
            <a:off x="326666" y="1126288"/>
            <a:ext cx="10040065" cy="5961618"/>
          </a:xfrm>
        </p:spPr>
        <p:txBody>
          <a:bodyPr>
            <a:noAutofit/>
          </a:bodyPr>
          <a:lstStyle/>
          <a:p>
            <a:pPr>
              <a:lnSpc>
                <a:spcPct val="150000"/>
              </a:lnSpc>
            </a:pPr>
            <a:r>
              <a:rPr lang="en-IE" sz="2000" b="1" dirty="0">
                <a:latin typeface="Helvetica" pitchFamily="2" charset="0"/>
              </a:rPr>
              <a:t>Atomicity: </a:t>
            </a:r>
            <a:r>
              <a:rPr lang="en-IE" sz="2000" dirty="0">
                <a:latin typeface="Helvetica" pitchFamily="2" charset="0"/>
              </a:rPr>
              <a:t>A transaction must complete entirely or not at all – if one step fails, the entire operation fails. Transferring from account A to B only happens if account A has enough money. </a:t>
            </a:r>
          </a:p>
          <a:p>
            <a:pPr>
              <a:lnSpc>
                <a:spcPct val="150000"/>
              </a:lnSpc>
            </a:pPr>
            <a:r>
              <a:rPr lang="en-IE" sz="2000" b="1" dirty="0">
                <a:latin typeface="Helvetica" pitchFamily="2" charset="0"/>
              </a:rPr>
              <a:t>Consistency: </a:t>
            </a:r>
            <a:r>
              <a:rPr lang="en-IE" sz="2000" dirty="0">
                <a:latin typeface="Helvetica" pitchFamily="2" charset="0"/>
              </a:rPr>
              <a:t>The database must move from one valid state to another valid state, following all rules (constraints, types, relationships). You can't add a student to a course if the course ID doesn’t exist.</a:t>
            </a:r>
          </a:p>
          <a:p>
            <a:pPr>
              <a:lnSpc>
                <a:spcPct val="150000"/>
              </a:lnSpc>
            </a:pPr>
            <a:r>
              <a:rPr lang="en-IE" sz="2000" b="1" dirty="0">
                <a:latin typeface="Helvetica" pitchFamily="2" charset="0"/>
              </a:rPr>
              <a:t>Isolation: </a:t>
            </a:r>
            <a:r>
              <a:rPr lang="en-IE" sz="2000" dirty="0">
                <a:latin typeface="Helvetica" pitchFamily="2" charset="0"/>
              </a:rPr>
              <a:t>Even when many transactions happen at once, each one should act as if it’s the only one running. For example, two people booking the last ticket at the same time should not both succeed.</a:t>
            </a:r>
          </a:p>
          <a:p>
            <a:pPr>
              <a:lnSpc>
                <a:spcPct val="150000"/>
              </a:lnSpc>
            </a:pPr>
            <a:r>
              <a:rPr lang="en-IE" sz="2000" b="1" dirty="0">
                <a:latin typeface="Helvetica" pitchFamily="2" charset="0"/>
              </a:rPr>
              <a:t>Durability: </a:t>
            </a:r>
            <a:r>
              <a:rPr lang="en-IE" sz="2000" dirty="0">
                <a:latin typeface="Helvetica" pitchFamily="2" charset="0"/>
              </a:rPr>
              <a:t>If a transaction is completed and committed, it will be saved — even in the event of a crash or power failure. If you book a hotel room and get confirmation, that reservation won't disappear due to a server restart.</a:t>
            </a:r>
          </a:p>
          <a:p>
            <a:pPr>
              <a:lnSpc>
                <a:spcPct val="150000"/>
              </a:lnSpc>
            </a:pPr>
            <a:endParaRPr lang="en-IE" sz="1800" dirty="0">
              <a:latin typeface="Helvetica" pitchFamily="2" charset="0"/>
            </a:endParaRPr>
          </a:p>
          <a:p>
            <a:pPr>
              <a:lnSpc>
                <a:spcPct val="150000"/>
              </a:lnSpc>
            </a:pPr>
            <a:endParaRPr lang="en-IE" sz="1800" dirty="0">
              <a:latin typeface="Helvetica" pitchFamily="2" charset="0"/>
            </a:endParaRPr>
          </a:p>
        </p:txBody>
      </p:sp>
      <p:sp>
        <p:nvSpPr>
          <p:cNvPr id="2" name="Slide Number Placeholder 1">
            <a:extLst>
              <a:ext uri="{FF2B5EF4-FFF2-40B4-BE49-F238E27FC236}">
                <a16:creationId xmlns:a16="http://schemas.microsoft.com/office/drawing/2014/main" id="{AFA15445-3F2A-05A5-1139-2EFF9CC36269}"/>
              </a:ext>
            </a:extLst>
          </p:cNvPr>
          <p:cNvSpPr>
            <a:spLocks noGrp="1"/>
          </p:cNvSpPr>
          <p:nvPr>
            <p:ph type="sldNum" sz="quarter" idx="12"/>
          </p:nvPr>
        </p:nvSpPr>
        <p:spPr/>
        <p:txBody>
          <a:bodyPr/>
          <a:lstStyle/>
          <a:p>
            <a:fld id="{1AE971F0-0CD2-4C47-8087-EBCE9716EA84}" type="slidenum">
              <a:rPr lang="en-GB" smtClean="0">
                <a:solidFill>
                  <a:schemeClr val="tx1"/>
                </a:solidFill>
              </a:rPr>
              <a:pPr/>
              <a:t>17</a:t>
            </a:fld>
            <a:endParaRPr lang="en-GB" dirty="0">
              <a:solidFill>
                <a:schemeClr val="tx1"/>
              </a:solidFill>
            </a:endParaRPr>
          </a:p>
        </p:txBody>
      </p:sp>
    </p:spTree>
    <p:extLst>
      <p:ext uri="{BB962C8B-B14F-4D97-AF65-F5344CB8AC3E}">
        <p14:creationId xmlns:p14="http://schemas.microsoft.com/office/powerpoint/2010/main" val="1256885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735171" y="788587"/>
            <a:ext cx="9223058" cy="689930"/>
          </a:xfrm>
          <a:prstGeom prst="rect">
            <a:avLst/>
          </a:prstGeom>
        </p:spPr>
        <p:txBody>
          <a:bodyPr vert="horz" wrap="square" lIns="0" tIns="95121" rIns="0" bIns="0" rtlCol="0">
            <a:spAutoFit/>
          </a:bodyPr>
          <a:lstStyle/>
          <a:p>
            <a:pPr marL="154940">
              <a:lnSpc>
                <a:spcPct val="100000"/>
              </a:lnSpc>
              <a:spcBef>
                <a:spcPts val="95"/>
              </a:spcBef>
            </a:pPr>
            <a:r>
              <a:rPr lang="pt-BR" dirty="0" err="1"/>
              <a:t>Exercise</a:t>
            </a:r>
            <a:r>
              <a:rPr lang="pt-BR" dirty="0"/>
              <a:t> – </a:t>
            </a:r>
            <a:r>
              <a:rPr lang="pt-BR" dirty="0" err="1"/>
              <a:t>database</a:t>
            </a:r>
            <a:r>
              <a:rPr lang="pt-BR" dirty="0"/>
              <a:t> brainstorm</a:t>
            </a:r>
            <a:endParaRPr spc="-10" dirty="0"/>
          </a:p>
        </p:txBody>
      </p:sp>
      <p:sp>
        <p:nvSpPr>
          <p:cNvPr id="6" name="Content Placeholder 5">
            <a:extLst>
              <a:ext uri="{FF2B5EF4-FFF2-40B4-BE49-F238E27FC236}">
                <a16:creationId xmlns:a16="http://schemas.microsoft.com/office/drawing/2014/main" id="{F4E72E9D-46E8-5EDD-FD65-E2AC6F76C908}"/>
              </a:ext>
            </a:extLst>
          </p:cNvPr>
          <p:cNvSpPr>
            <a:spLocks noGrp="1"/>
          </p:cNvSpPr>
          <p:nvPr>
            <p:ph idx="1"/>
          </p:nvPr>
        </p:nvSpPr>
        <p:spPr>
          <a:xfrm>
            <a:off x="735171" y="1924778"/>
            <a:ext cx="9223058" cy="4798559"/>
          </a:xfrm>
        </p:spPr>
        <p:txBody>
          <a:bodyPr>
            <a:normAutofit/>
          </a:bodyPr>
          <a:lstStyle/>
          <a:p>
            <a:pPr marR="5080"/>
            <a:r>
              <a:rPr lang="en-GB" dirty="0"/>
              <a:t>In pairs, choose a real-world system you use (such as Netflix, Instagram, Brightspace).</a:t>
            </a:r>
          </a:p>
          <a:p>
            <a:pPr marR="5080"/>
            <a:r>
              <a:rPr lang="en-GB" dirty="0"/>
              <a:t>Identify 3 tables and columns that their database can use.</a:t>
            </a:r>
          </a:p>
          <a:p>
            <a:pPr marR="5080"/>
            <a:r>
              <a:rPr lang="en-GB" dirty="0"/>
              <a:t>How are these tables related? </a:t>
            </a:r>
          </a:p>
          <a:p>
            <a:pPr marR="5080"/>
            <a:r>
              <a:rPr lang="en-GB" dirty="0"/>
              <a:t>What data types did you identify?</a:t>
            </a:r>
          </a:p>
        </p:txBody>
      </p:sp>
      <p:sp>
        <p:nvSpPr>
          <p:cNvPr id="2" name="Slide Number Placeholder 1">
            <a:extLst>
              <a:ext uri="{FF2B5EF4-FFF2-40B4-BE49-F238E27FC236}">
                <a16:creationId xmlns:a16="http://schemas.microsoft.com/office/drawing/2014/main" id="{5F694532-FE68-C531-4329-7C0049DF9B4D}"/>
              </a:ext>
            </a:extLst>
          </p:cNvPr>
          <p:cNvSpPr>
            <a:spLocks noGrp="1"/>
          </p:cNvSpPr>
          <p:nvPr>
            <p:ph type="sldNum" sz="quarter" idx="12"/>
          </p:nvPr>
        </p:nvSpPr>
        <p:spPr/>
        <p:txBody>
          <a:bodyPr/>
          <a:lstStyle/>
          <a:p>
            <a:fld id="{1AE971F0-0CD2-4C47-8087-EBCE9716EA84}" type="slidenum">
              <a:rPr lang="en-GB" smtClean="0">
                <a:solidFill>
                  <a:schemeClr val="tx1"/>
                </a:solidFill>
              </a:rPr>
              <a:pPr/>
              <a:t>18</a:t>
            </a:fld>
            <a:endParaRPr lang="en-GB"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735171" y="788587"/>
            <a:ext cx="9223058" cy="689930"/>
          </a:xfrm>
          <a:prstGeom prst="rect">
            <a:avLst/>
          </a:prstGeom>
        </p:spPr>
        <p:txBody>
          <a:bodyPr vert="horz" wrap="square" lIns="0" tIns="95121" rIns="0" bIns="0" rtlCol="0">
            <a:spAutoFit/>
          </a:bodyPr>
          <a:lstStyle/>
          <a:p>
            <a:pPr marL="154305">
              <a:lnSpc>
                <a:spcPct val="100000"/>
              </a:lnSpc>
              <a:spcBef>
                <a:spcPts val="95"/>
              </a:spcBef>
            </a:pPr>
            <a:r>
              <a:rPr lang="pt-BR" spc="-20" dirty="0"/>
              <a:t>DB </a:t>
            </a:r>
            <a:r>
              <a:rPr lang="pt-BR" spc="-20" dirty="0" err="1"/>
              <a:t>constraints</a:t>
            </a:r>
            <a:r>
              <a:rPr lang="pt-BR" spc="-20" dirty="0"/>
              <a:t> - </a:t>
            </a:r>
            <a:r>
              <a:rPr spc="-20" dirty="0"/>
              <a:t>Primary</a:t>
            </a:r>
            <a:r>
              <a:rPr spc="-254" dirty="0"/>
              <a:t> </a:t>
            </a:r>
            <a:r>
              <a:rPr spc="-25" dirty="0"/>
              <a:t>key</a:t>
            </a:r>
            <a:r>
              <a:rPr lang="pt-BR" spc="-25" dirty="0"/>
              <a:t> (PK)</a:t>
            </a:r>
            <a:endParaRPr spc="-25" dirty="0"/>
          </a:p>
        </p:txBody>
      </p:sp>
      <p:sp>
        <p:nvSpPr>
          <p:cNvPr id="5" name="Content Placeholder 4">
            <a:extLst>
              <a:ext uri="{FF2B5EF4-FFF2-40B4-BE49-F238E27FC236}">
                <a16:creationId xmlns:a16="http://schemas.microsoft.com/office/drawing/2014/main" id="{449D75D4-1E5A-BBC0-B90C-BADFED16B200}"/>
              </a:ext>
            </a:extLst>
          </p:cNvPr>
          <p:cNvSpPr>
            <a:spLocks noGrp="1"/>
          </p:cNvSpPr>
          <p:nvPr>
            <p:ph idx="1"/>
          </p:nvPr>
        </p:nvSpPr>
        <p:spPr/>
        <p:txBody>
          <a:bodyPr>
            <a:normAutofit/>
          </a:bodyPr>
          <a:lstStyle/>
          <a:p>
            <a:pPr marL="469900" marR="5080" indent="-457200">
              <a:lnSpc>
                <a:spcPct val="100000"/>
              </a:lnSpc>
              <a:spcBef>
                <a:spcPts val="100"/>
              </a:spcBef>
              <a:buFont typeface="Arial"/>
              <a:buChar char="•"/>
            </a:pPr>
            <a:r>
              <a:rPr lang="en-GB" sz="2900" dirty="0">
                <a:solidFill>
                  <a:srgbClr val="1B1B1B"/>
                </a:solidFill>
                <a:latin typeface="Helvetica" pitchFamily="2" charset="0"/>
                <a:cs typeface="Times New Roman"/>
              </a:rPr>
              <a:t>A primary key is the column containing values that </a:t>
            </a:r>
            <a:r>
              <a:rPr lang="en-GB" sz="2900" b="1" dirty="0">
                <a:solidFill>
                  <a:srgbClr val="1B1B1B"/>
                </a:solidFill>
                <a:latin typeface="Helvetica" pitchFamily="2" charset="0"/>
                <a:cs typeface="Times New Roman"/>
              </a:rPr>
              <a:t>uniquely</a:t>
            </a:r>
            <a:r>
              <a:rPr lang="en-GB" sz="2900" dirty="0">
                <a:solidFill>
                  <a:srgbClr val="1B1B1B"/>
                </a:solidFill>
                <a:latin typeface="Helvetica" pitchFamily="2" charset="0"/>
                <a:cs typeface="Times New Roman"/>
              </a:rPr>
              <a:t> identify each row in a table. </a:t>
            </a:r>
          </a:p>
          <a:p>
            <a:pPr marL="469900" marR="5080" indent="-457200">
              <a:lnSpc>
                <a:spcPct val="100000"/>
              </a:lnSpc>
              <a:spcBef>
                <a:spcPts val="100"/>
              </a:spcBef>
              <a:buFont typeface="Arial"/>
              <a:buChar char="•"/>
            </a:pPr>
            <a:r>
              <a:rPr lang="en-GB" sz="2900" dirty="0">
                <a:solidFill>
                  <a:srgbClr val="1B1B1B"/>
                </a:solidFill>
                <a:latin typeface="Helvetica" pitchFamily="2" charset="0"/>
                <a:cs typeface="Times New Roman"/>
              </a:rPr>
              <a:t>The values in the primary key column </a:t>
            </a:r>
            <a:r>
              <a:rPr lang="en-GB" sz="2900" b="1" dirty="0">
                <a:solidFill>
                  <a:srgbClr val="1B1B1B"/>
                </a:solidFill>
                <a:latin typeface="Helvetica" pitchFamily="2" charset="0"/>
                <a:cs typeface="Times New Roman"/>
              </a:rPr>
              <a:t>cannot change</a:t>
            </a:r>
            <a:r>
              <a:rPr lang="en-GB" sz="2900" dirty="0">
                <a:solidFill>
                  <a:srgbClr val="1B1B1B"/>
                </a:solidFill>
                <a:latin typeface="Helvetica" pitchFamily="2" charset="0"/>
                <a:cs typeface="Times New Roman"/>
              </a:rPr>
              <a:t>.</a:t>
            </a:r>
          </a:p>
          <a:p>
            <a:pPr marL="470535" indent="-457200">
              <a:lnSpc>
                <a:spcPct val="100000"/>
              </a:lnSpc>
              <a:spcBef>
                <a:spcPts val="1800"/>
              </a:spcBef>
              <a:buFont typeface="Arial"/>
              <a:buChar char="•"/>
              <a:tabLst>
                <a:tab pos="254000" algn="l"/>
              </a:tabLst>
            </a:pPr>
            <a:r>
              <a:rPr lang="en-GB" sz="2900" dirty="0">
                <a:solidFill>
                  <a:srgbClr val="1B1B1B"/>
                </a:solidFill>
                <a:latin typeface="Helvetica" pitchFamily="2" charset="0"/>
                <a:cs typeface="Times New Roman"/>
              </a:rPr>
              <a:t>It must </a:t>
            </a:r>
            <a:r>
              <a:rPr lang="en-GB" sz="2900" b="1" dirty="0">
                <a:solidFill>
                  <a:srgbClr val="1B1B1B"/>
                </a:solidFill>
                <a:latin typeface="Helvetica" pitchFamily="2" charset="0"/>
                <a:cs typeface="Times New Roman"/>
              </a:rPr>
              <a:t>always have a value</a:t>
            </a:r>
          </a:p>
          <a:p>
            <a:pPr marL="952500" lvl="1" indent="-457200">
              <a:lnSpc>
                <a:spcPct val="100000"/>
              </a:lnSpc>
              <a:spcBef>
                <a:spcPts val="545"/>
              </a:spcBef>
              <a:buFont typeface="Arial"/>
              <a:buChar char="•"/>
              <a:tabLst>
                <a:tab pos="736600" algn="l"/>
              </a:tabLst>
            </a:pPr>
            <a:r>
              <a:rPr lang="en-GB" sz="2600" dirty="0">
                <a:solidFill>
                  <a:srgbClr val="1B1B1B"/>
                </a:solidFill>
                <a:latin typeface="Helvetica" pitchFamily="2" charset="0"/>
                <a:cs typeface="Times New Roman"/>
              </a:rPr>
              <a:t>For example, students are always assigned a number as soon as they register</a:t>
            </a:r>
            <a:r>
              <a:rPr lang="en-IE" sz="2600" dirty="0">
                <a:solidFill>
                  <a:srgbClr val="1B1B1B"/>
                </a:solidFill>
                <a:latin typeface="Helvetica" pitchFamily="2" charset="0"/>
                <a:cs typeface="Times New Roman"/>
              </a:rPr>
              <a:t>. This value is unique, never changes and is always there.</a:t>
            </a:r>
            <a:endParaRPr lang="en-GB" sz="2600" dirty="0">
              <a:solidFill>
                <a:srgbClr val="1B1B1B"/>
              </a:solidFill>
              <a:latin typeface="Helvetica" pitchFamily="2" charset="0"/>
              <a:cs typeface="Times New Roman"/>
            </a:endParaRPr>
          </a:p>
        </p:txBody>
      </p:sp>
      <p:sp>
        <p:nvSpPr>
          <p:cNvPr id="2" name="Slide Number Placeholder 1">
            <a:extLst>
              <a:ext uri="{FF2B5EF4-FFF2-40B4-BE49-F238E27FC236}">
                <a16:creationId xmlns:a16="http://schemas.microsoft.com/office/drawing/2014/main" id="{4126A957-07FB-B79D-008D-718FD0F9FCF1}"/>
              </a:ext>
            </a:extLst>
          </p:cNvPr>
          <p:cNvSpPr>
            <a:spLocks noGrp="1"/>
          </p:cNvSpPr>
          <p:nvPr>
            <p:ph type="sldNum" sz="quarter" idx="12"/>
          </p:nvPr>
        </p:nvSpPr>
        <p:spPr/>
        <p:txBody>
          <a:bodyPr/>
          <a:lstStyle/>
          <a:p>
            <a:fld id="{1AE971F0-0CD2-4C47-8087-EBCE9716EA84}" type="slidenum">
              <a:rPr lang="en-GB" smtClean="0">
                <a:solidFill>
                  <a:schemeClr val="tx1"/>
                </a:solidFill>
              </a:rPr>
              <a:pPr/>
              <a:t>19</a:t>
            </a:fld>
            <a:endParaRPr lang="en-GB" dirty="0">
              <a:solidFill>
                <a:schemeClr val="tx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735171" y="788587"/>
            <a:ext cx="9223058" cy="689930"/>
          </a:xfrm>
          <a:prstGeom prst="rect">
            <a:avLst/>
          </a:prstGeom>
        </p:spPr>
        <p:txBody>
          <a:bodyPr vert="horz" wrap="square" lIns="0" tIns="95121" rIns="0" bIns="0" rtlCol="0">
            <a:spAutoFit/>
          </a:bodyPr>
          <a:lstStyle/>
          <a:p>
            <a:pPr marL="154305">
              <a:lnSpc>
                <a:spcPct val="100000"/>
              </a:lnSpc>
              <a:spcBef>
                <a:spcPts val="95"/>
              </a:spcBef>
            </a:pPr>
            <a:r>
              <a:rPr spc="-20" dirty="0"/>
              <a:t>Primary</a:t>
            </a:r>
            <a:r>
              <a:rPr spc="-254" dirty="0"/>
              <a:t> </a:t>
            </a:r>
            <a:r>
              <a:rPr spc="-25" dirty="0"/>
              <a:t>key</a:t>
            </a:r>
            <a:r>
              <a:rPr lang="pt-BR" spc="-25" dirty="0"/>
              <a:t> (PK)</a:t>
            </a:r>
            <a:endParaRPr spc="-25" dirty="0"/>
          </a:p>
        </p:txBody>
      </p:sp>
      <p:sp>
        <p:nvSpPr>
          <p:cNvPr id="2" name="Slide Number Placeholder 1">
            <a:extLst>
              <a:ext uri="{FF2B5EF4-FFF2-40B4-BE49-F238E27FC236}">
                <a16:creationId xmlns:a16="http://schemas.microsoft.com/office/drawing/2014/main" id="{DCA25C58-DB3B-1AC8-9647-A00290B4C6CB}"/>
              </a:ext>
            </a:extLst>
          </p:cNvPr>
          <p:cNvSpPr>
            <a:spLocks noGrp="1"/>
          </p:cNvSpPr>
          <p:nvPr>
            <p:ph type="sldNum" sz="quarter" idx="12"/>
          </p:nvPr>
        </p:nvSpPr>
        <p:spPr/>
        <p:txBody>
          <a:bodyPr/>
          <a:lstStyle/>
          <a:p>
            <a:fld id="{1AE971F0-0CD2-4C47-8087-EBCE9716EA84}" type="slidenum">
              <a:rPr lang="en-GB" smtClean="0">
                <a:solidFill>
                  <a:schemeClr val="tx1"/>
                </a:solidFill>
              </a:rPr>
              <a:pPr/>
              <a:t>20</a:t>
            </a:fld>
            <a:endParaRPr lang="en-GB" dirty="0">
              <a:solidFill>
                <a:schemeClr val="tx1"/>
              </a:solidFill>
            </a:endParaRPr>
          </a:p>
        </p:txBody>
      </p:sp>
      <p:sp>
        <p:nvSpPr>
          <p:cNvPr id="13" name="object 46">
            <a:extLst>
              <a:ext uri="{FF2B5EF4-FFF2-40B4-BE49-F238E27FC236}">
                <a16:creationId xmlns:a16="http://schemas.microsoft.com/office/drawing/2014/main" id="{E8D64A25-15AA-713C-6CD8-8EFD742A8DE9}"/>
              </a:ext>
            </a:extLst>
          </p:cNvPr>
          <p:cNvSpPr/>
          <p:nvPr/>
        </p:nvSpPr>
        <p:spPr>
          <a:xfrm>
            <a:off x="2648380" y="2463540"/>
            <a:ext cx="1207770" cy="995680"/>
          </a:xfrm>
          <a:custGeom>
            <a:avLst/>
            <a:gdLst/>
            <a:ahLst/>
            <a:cxnLst/>
            <a:rect l="l" t="t" r="r" b="b"/>
            <a:pathLst>
              <a:path w="1207770" h="995679">
                <a:moveTo>
                  <a:pt x="0" y="0"/>
                </a:moveTo>
                <a:lnTo>
                  <a:pt x="603859" y="0"/>
                </a:lnTo>
                <a:lnTo>
                  <a:pt x="603859" y="995591"/>
                </a:lnTo>
                <a:lnTo>
                  <a:pt x="1207706" y="995591"/>
                </a:lnTo>
              </a:path>
            </a:pathLst>
          </a:custGeom>
          <a:ln w="6858">
            <a:solidFill>
              <a:srgbClr val="5B9BD5"/>
            </a:solidFill>
          </a:ln>
        </p:spPr>
        <p:txBody>
          <a:bodyPr wrap="square" lIns="0" tIns="0" rIns="0" bIns="0" rtlCol="0"/>
          <a:lstStyle/>
          <a:p>
            <a:endParaRPr/>
          </a:p>
        </p:txBody>
      </p:sp>
      <p:sp>
        <p:nvSpPr>
          <p:cNvPr id="14" name="object 47">
            <a:extLst>
              <a:ext uri="{FF2B5EF4-FFF2-40B4-BE49-F238E27FC236}">
                <a16:creationId xmlns:a16="http://schemas.microsoft.com/office/drawing/2014/main" id="{CF82233A-7BDA-E7BA-17B0-96A9BEC9DC11}"/>
              </a:ext>
            </a:extLst>
          </p:cNvPr>
          <p:cNvSpPr/>
          <p:nvPr/>
        </p:nvSpPr>
        <p:spPr>
          <a:xfrm>
            <a:off x="5865750" y="2800217"/>
            <a:ext cx="807085" cy="764540"/>
          </a:xfrm>
          <a:custGeom>
            <a:avLst/>
            <a:gdLst/>
            <a:ahLst/>
            <a:cxnLst/>
            <a:rect l="l" t="t" r="r" b="b"/>
            <a:pathLst>
              <a:path w="807084" h="764539">
                <a:moveTo>
                  <a:pt x="0" y="0"/>
                </a:moveTo>
                <a:lnTo>
                  <a:pt x="403263" y="0"/>
                </a:lnTo>
                <a:lnTo>
                  <a:pt x="403263" y="764108"/>
                </a:lnTo>
                <a:lnTo>
                  <a:pt x="806513" y="764108"/>
                </a:lnTo>
              </a:path>
            </a:pathLst>
          </a:custGeom>
          <a:ln w="6858">
            <a:solidFill>
              <a:srgbClr val="5B9BD5"/>
            </a:solidFill>
          </a:ln>
        </p:spPr>
        <p:txBody>
          <a:bodyPr wrap="square" lIns="0" tIns="0" rIns="0" bIns="0" rtlCol="0"/>
          <a:lstStyle/>
          <a:p>
            <a:pPr algn="l" rtl="0"/>
            <a:endParaRPr/>
          </a:p>
        </p:txBody>
      </p:sp>
      <p:graphicFrame>
        <p:nvGraphicFramePr>
          <p:cNvPr id="15" name="Table 51">
            <a:extLst>
              <a:ext uri="{FF2B5EF4-FFF2-40B4-BE49-F238E27FC236}">
                <a16:creationId xmlns:a16="http://schemas.microsoft.com/office/drawing/2014/main" id="{AD6D6651-DEAE-A2CC-39A0-EED0E0EEADD2}"/>
              </a:ext>
            </a:extLst>
          </p:cNvPr>
          <p:cNvGraphicFramePr>
            <a:graphicFrameLocks noGrp="1"/>
          </p:cNvGraphicFramePr>
          <p:nvPr>
            <p:extLst>
              <p:ext uri="{D42A27DB-BD31-4B8C-83A1-F6EECF244321}">
                <p14:modId xmlns:p14="http://schemas.microsoft.com/office/powerpoint/2010/main" val="1913690605"/>
              </p:ext>
            </p:extLst>
          </p:nvPr>
        </p:nvGraphicFramePr>
        <p:xfrm>
          <a:off x="954516" y="1779772"/>
          <a:ext cx="1709897" cy="2426970"/>
        </p:xfrm>
        <a:graphic>
          <a:graphicData uri="http://schemas.openxmlformats.org/drawingml/2006/table">
            <a:tbl>
              <a:tblPr firstRow="1" bandRow="1">
                <a:tableStyleId>{C083E6E3-FA7D-4D7B-A595-EF9225AFEA82}</a:tableStyleId>
              </a:tblPr>
              <a:tblGrid>
                <a:gridCol w="1709897">
                  <a:extLst>
                    <a:ext uri="{9D8B030D-6E8A-4147-A177-3AD203B41FA5}">
                      <a16:colId xmlns:a16="http://schemas.microsoft.com/office/drawing/2014/main" val="81528093"/>
                    </a:ext>
                  </a:extLst>
                </a:gridCol>
              </a:tblGrid>
              <a:tr h="370840">
                <a:tc>
                  <a:txBody>
                    <a:bodyPr/>
                    <a:lstStyle/>
                    <a:p>
                      <a:r>
                        <a:rPr lang="en-IE" dirty="0"/>
                        <a:t>Student</a:t>
                      </a:r>
                    </a:p>
                  </a:txBody>
                  <a:tcPr/>
                </a:tc>
                <a:extLst>
                  <a:ext uri="{0D108BD9-81ED-4DB2-BD59-A6C34878D82A}">
                    <a16:rowId xmlns:a16="http://schemas.microsoft.com/office/drawing/2014/main" val="223119177"/>
                  </a:ext>
                </a:extLst>
              </a:tr>
              <a:tr h="370840">
                <a:tc>
                  <a:txBody>
                    <a:bodyPr/>
                    <a:lstStyle/>
                    <a:p>
                      <a:r>
                        <a:rPr lang="en-IE" dirty="0" err="1"/>
                        <a:t>studentID</a:t>
                      </a:r>
                      <a:endParaRPr lang="en-IE" dirty="0"/>
                    </a:p>
                  </a:txBody>
                  <a:tcPr/>
                </a:tc>
                <a:extLst>
                  <a:ext uri="{0D108BD9-81ED-4DB2-BD59-A6C34878D82A}">
                    <a16:rowId xmlns:a16="http://schemas.microsoft.com/office/drawing/2014/main" val="2750622489"/>
                  </a:ext>
                </a:extLst>
              </a:tr>
              <a:tr h="370840">
                <a:tc>
                  <a:txBody>
                    <a:bodyPr/>
                    <a:lstStyle/>
                    <a:p>
                      <a:r>
                        <a:rPr lang="en-IE" dirty="0" err="1"/>
                        <a:t>student_name</a:t>
                      </a:r>
                      <a:endParaRPr lang="en-IE" dirty="0"/>
                    </a:p>
                  </a:txBody>
                  <a:tcPr/>
                </a:tc>
                <a:extLst>
                  <a:ext uri="{0D108BD9-81ED-4DB2-BD59-A6C34878D82A}">
                    <a16:rowId xmlns:a16="http://schemas.microsoft.com/office/drawing/2014/main" val="1556475065"/>
                  </a:ext>
                </a:extLst>
              </a:tr>
              <a:tr h="370840">
                <a:tc>
                  <a:txBody>
                    <a:bodyPr/>
                    <a:lstStyle/>
                    <a:p>
                      <a:r>
                        <a:rPr lang="en-IE" dirty="0" err="1"/>
                        <a:t>student_surname</a:t>
                      </a:r>
                      <a:endParaRPr lang="en-IE" dirty="0"/>
                    </a:p>
                  </a:txBody>
                  <a:tcPr/>
                </a:tc>
                <a:extLst>
                  <a:ext uri="{0D108BD9-81ED-4DB2-BD59-A6C34878D82A}">
                    <a16:rowId xmlns:a16="http://schemas.microsoft.com/office/drawing/2014/main" val="3631126283"/>
                  </a:ext>
                </a:extLst>
              </a:tr>
              <a:tr h="370840">
                <a:tc>
                  <a:txBody>
                    <a:bodyPr/>
                    <a:lstStyle/>
                    <a:p>
                      <a:r>
                        <a:rPr lang="en-IE" dirty="0" err="1"/>
                        <a:t>student_address</a:t>
                      </a:r>
                      <a:endParaRPr lang="en-IE" dirty="0"/>
                    </a:p>
                  </a:txBody>
                  <a:tcPr/>
                </a:tc>
                <a:extLst>
                  <a:ext uri="{0D108BD9-81ED-4DB2-BD59-A6C34878D82A}">
                    <a16:rowId xmlns:a16="http://schemas.microsoft.com/office/drawing/2014/main" val="468952950"/>
                  </a:ext>
                </a:extLst>
              </a:tr>
              <a:tr h="370840">
                <a:tc>
                  <a:txBody>
                    <a:bodyPr/>
                    <a:lstStyle/>
                    <a:p>
                      <a:r>
                        <a:rPr lang="en-IE" dirty="0" err="1"/>
                        <a:t>student_dob</a:t>
                      </a:r>
                      <a:endParaRPr lang="en-IE" dirty="0"/>
                    </a:p>
                  </a:txBody>
                  <a:tcPr/>
                </a:tc>
                <a:extLst>
                  <a:ext uri="{0D108BD9-81ED-4DB2-BD59-A6C34878D82A}">
                    <a16:rowId xmlns:a16="http://schemas.microsoft.com/office/drawing/2014/main" val="3864816824"/>
                  </a:ext>
                </a:extLst>
              </a:tr>
            </a:tbl>
          </a:graphicData>
        </a:graphic>
      </p:graphicFrame>
      <p:graphicFrame>
        <p:nvGraphicFramePr>
          <p:cNvPr id="16" name="Table 51">
            <a:extLst>
              <a:ext uri="{FF2B5EF4-FFF2-40B4-BE49-F238E27FC236}">
                <a16:creationId xmlns:a16="http://schemas.microsoft.com/office/drawing/2014/main" id="{930E3BCD-38AF-A4B8-BBA8-ACD56AA6BD3E}"/>
              </a:ext>
            </a:extLst>
          </p:cNvPr>
          <p:cNvGraphicFramePr>
            <a:graphicFrameLocks noGrp="1"/>
          </p:cNvGraphicFramePr>
          <p:nvPr>
            <p:extLst>
              <p:ext uri="{D42A27DB-BD31-4B8C-83A1-F6EECF244321}">
                <p14:modId xmlns:p14="http://schemas.microsoft.com/office/powerpoint/2010/main" val="185126722"/>
              </p:ext>
            </p:extLst>
          </p:nvPr>
        </p:nvGraphicFramePr>
        <p:xfrm>
          <a:off x="3898900" y="2121083"/>
          <a:ext cx="1924100" cy="1854200"/>
        </p:xfrm>
        <a:graphic>
          <a:graphicData uri="http://schemas.openxmlformats.org/drawingml/2006/table">
            <a:tbl>
              <a:tblPr firstRow="1" bandRow="1">
                <a:tableStyleId>{C083E6E3-FA7D-4D7B-A595-EF9225AFEA82}</a:tableStyleId>
              </a:tblPr>
              <a:tblGrid>
                <a:gridCol w="1924100">
                  <a:extLst>
                    <a:ext uri="{9D8B030D-6E8A-4147-A177-3AD203B41FA5}">
                      <a16:colId xmlns:a16="http://schemas.microsoft.com/office/drawing/2014/main" val="81528093"/>
                    </a:ext>
                  </a:extLst>
                </a:gridCol>
              </a:tblGrid>
              <a:tr h="370840">
                <a:tc>
                  <a:txBody>
                    <a:bodyPr/>
                    <a:lstStyle/>
                    <a:p>
                      <a:r>
                        <a:rPr lang="en-IE" dirty="0"/>
                        <a:t>Programme</a:t>
                      </a:r>
                    </a:p>
                  </a:txBody>
                  <a:tcPr/>
                </a:tc>
                <a:extLst>
                  <a:ext uri="{0D108BD9-81ED-4DB2-BD59-A6C34878D82A}">
                    <a16:rowId xmlns:a16="http://schemas.microsoft.com/office/drawing/2014/main" val="223119177"/>
                  </a:ext>
                </a:extLst>
              </a:tr>
              <a:tr h="370840">
                <a:tc>
                  <a:txBody>
                    <a:bodyPr/>
                    <a:lstStyle/>
                    <a:p>
                      <a:r>
                        <a:rPr lang="en-IE" dirty="0" err="1"/>
                        <a:t>programmeID</a:t>
                      </a:r>
                      <a:endParaRPr lang="en-IE" dirty="0"/>
                    </a:p>
                  </a:txBody>
                  <a:tcPr/>
                </a:tc>
                <a:extLst>
                  <a:ext uri="{0D108BD9-81ED-4DB2-BD59-A6C34878D82A}">
                    <a16:rowId xmlns:a16="http://schemas.microsoft.com/office/drawing/2014/main" val="2750622489"/>
                  </a:ext>
                </a:extLst>
              </a:tr>
              <a:tr h="370840">
                <a:tc>
                  <a:txBody>
                    <a:bodyPr/>
                    <a:lstStyle/>
                    <a:p>
                      <a:r>
                        <a:rPr lang="en-IE" dirty="0" err="1"/>
                        <a:t>programme_name</a:t>
                      </a:r>
                      <a:endParaRPr lang="en-IE" dirty="0"/>
                    </a:p>
                  </a:txBody>
                  <a:tcPr/>
                </a:tc>
                <a:extLst>
                  <a:ext uri="{0D108BD9-81ED-4DB2-BD59-A6C34878D82A}">
                    <a16:rowId xmlns:a16="http://schemas.microsoft.com/office/drawing/2014/main" val="1556475065"/>
                  </a:ext>
                </a:extLst>
              </a:tr>
              <a:tr h="370840">
                <a:tc>
                  <a:txBody>
                    <a:bodyPr/>
                    <a:lstStyle/>
                    <a:p>
                      <a:r>
                        <a:rPr lang="en-IE" dirty="0" err="1"/>
                        <a:t>student_ID</a:t>
                      </a:r>
                      <a:endParaRPr lang="en-IE" dirty="0"/>
                    </a:p>
                  </a:txBody>
                  <a:tcPr/>
                </a:tc>
                <a:extLst>
                  <a:ext uri="{0D108BD9-81ED-4DB2-BD59-A6C34878D82A}">
                    <a16:rowId xmlns:a16="http://schemas.microsoft.com/office/drawing/2014/main" val="3631126283"/>
                  </a:ext>
                </a:extLst>
              </a:tr>
              <a:tr h="370840">
                <a:tc>
                  <a:txBody>
                    <a:bodyPr/>
                    <a:lstStyle/>
                    <a:p>
                      <a:r>
                        <a:rPr lang="en-IE" dirty="0"/>
                        <a:t>department</a:t>
                      </a:r>
                    </a:p>
                  </a:txBody>
                  <a:tcPr/>
                </a:tc>
                <a:extLst>
                  <a:ext uri="{0D108BD9-81ED-4DB2-BD59-A6C34878D82A}">
                    <a16:rowId xmlns:a16="http://schemas.microsoft.com/office/drawing/2014/main" val="468952950"/>
                  </a:ext>
                </a:extLst>
              </a:tr>
            </a:tbl>
          </a:graphicData>
        </a:graphic>
      </p:graphicFrame>
      <p:graphicFrame>
        <p:nvGraphicFramePr>
          <p:cNvPr id="17" name="Table 51">
            <a:extLst>
              <a:ext uri="{FF2B5EF4-FFF2-40B4-BE49-F238E27FC236}">
                <a16:creationId xmlns:a16="http://schemas.microsoft.com/office/drawing/2014/main" id="{10A37D94-F8D5-59D9-ECE9-856F9A66E49D}"/>
              </a:ext>
            </a:extLst>
          </p:cNvPr>
          <p:cNvGraphicFramePr>
            <a:graphicFrameLocks noGrp="1"/>
          </p:cNvGraphicFramePr>
          <p:nvPr>
            <p:extLst>
              <p:ext uri="{D42A27DB-BD31-4B8C-83A1-F6EECF244321}">
                <p14:modId xmlns:p14="http://schemas.microsoft.com/office/powerpoint/2010/main" val="3809274225"/>
              </p:ext>
            </p:extLst>
          </p:nvPr>
        </p:nvGraphicFramePr>
        <p:xfrm>
          <a:off x="6660135" y="2187758"/>
          <a:ext cx="1924100" cy="1854200"/>
        </p:xfrm>
        <a:graphic>
          <a:graphicData uri="http://schemas.openxmlformats.org/drawingml/2006/table">
            <a:tbl>
              <a:tblPr firstRow="1" bandRow="1">
                <a:tableStyleId>{C083E6E3-FA7D-4D7B-A595-EF9225AFEA82}</a:tableStyleId>
              </a:tblPr>
              <a:tblGrid>
                <a:gridCol w="1924100">
                  <a:extLst>
                    <a:ext uri="{9D8B030D-6E8A-4147-A177-3AD203B41FA5}">
                      <a16:colId xmlns:a16="http://schemas.microsoft.com/office/drawing/2014/main" val="81528093"/>
                    </a:ext>
                  </a:extLst>
                </a:gridCol>
              </a:tblGrid>
              <a:tr h="370840">
                <a:tc>
                  <a:txBody>
                    <a:bodyPr/>
                    <a:lstStyle/>
                    <a:p>
                      <a:r>
                        <a:rPr lang="en-IE" dirty="0"/>
                        <a:t>Module</a:t>
                      </a:r>
                    </a:p>
                  </a:txBody>
                  <a:tcPr/>
                </a:tc>
                <a:extLst>
                  <a:ext uri="{0D108BD9-81ED-4DB2-BD59-A6C34878D82A}">
                    <a16:rowId xmlns:a16="http://schemas.microsoft.com/office/drawing/2014/main" val="223119177"/>
                  </a:ext>
                </a:extLst>
              </a:tr>
              <a:tr h="370840">
                <a:tc>
                  <a:txBody>
                    <a:bodyPr/>
                    <a:lstStyle/>
                    <a:p>
                      <a:r>
                        <a:rPr lang="en-IE" dirty="0" err="1"/>
                        <a:t>moduleID</a:t>
                      </a:r>
                      <a:endParaRPr lang="en-IE" dirty="0"/>
                    </a:p>
                  </a:txBody>
                  <a:tcPr/>
                </a:tc>
                <a:extLst>
                  <a:ext uri="{0D108BD9-81ED-4DB2-BD59-A6C34878D82A}">
                    <a16:rowId xmlns:a16="http://schemas.microsoft.com/office/drawing/2014/main" val="2750622489"/>
                  </a:ext>
                </a:extLst>
              </a:tr>
              <a:tr h="370840">
                <a:tc>
                  <a:txBody>
                    <a:bodyPr/>
                    <a:lstStyle/>
                    <a:p>
                      <a:r>
                        <a:rPr lang="en-IE" dirty="0" err="1"/>
                        <a:t>module_name</a:t>
                      </a:r>
                      <a:endParaRPr lang="en-IE" dirty="0"/>
                    </a:p>
                  </a:txBody>
                  <a:tcPr/>
                </a:tc>
                <a:extLst>
                  <a:ext uri="{0D108BD9-81ED-4DB2-BD59-A6C34878D82A}">
                    <a16:rowId xmlns:a16="http://schemas.microsoft.com/office/drawing/2014/main" val="1556475065"/>
                  </a:ext>
                </a:extLst>
              </a:tr>
              <a:tr h="370840">
                <a:tc>
                  <a:txBody>
                    <a:bodyPr/>
                    <a:lstStyle/>
                    <a:p>
                      <a:r>
                        <a:rPr lang="en-IE" dirty="0" err="1"/>
                        <a:t>programme_ID</a:t>
                      </a:r>
                      <a:endParaRPr lang="en-IE" dirty="0"/>
                    </a:p>
                  </a:txBody>
                  <a:tcPr/>
                </a:tc>
                <a:extLst>
                  <a:ext uri="{0D108BD9-81ED-4DB2-BD59-A6C34878D82A}">
                    <a16:rowId xmlns:a16="http://schemas.microsoft.com/office/drawing/2014/main" val="3631126283"/>
                  </a:ext>
                </a:extLst>
              </a:tr>
              <a:tr h="370840">
                <a:tc>
                  <a:txBody>
                    <a:bodyPr/>
                    <a:lstStyle/>
                    <a:p>
                      <a:r>
                        <a:rPr lang="en-IE" dirty="0"/>
                        <a:t>lecturer</a:t>
                      </a:r>
                    </a:p>
                  </a:txBody>
                  <a:tcPr/>
                </a:tc>
                <a:extLst>
                  <a:ext uri="{0D108BD9-81ED-4DB2-BD59-A6C34878D82A}">
                    <a16:rowId xmlns:a16="http://schemas.microsoft.com/office/drawing/2014/main" val="468952950"/>
                  </a:ext>
                </a:extLst>
              </a:tr>
            </a:tbl>
          </a:graphicData>
        </a:graphic>
      </p:graphicFrame>
      <p:sp>
        <p:nvSpPr>
          <p:cNvPr id="4" name="TextBox 3">
            <a:extLst>
              <a:ext uri="{FF2B5EF4-FFF2-40B4-BE49-F238E27FC236}">
                <a16:creationId xmlns:a16="http://schemas.microsoft.com/office/drawing/2014/main" id="{B64D7474-E1A2-F499-B1EC-9D529F0AD9E0}"/>
              </a:ext>
            </a:extLst>
          </p:cNvPr>
          <p:cNvSpPr txBox="1"/>
          <p:nvPr/>
        </p:nvSpPr>
        <p:spPr>
          <a:xfrm>
            <a:off x="954516" y="5117592"/>
            <a:ext cx="5346700" cy="1200329"/>
          </a:xfrm>
          <a:prstGeom prst="rect">
            <a:avLst/>
          </a:prstGeom>
          <a:noFill/>
        </p:spPr>
        <p:txBody>
          <a:bodyPr wrap="square">
            <a:spAutoFit/>
          </a:bodyPr>
          <a:lstStyle/>
          <a:p>
            <a:pPr>
              <a:buNone/>
            </a:pPr>
            <a:r>
              <a:rPr lang="en-IE" b="0" dirty="0">
                <a:solidFill>
                  <a:srgbClr val="0000FF"/>
                </a:solidFill>
                <a:effectLst/>
                <a:latin typeface="Menlo" panose="020B0609030804020204" pitchFamily="49" charset="0"/>
              </a:rPr>
              <a:t>CREATE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TABLE</a:t>
            </a:r>
            <a:r>
              <a:rPr lang="en-IE" b="0" dirty="0">
                <a:solidFill>
                  <a:srgbClr val="000000"/>
                </a:solidFill>
                <a:effectLst/>
                <a:latin typeface="Menlo" panose="020B0609030804020204" pitchFamily="49" charset="0"/>
              </a:rPr>
              <a:t> </a:t>
            </a:r>
            <a:r>
              <a:rPr lang="en-IE" b="0" dirty="0">
                <a:solidFill>
                  <a:srgbClr val="74531F"/>
                </a:solidFill>
                <a:effectLst/>
                <a:latin typeface="Menlo" panose="020B0609030804020204" pitchFamily="49" charset="0"/>
              </a:rPr>
              <a:t>students</a:t>
            </a:r>
            <a:r>
              <a:rPr lang="en-IE" b="0" dirty="0">
                <a:solidFill>
                  <a:srgbClr val="000000"/>
                </a:solidFill>
                <a:effectLst/>
                <a:latin typeface="Menlo" panose="020B0609030804020204" pitchFamily="49" charset="0"/>
              </a:rPr>
              <a:t> (</a:t>
            </a:r>
          </a:p>
          <a:p>
            <a:pPr indent="314325">
              <a:buNone/>
            </a:pPr>
            <a:r>
              <a:rPr lang="en-IE" b="0" dirty="0" err="1">
                <a:solidFill>
                  <a:srgbClr val="000000"/>
                </a:solidFill>
                <a:effectLst/>
                <a:latin typeface="Menlo" panose="020B0609030804020204" pitchFamily="49" charset="0"/>
              </a:rPr>
              <a:t>student_id</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TEXT</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primary key</a:t>
            </a:r>
            <a:r>
              <a:rPr lang="en-IE" b="0" dirty="0">
                <a:solidFill>
                  <a:srgbClr val="000000"/>
                </a:solidFill>
                <a:effectLst/>
                <a:latin typeface="Menlo" panose="020B0609030804020204" pitchFamily="49" charset="0"/>
              </a:rPr>
              <a:t>,</a:t>
            </a:r>
          </a:p>
          <a:p>
            <a:pPr indent="314325">
              <a:buNone/>
            </a:pPr>
            <a:r>
              <a:rPr lang="en-IE" b="0" dirty="0">
                <a:solidFill>
                  <a:srgbClr val="0000FF"/>
                </a:solidFill>
                <a:effectLst/>
                <a:latin typeface="Menlo" panose="020B0609030804020204" pitchFamily="49" charset="0"/>
              </a:rPr>
              <a:t>name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TEXT</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NOT NULL</a:t>
            </a:r>
            <a:endParaRPr lang="en-IE" b="0" dirty="0">
              <a:solidFill>
                <a:srgbClr val="000000"/>
              </a:solidFill>
              <a:effectLst/>
              <a:latin typeface="Menlo" panose="020B0609030804020204" pitchFamily="49" charset="0"/>
            </a:endParaRPr>
          </a:p>
          <a:p>
            <a:pPr>
              <a:buNone/>
            </a:pPr>
            <a:r>
              <a:rPr lang="en-IE" b="0" dirty="0">
                <a:solidFill>
                  <a:srgbClr val="000000"/>
                </a:solidFill>
                <a:effectLst/>
                <a:latin typeface="Menlo" panose="020B0609030804020204" pitchFamily="49" charset="0"/>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222D3E4-8BC5-2520-D785-AE1475249D0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D091C00-5198-9F52-ED25-BF665C6C1056}"/>
              </a:ext>
            </a:extLst>
          </p:cNvPr>
          <p:cNvSpPr txBox="1">
            <a:spLocks noGrp="1"/>
          </p:cNvSpPr>
          <p:nvPr>
            <p:ph type="title"/>
          </p:nvPr>
        </p:nvSpPr>
        <p:spPr>
          <a:xfrm>
            <a:off x="735171" y="788587"/>
            <a:ext cx="9223058" cy="689930"/>
          </a:xfrm>
          <a:prstGeom prst="rect">
            <a:avLst/>
          </a:prstGeom>
        </p:spPr>
        <p:txBody>
          <a:bodyPr vert="horz" wrap="square" lIns="0" tIns="95121" rIns="0" bIns="0" rtlCol="0">
            <a:spAutoFit/>
          </a:bodyPr>
          <a:lstStyle/>
          <a:p>
            <a:pPr marL="154305">
              <a:lnSpc>
                <a:spcPct val="100000"/>
              </a:lnSpc>
              <a:spcBef>
                <a:spcPts val="95"/>
              </a:spcBef>
            </a:pPr>
            <a:r>
              <a:rPr lang="pt-BR" spc="-20" dirty="0"/>
              <a:t>DB </a:t>
            </a:r>
            <a:r>
              <a:rPr lang="pt-BR" spc="-20" dirty="0" err="1"/>
              <a:t>constraints</a:t>
            </a:r>
            <a:r>
              <a:rPr lang="pt-BR" spc="-20" dirty="0"/>
              <a:t> - </a:t>
            </a:r>
            <a:r>
              <a:rPr lang="pt-BR" spc="-20" dirty="0" err="1"/>
              <a:t>Foreign</a:t>
            </a:r>
            <a:r>
              <a:rPr spc="-254" dirty="0"/>
              <a:t> </a:t>
            </a:r>
            <a:r>
              <a:rPr spc="-25" dirty="0"/>
              <a:t>key</a:t>
            </a:r>
            <a:r>
              <a:rPr lang="pt-BR" spc="-25" dirty="0"/>
              <a:t> (PK)</a:t>
            </a:r>
            <a:endParaRPr spc="-25" dirty="0"/>
          </a:p>
        </p:txBody>
      </p:sp>
      <p:sp>
        <p:nvSpPr>
          <p:cNvPr id="5" name="Content Placeholder 4">
            <a:extLst>
              <a:ext uri="{FF2B5EF4-FFF2-40B4-BE49-F238E27FC236}">
                <a16:creationId xmlns:a16="http://schemas.microsoft.com/office/drawing/2014/main" id="{AD6A8D7D-070A-43FC-9A4E-69CEFD227261}"/>
              </a:ext>
            </a:extLst>
          </p:cNvPr>
          <p:cNvSpPr>
            <a:spLocks noGrp="1"/>
          </p:cNvSpPr>
          <p:nvPr>
            <p:ph idx="1"/>
          </p:nvPr>
        </p:nvSpPr>
        <p:spPr/>
        <p:txBody>
          <a:bodyPr>
            <a:normAutofit/>
          </a:bodyPr>
          <a:lstStyle/>
          <a:p>
            <a:pPr marL="469900" marR="5080" indent="-457200">
              <a:lnSpc>
                <a:spcPct val="100000"/>
              </a:lnSpc>
              <a:spcBef>
                <a:spcPts val="100"/>
              </a:spcBef>
              <a:buFont typeface="Arial"/>
              <a:buChar char="•"/>
            </a:pPr>
            <a:r>
              <a:rPr lang="en-GB" sz="2900" dirty="0">
                <a:solidFill>
                  <a:srgbClr val="1B1B1B"/>
                </a:solidFill>
                <a:latin typeface="Helvetica" pitchFamily="2" charset="0"/>
                <a:cs typeface="Times New Roman"/>
              </a:rPr>
              <a:t>Foreign keys define relationships between tables</a:t>
            </a:r>
          </a:p>
          <a:p>
            <a:pPr marL="469900" marR="5080" indent="-457200">
              <a:lnSpc>
                <a:spcPct val="100000"/>
              </a:lnSpc>
              <a:spcBef>
                <a:spcPts val="100"/>
              </a:spcBef>
              <a:buFont typeface="Arial"/>
              <a:buChar char="•"/>
            </a:pPr>
            <a:r>
              <a:rPr lang="en-GB" sz="2900" dirty="0">
                <a:solidFill>
                  <a:srgbClr val="1B1B1B"/>
                </a:solidFill>
                <a:latin typeface="Helvetica" pitchFamily="2" charset="0"/>
                <a:cs typeface="Times New Roman"/>
              </a:rPr>
              <a:t>A foreign key is a constraint that establishes a link between two tables by ensuring that the values in one table's column(s) match the values in another table's primary key column(s). </a:t>
            </a:r>
          </a:p>
          <a:p>
            <a:pPr marL="469900" marR="5080" indent="-457200">
              <a:lnSpc>
                <a:spcPct val="100000"/>
              </a:lnSpc>
              <a:spcBef>
                <a:spcPts val="100"/>
              </a:spcBef>
              <a:buFont typeface="Arial"/>
              <a:buChar char="•"/>
            </a:pPr>
            <a:r>
              <a:rPr lang="en-GB" sz="2900" dirty="0">
                <a:solidFill>
                  <a:srgbClr val="1B1B1B"/>
                </a:solidFill>
                <a:latin typeface="Helvetica" pitchFamily="2" charset="0"/>
                <a:cs typeface="Times New Roman"/>
              </a:rPr>
              <a:t>That happens when a column of one table is the same as the primary key of another.</a:t>
            </a:r>
          </a:p>
          <a:p>
            <a:pPr marL="469900" marR="5080" indent="-457200">
              <a:lnSpc>
                <a:spcPct val="100000"/>
              </a:lnSpc>
              <a:spcBef>
                <a:spcPts val="100"/>
              </a:spcBef>
              <a:buFont typeface="Arial"/>
              <a:buChar char="•"/>
            </a:pPr>
            <a:endParaRPr lang="en-GB" sz="2900" dirty="0">
              <a:solidFill>
                <a:srgbClr val="1B1B1B"/>
              </a:solidFill>
              <a:latin typeface="Helvetica" pitchFamily="2" charset="0"/>
              <a:cs typeface="Times New Roman"/>
            </a:endParaRPr>
          </a:p>
        </p:txBody>
      </p:sp>
      <p:sp>
        <p:nvSpPr>
          <p:cNvPr id="2" name="Slide Number Placeholder 1">
            <a:extLst>
              <a:ext uri="{FF2B5EF4-FFF2-40B4-BE49-F238E27FC236}">
                <a16:creationId xmlns:a16="http://schemas.microsoft.com/office/drawing/2014/main" id="{4F2084DE-56DC-360E-99BE-9896D8C00977}"/>
              </a:ext>
            </a:extLst>
          </p:cNvPr>
          <p:cNvSpPr>
            <a:spLocks noGrp="1"/>
          </p:cNvSpPr>
          <p:nvPr>
            <p:ph type="sldNum" sz="quarter" idx="12"/>
          </p:nvPr>
        </p:nvSpPr>
        <p:spPr/>
        <p:txBody>
          <a:bodyPr/>
          <a:lstStyle/>
          <a:p>
            <a:fld id="{1AE971F0-0CD2-4C47-8087-EBCE9716EA84}" type="slidenum">
              <a:rPr lang="en-GB" smtClean="0">
                <a:solidFill>
                  <a:schemeClr val="tx1"/>
                </a:solidFill>
              </a:rPr>
              <a:pPr/>
              <a:t>21</a:t>
            </a:fld>
            <a:endParaRPr lang="en-GB" dirty="0">
              <a:solidFill>
                <a:schemeClr val="tx1"/>
              </a:solidFill>
            </a:endParaRPr>
          </a:p>
        </p:txBody>
      </p:sp>
    </p:spTree>
    <p:extLst>
      <p:ext uri="{BB962C8B-B14F-4D97-AF65-F5344CB8AC3E}">
        <p14:creationId xmlns:p14="http://schemas.microsoft.com/office/powerpoint/2010/main" val="1594543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DAA3E-56AE-4E6D-C74D-30618CE3AFFA}"/>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EEA2213F-8F23-D32A-89FB-5411824ABE8D}"/>
              </a:ext>
            </a:extLst>
          </p:cNvPr>
          <p:cNvSpPr txBox="1">
            <a:spLocks noGrp="1"/>
          </p:cNvSpPr>
          <p:nvPr>
            <p:ph type="title"/>
          </p:nvPr>
        </p:nvSpPr>
        <p:spPr>
          <a:xfrm>
            <a:off x="735171" y="788587"/>
            <a:ext cx="9223058" cy="689930"/>
          </a:xfrm>
          <a:prstGeom prst="rect">
            <a:avLst/>
          </a:prstGeom>
        </p:spPr>
        <p:txBody>
          <a:bodyPr vert="horz" wrap="square" lIns="0" tIns="95121" rIns="0" bIns="0" rtlCol="0">
            <a:spAutoFit/>
          </a:bodyPr>
          <a:lstStyle/>
          <a:p>
            <a:pPr marL="154305">
              <a:lnSpc>
                <a:spcPct val="100000"/>
              </a:lnSpc>
              <a:spcBef>
                <a:spcPts val="95"/>
              </a:spcBef>
            </a:pPr>
            <a:r>
              <a:rPr lang="pt-BR" spc="-20" dirty="0" err="1"/>
              <a:t>Foreign</a:t>
            </a:r>
            <a:r>
              <a:rPr lang="pt-BR" spc="-20" dirty="0"/>
              <a:t> </a:t>
            </a:r>
            <a:r>
              <a:rPr spc="-25" dirty="0"/>
              <a:t>key</a:t>
            </a:r>
            <a:r>
              <a:rPr lang="pt-BR" spc="-25" dirty="0"/>
              <a:t> (PK)</a:t>
            </a:r>
            <a:endParaRPr spc="-25" dirty="0"/>
          </a:p>
        </p:txBody>
      </p:sp>
      <p:sp>
        <p:nvSpPr>
          <p:cNvPr id="2" name="Slide Number Placeholder 1">
            <a:extLst>
              <a:ext uri="{FF2B5EF4-FFF2-40B4-BE49-F238E27FC236}">
                <a16:creationId xmlns:a16="http://schemas.microsoft.com/office/drawing/2014/main" id="{F955A6A4-637E-31AD-523F-DD222EF47D53}"/>
              </a:ext>
            </a:extLst>
          </p:cNvPr>
          <p:cNvSpPr>
            <a:spLocks noGrp="1"/>
          </p:cNvSpPr>
          <p:nvPr>
            <p:ph type="sldNum" sz="quarter" idx="12"/>
          </p:nvPr>
        </p:nvSpPr>
        <p:spPr/>
        <p:txBody>
          <a:bodyPr/>
          <a:lstStyle/>
          <a:p>
            <a:fld id="{1AE971F0-0CD2-4C47-8087-EBCE9716EA84}" type="slidenum">
              <a:rPr lang="en-GB" smtClean="0">
                <a:solidFill>
                  <a:schemeClr val="tx1"/>
                </a:solidFill>
              </a:rPr>
              <a:pPr/>
              <a:t>22</a:t>
            </a:fld>
            <a:endParaRPr lang="en-GB" dirty="0">
              <a:solidFill>
                <a:schemeClr val="tx1"/>
              </a:solidFill>
            </a:endParaRPr>
          </a:p>
        </p:txBody>
      </p:sp>
      <p:sp>
        <p:nvSpPr>
          <p:cNvPr id="13" name="object 46">
            <a:extLst>
              <a:ext uri="{FF2B5EF4-FFF2-40B4-BE49-F238E27FC236}">
                <a16:creationId xmlns:a16="http://schemas.microsoft.com/office/drawing/2014/main" id="{163541AF-8B84-1F6E-A792-58DF5D375B51}"/>
              </a:ext>
            </a:extLst>
          </p:cNvPr>
          <p:cNvSpPr/>
          <p:nvPr/>
        </p:nvSpPr>
        <p:spPr>
          <a:xfrm>
            <a:off x="2697164" y="2331593"/>
            <a:ext cx="1207770" cy="995680"/>
          </a:xfrm>
          <a:custGeom>
            <a:avLst/>
            <a:gdLst/>
            <a:ahLst/>
            <a:cxnLst/>
            <a:rect l="l" t="t" r="r" b="b"/>
            <a:pathLst>
              <a:path w="1207770" h="995679">
                <a:moveTo>
                  <a:pt x="0" y="0"/>
                </a:moveTo>
                <a:lnTo>
                  <a:pt x="603859" y="0"/>
                </a:lnTo>
                <a:lnTo>
                  <a:pt x="603859" y="995591"/>
                </a:lnTo>
                <a:lnTo>
                  <a:pt x="1207706" y="995591"/>
                </a:lnTo>
              </a:path>
            </a:pathLst>
          </a:custGeom>
          <a:ln w="6858">
            <a:solidFill>
              <a:srgbClr val="5B9BD5"/>
            </a:solidFill>
          </a:ln>
        </p:spPr>
        <p:txBody>
          <a:bodyPr wrap="square" lIns="0" tIns="0" rIns="0" bIns="0" rtlCol="0"/>
          <a:lstStyle/>
          <a:p>
            <a:endParaRPr/>
          </a:p>
        </p:txBody>
      </p:sp>
      <p:sp>
        <p:nvSpPr>
          <p:cNvPr id="14" name="object 47">
            <a:extLst>
              <a:ext uri="{FF2B5EF4-FFF2-40B4-BE49-F238E27FC236}">
                <a16:creationId xmlns:a16="http://schemas.microsoft.com/office/drawing/2014/main" id="{C082A8F8-D73B-C120-346F-2523C9C1CD60}"/>
              </a:ext>
            </a:extLst>
          </p:cNvPr>
          <p:cNvSpPr/>
          <p:nvPr/>
        </p:nvSpPr>
        <p:spPr>
          <a:xfrm>
            <a:off x="5914534" y="2668270"/>
            <a:ext cx="807085" cy="764540"/>
          </a:xfrm>
          <a:custGeom>
            <a:avLst/>
            <a:gdLst/>
            <a:ahLst/>
            <a:cxnLst/>
            <a:rect l="l" t="t" r="r" b="b"/>
            <a:pathLst>
              <a:path w="807084" h="764539">
                <a:moveTo>
                  <a:pt x="0" y="0"/>
                </a:moveTo>
                <a:lnTo>
                  <a:pt x="403263" y="0"/>
                </a:lnTo>
                <a:lnTo>
                  <a:pt x="403263" y="764108"/>
                </a:lnTo>
                <a:lnTo>
                  <a:pt x="806513" y="764108"/>
                </a:lnTo>
              </a:path>
            </a:pathLst>
          </a:custGeom>
          <a:ln w="6858">
            <a:solidFill>
              <a:srgbClr val="5B9BD5"/>
            </a:solidFill>
          </a:ln>
        </p:spPr>
        <p:txBody>
          <a:bodyPr wrap="square" lIns="0" tIns="0" rIns="0" bIns="0" rtlCol="0"/>
          <a:lstStyle/>
          <a:p>
            <a:pPr algn="l" rtl="0"/>
            <a:endParaRPr/>
          </a:p>
        </p:txBody>
      </p:sp>
      <p:graphicFrame>
        <p:nvGraphicFramePr>
          <p:cNvPr id="15" name="Table 51">
            <a:extLst>
              <a:ext uri="{FF2B5EF4-FFF2-40B4-BE49-F238E27FC236}">
                <a16:creationId xmlns:a16="http://schemas.microsoft.com/office/drawing/2014/main" id="{A5F7C7BA-5701-17A5-0CC8-E2B7F497A9C3}"/>
              </a:ext>
            </a:extLst>
          </p:cNvPr>
          <p:cNvGraphicFramePr>
            <a:graphicFrameLocks noGrp="1"/>
          </p:cNvGraphicFramePr>
          <p:nvPr>
            <p:extLst>
              <p:ext uri="{D42A27DB-BD31-4B8C-83A1-F6EECF244321}">
                <p14:modId xmlns:p14="http://schemas.microsoft.com/office/powerpoint/2010/main" val="1835698762"/>
              </p:ext>
            </p:extLst>
          </p:nvPr>
        </p:nvGraphicFramePr>
        <p:xfrm>
          <a:off x="1003300" y="1647825"/>
          <a:ext cx="1709897" cy="2426970"/>
        </p:xfrm>
        <a:graphic>
          <a:graphicData uri="http://schemas.openxmlformats.org/drawingml/2006/table">
            <a:tbl>
              <a:tblPr firstRow="1" bandRow="1">
                <a:tableStyleId>{C083E6E3-FA7D-4D7B-A595-EF9225AFEA82}</a:tableStyleId>
              </a:tblPr>
              <a:tblGrid>
                <a:gridCol w="1709897">
                  <a:extLst>
                    <a:ext uri="{9D8B030D-6E8A-4147-A177-3AD203B41FA5}">
                      <a16:colId xmlns:a16="http://schemas.microsoft.com/office/drawing/2014/main" val="81528093"/>
                    </a:ext>
                  </a:extLst>
                </a:gridCol>
              </a:tblGrid>
              <a:tr h="370840">
                <a:tc>
                  <a:txBody>
                    <a:bodyPr/>
                    <a:lstStyle/>
                    <a:p>
                      <a:r>
                        <a:rPr lang="en-IE" dirty="0"/>
                        <a:t>Student</a:t>
                      </a:r>
                    </a:p>
                  </a:txBody>
                  <a:tcPr/>
                </a:tc>
                <a:extLst>
                  <a:ext uri="{0D108BD9-81ED-4DB2-BD59-A6C34878D82A}">
                    <a16:rowId xmlns:a16="http://schemas.microsoft.com/office/drawing/2014/main" val="223119177"/>
                  </a:ext>
                </a:extLst>
              </a:tr>
              <a:tr h="370840">
                <a:tc>
                  <a:txBody>
                    <a:bodyPr/>
                    <a:lstStyle/>
                    <a:p>
                      <a:r>
                        <a:rPr lang="en-IE" dirty="0" err="1"/>
                        <a:t>studentID</a:t>
                      </a:r>
                      <a:endParaRPr lang="en-IE" dirty="0"/>
                    </a:p>
                  </a:txBody>
                  <a:tcPr/>
                </a:tc>
                <a:extLst>
                  <a:ext uri="{0D108BD9-81ED-4DB2-BD59-A6C34878D82A}">
                    <a16:rowId xmlns:a16="http://schemas.microsoft.com/office/drawing/2014/main" val="2750622489"/>
                  </a:ext>
                </a:extLst>
              </a:tr>
              <a:tr h="370840">
                <a:tc>
                  <a:txBody>
                    <a:bodyPr/>
                    <a:lstStyle/>
                    <a:p>
                      <a:r>
                        <a:rPr lang="en-IE" dirty="0" err="1"/>
                        <a:t>student_name</a:t>
                      </a:r>
                      <a:endParaRPr lang="en-IE" dirty="0"/>
                    </a:p>
                  </a:txBody>
                  <a:tcPr/>
                </a:tc>
                <a:extLst>
                  <a:ext uri="{0D108BD9-81ED-4DB2-BD59-A6C34878D82A}">
                    <a16:rowId xmlns:a16="http://schemas.microsoft.com/office/drawing/2014/main" val="1556475065"/>
                  </a:ext>
                </a:extLst>
              </a:tr>
              <a:tr h="370840">
                <a:tc>
                  <a:txBody>
                    <a:bodyPr/>
                    <a:lstStyle/>
                    <a:p>
                      <a:r>
                        <a:rPr lang="en-IE" dirty="0" err="1"/>
                        <a:t>student_surname</a:t>
                      </a:r>
                      <a:endParaRPr lang="en-IE" dirty="0"/>
                    </a:p>
                  </a:txBody>
                  <a:tcPr/>
                </a:tc>
                <a:extLst>
                  <a:ext uri="{0D108BD9-81ED-4DB2-BD59-A6C34878D82A}">
                    <a16:rowId xmlns:a16="http://schemas.microsoft.com/office/drawing/2014/main" val="3631126283"/>
                  </a:ext>
                </a:extLst>
              </a:tr>
              <a:tr h="370840">
                <a:tc>
                  <a:txBody>
                    <a:bodyPr/>
                    <a:lstStyle/>
                    <a:p>
                      <a:r>
                        <a:rPr lang="en-IE" dirty="0" err="1"/>
                        <a:t>student_address</a:t>
                      </a:r>
                      <a:endParaRPr lang="en-IE" dirty="0"/>
                    </a:p>
                  </a:txBody>
                  <a:tcPr/>
                </a:tc>
                <a:extLst>
                  <a:ext uri="{0D108BD9-81ED-4DB2-BD59-A6C34878D82A}">
                    <a16:rowId xmlns:a16="http://schemas.microsoft.com/office/drawing/2014/main" val="468952950"/>
                  </a:ext>
                </a:extLst>
              </a:tr>
              <a:tr h="370840">
                <a:tc>
                  <a:txBody>
                    <a:bodyPr/>
                    <a:lstStyle/>
                    <a:p>
                      <a:r>
                        <a:rPr lang="en-IE" dirty="0" err="1"/>
                        <a:t>student_dob</a:t>
                      </a:r>
                      <a:endParaRPr lang="en-IE" dirty="0"/>
                    </a:p>
                  </a:txBody>
                  <a:tcPr/>
                </a:tc>
                <a:extLst>
                  <a:ext uri="{0D108BD9-81ED-4DB2-BD59-A6C34878D82A}">
                    <a16:rowId xmlns:a16="http://schemas.microsoft.com/office/drawing/2014/main" val="3864816824"/>
                  </a:ext>
                </a:extLst>
              </a:tr>
            </a:tbl>
          </a:graphicData>
        </a:graphic>
      </p:graphicFrame>
      <p:graphicFrame>
        <p:nvGraphicFramePr>
          <p:cNvPr id="16" name="Table 51">
            <a:extLst>
              <a:ext uri="{FF2B5EF4-FFF2-40B4-BE49-F238E27FC236}">
                <a16:creationId xmlns:a16="http://schemas.microsoft.com/office/drawing/2014/main" id="{B0326D07-29AF-6367-F209-2D12517F0FD2}"/>
              </a:ext>
            </a:extLst>
          </p:cNvPr>
          <p:cNvGraphicFramePr>
            <a:graphicFrameLocks noGrp="1"/>
          </p:cNvGraphicFramePr>
          <p:nvPr>
            <p:extLst>
              <p:ext uri="{D42A27DB-BD31-4B8C-83A1-F6EECF244321}">
                <p14:modId xmlns:p14="http://schemas.microsoft.com/office/powerpoint/2010/main" val="1366352428"/>
              </p:ext>
            </p:extLst>
          </p:nvPr>
        </p:nvGraphicFramePr>
        <p:xfrm>
          <a:off x="3947684" y="1989136"/>
          <a:ext cx="1924100" cy="1854200"/>
        </p:xfrm>
        <a:graphic>
          <a:graphicData uri="http://schemas.openxmlformats.org/drawingml/2006/table">
            <a:tbl>
              <a:tblPr firstRow="1" bandRow="1">
                <a:tableStyleId>{C083E6E3-FA7D-4D7B-A595-EF9225AFEA82}</a:tableStyleId>
              </a:tblPr>
              <a:tblGrid>
                <a:gridCol w="1924100">
                  <a:extLst>
                    <a:ext uri="{9D8B030D-6E8A-4147-A177-3AD203B41FA5}">
                      <a16:colId xmlns:a16="http://schemas.microsoft.com/office/drawing/2014/main" val="81528093"/>
                    </a:ext>
                  </a:extLst>
                </a:gridCol>
              </a:tblGrid>
              <a:tr h="370840">
                <a:tc>
                  <a:txBody>
                    <a:bodyPr/>
                    <a:lstStyle/>
                    <a:p>
                      <a:r>
                        <a:rPr lang="en-IE" dirty="0"/>
                        <a:t>Programme</a:t>
                      </a:r>
                    </a:p>
                  </a:txBody>
                  <a:tcPr/>
                </a:tc>
                <a:extLst>
                  <a:ext uri="{0D108BD9-81ED-4DB2-BD59-A6C34878D82A}">
                    <a16:rowId xmlns:a16="http://schemas.microsoft.com/office/drawing/2014/main" val="223119177"/>
                  </a:ext>
                </a:extLst>
              </a:tr>
              <a:tr h="370840">
                <a:tc>
                  <a:txBody>
                    <a:bodyPr/>
                    <a:lstStyle/>
                    <a:p>
                      <a:r>
                        <a:rPr lang="en-IE" dirty="0" err="1"/>
                        <a:t>programmeID</a:t>
                      </a:r>
                      <a:endParaRPr lang="en-IE" dirty="0"/>
                    </a:p>
                  </a:txBody>
                  <a:tcPr/>
                </a:tc>
                <a:extLst>
                  <a:ext uri="{0D108BD9-81ED-4DB2-BD59-A6C34878D82A}">
                    <a16:rowId xmlns:a16="http://schemas.microsoft.com/office/drawing/2014/main" val="2750622489"/>
                  </a:ext>
                </a:extLst>
              </a:tr>
              <a:tr h="370840">
                <a:tc>
                  <a:txBody>
                    <a:bodyPr/>
                    <a:lstStyle/>
                    <a:p>
                      <a:r>
                        <a:rPr lang="en-IE" dirty="0" err="1"/>
                        <a:t>programme_name</a:t>
                      </a:r>
                      <a:endParaRPr lang="en-IE" dirty="0"/>
                    </a:p>
                  </a:txBody>
                  <a:tcPr/>
                </a:tc>
                <a:extLst>
                  <a:ext uri="{0D108BD9-81ED-4DB2-BD59-A6C34878D82A}">
                    <a16:rowId xmlns:a16="http://schemas.microsoft.com/office/drawing/2014/main" val="1556475065"/>
                  </a:ext>
                </a:extLst>
              </a:tr>
              <a:tr h="370840">
                <a:tc>
                  <a:txBody>
                    <a:bodyPr/>
                    <a:lstStyle/>
                    <a:p>
                      <a:r>
                        <a:rPr lang="en-IE" dirty="0" err="1"/>
                        <a:t>student_ID</a:t>
                      </a:r>
                      <a:endParaRPr lang="en-IE" dirty="0"/>
                    </a:p>
                  </a:txBody>
                  <a:tcPr/>
                </a:tc>
                <a:extLst>
                  <a:ext uri="{0D108BD9-81ED-4DB2-BD59-A6C34878D82A}">
                    <a16:rowId xmlns:a16="http://schemas.microsoft.com/office/drawing/2014/main" val="3631126283"/>
                  </a:ext>
                </a:extLst>
              </a:tr>
              <a:tr h="370840">
                <a:tc>
                  <a:txBody>
                    <a:bodyPr/>
                    <a:lstStyle/>
                    <a:p>
                      <a:r>
                        <a:rPr lang="en-IE" dirty="0"/>
                        <a:t>department</a:t>
                      </a:r>
                    </a:p>
                  </a:txBody>
                  <a:tcPr/>
                </a:tc>
                <a:extLst>
                  <a:ext uri="{0D108BD9-81ED-4DB2-BD59-A6C34878D82A}">
                    <a16:rowId xmlns:a16="http://schemas.microsoft.com/office/drawing/2014/main" val="468952950"/>
                  </a:ext>
                </a:extLst>
              </a:tr>
            </a:tbl>
          </a:graphicData>
        </a:graphic>
      </p:graphicFrame>
      <p:graphicFrame>
        <p:nvGraphicFramePr>
          <p:cNvPr id="17" name="Table 51">
            <a:extLst>
              <a:ext uri="{FF2B5EF4-FFF2-40B4-BE49-F238E27FC236}">
                <a16:creationId xmlns:a16="http://schemas.microsoft.com/office/drawing/2014/main" id="{5BE6DC00-D371-EF1E-6FA4-0EA202F53794}"/>
              </a:ext>
            </a:extLst>
          </p:cNvPr>
          <p:cNvGraphicFramePr>
            <a:graphicFrameLocks noGrp="1"/>
          </p:cNvGraphicFramePr>
          <p:nvPr>
            <p:extLst>
              <p:ext uri="{D42A27DB-BD31-4B8C-83A1-F6EECF244321}">
                <p14:modId xmlns:p14="http://schemas.microsoft.com/office/powerpoint/2010/main" val="608075716"/>
              </p:ext>
            </p:extLst>
          </p:nvPr>
        </p:nvGraphicFramePr>
        <p:xfrm>
          <a:off x="6708919" y="2055811"/>
          <a:ext cx="1924100" cy="1854200"/>
        </p:xfrm>
        <a:graphic>
          <a:graphicData uri="http://schemas.openxmlformats.org/drawingml/2006/table">
            <a:tbl>
              <a:tblPr firstRow="1" bandRow="1">
                <a:tableStyleId>{C083E6E3-FA7D-4D7B-A595-EF9225AFEA82}</a:tableStyleId>
              </a:tblPr>
              <a:tblGrid>
                <a:gridCol w="1924100">
                  <a:extLst>
                    <a:ext uri="{9D8B030D-6E8A-4147-A177-3AD203B41FA5}">
                      <a16:colId xmlns:a16="http://schemas.microsoft.com/office/drawing/2014/main" val="81528093"/>
                    </a:ext>
                  </a:extLst>
                </a:gridCol>
              </a:tblGrid>
              <a:tr h="370840">
                <a:tc>
                  <a:txBody>
                    <a:bodyPr/>
                    <a:lstStyle/>
                    <a:p>
                      <a:r>
                        <a:rPr lang="en-IE" dirty="0"/>
                        <a:t>Module</a:t>
                      </a:r>
                    </a:p>
                  </a:txBody>
                  <a:tcPr/>
                </a:tc>
                <a:extLst>
                  <a:ext uri="{0D108BD9-81ED-4DB2-BD59-A6C34878D82A}">
                    <a16:rowId xmlns:a16="http://schemas.microsoft.com/office/drawing/2014/main" val="223119177"/>
                  </a:ext>
                </a:extLst>
              </a:tr>
              <a:tr h="370840">
                <a:tc>
                  <a:txBody>
                    <a:bodyPr/>
                    <a:lstStyle/>
                    <a:p>
                      <a:r>
                        <a:rPr lang="en-IE" dirty="0" err="1"/>
                        <a:t>moduleID</a:t>
                      </a:r>
                      <a:endParaRPr lang="en-IE" dirty="0"/>
                    </a:p>
                  </a:txBody>
                  <a:tcPr/>
                </a:tc>
                <a:extLst>
                  <a:ext uri="{0D108BD9-81ED-4DB2-BD59-A6C34878D82A}">
                    <a16:rowId xmlns:a16="http://schemas.microsoft.com/office/drawing/2014/main" val="2750622489"/>
                  </a:ext>
                </a:extLst>
              </a:tr>
              <a:tr h="370840">
                <a:tc>
                  <a:txBody>
                    <a:bodyPr/>
                    <a:lstStyle/>
                    <a:p>
                      <a:r>
                        <a:rPr lang="en-IE" dirty="0" err="1"/>
                        <a:t>module_name</a:t>
                      </a:r>
                      <a:endParaRPr lang="en-IE" dirty="0"/>
                    </a:p>
                  </a:txBody>
                  <a:tcPr/>
                </a:tc>
                <a:extLst>
                  <a:ext uri="{0D108BD9-81ED-4DB2-BD59-A6C34878D82A}">
                    <a16:rowId xmlns:a16="http://schemas.microsoft.com/office/drawing/2014/main" val="1556475065"/>
                  </a:ext>
                </a:extLst>
              </a:tr>
              <a:tr h="370840">
                <a:tc>
                  <a:txBody>
                    <a:bodyPr/>
                    <a:lstStyle/>
                    <a:p>
                      <a:r>
                        <a:rPr lang="en-IE" dirty="0" err="1"/>
                        <a:t>programme_ID</a:t>
                      </a:r>
                      <a:endParaRPr lang="en-IE" dirty="0"/>
                    </a:p>
                  </a:txBody>
                  <a:tcPr/>
                </a:tc>
                <a:extLst>
                  <a:ext uri="{0D108BD9-81ED-4DB2-BD59-A6C34878D82A}">
                    <a16:rowId xmlns:a16="http://schemas.microsoft.com/office/drawing/2014/main" val="3631126283"/>
                  </a:ext>
                </a:extLst>
              </a:tr>
              <a:tr h="370840">
                <a:tc>
                  <a:txBody>
                    <a:bodyPr/>
                    <a:lstStyle/>
                    <a:p>
                      <a:r>
                        <a:rPr lang="en-IE" dirty="0"/>
                        <a:t>lecturer</a:t>
                      </a:r>
                    </a:p>
                  </a:txBody>
                  <a:tcPr/>
                </a:tc>
                <a:extLst>
                  <a:ext uri="{0D108BD9-81ED-4DB2-BD59-A6C34878D82A}">
                    <a16:rowId xmlns:a16="http://schemas.microsoft.com/office/drawing/2014/main" val="468952950"/>
                  </a:ext>
                </a:extLst>
              </a:tr>
            </a:tbl>
          </a:graphicData>
        </a:graphic>
      </p:graphicFrame>
      <p:sp>
        <p:nvSpPr>
          <p:cNvPr id="4" name="TextBox 3">
            <a:extLst>
              <a:ext uri="{FF2B5EF4-FFF2-40B4-BE49-F238E27FC236}">
                <a16:creationId xmlns:a16="http://schemas.microsoft.com/office/drawing/2014/main" id="{F04F889E-F0E6-D606-16C1-28950F10144E}"/>
              </a:ext>
            </a:extLst>
          </p:cNvPr>
          <p:cNvSpPr txBox="1"/>
          <p:nvPr/>
        </p:nvSpPr>
        <p:spPr>
          <a:xfrm>
            <a:off x="1003300" y="4539251"/>
            <a:ext cx="9480724" cy="2031325"/>
          </a:xfrm>
          <a:prstGeom prst="rect">
            <a:avLst/>
          </a:prstGeom>
          <a:noFill/>
        </p:spPr>
        <p:txBody>
          <a:bodyPr wrap="square">
            <a:spAutoFit/>
          </a:bodyPr>
          <a:lstStyle/>
          <a:p>
            <a:pPr>
              <a:buNone/>
            </a:pPr>
            <a:r>
              <a:rPr lang="en-IE" b="0" dirty="0">
                <a:solidFill>
                  <a:srgbClr val="0000FF"/>
                </a:solidFill>
                <a:effectLst/>
                <a:latin typeface="Menlo" panose="020B0609030804020204" pitchFamily="49" charset="0"/>
              </a:rPr>
              <a:t>CREATE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TABLE</a:t>
            </a:r>
            <a:r>
              <a:rPr lang="en-IE" b="0" dirty="0">
                <a:solidFill>
                  <a:srgbClr val="000000"/>
                </a:solidFill>
                <a:effectLst/>
                <a:latin typeface="Menlo" panose="020B0609030804020204" pitchFamily="49" charset="0"/>
              </a:rPr>
              <a:t> </a:t>
            </a:r>
            <a:r>
              <a:rPr lang="en-IE" b="0" dirty="0">
                <a:solidFill>
                  <a:srgbClr val="74531F"/>
                </a:solidFill>
                <a:effectLst/>
                <a:latin typeface="Menlo" panose="020B0609030804020204" pitchFamily="49" charset="0"/>
              </a:rPr>
              <a:t>registration</a:t>
            </a:r>
            <a:r>
              <a:rPr lang="en-IE" b="0" dirty="0">
                <a:solidFill>
                  <a:srgbClr val="000000"/>
                </a:solidFill>
                <a:effectLst/>
                <a:latin typeface="Menlo" panose="020B0609030804020204" pitchFamily="49" charset="0"/>
              </a:rPr>
              <a:t> (</a:t>
            </a:r>
          </a:p>
          <a:p>
            <a:pPr indent="363538">
              <a:buNone/>
            </a:pPr>
            <a:r>
              <a:rPr lang="en-IE" b="0" dirty="0" err="1">
                <a:solidFill>
                  <a:srgbClr val="000000"/>
                </a:solidFill>
                <a:effectLst/>
                <a:latin typeface="Menlo" panose="020B0609030804020204" pitchFamily="49" charset="0"/>
              </a:rPr>
              <a:t>student_id</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TEXT</a:t>
            </a:r>
            <a:r>
              <a:rPr lang="en-IE" b="0" dirty="0">
                <a:solidFill>
                  <a:srgbClr val="000000"/>
                </a:solidFill>
                <a:effectLst/>
                <a:latin typeface="Menlo" panose="020B0609030804020204" pitchFamily="49" charset="0"/>
              </a:rPr>
              <a:t>,</a:t>
            </a:r>
          </a:p>
          <a:p>
            <a:pPr indent="363538">
              <a:buNone/>
            </a:pPr>
            <a:r>
              <a:rPr lang="en-IE" b="0" dirty="0" err="1">
                <a:solidFill>
                  <a:srgbClr val="000000"/>
                </a:solidFill>
                <a:effectLst/>
                <a:latin typeface="Menlo" panose="020B0609030804020204" pitchFamily="49" charset="0"/>
              </a:rPr>
              <a:t>course_code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TEXT</a:t>
            </a:r>
            <a:r>
              <a:rPr lang="en-IE" b="0" dirty="0">
                <a:solidFill>
                  <a:srgbClr val="000000"/>
                </a:solidFill>
                <a:effectLst/>
                <a:latin typeface="Menlo" panose="020B0609030804020204" pitchFamily="49" charset="0"/>
              </a:rPr>
              <a:t>,</a:t>
            </a:r>
          </a:p>
          <a:p>
            <a:pPr indent="363538">
              <a:buNone/>
            </a:pPr>
            <a:r>
              <a:rPr lang="en-IE" b="0" dirty="0">
                <a:solidFill>
                  <a:srgbClr val="0000FF"/>
                </a:solidFill>
                <a:effectLst/>
                <a:latin typeface="Menlo" panose="020B0609030804020204" pitchFamily="49" charset="0"/>
              </a:rPr>
              <a:t>foreign key</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student_id</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references</a:t>
            </a:r>
            <a:r>
              <a:rPr lang="en-IE" b="0" dirty="0">
                <a:solidFill>
                  <a:srgbClr val="000000"/>
                </a:solidFill>
                <a:effectLst/>
                <a:latin typeface="Menlo" panose="020B0609030804020204" pitchFamily="49" charset="0"/>
              </a:rPr>
              <a:t> students(</a:t>
            </a:r>
            <a:r>
              <a:rPr lang="en-IE" b="0" dirty="0" err="1">
                <a:solidFill>
                  <a:srgbClr val="000000"/>
                </a:solidFill>
                <a:effectLst/>
                <a:latin typeface="Menlo" panose="020B0609030804020204" pitchFamily="49" charset="0"/>
              </a:rPr>
              <a:t>student_id</a:t>
            </a:r>
            <a:r>
              <a:rPr lang="en-IE" b="0" dirty="0">
                <a:solidFill>
                  <a:srgbClr val="000000"/>
                </a:solidFill>
                <a:effectLst/>
                <a:latin typeface="Menlo" panose="020B0609030804020204" pitchFamily="49" charset="0"/>
              </a:rPr>
              <a:t>),</a:t>
            </a:r>
          </a:p>
          <a:p>
            <a:pPr indent="363538">
              <a:buNone/>
            </a:pPr>
            <a:r>
              <a:rPr lang="en-IE" b="0" dirty="0">
                <a:solidFill>
                  <a:srgbClr val="0000FF"/>
                </a:solidFill>
                <a:effectLst/>
                <a:latin typeface="Menlo" panose="020B0609030804020204" pitchFamily="49" charset="0"/>
              </a:rPr>
              <a:t>foreign key</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student_id</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references</a:t>
            </a:r>
            <a:r>
              <a:rPr lang="en-IE" b="0" dirty="0">
                <a:solidFill>
                  <a:srgbClr val="000000"/>
                </a:solidFill>
                <a:effectLst/>
                <a:latin typeface="Menlo" panose="020B0609030804020204" pitchFamily="49" charset="0"/>
              </a:rPr>
              <a:t> students(</a:t>
            </a:r>
            <a:r>
              <a:rPr lang="en-IE" b="0" dirty="0" err="1">
                <a:solidFill>
                  <a:srgbClr val="000000"/>
                </a:solidFill>
                <a:effectLst/>
                <a:latin typeface="Menlo" panose="020B0609030804020204" pitchFamily="49" charset="0"/>
              </a:rPr>
              <a:t>student_id</a:t>
            </a:r>
            <a:r>
              <a:rPr lang="en-IE" b="0" dirty="0">
                <a:solidFill>
                  <a:srgbClr val="000000"/>
                </a:solidFill>
                <a:effectLst/>
                <a:latin typeface="Menlo" panose="020B0609030804020204" pitchFamily="49" charset="0"/>
              </a:rPr>
              <a:t>),</a:t>
            </a:r>
          </a:p>
          <a:p>
            <a:pPr indent="363538">
              <a:buNone/>
            </a:pPr>
            <a:r>
              <a:rPr lang="en-IE" b="0" dirty="0">
                <a:solidFill>
                  <a:srgbClr val="0000FF"/>
                </a:solidFill>
                <a:effectLst/>
                <a:latin typeface="Menlo" panose="020B0609030804020204" pitchFamily="49" charset="0"/>
              </a:rPr>
              <a:t>primary key</a:t>
            </a:r>
            <a:r>
              <a:rPr lang="en-IE" b="0" dirty="0">
                <a:solidFill>
                  <a:srgbClr val="000000"/>
                </a:solidFill>
                <a:effectLst/>
                <a:latin typeface="Menlo" panose="020B0609030804020204" pitchFamily="49" charset="0"/>
              </a:rPr>
              <a:t>(</a:t>
            </a:r>
            <a:r>
              <a:rPr lang="en-IE" b="0" dirty="0" err="1">
                <a:solidFill>
                  <a:srgbClr val="000000"/>
                </a:solidFill>
                <a:effectLst/>
                <a:latin typeface="Menlo" panose="020B0609030804020204" pitchFamily="49" charset="0"/>
              </a:rPr>
              <a:t>student_id</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course_code</a:t>
            </a:r>
            <a:r>
              <a:rPr lang="en-IE" b="0" dirty="0">
                <a:solidFill>
                  <a:srgbClr val="000000"/>
                </a:solidFill>
                <a:effectLst/>
                <a:latin typeface="Menlo" panose="020B0609030804020204" pitchFamily="49" charset="0"/>
              </a:rPr>
              <a:t>)</a:t>
            </a:r>
          </a:p>
          <a:p>
            <a:pPr>
              <a:buNone/>
            </a:pPr>
            <a:r>
              <a:rPr lang="en-IE" b="0" dirty="0">
                <a:solidFill>
                  <a:srgbClr val="000000"/>
                </a:solidFill>
                <a:effectLst/>
                <a:latin typeface="Menlo" panose="020B0609030804020204" pitchFamily="49" charset="0"/>
              </a:rPr>
              <a:t>);</a:t>
            </a:r>
          </a:p>
        </p:txBody>
      </p:sp>
    </p:spTree>
    <p:extLst>
      <p:ext uri="{BB962C8B-B14F-4D97-AF65-F5344CB8AC3E}">
        <p14:creationId xmlns:p14="http://schemas.microsoft.com/office/powerpoint/2010/main" val="29956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p:txBody>
          <a:bodyPr vert="horz" lIns="0" tIns="12065" rIns="0" bIns="0" rtlCol="0" anchor="ctr">
            <a:normAutofit/>
          </a:bodyPr>
          <a:lstStyle/>
          <a:p>
            <a:pPr marL="12700">
              <a:spcBef>
                <a:spcPts val="95"/>
              </a:spcBef>
            </a:pPr>
            <a:r>
              <a:rPr lang="pt-BR" spc="-35" err="1"/>
              <a:t>Metadata</a:t>
            </a:r>
            <a:endParaRPr lang="pt-BR" spc="-10"/>
          </a:p>
        </p:txBody>
      </p:sp>
      <p:sp>
        <p:nvSpPr>
          <p:cNvPr id="5" name="Content Placeholder 4">
            <a:extLst>
              <a:ext uri="{FF2B5EF4-FFF2-40B4-BE49-F238E27FC236}">
                <a16:creationId xmlns:a16="http://schemas.microsoft.com/office/drawing/2014/main" id="{823A5DF2-41BD-6515-3689-396772D867B0}"/>
              </a:ext>
            </a:extLst>
          </p:cNvPr>
          <p:cNvSpPr>
            <a:spLocks noGrp="1"/>
          </p:cNvSpPr>
          <p:nvPr>
            <p:ph sz="half" idx="1"/>
          </p:nvPr>
        </p:nvSpPr>
        <p:spPr>
          <a:xfrm>
            <a:off x="735171" y="2013259"/>
            <a:ext cx="9412129" cy="4798559"/>
          </a:xfrm>
        </p:spPr>
        <p:txBody>
          <a:bodyPr>
            <a:normAutofit/>
          </a:bodyPr>
          <a:lstStyle/>
          <a:p>
            <a:pPr>
              <a:lnSpc>
                <a:spcPct val="140000"/>
              </a:lnSpc>
            </a:pPr>
            <a:r>
              <a:rPr lang="en-IE" sz="2500" dirty="0"/>
              <a:t>A database system contains not only the database itself but also a complete definition of the database structure and constraints (rules that the data must comply with).</a:t>
            </a:r>
          </a:p>
          <a:p>
            <a:pPr>
              <a:lnSpc>
                <a:spcPct val="140000"/>
              </a:lnSpc>
            </a:pPr>
            <a:r>
              <a:rPr lang="en-IE" sz="2500" dirty="0"/>
              <a:t>The metadata describes, for instance, characteristics of the data that can be stored in a particular column.</a:t>
            </a:r>
          </a:p>
          <a:p>
            <a:pPr>
              <a:lnSpc>
                <a:spcPct val="140000"/>
              </a:lnSpc>
            </a:pPr>
            <a:endParaRPr lang="en-IE" sz="2500" dirty="0"/>
          </a:p>
          <a:p>
            <a:pPr>
              <a:lnSpc>
                <a:spcPct val="140000"/>
              </a:lnSpc>
            </a:pPr>
            <a:endParaRPr lang="en-IE" sz="2500" dirty="0"/>
          </a:p>
        </p:txBody>
      </p:sp>
      <p:sp>
        <p:nvSpPr>
          <p:cNvPr id="2" name="Slide Number Placeholder 1">
            <a:extLst>
              <a:ext uri="{FF2B5EF4-FFF2-40B4-BE49-F238E27FC236}">
                <a16:creationId xmlns:a16="http://schemas.microsoft.com/office/drawing/2014/main" id="{5BE39BBD-22B0-C2E8-F4CD-A6DE4E8287B1}"/>
              </a:ext>
            </a:extLst>
          </p:cNvPr>
          <p:cNvSpPr>
            <a:spLocks noGrp="1"/>
          </p:cNvSpPr>
          <p:nvPr>
            <p:ph type="sldNum" sz="quarter" idx="12"/>
          </p:nvPr>
        </p:nvSpPr>
        <p:spPr/>
        <p:txBody>
          <a:bodyPr anchor="ctr">
            <a:normAutofit/>
          </a:bodyPr>
          <a:lstStyle/>
          <a:p>
            <a:pPr>
              <a:spcAft>
                <a:spcPts val="600"/>
              </a:spcAft>
            </a:pPr>
            <a:fld id="{1AE971F0-0CD2-4C47-8087-EBCE9716EA84}" type="slidenum">
              <a:rPr lang="en-GB" smtClean="0"/>
              <a:pPr>
                <a:spcAft>
                  <a:spcPts val="600"/>
                </a:spcAft>
              </a:pPr>
              <a:t>23</a:t>
            </a:fld>
            <a:endParaRPr lang="en-GB"/>
          </a:p>
        </p:txBody>
      </p:sp>
    </p:spTree>
    <p:extLst>
      <p:ext uri="{BB962C8B-B14F-4D97-AF65-F5344CB8AC3E}">
        <p14:creationId xmlns:p14="http://schemas.microsoft.com/office/powerpoint/2010/main" val="39086304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AEA21-7E4B-A9EE-C08F-C8BE15AA863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B4C992D-E65D-6661-0709-8B7D4971F521}"/>
              </a:ext>
            </a:extLst>
          </p:cNvPr>
          <p:cNvSpPr txBox="1">
            <a:spLocks noGrp="1"/>
          </p:cNvSpPr>
          <p:nvPr>
            <p:ph type="title"/>
          </p:nvPr>
        </p:nvSpPr>
        <p:spPr>
          <a:xfrm>
            <a:off x="317500" y="368705"/>
            <a:ext cx="9223058" cy="566181"/>
          </a:xfrm>
          <a:prstGeom prst="rect">
            <a:avLst/>
          </a:prstGeom>
        </p:spPr>
        <p:txBody>
          <a:bodyPr vert="horz" wrap="square" lIns="0" tIns="12065" rIns="0" bIns="0" rtlCol="0">
            <a:spAutoFit/>
          </a:bodyPr>
          <a:lstStyle/>
          <a:p>
            <a:pPr marL="12700">
              <a:lnSpc>
                <a:spcPct val="100000"/>
              </a:lnSpc>
              <a:spcBef>
                <a:spcPts val="95"/>
              </a:spcBef>
            </a:pPr>
            <a:r>
              <a:rPr lang="pt-BR" sz="3600" spc="-35" dirty="0"/>
              <a:t>PostgreSQL data </a:t>
            </a:r>
            <a:r>
              <a:rPr lang="pt-BR" sz="3600" spc="-35" dirty="0" err="1"/>
              <a:t>types</a:t>
            </a:r>
            <a:endParaRPr sz="3600" spc="-10" dirty="0"/>
          </a:p>
        </p:txBody>
      </p:sp>
      <p:graphicFrame>
        <p:nvGraphicFramePr>
          <p:cNvPr id="7" name="Content Placeholder 6">
            <a:extLst>
              <a:ext uri="{FF2B5EF4-FFF2-40B4-BE49-F238E27FC236}">
                <a16:creationId xmlns:a16="http://schemas.microsoft.com/office/drawing/2014/main" id="{0F00F402-5AA6-F507-C7FA-B6A9ADDBBE10}"/>
              </a:ext>
            </a:extLst>
          </p:cNvPr>
          <p:cNvGraphicFramePr>
            <a:graphicFrameLocks noGrp="1"/>
          </p:cNvGraphicFramePr>
          <p:nvPr>
            <p:ph idx="1"/>
          </p:nvPr>
        </p:nvGraphicFramePr>
        <p:xfrm>
          <a:off x="317500" y="1266825"/>
          <a:ext cx="10058400" cy="5375496"/>
        </p:xfrm>
        <a:graphic>
          <a:graphicData uri="http://schemas.openxmlformats.org/drawingml/2006/table">
            <a:tbl>
              <a:tblPr>
                <a:tableStyleId>{5940675A-B579-460E-94D1-54222C63F5DA}</a:tableStyleId>
              </a:tblPr>
              <a:tblGrid>
                <a:gridCol w="2514600">
                  <a:extLst>
                    <a:ext uri="{9D8B030D-6E8A-4147-A177-3AD203B41FA5}">
                      <a16:colId xmlns:a16="http://schemas.microsoft.com/office/drawing/2014/main" val="2323456272"/>
                    </a:ext>
                  </a:extLst>
                </a:gridCol>
                <a:gridCol w="1676400">
                  <a:extLst>
                    <a:ext uri="{9D8B030D-6E8A-4147-A177-3AD203B41FA5}">
                      <a16:colId xmlns:a16="http://schemas.microsoft.com/office/drawing/2014/main" val="3762109971"/>
                    </a:ext>
                  </a:extLst>
                </a:gridCol>
                <a:gridCol w="3352800">
                  <a:extLst>
                    <a:ext uri="{9D8B030D-6E8A-4147-A177-3AD203B41FA5}">
                      <a16:colId xmlns:a16="http://schemas.microsoft.com/office/drawing/2014/main" val="379722908"/>
                    </a:ext>
                  </a:extLst>
                </a:gridCol>
                <a:gridCol w="2514600">
                  <a:extLst>
                    <a:ext uri="{9D8B030D-6E8A-4147-A177-3AD203B41FA5}">
                      <a16:colId xmlns:a16="http://schemas.microsoft.com/office/drawing/2014/main" val="3282971786"/>
                    </a:ext>
                  </a:extLst>
                </a:gridCol>
              </a:tblGrid>
              <a:tr h="203809">
                <a:tc>
                  <a:txBody>
                    <a:bodyPr/>
                    <a:lstStyle/>
                    <a:p>
                      <a:pPr>
                        <a:buNone/>
                      </a:pPr>
                      <a:r>
                        <a:rPr lang="en-IE" sz="2000" b="1" dirty="0"/>
                        <a:t>Data type</a:t>
                      </a:r>
                      <a:endParaRPr lang="en-IE" sz="2000" dirty="0"/>
                    </a:p>
                  </a:txBody>
                  <a:tcPr marL="45336" marR="45336" marT="22668" marB="22668" anchor="ctr"/>
                </a:tc>
                <a:tc>
                  <a:txBody>
                    <a:bodyPr/>
                    <a:lstStyle/>
                    <a:p>
                      <a:pPr>
                        <a:buNone/>
                      </a:pPr>
                      <a:r>
                        <a:rPr lang="en-IE" sz="2000" b="1"/>
                        <a:t>Category</a:t>
                      </a:r>
                      <a:endParaRPr lang="en-IE" sz="2000"/>
                    </a:p>
                  </a:txBody>
                  <a:tcPr marL="45336" marR="45336" marT="22668" marB="22668" anchor="ctr"/>
                </a:tc>
                <a:tc>
                  <a:txBody>
                    <a:bodyPr/>
                    <a:lstStyle/>
                    <a:p>
                      <a:pPr>
                        <a:buNone/>
                      </a:pPr>
                      <a:r>
                        <a:rPr lang="en-IE" sz="2000" b="1"/>
                        <a:t>Description</a:t>
                      </a:r>
                      <a:endParaRPr lang="en-IE" sz="2000"/>
                    </a:p>
                  </a:txBody>
                  <a:tcPr marL="45336" marR="45336" marT="22668" marB="22668" anchor="ctr"/>
                </a:tc>
                <a:tc>
                  <a:txBody>
                    <a:bodyPr/>
                    <a:lstStyle/>
                    <a:p>
                      <a:pPr>
                        <a:buNone/>
                      </a:pPr>
                      <a:r>
                        <a:rPr lang="en-IE" sz="2000" b="1"/>
                        <a:t>Example</a:t>
                      </a:r>
                      <a:endParaRPr lang="en-IE" sz="2000"/>
                    </a:p>
                  </a:txBody>
                  <a:tcPr marL="45336" marR="45336" marT="22668" marB="22668" anchor="ctr"/>
                </a:tc>
                <a:extLst>
                  <a:ext uri="{0D108BD9-81ED-4DB2-BD59-A6C34878D82A}">
                    <a16:rowId xmlns:a16="http://schemas.microsoft.com/office/drawing/2014/main" val="4114994214"/>
                  </a:ext>
                </a:extLst>
              </a:tr>
              <a:tr h="203809">
                <a:tc>
                  <a:txBody>
                    <a:bodyPr/>
                    <a:lstStyle/>
                    <a:p>
                      <a:pPr>
                        <a:buNone/>
                      </a:pPr>
                      <a:r>
                        <a:rPr lang="en-IE" sz="2000"/>
                        <a:t>INTEGER / INT</a:t>
                      </a:r>
                    </a:p>
                  </a:txBody>
                  <a:tcPr marL="45336" marR="45336" marT="22668" marB="22668" anchor="ctr"/>
                </a:tc>
                <a:tc>
                  <a:txBody>
                    <a:bodyPr/>
                    <a:lstStyle/>
                    <a:p>
                      <a:pPr>
                        <a:buNone/>
                      </a:pPr>
                      <a:r>
                        <a:rPr lang="en-IE" sz="2000"/>
                        <a:t>Numeric</a:t>
                      </a:r>
                    </a:p>
                  </a:txBody>
                  <a:tcPr marL="45336" marR="45336" marT="22668" marB="22668" anchor="ctr"/>
                </a:tc>
                <a:tc>
                  <a:txBody>
                    <a:bodyPr/>
                    <a:lstStyle/>
                    <a:p>
                      <a:pPr>
                        <a:buNone/>
                      </a:pPr>
                      <a:r>
                        <a:rPr lang="en-IE" sz="2000"/>
                        <a:t>Whole numbers</a:t>
                      </a:r>
                    </a:p>
                  </a:txBody>
                  <a:tcPr marL="45336" marR="45336" marT="22668" marB="22668" anchor="ctr"/>
                </a:tc>
                <a:tc>
                  <a:txBody>
                    <a:bodyPr/>
                    <a:lstStyle/>
                    <a:p>
                      <a:pPr>
                        <a:buNone/>
                      </a:pPr>
                      <a:r>
                        <a:rPr lang="en-IE" sz="2000" dirty="0"/>
                        <a:t>42</a:t>
                      </a:r>
                    </a:p>
                  </a:txBody>
                  <a:tcPr marL="45336" marR="45336" marT="22668" marB="22668" anchor="ctr"/>
                </a:tc>
                <a:extLst>
                  <a:ext uri="{0D108BD9-81ED-4DB2-BD59-A6C34878D82A}">
                    <a16:rowId xmlns:a16="http://schemas.microsoft.com/office/drawing/2014/main" val="1840631297"/>
                  </a:ext>
                </a:extLst>
              </a:tr>
              <a:tr h="491443">
                <a:tc>
                  <a:txBody>
                    <a:bodyPr/>
                    <a:lstStyle/>
                    <a:p>
                      <a:pPr>
                        <a:buNone/>
                      </a:pPr>
                      <a:r>
                        <a:rPr lang="en-IE" sz="2000"/>
                        <a:t>SERIAL</a:t>
                      </a:r>
                    </a:p>
                  </a:txBody>
                  <a:tcPr marL="45336" marR="45336" marT="22668" marB="22668" anchor="ctr"/>
                </a:tc>
                <a:tc>
                  <a:txBody>
                    <a:bodyPr/>
                    <a:lstStyle/>
                    <a:p>
                      <a:pPr>
                        <a:buNone/>
                      </a:pPr>
                      <a:r>
                        <a:rPr lang="en-IE" sz="2000" dirty="0"/>
                        <a:t>Numeric</a:t>
                      </a:r>
                    </a:p>
                  </a:txBody>
                  <a:tcPr marL="45336" marR="45336" marT="22668" marB="22668" anchor="ctr"/>
                </a:tc>
                <a:tc>
                  <a:txBody>
                    <a:bodyPr/>
                    <a:lstStyle/>
                    <a:p>
                      <a:pPr>
                        <a:buNone/>
                      </a:pPr>
                      <a:r>
                        <a:rPr lang="en-IE" sz="2000"/>
                        <a:t>Auto-incrementing integer (used for primary keys)</a:t>
                      </a:r>
                    </a:p>
                  </a:txBody>
                  <a:tcPr marL="45336" marR="45336" marT="22668" marB="22668" anchor="ctr"/>
                </a:tc>
                <a:tc>
                  <a:txBody>
                    <a:bodyPr/>
                    <a:lstStyle/>
                    <a:p>
                      <a:pPr>
                        <a:buNone/>
                      </a:pPr>
                      <a:r>
                        <a:rPr lang="en-IE" sz="2000" dirty="0"/>
                        <a:t>1, 2, 3...</a:t>
                      </a:r>
                    </a:p>
                  </a:txBody>
                  <a:tcPr marL="45336" marR="45336" marT="22668" marB="22668" anchor="ctr"/>
                </a:tc>
                <a:extLst>
                  <a:ext uri="{0D108BD9-81ED-4DB2-BD59-A6C34878D82A}">
                    <a16:rowId xmlns:a16="http://schemas.microsoft.com/office/drawing/2014/main" val="1491590470"/>
                  </a:ext>
                </a:extLst>
              </a:tr>
              <a:tr h="346043">
                <a:tc>
                  <a:txBody>
                    <a:bodyPr/>
                    <a:lstStyle/>
                    <a:p>
                      <a:pPr>
                        <a:buNone/>
                      </a:pPr>
                      <a:r>
                        <a:rPr lang="en-IE" sz="2000"/>
                        <a:t>DECIMAL(p, s) / NUMERIC(p, s)</a:t>
                      </a:r>
                    </a:p>
                  </a:txBody>
                  <a:tcPr marL="45336" marR="45336" marT="22668" marB="22668" anchor="ctr"/>
                </a:tc>
                <a:tc>
                  <a:txBody>
                    <a:bodyPr/>
                    <a:lstStyle/>
                    <a:p>
                      <a:pPr>
                        <a:buNone/>
                      </a:pPr>
                      <a:r>
                        <a:rPr lang="en-IE" sz="2000"/>
                        <a:t>Numeric</a:t>
                      </a:r>
                    </a:p>
                  </a:txBody>
                  <a:tcPr marL="45336" marR="45336" marT="22668" marB="22668" anchor="ctr"/>
                </a:tc>
                <a:tc>
                  <a:txBody>
                    <a:bodyPr/>
                    <a:lstStyle/>
                    <a:p>
                      <a:pPr>
                        <a:buNone/>
                      </a:pPr>
                      <a:r>
                        <a:rPr lang="en-IE" sz="2000"/>
                        <a:t>Exact numbers with precision and scale</a:t>
                      </a:r>
                    </a:p>
                  </a:txBody>
                  <a:tcPr marL="45336" marR="45336" marT="22668" marB="22668" anchor="ctr"/>
                </a:tc>
                <a:tc>
                  <a:txBody>
                    <a:bodyPr/>
                    <a:lstStyle/>
                    <a:p>
                      <a:pPr>
                        <a:buNone/>
                      </a:pPr>
                      <a:r>
                        <a:rPr lang="en-IE" sz="2000" dirty="0"/>
                        <a:t>DECIMAL(5,2) stores 123.45</a:t>
                      </a:r>
                    </a:p>
                  </a:txBody>
                  <a:tcPr marL="45336" marR="45336" marT="22668" marB="22668" anchor="ctr"/>
                </a:tc>
                <a:extLst>
                  <a:ext uri="{0D108BD9-81ED-4DB2-BD59-A6C34878D82A}">
                    <a16:rowId xmlns:a16="http://schemas.microsoft.com/office/drawing/2014/main" val="1349290923"/>
                  </a:ext>
                </a:extLst>
              </a:tr>
              <a:tr h="203809">
                <a:tc>
                  <a:txBody>
                    <a:bodyPr/>
                    <a:lstStyle/>
                    <a:p>
                      <a:pPr>
                        <a:buNone/>
                      </a:pPr>
                      <a:r>
                        <a:rPr lang="en-IE" sz="2000"/>
                        <a:t>BOOLEAN</a:t>
                      </a:r>
                    </a:p>
                  </a:txBody>
                  <a:tcPr marL="45336" marR="45336" marT="22668" marB="22668" anchor="ctr"/>
                </a:tc>
                <a:tc>
                  <a:txBody>
                    <a:bodyPr/>
                    <a:lstStyle/>
                    <a:p>
                      <a:pPr>
                        <a:buNone/>
                      </a:pPr>
                      <a:r>
                        <a:rPr lang="en-IE" sz="2000"/>
                        <a:t>Boolean</a:t>
                      </a:r>
                    </a:p>
                  </a:txBody>
                  <a:tcPr marL="45336" marR="45336" marT="22668" marB="22668" anchor="ctr"/>
                </a:tc>
                <a:tc>
                  <a:txBody>
                    <a:bodyPr/>
                    <a:lstStyle/>
                    <a:p>
                      <a:pPr>
                        <a:buNone/>
                      </a:pPr>
                      <a:r>
                        <a:rPr lang="en-IE" sz="2000"/>
                        <a:t>True or False values</a:t>
                      </a:r>
                    </a:p>
                  </a:txBody>
                  <a:tcPr marL="45336" marR="45336" marT="22668" marB="22668" anchor="ctr"/>
                </a:tc>
                <a:tc>
                  <a:txBody>
                    <a:bodyPr/>
                    <a:lstStyle/>
                    <a:p>
                      <a:pPr>
                        <a:buNone/>
                      </a:pPr>
                      <a:r>
                        <a:rPr lang="en-IE" sz="2000" dirty="0"/>
                        <a:t>TRUE, FALSE</a:t>
                      </a:r>
                    </a:p>
                  </a:txBody>
                  <a:tcPr marL="45336" marR="45336" marT="22668" marB="22668" anchor="ctr"/>
                </a:tc>
                <a:extLst>
                  <a:ext uri="{0D108BD9-81ED-4DB2-BD59-A6C34878D82A}">
                    <a16:rowId xmlns:a16="http://schemas.microsoft.com/office/drawing/2014/main" val="2297872221"/>
                  </a:ext>
                </a:extLst>
              </a:tr>
              <a:tr h="346043">
                <a:tc>
                  <a:txBody>
                    <a:bodyPr/>
                    <a:lstStyle/>
                    <a:p>
                      <a:pPr>
                        <a:buNone/>
                      </a:pPr>
                      <a:r>
                        <a:rPr lang="en-IE" sz="2000"/>
                        <a:t>CHAR(n)</a:t>
                      </a:r>
                    </a:p>
                  </a:txBody>
                  <a:tcPr marL="45336" marR="45336" marT="22668" marB="22668" anchor="ctr"/>
                </a:tc>
                <a:tc>
                  <a:txBody>
                    <a:bodyPr/>
                    <a:lstStyle/>
                    <a:p>
                      <a:pPr>
                        <a:buNone/>
                      </a:pPr>
                      <a:r>
                        <a:rPr lang="en-IE" sz="2000" dirty="0"/>
                        <a:t>Text</a:t>
                      </a:r>
                    </a:p>
                  </a:txBody>
                  <a:tcPr marL="45336" marR="45336" marT="22668" marB="22668" anchor="ctr"/>
                </a:tc>
                <a:tc>
                  <a:txBody>
                    <a:bodyPr/>
                    <a:lstStyle/>
                    <a:p>
                      <a:pPr>
                        <a:buNone/>
                      </a:pPr>
                      <a:r>
                        <a:rPr lang="en-IE" sz="2000"/>
                        <a:t>Fixed-length string (padded if shorter)</a:t>
                      </a:r>
                    </a:p>
                  </a:txBody>
                  <a:tcPr marL="45336" marR="45336" marT="22668" marB="22668" anchor="ctr"/>
                </a:tc>
                <a:tc>
                  <a:txBody>
                    <a:bodyPr/>
                    <a:lstStyle/>
                    <a:p>
                      <a:pPr>
                        <a:buNone/>
                      </a:pPr>
                      <a:r>
                        <a:rPr lang="en-IE" sz="2000" dirty="0"/>
                        <a:t>CHAR(10)</a:t>
                      </a:r>
                    </a:p>
                  </a:txBody>
                  <a:tcPr marL="45336" marR="45336" marT="22668" marB="22668" anchor="ctr"/>
                </a:tc>
                <a:extLst>
                  <a:ext uri="{0D108BD9-81ED-4DB2-BD59-A6C34878D82A}">
                    <a16:rowId xmlns:a16="http://schemas.microsoft.com/office/drawing/2014/main" val="3636987265"/>
                  </a:ext>
                </a:extLst>
              </a:tr>
              <a:tr h="346043">
                <a:tc>
                  <a:txBody>
                    <a:bodyPr/>
                    <a:lstStyle/>
                    <a:p>
                      <a:pPr>
                        <a:buNone/>
                      </a:pPr>
                      <a:r>
                        <a:rPr lang="en-IE" sz="2000"/>
                        <a:t>VARCHAR(n)</a:t>
                      </a:r>
                    </a:p>
                  </a:txBody>
                  <a:tcPr marL="45336" marR="45336" marT="22668" marB="22668" anchor="ctr"/>
                </a:tc>
                <a:tc>
                  <a:txBody>
                    <a:bodyPr/>
                    <a:lstStyle/>
                    <a:p>
                      <a:pPr>
                        <a:buNone/>
                      </a:pPr>
                      <a:r>
                        <a:rPr lang="en-IE" sz="2000"/>
                        <a:t>Text</a:t>
                      </a:r>
                    </a:p>
                  </a:txBody>
                  <a:tcPr marL="45336" marR="45336" marT="22668" marB="22668" anchor="ctr"/>
                </a:tc>
                <a:tc>
                  <a:txBody>
                    <a:bodyPr/>
                    <a:lstStyle/>
                    <a:p>
                      <a:pPr>
                        <a:buNone/>
                      </a:pPr>
                      <a:r>
                        <a:rPr lang="en-IE" sz="2000"/>
                        <a:t>Variable-length string with a limit</a:t>
                      </a:r>
                    </a:p>
                  </a:txBody>
                  <a:tcPr marL="45336" marR="45336" marT="22668" marB="22668" anchor="ctr"/>
                </a:tc>
                <a:tc>
                  <a:txBody>
                    <a:bodyPr/>
                    <a:lstStyle/>
                    <a:p>
                      <a:pPr>
                        <a:buNone/>
                      </a:pPr>
                      <a:r>
                        <a:rPr lang="en-IE" sz="2000"/>
                        <a:t>VARCHAR(100)</a:t>
                      </a:r>
                    </a:p>
                  </a:txBody>
                  <a:tcPr marL="45336" marR="45336" marT="22668" marB="22668" anchor="ctr"/>
                </a:tc>
                <a:extLst>
                  <a:ext uri="{0D108BD9-81ED-4DB2-BD59-A6C34878D82A}">
                    <a16:rowId xmlns:a16="http://schemas.microsoft.com/office/drawing/2014/main" val="2600668746"/>
                  </a:ext>
                </a:extLst>
              </a:tr>
              <a:tr h="346043">
                <a:tc>
                  <a:txBody>
                    <a:bodyPr/>
                    <a:lstStyle/>
                    <a:p>
                      <a:pPr>
                        <a:buNone/>
                      </a:pPr>
                      <a:r>
                        <a:rPr lang="en-IE" sz="2000"/>
                        <a:t>TEXT</a:t>
                      </a:r>
                    </a:p>
                  </a:txBody>
                  <a:tcPr marL="45336" marR="45336" marT="22668" marB="22668" anchor="ctr"/>
                </a:tc>
                <a:tc>
                  <a:txBody>
                    <a:bodyPr/>
                    <a:lstStyle/>
                    <a:p>
                      <a:pPr>
                        <a:buNone/>
                      </a:pPr>
                      <a:r>
                        <a:rPr lang="en-IE" sz="2000"/>
                        <a:t>Text</a:t>
                      </a:r>
                    </a:p>
                  </a:txBody>
                  <a:tcPr marL="45336" marR="45336" marT="22668" marB="22668" anchor="ctr"/>
                </a:tc>
                <a:tc>
                  <a:txBody>
                    <a:bodyPr/>
                    <a:lstStyle/>
                    <a:p>
                      <a:pPr>
                        <a:buNone/>
                      </a:pPr>
                      <a:r>
                        <a:rPr lang="en-IE" sz="2000"/>
                        <a:t>Variable-length string with no limit</a:t>
                      </a:r>
                    </a:p>
                  </a:txBody>
                  <a:tcPr marL="45336" marR="45336" marT="22668" marB="22668" anchor="ctr"/>
                </a:tc>
                <a:tc>
                  <a:txBody>
                    <a:bodyPr/>
                    <a:lstStyle/>
                    <a:p>
                      <a:pPr>
                        <a:buNone/>
                      </a:pPr>
                      <a:r>
                        <a:rPr lang="en-IE" sz="2000" dirty="0"/>
                        <a:t>Long notes, comments</a:t>
                      </a:r>
                    </a:p>
                  </a:txBody>
                  <a:tcPr marL="45336" marR="45336" marT="22668" marB="22668" anchor="ctr"/>
                </a:tc>
                <a:extLst>
                  <a:ext uri="{0D108BD9-81ED-4DB2-BD59-A6C34878D82A}">
                    <a16:rowId xmlns:a16="http://schemas.microsoft.com/office/drawing/2014/main" val="1163370503"/>
                  </a:ext>
                </a:extLst>
              </a:tr>
              <a:tr h="203809">
                <a:tc>
                  <a:txBody>
                    <a:bodyPr/>
                    <a:lstStyle/>
                    <a:p>
                      <a:pPr>
                        <a:buNone/>
                      </a:pPr>
                      <a:r>
                        <a:rPr lang="en-IE" sz="2000"/>
                        <a:t>DATE</a:t>
                      </a:r>
                    </a:p>
                  </a:txBody>
                  <a:tcPr marL="45336" marR="45336" marT="22668" marB="22668" anchor="ctr"/>
                </a:tc>
                <a:tc>
                  <a:txBody>
                    <a:bodyPr/>
                    <a:lstStyle/>
                    <a:p>
                      <a:pPr>
                        <a:buNone/>
                      </a:pPr>
                      <a:r>
                        <a:rPr lang="en-IE" sz="2000"/>
                        <a:t>Date/Time</a:t>
                      </a:r>
                    </a:p>
                  </a:txBody>
                  <a:tcPr marL="45336" marR="45336" marT="22668" marB="22668" anchor="ctr"/>
                </a:tc>
                <a:tc>
                  <a:txBody>
                    <a:bodyPr/>
                    <a:lstStyle/>
                    <a:p>
                      <a:pPr>
                        <a:buNone/>
                      </a:pPr>
                      <a:r>
                        <a:rPr lang="en-IE" sz="2000"/>
                        <a:t>Calendar date</a:t>
                      </a:r>
                    </a:p>
                  </a:txBody>
                  <a:tcPr marL="45336" marR="45336" marT="22668" marB="22668" anchor="ctr"/>
                </a:tc>
                <a:tc>
                  <a:txBody>
                    <a:bodyPr/>
                    <a:lstStyle/>
                    <a:p>
                      <a:pPr>
                        <a:buNone/>
                      </a:pPr>
                      <a:r>
                        <a:rPr lang="en-IE" sz="2000"/>
                        <a:t>2025-08-07</a:t>
                      </a:r>
                    </a:p>
                  </a:txBody>
                  <a:tcPr marL="45336" marR="45336" marT="22668" marB="22668" anchor="ctr"/>
                </a:tc>
                <a:extLst>
                  <a:ext uri="{0D108BD9-81ED-4DB2-BD59-A6C34878D82A}">
                    <a16:rowId xmlns:a16="http://schemas.microsoft.com/office/drawing/2014/main" val="2410278166"/>
                  </a:ext>
                </a:extLst>
              </a:tr>
              <a:tr h="203809">
                <a:tc>
                  <a:txBody>
                    <a:bodyPr/>
                    <a:lstStyle/>
                    <a:p>
                      <a:pPr>
                        <a:buNone/>
                      </a:pPr>
                      <a:r>
                        <a:rPr lang="en-IE" sz="2000"/>
                        <a:t>TIME</a:t>
                      </a:r>
                    </a:p>
                  </a:txBody>
                  <a:tcPr marL="45336" marR="45336" marT="22668" marB="22668" anchor="ctr"/>
                </a:tc>
                <a:tc>
                  <a:txBody>
                    <a:bodyPr/>
                    <a:lstStyle/>
                    <a:p>
                      <a:pPr>
                        <a:buNone/>
                      </a:pPr>
                      <a:r>
                        <a:rPr lang="en-IE" sz="2000"/>
                        <a:t>Date/Time</a:t>
                      </a:r>
                    </a:p>
                  </a:txBody>
                  <a:tcPr marL="45336" marR="45336" marT="22668" marB="22668" anchor="ctr"/>
                </a:tc>
                <a:tc>
                  <a:txBody>
                    <a:bodyPr/>
                    <a:lstStyle/>
                    <a:p>
                      <a:pPr>
                        <a:buNone/>
                      </a:pPr>
                      <a:r>
                        <a:rPr lang="en-IE" sz="2000"/>
                        <a:t>Time of day</a:t>
                      </a:r>
                    </a:p>
                  </a:txBody>
                  <a:tcPr marL="45336" marR="45336" marT="22668" marB="22668" anchor="ctr"/>
                </a:tc>
                <a:tc>
                  <a:txBody>
                    <a:bodyPr/>
                    <a:lstStyle/>
                    <a:p>
                      <a:pPr>
                        <a:buNone/>
                      </a:pPr>
                      <a:r>
                        <a:rPr lang="en-IE" sz="2000"/>
                        <a:t>14:30:00</a:t>
                      </a:r>
                    </a:p>
                  </a:txBody>
                  <a:tcPr marL="45336" marR="45336" marT="22668" marB="22668" anchor="ctr"/>
                </a:tc>
                <a:extLst>
                  <a:ext uri="{0D108BD9-81ED-4DB2-BD59-A6C34878D82A}">
                    <a16:rowId xmlns:a16="http://schemas.microsoft.com/office/drawing/2014/main" val="3795439565"/>
                  </a:ext>
                </a:extLst>
              </a:tr>
              <a:tr h="203809">
                <a:tc>
                  <a:txBody>
                    <a:bodyPr/>
                    <a:lstStyle/>
                    <a:p>
                      <a:pPr>
                        <a:buNone/>
                      </a:pPr>
                      <a:r>
                        <a:rPr lang="en-IE" sz="2000"/>
                        <a:t>TIMESTAMP</a:t>
                      </a:r>
                    </a:p>
                  </a:txBody>
                  <a:tcPr marL="45336" marR="45336" marT="22668" marB="22668" anchor="ctr"/>
                </a:tc>
                <a:tc>
                  <a:txBody>
                    <a:bodyPr/>
                    <a:lstStyle/>
                    <a:p>
                      <a:pPr>
                        <a:buNone/>
                      </a:pPr>
                      <a:r>
                        <a:rPr lang="en-IE" sz="2000"/>
                        <a:t>Date/Time</a:t>
                      </a:r>
                    </a:p>
                  </a:txBody>
                  <a:tcPr marL="45336" marR="45336" marT="22668" marB="22668" anchor="ctr"/>
                </a:tc>
                <a:tc>
                  <a:txBody>
                    <a:bodyPr/>
                    <a:lstStyle/>
                    <a:p>
                      <a:pPr>
                        <a:buNone/>
                      </a:pPr>
                      <a:r>
                        <a:rPr lang="en-IE" sz="2000"/>
                        <a:t>Date and time</a:t>
                      </a:r>
                    </a:p>
                  </a:txBody>
                  <a:tcPr marL="45336" marR="45336" marT="22668" marB="22668" anchor="ctr"/>
                </a:tc>
                <a:tc>
                  <a:txBody>
                    <a:bodyPr/>
                    <a:lstStyle/>
                    <a:p>
                      <a:pPr>
                        <a:buNone/>
                      </a:pPr>
                      <a:r>
                        <a:rPr lang="en-IE" sz="2000" dirty="0"/>
                        <a:t>2025-08-07 14:30:00</a:t>
                      </a:r>
                    </a:p>
                  </a:txBody>
                  <a:tcPr marL="45336" marR="45336" marT="22668" marB="22668" anchor="ctr"/>
                </a:tc>
                <a:extLst>
                  <a:ext uri="{0D108BD9-81ED-4DB2-BD59-A6C34878D82A}">
                    <a16:rowId xmlns:a16="http://schemas.microsoft.com/office/drawing/2014/main" val="2514937915"/>
                  </a:ext>
                </a:extLst>
              </a:tr>
            </a:tbl>
          </a:graphicData>
        </a:graphic>
      </p:graphicFrame>
      <p:sp>
        <p:nvSpPr>
          <p:cNvPr id="2" name="Slide Number Placeholder 1">
            <a:extLst>
              <a:ext uri="{FF2B5EF4-FFF2-40B4-BE49-F238E27FC236}">
                <a16:creationId xmlns:a16="http://schemas.microsoft.com/office/drawing/2014/main" id="{6041831D-8796-200C-870C-C7AF94DB8A76}"/>
              </a:ext>
            </a:extLst>
          </p:cNvPr>
          <p:cNvSpPr>
            <a:spLocks noGrp="1"/>
          </p:cNvSpPr>
          <p:nvPr>
            <p:ph type="sldNum" sz="quarter" idx="12"/>
          </p:nvPr>
        </p:nvSpPr>
        <p:spPr/>
        <p:txBody>
          <a:bodyPr/>
          <a:lstStyle/>
          <a:p>
            <a:fld id="{1AE971F0-0CD2-4C47-8087-EBCE9716EA84}" type="slidenum">
              <a:rPr lang="en-GB" smtClean="0"/>
              <a:pPr/>
              <a:t>24</a:t>
            </a:fld>
            <a:endParaRPr lang="en-GB" dirty="0"/>
          </a:p>
        </p:txBody>
      </p:sp>
    </p:spTree>
    <p:extLst>
      <p:ext uri="{BB962C8B-B14F-4D97-AF65-F5344CB8AC3E}">
        <p14:creationId xmlns:p14="http://schemas.microsoft.com/office/powerpoint/2010/main" val="874164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prstGeom prst="rect">
            <a:avLst/>
          </a:prstGeom>
        </p:spPr>
        <p:txBody>
          <a:bodyPr vert="horz" wrap="square" lIns="0" tIns="95121" rIns="0" bIns="0" rtlCol="0">
            <a:spAutoFit/>
          </a:bodyPr>
          <a:lstStyle/>
          <a:p>
            <a:pPr marL="154305">
              <a:lnSpc>
                <a:spcPct val="100000"/>
              </a:lnSpc>
              <a:spcBef>
                <a:spcPts val="95"/>
              </a:spcBef>
            </a:pPr>
            <a:r>
              <a:rPr dirty="0"/>
              <a:t>Data</a:t>
            </a:r>
            <a:r>
              <a:rPr spc="-235" dirty="0"/>
              <a:t> </a:t>
            </a:r>
            <a:r>
              <a:rPr spc="-30" dirty="0"/>
              <a:t>Definition</a:t>
            </a:r>
            <a:r>
              <a:rPr spc="-250" dirty="0"/>
              <a:t> </a:t>
            </a:r>
            <a:r>
              <a:rPr spc="-20" dirty="0"/>
              <a:t>Language</a:t>
            </a:r>
            <a:r>
              <a:rPr spc="-235" dirty="0"/>
              <a:t> </a:t>
            </a:r>
            <a:r>
              <a:rPr spc="-10" dirty="0"/>
              <a:t>(DDL)</a:t>
            </a:r>
          </a:p>
        </p:txBody>
      </p:sp>
      <p:sp>
        <p:nvSpPr>
          <p:cNvPr id="2" name="object 2"/>
          <p:cNvSpPr txBox="1">
            <a:spLocks noGrp="1"/>
          </p:cNvSpPr>
          <p:nvPr>
            <p:ph idx="1"/>
          </p:nvPr>
        </p:nvSpPr>
        <p:spPr>
          <a:xfrm>
            <a:off x="735171" y="2013259"/>
            <a:ext cx="5068729" cy="4058675"/>
          </a:xfrm>
          <a:prstGeom prst="rect">
            <a:avLst/>
          </a:prstGeom>
        </p:spPr>
        <p:txBody>
          <a:bodyPr vert="horz" wrap="square" lIns="0" tIns="12700" rIns="0" bIns="0" rtlCol="0">
            <a:spAutoFit/>
          </a:bodyPr>
          <a:lstStyle/>
          <a:p>
            <a:pPr marL="252729" marR="5080" indent="-240665">
              <a:lnSpc>
                <a:spcPct val="117000"/>
              </a:lnSpc>
              <a:spcBef>
                <a:spcPts val="100"/>
              </a:spcBef>
              <a:buClr>
                <a:srgbClr val="1B1B1B"/>
              </a:buClr>
              <a:buFont typeface="Arial"/>
              <a:buChar char="•"/>
              <a:tabLst>
                <a:tab pos="254000" algn="l"/>
              </a:tabLst>
            </a:pPr>
            <a:r>
              <a:rPr sz="2300" spc="-10" dirty="0">
                <a:latin typeface="Helvetica" pitchFamily="2" charset="0"/>
              </a:rPr>
              <a:t>Syntax</a:t>
            </a:r>
            <a:r>
              <a:rPr sz="2300" spc="-140" dirty="0">
                <a:latin typeface="Helvetica" pitchFamily="2" charset="0"/>
              </a:rPr>
              <a:t> </a:t>
            </a:r>
            <a:r>
              <a:rPr sz="2300" dirty="0">
                <a:latin typeface="Helvetica" pitchFamily="2" charset="0"/>
              </a:rPr>
              <a:t>for</a:t>
            </a:r>
            <a:r>
              <a:rPr sz="2300" spc="-105" dirty="0">
                <a:latin typeface="Helvetica" pitchFamily="2" charset="0"/>
              </a:rPr>
              <a:t> </a:t>
            </a:r>
            <a:r>
              <a:rPr sz="2300" spc="-35" dirty="0">
                <a:latin typeface="Helvetica" pitchFamily="2" charset="0"/>
              </a:rPr>
              <a:t>creating, </a:t>
            </a:r>
            <a:r>
              <a:rPr sz="2300" dirty="0">
                <a:latin typeface="Helvetica" pitchFamily="2" charset="0"/>
              </a:rPr>
              <a:t>editing,</a:t>
            </a:r>
            <a:r>
              <a:rPr sz="2300" spc="-160" dirty="0">
                <a:latin typeface="Helvetica" pitchFamily="2" charset="0"/>
              </a:rPr>
              <a:t> </a:t>
            </a:r>
            <a:r>
              <a:rPr sz="2300" spc="-10" dirty="0">
                <a:latin typeface="Helvetica" pitchFamily="2" charset="0"/>
              </a:rPr>
              <a:t>deleting:</a:t>
            </a:r>
          </a:p>
          <a:p>
            <a:pPr marL="737235" lvl="1" indent="-241935">
              <a:lnSpc>
                <a:spcPct val="100000"/>
              </a:lnSpc>
              <a:spcBef>
                <a:spcPts val="1965"/>
              </a:spcBef>
              <a:buFont typeface="Arial"/>
              <a:buChar char="•"/>
              <a:tabLst>
                <a:tab pos="737235" algn="l"/>
              </a:tabLst>
            </a:pPr>
            <a:r>
              <a:rPr sz="2300" spc="-10" dirty="0">
                <a:solidFill>
                  <a:srgbClr val="1B1B1B"/>
                </a:solidFill>
                <a:latin typeface="Helvetica" pitchFamily="2" charset="0"/>
                <a:cs typeface="Times New Roman"/>
              </a:rPr>
              <a:t>Databases</a:t>
            </a:r>
            <a:endParaRPr sz="2300" dirty="0">
              <a:latin typeface="Helvetica" pitchFamily="2" charset="0"/>
              <a:cs typeface="Times New Roman"/>
            </a:endParaRPr>
          </a:p>
          <a:p>
            <a:pPr marL="737235" lvl="1" indent="-241935">
              <a:lnSpc>
                <a:spcPct val="100000"/>
              </a:lnSpc>
              <a:spcBef>
                <a:spcPts val="1200"/>
              </a:spcBef>
              <a:buFont typeface="Arial"/>
              <a:buChar char="•"/>
              <a:tabLst>
                <a:tab pos="737235" algn="l"/>
              </a:tabLst>
            </a:pPr>
            <a:r>
              <a:rPr sz="2300" spc="-10" dirty="0">
                <a:solidFill>
                  <a:srgbClr val="1B1B1B"/>
                </a:solidFill>
                <a:latin typeface="Helvetica" pitchFamily="2" charset="0"/>
                <a:cs typeface="Times New Roman"/>
              </a:rPr>
              <a:t>Tables</a:t>
            </a:r>
            <a:endParaRPr sz="2300" dirty="0">
              <a:latin typeface="Helvetica" pitchFamily="2" charset="0"/>
              <a:cs typeface="Times New Roman"/>
            </a:endParaRPr>
          </a:p>
          <a:p>
            <a:pPr marL="737235" lvl="1" indent="-241935">
              <a:lnSpc>
                <a:spcPct val="100000"/>
              </a:lnSpc>
              <a:spcBef>
                <a:spcPts val="1095"/>
              </a:spcBef>
              <a:buFont typeface="Arial"/>
              <a:buChar char="•"/>
              <a:tabLst>
                <a:tab pos="737235" algn="l"/>
              </a:tabLst>
            </a:pPr>
            <a:r>
              <a:rPr sz="2300" spc="-10" dirty="0">
                <a:solidFill>
                  <a:srgbClr val="1B1B1B"/>
                </a:solidFill>
                <a:latin typeface="Helvetica" pitchFamily="2" charset="0"/>
                <a:cs typeface="Times New Roman"/>
              </a:rPr>
              <a:t>Views</a:t>
            </a:r>
            <a:endParaRPr sz="2300" dirty="0">
              <a:latin typeface="Helvetica" pitchFamily="2" charset="0"/>
              <a:cs typeface="Times New Roman"/>
            </a:endParaRPr>
          </a:p>
          <a:p>
            <a:pPr marL="737235" lvl="1" indent="-241935">
              <a:lnSpc>
                <a:spcPct val="100000"/>
              </a:lnSpc>
              <a:spcBef>
                <a:spcPts val="1200"/>
              </a:spcBef>
              <a:buFont typeface="Arial"/>
              <a:buChar char="•"/>
              <a:tabLst>
                <a:tab pos="737235" algn="l"/>
              </a:tabLst>
            </a:pPr>
            <a:r>
              <a:rPr sz="2300" spc="-10" dirty="0">
                <a:solidFill>
                  <a:srgbClr val="1B1B1B"/>
                </a:solidFill>
                <a:latin typeface="Helvetica" pitchFamily="2" charset="0"/>
                <a:cs typeface="Times New Roman"/>
              </a:rPr>
              <a:t>Indexes</a:t>
            </a:r>
            <a:endParaRPr sz="2300" dirty="0">
              <a:latin typeface="Helvetica" pitchFamily="2" charset="0"/>
              <a:cs typeface="Times New Roman"/>
            </a:endParaRPr>
          </a:p>
          <a:p>
            <a:pPr marL="737235" lvl="1" indent="-241935">
              <a:lnSpc>
                <a:spcPct val="100000"/>
              </a:lnSpc>
              <a:spcBef>
                <a:spcPts val="1200"/>
              </a:spcBef>
              <a:buFont typeface="Arial"/>
              <a:buChar char="•"/>
              <a:tabLst>
                <a:tab pos="737235" algn="l"/>
              </a:tabLst>
            </a:pPr>
            <a:r>
              <a:rPr sz="2300" spc="-10" dirty="0">
                <a:solidFill>
                  <a:srgbClr val="1B1B1B"/>
                </a:solidFill>
                <a:latin typeface="Helvetica" pitchFamily="2" charset="0"/>
                <a:cs typeface="Times New Roman"/>
              </a:rPr>
              <a:t>Constraints</a:t>
            </a:r>
            <a:endParaRPr sz="2300" dirty="0">
              <a:latin typeface="Helvetica" pitchFamily="2" charset="0"/>
              <a:cs typeface="Times New Roman"/>
            </a:endParaRPr>
          </a:p>
          <a:p>
            <a:pPr marL="737235" lvl="1" indent="-241935">
              <a:lnSpc>
                <a:spcPct val="100000"/>
              </a:lnSpc>
              <a:spcBef>
                <a:spcPts val="1200"/>
              </a:spcBef>
              <a:buFont typeface="Arial"/>
              <a:buChar char="•"/>
              <a:tabLst>
                <a:tab pos="737235" algn="l"/>
              </a:tabLst>
            </a:pPr>
            <a:r>
              <a:rPr sz="2300" spc="-10" dirty="0">
                <a:solidFill>
                  <a:srgbClr val="1B1B1B"/>
                </a:solidFill>
                <a:latin typeface="Helvetica" pitchFamily="2" charset="0"/>
                <a:cs typeface="Times New Roman"/>
              </a:rPr>
              <a:t>Users</a:t>
            </a:r>
            <a:endParaRPr sz="2300" dirty="0">
              <a:latin typeface="Helvetica" pitchFamily="2" charset="0"/>
              <a:cs typeface="Times New Roman"/>
            </a:endParaRPr>
          </a:p>
          <a:p>
            <a:pPr marL="737235" lvl="1" indent="-241935">
              <a:lnSpc>
                <a:spcPct val="100000"/>
              </a:lnSpc>
              <a:spcBef>
                <a:spcPts val="1105"/>
              </a:spcBef>
              <a:buFont typeface="Arial"/>
              <a:buChar char="•"/>
              <a:tabLst>
                <a:tab pos="737235" algn="l"/>
              </a:tabLst>
            </a:pPr>
            <a:r>
              <a:rPr sz="2300" spc="-10" dirty="0">
                <a:solidFill>
                  <a:srgbClr val="1B1B1B"/>
                </a:solidFill>
                <a:latin typeface="Helvetica" pitchFamily="2" charset="0"/>
                <a:cs typeface="Times New Roman"/>
              </a:rPr>
              <a:t>Privileges</a:t>
            </a:r>
            <a:endParaRPr sz="2300" dirty="0">
              <a:latin typeface="Helvetica" pitchFamily="2" charset="0"/>
              <a:cs typeface="Times New Roman"/>
            </a:endParaRPr>
          </a:p>
        </p:txBody>
      </p:sp>
      <p:sp>
        <p:nvSpPr>
          <p:cNvPr id="3" name="Slide Number Placeholder 2">
            <a:extLst>
              <a:ext uri="{FF2B5EF4-FFF2-40B4-BE49-F238E27FC236}">
                <a16:creationId xmlns:a16="http://schemas.microsoft.com/office/drawing/2014/main" id="{C73D3216-3F47-E336-3595-BC5C377B2A3F}"/>
              </a:ext>
            </a:extLst>
          </p:cNvPr>
          <p:cNvSpPr>
            <a:spLocks noGrp="1"/>
          </p:cNvSpPr>
          <p:nvPr>
            <p:ph type="sldNum" sz="quarter" idx="12"/>
          </p:nvPr>
        </p:nvSpPr>
        <p:spPr/>
        <p:txBody>
          <a:bodyPr/>
          <a:lstStyle/>
          <a:p>
            <a:fld id="{1AE971F0-0CD2-4C47-8087-EBCE9716EA84}" type="slidenum">
              <a:rPr lang="en-GB" smtClean="0"/>
              <a:pPr/>
              <a:t>25</a:t>
            </a:fld>
            <a:endParaRPr lang="en-GB" dirty="0"/>
          </a:p>
        </p:txBody>
      </p:sp>
      <p:sp>
        <p:nvSpPr>
          <p:cNvPr id="9" name="TextBox 8">
            <a:extLst>
              <a:ext uri="{FF2B5EF4-FFF2-40B4-BE49-F238E27FC236}">
                <a16:creationId xmlns:a16="http://schemas.microsoft.com/office/drawing/2014/main" id="{BB4313C4-0C86-50C3-DF7D-97D0132591CD}"/>
              </a:ext>
            </a:extLst>
          </p:cNvPr>
          <p:cNvSpPr txBox="1"/>
          <p:nvPr/>
        </p:nvSpPr>
        <p:spPr>
          <a:xfrm>
            <a:off x="3746500" y="3400425"/>
            <a:ext cx="6705600" cy="2585323"/>
          </a:xfrm>
          <a:prstGeom prst="rect">
            <a:avLst/>
          </a:prstGeom>
          <a:noFill/>
        </p:spPr>
        <p:txBody>
          <a:bodyPr wrap="square">
            <a:spAutoFit/>
          </a:bodyPr>
          <a:lstStyle/>
          <a:p>
            <a:pPr marL="0" marR="0">
              <a:spcBef>
                <a:spcPts val="0"/>
              </a:spcBef>
              <a:spcAft>
                <a:spcPts val="0"/>
              </a:spcAft>
            </a:pPr>
            <a:r>
              <a:rPr lang="en-GB" sz="1800" b="1" dirty="0">
                <a:solidFill>
                  <a:srgbClr val="739ECA"/>
                </a:solidFill>
                <a:effectLst/>
                <a:latin typeface="Menlo" panose="020B0609030804020204" pitchFamily="49" charset="0"/>
              </a:rPr>
              <a:t>drop</a:t>
            </a:r>
            <a:r>
              <a:rPr lang="en-GB" sz="1800" dirty="0">
                <a:solidFill>
                  <a:srgbClr val="AAAAAA"/>
                </a:solidFill>
                <a:effectLst/>
                <a:latin typeface="Menlo" panose="020B0609030804020204" pitchFamily="49" charset="0"/>
              </a:rPr>
              <a:t> </a:t>
            </a:r>
            <a:r>
              <a:rPr lang="en-GB" sz="1800" b="1" dirty="0">
                <a:solidFill>
                  <a:srgbClr val="739ECA"/>
                </a:solidFill>
                <a:effectLst/>
                <a:latin typeface="Menlo" panose="020B0609030804020204" pitchFamily="49" charset="0"/>
              </a:rPr>
              <a:t>table</a:t>
            </a:r>
            <a:r>
              <a:rPr lang="en-GB" sz="1800" dirty="0">
                <a:solidFill>
                  <a:srgbClr val="AAAAAA"/>
                </a:solidFill>
                <a:effectLst/>
                <a:latin typeface="Menlo" panose="020B0609030804020204" pitchFamily="49" charset="0"/>
              </a:rPr>
              <a:t> </a:t>
            </a:r>
            <a:r>
              <a:rPr lang="en-GB" sz="1800" dirty="0">
                <a:solidFill>
                  <a:srgbClr val="9E9E9E"/>
                </a:solidFill>
                <a:effectLst/>
                <a:latin typeface="Menlo" panose="020B0609030804020204" pitchFamily="49" charset="0"/>
              </a:rPr>
              <a:t>example</a:t>
            </a:r>
            <a:r>
              <a:rPr lang="en-GB" sz="1800" dirty="0">
                <a:solidFill>
                  <a:srgbClr val="EECC64"/>
                </a:solidFill>
                <a:effectLst/>
                <a:latin typeface="Menlo" panose="020B0609030804020204" pitchFamily="49" charset="0"/>
              </a:rPr>
              <a:t>;</a:t>
            </a:r>
            <a:endParaRPr lang="en-GB" sz="1800" dirty="0">
              <a:solidFill>
                <a:srgbClr val="AAAAAA"/>
              </a:solidFill>
              <a:effectLst/>
              <a:latin typeface="Menlo" panose="020B0609030804020204" pitchFamily="49" charset="0"/>
            </a:endParaRPr>
          </a:p>
          <a:p>
            <a:pPr marL="0" marR="0">
              <a:spcBef>
                <a:spcPts val="0"/>
              </a:spcBef>
              <a:spcAft>
                <a:spcPts val="0"/>
              </a:spcAft>
            </a:pPr>
            <a:endParaRPr lang="en-GB" b="1" dirty="0">
              <a:solidFill>
                <a:srgbClr val="739ECA"/>
              </a:solidFill>
              <a:latin typeface="Menlo" panose="020B0609030804020204" pitchFamily="49" charset="0"/>
            </a:endParaRPr>
          </a:p>
          <a:p>
            <a:pPr marL="0" marR="0">
              <a:spcBef>
                <a:spcPts val="0"/>
              </a:spcBef>
              <a:spcAft>
                <a:spcPts val="0"/>
              </a:spcAft>
            </a:pPr>
            <a:r>
              <a:rPr lang="en-GB" b="1" dirty="0">
                <a:solidFill>
                  <a:srgbClr val="739ECA"/>
                </a:solidFill>
                <a:latin typeface="Menlo" panose="020B0609030804020204" pitchFamily="49" charset="0"/>
              </a:rPr>
              <a:t>c</a:t>
            </a:r>
            <a:r>
              <a:rPr lang="en-GB" sz="1800" b="1" dirty="0">
                <a:solidFill>
                  <a:srgbClr val="739ECA"/>
                </a:solidFill>
                <a:effectLst/>
                <a:latin typeface="Menlo" panose="020B0609030804020204" pitchFamily="49" charset="0"/>
              </a:rPr>
              <a:t>reate table </a:t>
            </a:r>
            <a:r>
              <a:rPr lang="en-GB" sz="1800" dirty="0">
                <a:solidFill>
                  <a:srgbClr val="9E9E9E"/>
                </a:solidFill>
                <a:effectLst/>
                <a:latin typeface="Menlo" panose="020B0609030804020204" pitchFamily="49" charset="0"/>
              </a:rPr>
              <a:t>example</a:t>
            </a:r>
            <a:r>
              <a:rPr lang="en-GB" sz="1800" dirty="0">
                <a:solidFill>
                  <a:srgbClr val="AAAAAA"/>
                </a:solidFill>
                <a:effectLst/>
                <a:latin typeface="Menlo" panose="020B0609030804020204" pitchFamily="49" charset="0"/>
              </a:rPr>
              <a:t> (</a:t>
            </a:r>
            <a:r>
              <a:rPr lang="en-GB" b="1" dirty="0" err="1">
                <a:solidFill>
                  <a:srgbClr val="739ECA"/>
                </a:solidFill>
                <a:latin typeface="Menlo" panose="020B0609030804020204" pitchFamily="49" charset="0"/>
              </a:rPr>
              <a:t>example_name</a:t>
            </a:r>
            <a:r>
              <a:rPr lang="en-GB" b="1" dirty="0">
                <a:solidFill>
                  <a:srgbClr val="739ECA"/>
                </a:solidFill>
                <a:latin typeface="Menlo" panose="020B0609030804020204" pitchFamily="49" charset="0"/>
              </a:rPr>
              <a:t> </a:t>
            </a:r>
            <a:r>
              <a:rPr lang="en-GB" sz="1800" b="1" dirty="0">
                <a:solidFill>
                  <a:srgbClr val="C1AA6C"/>
                </a:solidFill>
                <a:effectLst/>
                <a:latin typeface="Menlo" panose="020B0609030804020204" pitchFamily="49" charset="0"/>
              </a:rPr>
              <a:t>varchar</a:t>
            </a:r>
            <a:r>
              <a:rPr lang="en-GB" sz="1800" dirty="0">
                <a:solidFill>
                  <a:srgbClr val="AAAAAA"/>
                </a:solidFill>
                <a:effectLst/>
                <a:latin typeface="Menlo" panose="020B0609030804020204" pitchFamily="49" charset="0"/>
              </a:rPr>
              <a:t>(</a:t>
            </a:r>
            <a:r>
              <a:rPr lang="en-GB" sz="1800" dirty="0">
                <a:solidFill>
                  <a:srgbClr val="C0C0C0"/>
                </a:solidFill>
                <a:effectLst/>
                <a:latin typeface="Menlo" panose="020B0609030804020204" pitchFamily="49" charset="0"/>
              </a:rPr>
              <a:t>100</a:t>
            </a:r>
            <a:r>
              <a:rPr lang="en-GB" sz="1800" dirty="0">
                <a:solidFill>
                  <a:srgbClr val="AAAAAA"/>
                </a:solidFill>
                <a:effectLst/>
                <a:latin typeface="Menlo" panose="020B0609030804020204" pitchFamily="49" charset="0"/>
              </a:rPr>
              <a:t>), </a:t>
            </a:r>
            <a:r>
              <a:rPr lang="en-GB" sz="1800" b="1" dirty="0">
                <a:solidFill>
                  <a:srgbClr val="739ECA"/>
                </a:solidFill>
                <a:effectLst/>
                <a:latin typeface="Menlo" panose="020B0609030804020204" pitchFamily="49" charset="0"/>
              </a:rPr>
              <a:t>size</a:t>
            </a:r>
            <a:r>
              <a:rPr lang="en-GB" sz="1800" dirty="0">
                <a:solidFill>
                  <a:srgbClr val="AAAAAA"/>
                </a:solidFill>
                <a:effectLst/>
                <a:latin typeface="Menlo" panose="020B0609030804020204" pitchFamily="49" charset="0"/>
              </a:rPr>
              <a:t> </a:t>
            </a:r>
            <a:r>
              <a:rPr lang="en-GB" sz="1800" b="1" dirty="0">
                <a:solidFill>
                  <a:srgbClr val="C1AA6C"/>
                </a:solidFill>
                <a:effectLst/>
                <a:latin typeface="Menlo" panose="020B0609030804020204" pitchFamily="49" charset="0"/>
              </a:rPr>
              <a:t>int</a:t>
            </a:r>
            <a:r>
              <a:rPr lang="en-GB" sz="1800" dirty="0">
                <a:solidFill>
                  <a:srgbClr val="AAAAAA"/>
                </a:solidFill>
                <a:effectLst/>
                <a:latin typeface="Menlo" panose="020B0609030804020204" pitchFamily="49" charset="0"/>
              </a:rPr>
              <a:t>, </a:t>
            </a:r>
            <a:r>
              <a:rPr lang="en-GB" sz="1800" dirty="0">
                <a:solidFill>
                  <a:srgbClr val="9E9E9E"/>
                </a:solidFill>
                <a:effectLst/>
                <a:latin typeface="Menlo" panose="020B0609030804020204" pitchFamily="49" charset="0"/>
              </a:rPr>
              <a:t>Gc</a:t>
            </a:r>
            <a:r>
              <a:rPr lang="en-GB" sz="1800" dirty="0">
                <a:solidFill>
                  <a:srgbClr val="AAAAAA"/>
                </a:solidFill>
                <a:effectLst/>
                <a:latin typeface="Menlo" panose="020B0609030804020204" pitchFamily="49" charset="0"/>
              </a:rPr>
              <a:t> </a:t>
            </a:r>
            <a:r>
              <a:rPr lang="en-GB" sz="1800" b="1" dirty="0">
                <a:solidFill>
                  <a:srgbClr val="C1AA6C"/>
                </a:solidFill>
                <a:effectLst/>
                <a:latin typeface="Menlo" panose="020B0609030804020204" pitchFamily="49" charset="0"/>
              </a:rPr>
              <a:t>decimal</a:t>
            </a:r>
            <a:r>
              <a:rPr lang="en-GB" sz="1800" dirty="0">
                <a:solidFill>
                  <a:srgbClr val="AAAAAA"/>
                </a:solidFill>
                <a:effectLst/>
                <a:latin typeface="Menlo" panose="020B0609030804020204" pitchFamily="49" charset="0"/>
              </a:rPr>
              <a:t>(</a:t>
            </a:r>
            <a:r>
              <a:rPr lang="en-GB" sz="1800" dirty="0">
                <a:solidFill>
                  <a:srgbClr val="C0C0C0"/>
                </a:solidFill>
                <a:effectLst/>
                <a:latin typeface="Menlo" panose="020B0609030804020204" pitchFamily="49" charset="0"/>
              </a:rPr>
              <a:t>5</a:t>
            </a:r>
            <a:r>
              <a:rPr lang="en-GB" sz="1800" dirty="0">
                <a:solidFill>
                  <a:srgbClr val="AAAAAA"/>
                </a:solidFill>
                <a:effectLst/>
                <a:latin typeface="Menlo" panose="020B0609030804020204" pitchFamily="49" charset="0"/>
              </a:rPr>
              <a:t>), </a:t>
            </a:r>
            <a:r>
              <a:rPr lang="en-GB" sz="1800" dirty="0">
                <a:solidFill>
                  <a:srgbClr val="9E9E9E"/>
                </a:solidFill>
                <a:effectLst/>
                <a:latin typeface="Menlo" panose="020B0609030804020204" pitchFamily="49" charset="0"/>
              </a:rPr>
              <a:t>Accession</a:t>
            </a:r>
            <a:r>
              <a:rPr lang="en-GB" sz="1800" dirty="0">
                <a:solidFill>
                  <a:srgbClr val="AAAAAA"/>
                </a:solidFill>
                <a:effectLst/>
                <a:latin typeface="Menlo" panose="020B0609030804020204" pitchFamily="49" charset="0"/>
              </a:rPr>
              <a:t> </a:t>
            </a:r>
            <a:r>
              <a:rPr lang="en-GB" sz="1800" b="1" dirty="0">
                <a:solidFill>
                  <a:srgbClr val="C1AA6C"/>
                </a:solidFill>
                <a:effectLst/>
                <a:latin typeface="Menlo" panose="020B0609030804020204" pitchFamily="49" charset="0"/>
              </a:rPr>
              <a:t>varchar</a:t>
            </a:r>
            <a:r>
              <a:rPr lang="en-GB" sz="1800" dirty="0">
                <a:solidFill>
                  <a:srgbClr val="AAAAAA"/>
                </a:solidFill>
                <a:effectLst/>
                <a:latin typeface="Menlo" panose="020B0609030804020204" pitchFamily="49" charset="0"/>
              </a:rPr>
              <a:t>(</a:t>
            </a:r>
            <a:r>
              <a:rPr lang="en-GB" sz="1800" dirty="0">
                <a:solidFill>
                  <a:srgbClr val="C0C0C0"/>
                </a:solidFill>
                <a:effectLst/>
                <a:latin typeface="Menlo" panose="020B0609030804020204" pitchFamily="49" charset="0"/>
              </a:rPr>
              <a:t>10</a:t>
            </a:r>
            <a:r>
              <a:rPr lang="en-GB" sz="1800" dirty="0">
                <a:solidFill>
                  <a:srgbClr val="AAAAAA"/>
                </a:solidFill>
                <a:effectLst/>
                <a:latin typeface="Menlo" panose="020B0609030804020204" pitchFamily="49" charset="0"/>
              </a:rPr>
              <a:t>), </a:t>
            </a:r>
            <a:r>
              <a:rPr lang="en-GB" sz="1800" b="1" dirty="0">
                <a:solidFill>
                  <a:srgbClr val="739ECA"/>
                </a:solidFill>
                <a:effectLst/>
                <a:latin typeface="Menlo" panose="020B0609030804020204" pitchFamily="49" charset="0"/>
              </a:rPr>
              <a:t>release</a:t>
            </a:r>
            <a:r>
              <a:rPr lang="en-GB" sz="1800" dirty="0">
                <a:solidFill>
                  <a:srgbClr val="AAAAAA"/>
                </a:solidFill>
                <a:effectLst/>
                <a:latin typeface="Menlo" panose="020B0609030804020204" pitchFamily="49" charset="0"/>
              </a:rPr>
              <a:t> </a:t>
            </a:r>
            <a:r>
              <a:rPr lang="en-GB" sz="1800" b="1" dirty="0">
                <a:solidFill>
                  <a:srgbClr val="C1AA6C"/>
                </a:solidFill>
                <a:effectLst/>
                <a:latin typeface="Menlo" panose="020B0609030804020204" pitchFamily="49" charset="0"/>
              </a:rPr>
              <a:t>date</a:t>
            </a:r>
            <a:r>
              <a:rPr lang="en-GB" sz="1800" dirty="0">
                <a:solidFill>
                  <a:srgbClr val="AAAAAA"/>
                </a:solidFill>
                <a:effectLst/>
                <a:latin typeface="Menlo" panose="020B0609030804020204" pitchFamily="49" charset="0"/>
              </a:rPr>
              <a:t>, </a:t>
            </a:r>
            <a:r>
              <a:rPr lang="en-GB" sz="1800" b="1" dirty="0" err="1">
                <a:solidFill>
                  <a:srgbClr val="739ECA"/>
                </a:solidFill>
                <a:effectLst/>
                <a:latin typeface="Menlo" panose="020B0609030804020204" pitchFamily="49" charset="0"/>
              </a:rPr>
              <a:t>c</a:t>
            </a:r>
            <a:r>
              <a:rPr lang="en-GB" b="1" dirty="0" err="1">
                <a:solidFill>
                  <a:srgbClr val="739ECA"/>
                </a:solidFill>
                <a:latin typeface="Menlo" panose="020B0609030804020204" pitchFamily="49" charset="0"/>
              </a:rPr>
              <a:t>enter</a:t>
            </a:r>
            <a:r>
              <a:rPr lang="en-GB" sz="1800" dirty="0">
                <a:solidFill>
                  <a:srgbClr val="AAAAAA"/>
                </a:solidFill>
                <a:effectLst/>
                <a:latin typeface="Menlo" panose="020B0609030804020204" pitchFamily="49" charset="0"/>
              </a:rPr>
              <a:t> </a:t>
            </a:r>
            <a:r>
              <a:rPr lang="en-GB" sz="1800" b="1" dirty="0">
                <a:solidFill>
                  <a:srgbClr val="C1AA6C"/>
                </a:solidFill>
                <a:effectLst/>
                <a:latin typeface="Menlo" panose="020B0609030804020204" pitchFamily="49" charset="0"/>
              </a:rPr>
              <a:t>varchar</a:t>
            </a:r>
            <a:r>
              <a:rPr lang="en-GB" sz="1800" dirty="0">
                <a:solidFill>
                  <a:srgbClr val="AAAAAA"/>
                </a:solidFill>
                <a:effectLst/>
                <a:latin typeface="Menlo" panose="020B0609030804020204" pitchFamily="49" charset="0"/>
              </a:rPr>
              <a:t>(</a:t>
            </a:r>
            <a:r>
              <a:rPr lang="en-GB" sz="1800" dirty="0">
                <a:solidFill>
                  <a:srgbClr val="C0C0C0"/>
                </a:solidFill>
                <a:effectLst/>
                <a:latin typeface="Menlo" panose="020B0609030804020204" pitchFamily="49" charset="0"/>
              </a:rPr>
              <a:t>100</a:t>
            </a:r>
            <a:r>
              <a:rPr lang="en-GB" sz="1800" dirty="0">
                <a:solidFill>
                  <a:srgbClr val="AAAAAA"/>
                </a:solidFill>
                <a:effectLst/>
                <a:latin typeface="Menlo" panose="020B0609030804020204" pitchFamily="49" charset="0"/>
              </a:rPr>
              <a:t>))</a:t>
            </a:r>
            <a:r>
              <a:rPr lang="en-GB" sz="1800" dirty="0">
                <a:solidFill>
                  <a:srgbClr val="EECC64"/>
                </a:solidFill>
                <a:effectLst/>
                <a:latin typeface="Menlo" panose="020B0609030804020204" pitchFamily="49" charset="0"/>
              </a:rPr>
              <a:t>;</a:t>
            </a:r>
            <a:endParaRPr lang="en-GB" sz="1800" dirty="0">
              <a:solidFill>
                <a:srgbClr val="AAAAAA"/>
              </a:solidFill>
              <a:effectLst/>
              <a:latin typeface="Menlo" panose="020B0609030804020204" pitchFamily="49" charset="0"/>
            </a:endParaRPr>
          </a:p>
          <a:p>
            <a:pPr marL="0" marR="0">
              <a:spcBef>
                <a:spcPts val="0"/>
              </a:spcBef>
              <a:spcAft>
                <a:spcPts val="0"/>
              </a:spcAft>
            </a:pPr>
            <a:endParaRPr lang="en-GB" sz="1800" b="1" dirty="0">
              <a:solidFill>
                <a:srgbClr val="739ECA"/>
              </a:solidFill>
              <a:effectLst/>
              <a:latin typeface="Menlo" panose="020B0609030804020204" pitchFamily="49" charset="0"/>
            </a:endParaRPr>
          </a:p>
          <a:p>
            <a:pPr marL="0" marR="0">
              <a:spcBef>
                <a:spcPts val="0"/>
              </a:spcBef>
              <a:spcAft>
                <a:spcPts val="0"/>
              </a:spcAft>
            </a:pPr>
            <a:r>
              <a:rPr lang="en-GB" sz="1800" b="1" dirty="0">
                <a:solidFill>
                  <a:srgbClr val="739ECA"/>
                </a:solidFill>
                <a:effectLst/>
                <a:latin typeface="Menlo" panose="020B0609030804020204" pitchFamily="49" charset="0"/>
              </a:rPr>
              <a:t>alter table</a:t>
            </a:r>
            <a:r>
              <a:rPr lang="en-GB" sz="1800" dirty="0">
                <a:solidFill>
                  <a:srgbClr val="AAAAAA"/>
                </a:solidFill>
                <a:effectLst/>
                <a:latin typeface="Menlo" panose="020B0609030804020204" pitchFamily="49" charset="0"/>
              </a:rPr>
              <a:t> </a:t>
            </a:r>
            <a:r>
              <a:rPr lang="en-GB" sz="1800" dirty="0">
                <a:solidFill>
                  <a:srgbClr val="9E9E9E"/>
                </a:solidFill>
                <a:effectLst/>
                <a:latin typeface="Menlo" panose="020B0609030804020204" pitchFamily="49" charset="0"/>
              </a:rPr>
              <a:t>example</a:t>
            </a:r>
            <a:r>
              <a:rPr lang="en-GB" sz="1800" dirty="0">
                <a:solidFill>
                  <a:srgbClr val="AAAAAA"/>
                </a:solidFill>
                <a:effectLst/>
                <a:latin typeface="Menlo" panose="020B0609030804020204" pitchFamily="49" charset="0"/>
              </a:rPr>
              <a:t> </a:t>
            </a:r>
            <a:r>
              <a:rPr lang="en-GB" sz="1800" b="1" dirty="0">
                <a:solidFill>
                  <a:srgbClr val="739ECA"/>
                </a:solidFill>
                <a:effectLst/>
                <a:latin typeface="Menlo" panose="020B0609030804020204" pitchFamily="49" charset="0"/>
              </a:rPr>
              <a:t>add</a:t>
            </a:r>
            <a:r>
              <a:rPr lang="en-GB" sz="1800" dirty="0">
                <a:solidFill>
                  <a:srgbClr val="AAAAAA"/>
                </a:solidFill>
                <a:effectLst/>
                <a:latin typeface="Menlo" panose="020B0609030804020204" pitchFamily="49" charset="0"/>
              </a:rPr>
              <a:t> </a:t>
            </a:r>
            <a:r>
              <a:rPr lang="en-GB" b="1" dirty="0">
                <a:solidFill>
                  <a:srgbClr val="739ECA"/>
                </a:solidFill>
                <a:latin typeface="Menlo" panose="020B0609030804020204" pitchFamily="49" charset="0"/>
              </a:rPr>
              <a:t>s</a:t>
            </a:r>
            <a:r>
              <a:rPr lang="en-GB" sz="1800" b="1" dirty="0">
                <a:solidFill>
                  <a:srgbClr val="739ECA"/>
                </a:solidFill>
                <a:effectLst/>
                <a:latin typeface="Menlo" panose="020B0609030804020204" pitchFamily="49" charset="0"/>
              </a:rPr>
              <a:t>equence</a:t>
            </a:r>
            <a:r>
              <a:rPr lang="en-GB" sz="1800" dirty="0">
                <a:solidFill>
                  <a:srgbClr val="AAAAAA"/>
                </a:solidFill>
                <a:effectLst/>
                <a:latin typeface="Menlo" panose="020B0609030804020204" pitchFamily="49" charset="0"/>
              </a:rPr>
              <a:t> </a:t>
            </a:r>
            <a:r>
              <a:rPr lang="en-GB" sz="1800" b="1" dirty="0">
                <a:solidFill>
                  <a:srgbClr val="C1AA6C"/>
                </a:solidFill>
                <a:effectLst/>
                <a:latin typeface="Menlo" panose="020B0609030804020204" pitchFamily="49" charset="0"/>
              </a:rPr>
              <a:t>varchar</a:t>
            </a:r>
            <a:r>
              <a:rPr lang="en-GB" sz="1800" dirty="0">
                <a:solidFill>
                  <a:srgbClr val="EECC64"/>
                </a:solidFill>
                <a:effectLst/>
                <a:latin typeface="Menlo" panose="020B0609030804020204" pitchFamily="49" charset="0"/>
              </a:rPr>
              <a:t>;</a:t>
            </a:r>
            <a:endParaRPr lang="en-GB" sz="1800" dirty="0">
              <a:solidFill>
                <a:srgbClr val="AAAAAA"/>
              </a:solidFill>
              <a:effectLst/>
              <a:latin typeface="Menlo" panose="020B0609030804020204" pitchFamily="49" charset="0"/>
            </a:endParaRPr>
          </a:p>
          <a:p>
            <a:pPr marL="0" marR="0">
              <a:spcBef>
                <a:spcPts val="0"/>
              </a:spcBef>
              <a:spcAft>
                <a:spcPts val="0"/>
              </a:spcAft>
            </a:pPr>
            <a:endParaRPr lang="en-GB" sz="1800" b="1" dirty="0">
              <a:solidFill>
                <a:srgbClr val="739ECA"/>
              </a:solidFill>
              <a:effectLst/>
              <a:latin typeface="Menlo" panose="020B06090308040202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prstGeom prst="rect">
            <a:avLst/>
          </a:prstGeom>
        </p:spPr>
        <p:txBody>
          <a:bodyPr vert="horz" wrap="square" lIns="0" tIns="95121" rIns="0" bIns="0" rtlCol="0">
            <a:spAutoFit/>
          </a:bodyPr>
          <a:lstStyle/>
          <a:p>
            <a:pPr marL="154305">
              <a:lnSpc>
                <a:spcPct val="100000"/>
              </a:lnSpc>
              <a:spcBef>
                <a:spcPts val="95"/>
              </a:spcBef>
            </a:pPr>
            <a:r>
              <a:rPr spc="-10" dirty="0"/>
              <a:t>Data</a:t>
            </a:r>
            <a:r>
              <a:rPr spc="-229" dirty="0"/>
              <a:t> </a:t>
            </a:r>
            <a:r>
              <a:rPr spc="-35" dirty="0"/>
              <a:t>Manipulation</a:t>
            </a:r>
            <a:r>
              <a:rPr spc="-240" dirty="0"/>
              <a:t> </a:t>
            </a:r>
            <a:r>
              <a:rPr spc="-20" dirty="0"/>
              <a:t>Language</a:t>
            </a:r>
            <a:r>
              <a:rPr spc="-220" dirty="0"/>
              <a:t> </a:t>
            </a:r>
            <a:r>
              <a:rPr spc="-10" dirty="0"/>
              <a:t>(DML)</a:t>
            </a:r>
          </a:p>
        </p:txBody>
      </p:sp>
      <p:sp>
        <p:nvSpPr>
          <p:cNvPr id="5" name="Content Placeholder 4">
            <a:extLst>
              <a:ext uri="{FF2B5EF4-FFF2-40B4-BE49-F238E27FC236}">
                <a16:creationId xmlns:a16="http://schemas.microsoft.com/office/drawing/2014/main" id="{2B666DEF-6EBD-9275-FB02-E4B6F1EA2F36}"/>
              </a:ext>
            </a:extLst>
          </p:cNvPr>
          <p:cNvSpPr>
            <a:spLocks noGrp="1"/>
          </p:cNvSpPr>
          <p:nvPr>
            <p:ph idx="1"/>
          </p:nvPr>
        </p:nvSpPr>
        <p:spPr>
          <a:xfrm>
            <a:off x="760571" y="1864454"/>
            <a:ext cx="9223058" cy="4202972"/>
          </a:xfrm>
        </p:spPr>
        <p:txBody>
          <a:bodyPr/>
          <a:lstStyle/>
          <a:p>
            <a:pPr marL="252729" marR="5080" indent="-240665">
              <a:lnSpc>
                <a:spcPct val="117000"/>
              </a:lnSpc>
              <a:spcBef>
                <a:spcPts val="100"/>
              </a:spcBef>
              <a:buClr>
                <a:srgbClr val="1B1B1B"/>
              </a:buClr>
              <a:buFont typeface="Arial"/>
              <a:buChar char="•"/>
              <a:tabLst>
                <a:tab pos="254000" algn="l"/>
              </a:tabLst>
            </a:pPr>
            <a:r>
              <a:rPr lang="en-GB" sz="2800" dirty="0">
                <a:solidFill>
                  <a:srgbClr val="1B1B1B"/>
                </a:solidFill>
                <a:latin typeface="Helvetica" pitchFamily="2" charset="0"/>
                <a:cs typeface="Times New Roman"/>
              </a:rPr>
              <a:t>Syntax</a:t>
            </a:r>
            <a:r>
              <a:rPr lang="en-GB" sz="2800" spc="-114"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for</a:t>
            </a:r>
            <a:r>
              <a:rPr lang="en-GB" sz="2800" spc="-105" dirty="0">
                <a:solidFill>
                  <a:srgbClr val="1B1B1B"/>
                </a:solidFill>
                <a:latin typeface="Helvetica" pitchFamily="2" charset="0"/>
                <a:cs typeface="Times New Roman"/>
              </a:rPr>
              <a:t> </a:t>
            </a:r>
            <a:r>
              <a:rPr lang="en-GB" sz="2800" spc="-20" dirty="0">
                <a:solidFill>
                  <a:srgbClr val="1B1B1B"/>
                </a:solidFill>
                <a:latin typeface="Helvetica" pitchFamily="2" charset="0"/>
                <a:cs typeface="Times New Roman"/>
              </a:rPr>
              <a:t>executing</a:t>
            </a:r>
            <a:r>
              <a:rPr lang="en-GB" sz="2800" spc="-145" dirty="0">
                <a:solidFill>
                  <a:srgbClr val="1B1B1B"/>
                </a:solidFill>
                <a:latin typeface="Helvetica" pitchFamily="2" charset="0"/>
                <a:cs typeface="Times New Roman"/>
              </a:rPr>
              <a:t> </a:t>
            </a:r>
            <a:r>
              <a:rPr lang="en-GB" sz="2800" spc="-10" dirty="0">
                <a:solidFill>
                  <a:srgbClr val="1B1B1B"/>
                </a:solidFill>
                <a:latin typeface="Helvetica" pitchFamily="2" charset="0"/>
                <a:cs typeface="Times New Roman"/>
              </a:rPr>
              <a:t>queries,</a:t>
            </a:r>
            <a:r>
              <a:rPr lang="en-GB" sz="2800" spc="-110" dirty="0">
                <a:solidFill>
                  <a:srgbClr val="1B1B1B"/>
                </a:solidFill>
                <a:latin typeface="Helvetica" pitchFamily="2" charset="0"/>
                <a:cs typeface="Times New Roman"/>
              </a:rPr>
              <a:t> </a:t>
            </a:r>
            <a:r>
              <a:rPr lang="en-GB" sz="2800" spc="-10" dirty="0">
                <a:solidFill>
                  <a:srgbClr val="1B1B1B"/>
                </a:solidFill>
                <a:latin typeface="Helvetica" pitchFamily="2" charset="0"/>
                <a:cs typeface="Times New Roman"/>
              </a:rPr>
              <a:t>updating,</a:t>
            </a:r>
            <a:r>
              <a:rPr lang="en-GB" sz="2800" spc="-95" dirty="0">
                <a:solidFill>
                  <a:srgbClr val="1B1B1B"/>
                </a:solidFill>
                <a:latin typeface="Helvetica" pitchFamily="2" charset="0"/>
                <a:cs typeface="Times New Roman"/>
              </a:rPr>
              <a:t> </a:t>
            </a:r>
            <a:r>
              <a:rPr lang="en-GB" sz="2800" spc="-10" dirty="0">
                <a:solidFill>
                  <a:srgbClr val="1B1B1B"/>
                </a:solidFill>
                <a:latin typeface="Helvetica" pitchFamily="2" charset="0"/>
                <a:cs typeface="Times New Roman"/>
              </a:rPr>
              <a:t>inserting, 	</a:t>
            </a:r>
            <a:r>
              <a:rPr lang="en-GB" sz="2800" dirty="0">
                <a:solidFill>
                  <a:srgbClr val="1B1B1B"/>
                </a:solidFill>
                <a:latin typeface="Helvetica" pitchFamily="2" charset="0"/>
                <a:cs typeface="Times New Roman"/>
              </a:rPr>
              <a:t>and</a:t>
            </a:r>
            <a:r>
              <a:rPr lang="en-GB" sz="2800" spc="-130"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deleting</a:t>
            </a:r>
            <a:r>
              <a:rPr lang="en-GB" sz="2800" spc="-85" dirty="0">
                <a:solidFill>
                  <a:srgbClr val="1B1B1B"/>
                </a:solidFill>
                <a:latin typeface="Helvetica" pitchFamily="2" charset="0"/>
                <a:cs typeface="Times New Roman"/>
              </a:rPr>
              <a:t> </a:t>
            </a:r>
            <a:r>
              <a:rPr lang="en-GB" sz="2800" spc="-10" dirty="0">
                <a:solidFill>
                  <a:srgbClr val="1B1B1B"/>
                </a:solidFill>
                <a:latin typeface="Helvetica" pitchFamily="2" charset="0"/>
                <a:cs typeface="Times New Roman"/>
              </a:rPr>
              <a:t>records.</a:t>
            </a:r>
            <a:endParaRPr lang="en-GB" sz="3200" dirty="0">
              <a:latin typeface="Helvetica" pitchFamily="2" charset="0"/>
              <a:cs typeface="Times New Roman"/>
            </a:endParaRPr>
          </a:p>
          <a:p>
            <a:pPr>
              <a:lnSpc>
                <a:spcPct val="100000"/>
              </a:lnSpc>
              <a:spcBef>
                <a:spcPts val="35"/>
              </a:spcBef>
              <a:buClr>
                <a:srgbClr val="1B1B1B"/>
              </a:buClr>
              <a:buFont typeface="Arial"/>
              <a:buChar char="•"/>
            </a:pPr>
            <a:endParaRPr lang="en-GB" sz="3600" dirty="0">
              <a:latin typeface="Helvetica" pitchFamily="2" charset="0"/>
              <a:cs typeface="Times New Roman"/>
            </a:endParaRPr>
          </a:p>
          <a:p>
            <a:pPr marL="254000" indent="-240665">
              <a:lnSpc>
                <a:spcPct val="100000"/>
              </a:lnSpc>
              <a:buFont typeface="Arial"/>
              <a:buChar char="•"/>
              <a:tabLst>
                <a:tab pos="254000" algn="l"/>
              </a:tabLst>
            </a:pPr>
            <a:r>
              <a:rPr lang="en-GB" sz="2800" spc="-35" dirty="0">
                <a:solidFill>
                  <a:srgbClr val="1B1B1B"/>
                </a:solidFill>
                <a:latin typeface="Helvetica" pitchFamily="2" charset="0"/>
                <a:cs typeface="Times New Roman"/>
              </a:rPr>
              <a:t>SELECT</a:t>
            </a:r>
            <a:r>
              <a:rPr lang="en-GB" sz="2800" spc="-185"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a:t>
            </a:r>
            <a:r>
              <a:rPr lang="en-GB" sz="2800" spc="-60" dirty="0">
                <a:solidFill>
                  <a:srgbClr val="1B1B1B"/>
                </a:solidFill>
                <a:latin typeface="Helvetica" pitchFamily="2" charset="0"/>
                <a:cs typeface="Times New Roman"/>
              </a:rPr>
              <a:t> </a:t>
            </a:r>
            <a:r>
              <a:rPr lang="en-GB" sz="2800" spc="-20" dirty="0">
                <a:solidFill>
                  <a:srgbClr val="1B1B1B"/>
                </a:solidFill>
                <a:latin typeface="Helvetica" pitchFamily="2" charset="0"/>
                <a:cs typeface="Times New Roman"/>
              </a:rPr>
              <a:t>extracts</a:t>
            </a:r>
            <a:r>
              <a:rPr lang="en-GB" sz="2800" spc="-125"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data</a:t>
            </a:r>
            <a:r>
              <a:rPr lang="en-GB" sz="2800" spc="-65"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from</a:t>
            </a:r>
            <a:r>
              <a:rPr lang="en-GB" sz="2800" spc="-90"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one</a:t>
            </a:r>
            <a:r>
              <a:rPr lang="en-GB" sz="2800" spc="-80"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or</a:t>
            </a:r>
            <a:r>
              <a:rPr lang="en-GB" sz="2800" spc="-75"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more</a:t>
            </a:r>
            <a:r>
              <a:rPr lang="en-GB" sz="2800" spc="-75" dirty="0">
                <a:solidFill>
                  <a:srgbClr val="1B1B1B"/>
                </a:solidFill>
                <a:latin typeface="Helvetica" pitchFamily="2" charset="0"/>
                <a:cs typeface="Times New Roman"/>
              </a:rPr>
              <a:t> </a:t>
            </a:r>
            <a:r>
              <a:rPr lang="en-GB" sz="2800" spc="-10" dirty="0">
                <a:solidFill>
                  <a:srgbClr val="1B1B1B"/>
                </a:solidFill>
                <a:latin typeface="Helvetica" pitchFamily="2" charset="0"/>
                <a:cs typeface="Times New Roman"/>
              </a:rPr>
              <a:t>table</a:t>
            </a:r>
            <a:endParaRPr lang="en-GB" sz="2800" dirty="0">
              <a:latin typeface="Helvetica" pitchFamily="2" charset="0"/>
              <a:cs typeface="Times New Roman"/>
            </a:endParaRPr>
          </a:p>
          <a:p>
            <a:pPr marL="254000" indent="-240665">
              <a:lnSpc>
                <a:spcPct val="100000"/>
              </a:lnSpc>
              <a:spcBef>
                <a:spcPts val="1700"/>
              </a:spcBef>
              <a:buFont typeface="Arial"/>
              <a:buChar char="•"/>
              <a:tabLst>
                <a:tab pos="254000" algn="l"/>
              </a:tabLst>
            </a:pPr>
            <a:r>
              <a:rPr lang="en-GB" sz="2800" spc="-55" dirty="0">
                <a:solidFill>
                  <a:srgbClr val="1B1B1B"/>
                </a:solidFill>
                <a:latin typeface="Helvetica" pitchFamily="2" charset="0"/>
                <a:cs typeface="Times New Roman"/>
              </a:rPr>
              <a:t>INSERT</a:t>
            </a:r>
            <a:r>
              <a:rPr lang="en-GB" sz="2800" spc="-210" dirty="0">
                <a:solidFill>
                  <a:srgbClr val="1B1B1B"/>
                </a:solidFill>
                <a:latin typeface="Helvetica" pitchFamily="2" charset="0"/>
                <a:cs typeface="Times New Roman"/>
              </a:rPr>
              <a:t> </a:t>
            </a:r>
            <a:r>
              <a:rPr lang="en-GB" sz="2800" spc="-45" dirty="0">
                <a:solidFill>
                  <a:srgbClr val="1B1B1B"/>
                </a:solidFill>
                <a:latin typeface="Helvetica" pitchFamily="2" charset="0"/>
                <a:cs typeface="Times New Roman"/>
              </a:rPr>
              <a:t>INTO</a:t>
            </a:r>
            <a:r>
              <a:rPr lang="en-GB" sz="2800" spc="-185"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a:t>
            </a:r>
            <a:r>
              <a:rPr lang="en-GB" sz="2800" spc="-50"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inserts</a:t>
            </a:r>
            <a:r>
              <a:rPr lang="en-GB" sz="2800" spc="-75"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new</a:t>
            </a:r>
            <a:r>
              <a:rPr lang="en-GB" sz="2800" spc="-75"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data</a:t>
            </a:r>
            <a:r>
              <a:rPr lang="en-GB" sz="2800" spc="-50"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into</a:t>
            </a:r>
            <a:r>
              <a:rPr lang="en-GB" sz="2800" spc="-75"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a</a:t>
            </a:r>
            <a:r>
              <a:rPr lang="en-GB" sz="2800" spc="-35" dirty="0">
                <a:solidFill>
                  <a:srgbClr val="1B1B1B"/>
                </a:solidFill>
                <a:latin typeface="Helvetica" pitchFamily="2" charset="0"/>
                <a:cs typeface="Times New Roman"/>
              </a:rPr>
              <a:t> </a:t>
            </a:r>
            <a:r>
              <a:rPr lang="en-GB" sz="2800" spc="-10" dirty="0">
                <a:solidFill>
                  <a:srgbClr val="1B1B1B"/>
                </a:solidFill>
                <a:latin typeface="Helvetica" pitchFamily="2" charset="0"/>
                <a:cs typeface="Times New Roman"/>
              </a:rPr>
              <a:t>table</a:t>
            </a:r>
            <a:endParaRPr lang="en-GB" sz="2800" dirty="0">
              <a:latin typeface="Helvetica" pitchFamily="2" charset="0"/>
              <a:cs typeface="Times New Roman"/>
            </a:endParaRPr>
          </a:p>
          <a:p>
            <a:pPr marL="254000" indent="-240665">
              <a:lnSpc>
                <a:spcPct val="100000"/>
              </a:lnSpc>
              <a:spcBef>
                <a:spcPts val="1700"/>
              </a:spcBef>
              <a:buFont typeface="Arial"/>
              <a:buChar char="•"/>
              <a:tabLst>
                <a:tab pos="254000" algn="l"/>
              </a:tabLst>
            </a:pPr>
            <a:r>
              <a:rPr lang="en-GB" sz="2800" spc="-114" dirty="0">
                <a:solidFill>
                  <a:srgbClr val="1B1B1B"/>
                </a:solidFill>
                <a:latin typeface="Helvetica" pitchFamily="2" charset="0"/>
                <a:cs typeface="Times New Roman"/>
              </a:rPr>
              <a:t>UPDATE</a:t>
            </a:r>
            <a:r>
              <a:rPr lang="en-GB" sz="2800" spc="-254"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a:t>
            </a:r>
            <a:r>
              <a:rPr lang="en-GB" sz="2800" spc="-85"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updates</a:t>
            </a:r>
            <a:r>
              <a:rPr lang="en-GB" sz="2800" spc="-80"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data</a:t>
            </a:r>
            <a:r>
              <a:rPr lang="en-GB" sz="2800" spc="-70"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in</a:t>
            </a:r>
            <a:r>
              <a:rPr lang="en-GB" sz="2800" spc="-70"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a</a:t>
            </a:r>
            <a:r>
              <a:rPr lang="en-GB" sz="2800" spc="-55" dirty="0">
                <a:solidFill>
                  <a:srgbClr val="1B1B1B"/>
                </a:solidFill>
                <a:latin typeface="Helvetica" pitchFamily="2" charset="0"/>
                <a:cs typeface="Times New Roman"/>
              </a:rPr>
              <a:t> </a:t>
            </a:r>
            <a:r>
              <a:rPr lang="en-GB" sz="2800" spc="-10" dirty="0">
                <a:solidFill>
                  <a:srgbClr val="1B1B1B"/>
                </a:solidFill>
                <a:latin typeface="Helvetica" pitchFamily="2" charset="0"/>
                <a:cs typeface="Times New Roman"/>
              </a:rPr>
              <a:t>table</a:t>
            </a:r>
            <a:endParaRPr lang="en-GB" sz="2800" dirty="0">
              <a:latin typeface="Helvetica" pitchFamily="2" charset="0"/>
              <a:cs typeface="Times New Roman"/>
            </a:endParaRPr>
          </a:p>
          <a:p>
            <a:pPr marL="254000" indent="-240665">
              <a:lnSpc>
                <a:spcPct val="100000"/>
              </a:lnSpc>
              <a:spcBef>
                <a:spcPts val="1700"/>
              </a:spcBef>
              <a:buFont typeface="Arial"/>
              <a:buChar char="•"/>
              <a:tabLst>
                <a:tab pos="254000" algn="l"/>
              </a:tabLst>
            </a:pPr>
            <a:r>
              <a:rPr lang="en-GB" sz="2800" dirty="0">
                <a:solidFill>
                  <a:srgbClr val="1B1B1B"/>
                </a:solidFill>
                <a:latin typeface="Helvetica" pitchFamily="2" charset="0"/>
                <a:cs typeface="Times New Roman"/>
              </a:rPr>
              <a:t>DELETE</a:t>
            </a:r>
            <a:r>
              <a:rPr lang="en-GB" sz="2800" spc="-110"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FROM</a:t>
            </a:r>
            <a:r>
              <a:rPr lang="en-GB" sz="2800" spc="-150"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a:t>
            </a:r>
            <a:r>
              <a:rPr lang="en-GB" sz="2800" spc="-95" dirty="0">
                <a:solidFill>
                  <a:srgbClr val="1B1B1B"/>
                </a:solidFill>
                <a:latin typeface="Helvetica" pitchFamily="2" charset="0"/>
                <a:cs typeface="Times New Roman"/>
              </a:rPr>
              <a:t> </a:t>
            </a:r>
            <a:r>
              <a:rPr lang="en-GB" sz="2800" spc="-10" dirty="0">
                <a:solidFill>
                  <a:srgbClr val="1B1B1B"/>
                </a:solidFill>
                <a:latin typeface="Helvetica" pitchFamily="2" charset="0"/>
                <a:cs typeface="Times New Roman"/>
              </a:rPr>
              <a:t>deletes</a:t>
            </a:r>
            <a:r>
              <a:rPr lang="en-GB" sz="2800" spc="-114"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data</a:t>
            </a:r>
            <a:r>
              <a:rPr lang="en-GB" sz="2800" spc="-90"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from</a:t>
            </a:r>
            <a:r>
              <a:rPr lang="en-GB" sz="2800" spc="-114" dirty="0">
                <a:solidFill>
                  <a:srgbClr val="1B1B1B"/>
                </a:solidFill>
                <a:latin typeface="Helvetica" pitchFamily="2" charset="0"/>
                <a:cs typeface="Times New Roman"/>
              </a:rPr>
              <a:t> </a:t>
            </a:r>
            <a:r>
              <a:rPr lang="en-GB" sz="2800" dirty="0">
                <a:solidFill>
                  <a:srgbClr val="1B1B1B"/>
                </a:solidFill>
                <a:latin typeface="Helvetica" pitchFamily="2" charset="0"/>
                <a:cs typeface="Times New Roman"/>
              </a:rPr>
              <a:t>a</a:t>
            </a:r>
            <a:r>
              <a:rPr lang="en-GB" sz="2800" spc="-90" dirty="0">
                <a:solidFill>
                  <a:srgbClr val="1B1B1B"/>
                </a:solidFill>
                <a:latin typeface="Helvetica" pitchFamily="2" charset="0"/>
                <a:cs typeface="Times New Roman"/>
              </a:rPr>
              <a:t> </a:t>
            </a:r>
            <a:r>
              <a:rPr lang="en-GB" sz="2800" spc="-20" dirty="0">
                <a:solidFill>
                  <a:srgbClr val="1B1B1B"/>
                </a:solidFill>
                <a:latin typeface="Helvetica" pitchFamily="2" charset="0"/>
                <a:cs typeface="Times New Roman"/>
              </a:rPr>
              <a:t>table</a:t>
            </a:r>
            <a:endParaRPr lang="en-GB" sz="2800" dirty="0">
              <a:latin typeface="Helvetica" pitchFamily="2" charset="0"/>
              <a:cs typeface="Times New Roman"/>
            </a:endParaRPr>
          </a:p>
        </p:txBody>
      </p:sp>
      <p:sp>
        <p:nvSpPr>
          <p:cNvPr id="2" name="Slide Number Placeholder 1">
            <a:extLst>
              <a:ext uri="{FF2B5EF4-FFF2-40B4-BE49-F238E27FC236}">
                <a16:creationId xmlns:a16="http://schemas.microsoft.com/office/drawing/2014/main" id="{EA0DC46D-C8A1-6AF8-EA48-60EB8689ADDB}"/>
              </a:ext>
            </a:extLst>
          </p:cNvPr>
          <p:cNvSpPr>
            <a:spLocks noGrp="1"/>
          </p:cNvSpPr>
          <p:nvPr>
            <p:ph type="sldNum" sz="quarter" idx="12"/>
          </p:nvPr>
        </p:nvSpPr>
        <p:spPr/>
        <p:txBody>
          <a:bodyPr/>
          <a:lstStyle/>
          <a:p>
            <a:fld id="{1AE971F0-0CD2-4C47-8087-EBCE9716EA84}" type="slidenum">
              <a:rPr lang="en-GB" smtClean="0"/>
              <a:pPr/>
              <a:t>26</a:t>
            </a:fld>
            <a:endParaRPr lang="en-GB" dirty="0"/>
          </a:p>
        </p:txBody>
      </p:sp>
      <p:sp>
        <p:nvSpPr>
          <p:cNvPr id="7" name="TextBox 6">
            <a:extLst>
              <a:ext uri="{FF2B5EF4-FFF2-40B4-BE49-F238E27FC236}">
                <a16:creationId xmlns:a16="http://schemas.microsoft.com/office/drawing/2014/main" id="{1C26B79C-DA1E-3B03-A1B8-5AEAA066BE66}"/>
              </a:ext>
            </a:extLst>
          </p:cNvPr>
          <p:cNvSpPr txBox="1"/>
          <p:nvPr/>
        </p:nvSpPr>
        <p:spPr>
          <a:xfrm>
            <a:off x="1003300" y="6448425"/>
            <a:ext cx="5346700" cy="369332"/>
          </a:xfrm>
          <a:prstGeom prst="rect">
            <a:avLst/>
          </a:prstGeom>
          <a:noFill/>
        </p:spPr>
        <p:txBody>
          <a:bodyPr wrap="square">
            <a:spAutoFit/>
          </a:bodyPr>
          <a:lstStyle/>
          <a:p>
            <a:pPr marL="0" marR="0">
              <a:spcBef>
                <a:spcPts val="0"/>
              </a:spcBef>
              <a:spcAft>
                <a:spcPts val="0"/>
              </a:spcAft>
            </a:pPr>
            <a:r>
              <a:rPr lang="en-GB" sz="1800" b="1" dirty="0">
                <a:solidFill>
                  <a:srgbClr val="739ECA"/>
                </a:solidFill>
                <a:effectLst/>
                <a:latin typeface="Menlo" panose="020B0609030804020204" pitchFamily="49" charset="0"/>
              </a:rPr>
              <a:t>select</a:t>
            </a:r>
            <a:r>
              <a:rPr lang="en-GB" sz="1800" dirty="0">
                <a:solidFill>
                  <a:srgbClr val="AAAAAA"/>
                </a:solidFill>
                <a:effectLst/>
                <a:latin typeface="Menlo" panose="020B0609030804020204" pitchFamily="49" charset="0"/>
              </a:rPr>
              <a:t> * </a:t>
            </a:r>
            <a:r>
              <a:rPr lang="en-GB" sz="1800" b="1" dirty="0">
                <a:solidFill>
                  <a:srgbClr val="739ECA"/>
                </a:solidFill>
                <a:effectLst/>
                <a:latin typeface="Menlo" panose="020B0609030804020204" pitchFamily="49" charset="0"/>
              </a:rPr>
              <a:t>from</a:t>
            </a:r>
            <a:r>
              <a:rPr lang="en-GB" sz="1800" dirty="0">
                <a:solidFill>
                  <a:srgbClr val="AAAAAA"/>
                </a:solidFill>
                <a:effectLst/>
                <a:latin typeface="Menlo" panose="020B0609030804020204" pitchFamily="49" charset="0"/>
              </a:rPr>
              <a:t> </a:t>
            </a:r>
            <a:r>
              <a:rPr lang="en-GB" sz="1800" dirty="0">
                <a:solidFill>
                  <a:srgbClr val="9E9E9E"/>
                </a:solidFill>
                <a:effectLst/>
                <a:latin typeface="Menlo" panose="020B0609030804020204" pitchFamily="49" charset="0"/>
              </a:rPr>
              <a:t>example</a:t>
            </a:r>
            <a:r>
              <a:rPr lang="en-GB" sz="1800" dirty="0">
                <a:solidFill>
                  <a:srgbClr val="EECC64"/>
                </a:solidFill>
                <a:effectLst/>
                <a:latin typeface="Menlo" panose="020B0609030804020204" pitchFamily="49" charset="0"/>
              </a:rPr>
              <a:t>;</a:t>
            </a:r>
            <a:endParaRPr lang="en-GB" sz="1800" dirty="0">
              <a:solidFill>
                <a:srgbClr val="AAAAAA"/>
              </a:solidFill>
              <a:effectLst/>
              <a:latin typeface="Menlo" panose="020B0609030804020204"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Queries</a:t>
            </a:r>
          </a:p>
        </p:txBody>
      </p:sp>
      <p:sp>
        <p:nvSpPr>
          <p:cNvPr id="5" name="Content Placeholder 4">
            <a:extLst>
              <a:ext uri="{FF2B5EF4-FFF2-40B4-BE49-F238E27FC236}">
                <a16:creationId xmlns:a16="http://schemas.microsoft.com/office/drawing/2014/main" id="{970E2C2E-6BAA-1E2E-4C80-45DF7DE0B2FC}"/>
              </a:ext>
            </a:extLst>
          </p:cNvPr>
          <p:cNvSpPr>
            <a:spLocks noGrp="1"/>
          </p:cNvSpPr>
          <p:nvPr>
            <p:ph idx="1"/>
          </p:nvPr>
        </p:nvSpPr>
        <p:spPr/>
        <p:txBody>
          <a:bodyPr>
            <a:normAutofit/>
          </a:bodyPr>
          <a:lstStyle/>
          <a:p>
            <a:pPr marL="469264" marR="5080" indent="-457200">
              <a:lnSpc>
                <a:spcPct val="108000"/>
              </a:lnSpc>
              <a:spcBef>
                <a:spcPts val="100"/>
              </a:spcBef>
              <a:buClr>
                <a:srgbClr val="1B1B1B"/>
              </a:buClr>
              <a:buFont typeface="Arial"/>
              <a:buChar char="•"/>
              <a:tabLst>
                <a:tab pos="254000" algn="l"/>
              </a:tabLst>
            </a:pPr>
            <a:r>
              <a:rPr lang="en-GB" sz="2800" dirty="0">
                <a:solidFill>
                  <a:srgbClr val="1B1B1B"/>
                </a:solidFill>
                <a:latin typeface="Helvetica" pitchFamily="2" charset="0"/>
                <a:cs typeface="Times New Roman"/>
              </a:rPr>
              <a:t>Queries are the information retrieval requests you make to the database</a:t>
            </a:r>
          </a:p>
          <a:p>
            <a:pPr marL="469264" marR="287020" indent="-457200">
              <a:lnSpc>
                <a:spcPct val="108000"/>
              </a:lnSpc>
              <a:spcBef>
                <a:spcPts val="1095"/>
              </a:spcBef>
              <a:buFont typeface="Arial"/>
              <a:buChar char="•"/>
              <a:tabLst>
                <a:tab pos="254000" algn="l"/>
              </a:tabLst>
            </a:pPr>
            <a:r>
              <a:rPr lang="en-GB" sz="2800" dirty="0">
                <a:solidFill>
                  <a:srgbClr val="1B1B1B"/>
                </a:solidFill>
                <a:latin typeface="Helvetica" pitchFamily="2" charset="0"/>
                <a:cs typeface="Times New Roman"/>
              </a:rPr>
              <a:t>Your queries are all about the information you are trying to gather (from that stored in the database)</a:t>
            </a:r>
          </a:p>
          <a:p>
            <a:pPr marL="470535" indent="-457200">
              <a:lnSpc>
                <a:spcPct val="100000"/>
              </a:lnSpc>
              <a:spcBef>
                <a:spcPts val="1964"/>
              </a:spcBef>
              <a:buFont typeface="Arial"/>
              <a:buChar char="•"/>
              <a:tabLst>
                <a:tab pos="254000" algn="l"/>
              </a:tabLst>
            </a:pPr>
            <a:r>
              <a:rPr lang="en-GB" sz="2800" dirty="0">
                <a:solidFill>
                  <a:srgbClr val="1B1B1B"/>
                </a:solidFill>
                <a:latin typeface="Helvetica" pitchFamily="2" charset="0"/>
                <a:cs typeface="Times New Roman"/>
              </a:rPr>
              <a:t>Queries = Question</a:t>
            </a:r>
          </a:p>
        </p:txBody>
      </p:sp>
      <p:sp>
        <p:nvSpPr>
          <p:cNvPr id="2" name="Slide Number Placeholder 1">
            <a:extLst>
              <a:ext uri="{FF2B5EF4-FFF2-40B4-BE49-F238E27FC236}">
                <a16:creationId xmlns:a16="http://schemas.microsoft.com/office/drawing/2014/main" id="{CDC51A63-4914-6719-D8CD-E22B5D4AFE21}"/>
              </a:ext>
            </a:extLst>
          </p:cNvPr>
          <p:cNvSpPr>
            <a:spLocks noGrp="1"/>
          </p:cNvSpPr>
          <p:nvPr>
            <p:ph type="sldNum" sz="quarter" idx="12"/>
          </p:nvPr>
        </p:nvSpPr>
        <p:spPr/>
        <p:txBody>
          <a:bodyPr/>
          <a:lstStyle/>
          <a:p>
            <a:fld id="{1AE971F0-0CD2-4C47-8087-EBCE9716EA84}" type="slidenum">
              <a:rPr lang="en-GB" smtClean="0"/>
              <a:pPr/>
              <a:t>27</a:t>
            </a:fld>
            <a:endParaRPr lang="en-GB"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Queries</a:t>
            </a:r>
          </a:p>
        </p:txBody>
      </p:sp>
      <p:sp>
        <p:nvSpPr>
          <p:cNvPr id="5" name="Content Placeholder 4">
            <a:extLst>
              <a:ext uri="{FF2B5EF4-FFF2-40B4-BE49-F238E27FC236}">
                <a16:creationId xmlns:a16="http://schemas.microsoft.com/office/drawing/2014/main" id="{08FB5BAD-75BD-D622-5551-DD4C48549C7A}"/>
              </a:ext>
            </a:extLst>
          </p:cNvPr>
          <p:cNvSpPr>
            <a:spLocks noGrp="1"/>
          </p:cNvSpPr>
          <p:nvPr>
            <p:ph idx="1"/>
          </p:nvPr>
        </p:nvSpPr>
        <p:spPr>
          <a:xfrm>
            <a:off x="735171" y="1800225"/>
            <a:ext cx="9223058" cy="5359973"/>
          </a:xfrm>
        </p:spPr>
        <p:txBody>
          <a:bodyPr>
            <a:normAutofit fontScale="77500" lnSpcReduction="20000"/>
          </a:bodyPr>
          <a:lstStyle/>
          <a:p>
            <a:pPr marL="0" marR="0" indent="0">
              <a:lnSpc>
                <a:spcPct val="170000"/>
              </a:lnSpc>
              <a:spcBef>
                <a:spcPts val="0"/>
              </a:spcBef>
              <a:spcAft>
                <a:spcPts val="0"/>
              </a:spcAft>
              <a:buNone/>
            </a:pPr>
            <a:r>
              <a:rPr lang="en-GB" sz="2900" b="1" dirty="0">
                <a:solidFill>
                  <a:srgbClr val="739ECA"/>
                </a:solidFill>
                <a:effectLst/>
                <a:latin typeface="Menlo" panose="020B0609030804020204" pitchFamily="49" charset="0"/>
              </a:rPr>
              <a:t>SELECT</a:t>
            </a:r>
            <a:r>
              <a:rPr lang="en-GB" sz="2900" dirty="0">
                <a:solidFill>
                  <a:srgbClr val="AAAAAA"/>
                </a:solidFill>
                <a:effectLst/>
                <a:latin typeface="Menlo" panose="020B0609030804020204" pitchFamily="49" charset="0"/>
              </a:rPr>
              <a:t> </a:t>
            </a:r>
            <a:r>
              <a:rPr lang="en-GB" sz="2900" dirty="0" err="1">
                <a:solidFill>
                  <a:srgbClr val="9E9E9E"/>
                </a:solidFill>
                <a:effectLst/>
                <a:latin typeface="Menlo" panose="020B0609030804020204" pitchFamily="49" charset="0"/>
              </a:rPr>
              <a:t>firstname</a:t>
            </a:r>
            <a:r>
              <a:rPr lang="en-GB" sz="2900" dirty="0">
                <a:solidFill>
                  <a:srgbClr val="AAAAAA"/>
                </a:solidFill>
                <a:effectLst/>
                <a:latin typeface="Menlo" panose="020B0609030804020204" pitchFamily="49" charset="0"/>
              </a:rPr>
              <a:t>, </a:t>
            </a:r>
            <a:r>
              <a:rPr lang="en-GB" sz="2900" dirty="0" err="1">
                <a:solidFill>
                  <a:srgbClr val="9E9E9E"/>
                </a:solidFill>
                <a:effectLst/>
                <a:latin typeface="Menlo" panose="020B0609030804020204" pitchFamily="49" charset="0"/>
              </a:rPr>
              <a:t>lastname</a:t>
            </a:r>
            <a:endParaRPr lang="en-GB" sz="2900" dirty="0">
              <a:solidFill>
                <a:srgbClr val="AAAAAA"/>
              </a:solidFill>
              <a:effectLst/>
              <a:latin typeface="Menlo" panose="020B0609030804020204" pitchFamily="49" charset="0"/>
            </a:endParaRPr>
          </a:p>
          <a:p>
            <a:pPr marL="0" marR="0" indent="0">
              <a:lnSpc>
                <a:spcPct val="170000"/>
              </a:lnSpc>
              <a:spcBef>
                <a:spcPts val="0"/>
              </a:spcBef>
              <a:spcAft>
                <a:spcPts val="0"/>
              </a:spcAft>
              <a:buNone/>
            </a:pPr>
            <a:r>
              <a:rPr lang="en-GB" sz="2900" b="1" dirty="0">
                <a:solidFill>
                  <a:srgbClr val="739ECA"/>
                </a:solidFill>
                <a:effectLst/>
                <a:latin typeface="Menlo" panose="020B0609030804020204" pitchFamily="49" charset="0"/>
              </a:rPr>
              <a:t>FROM</a:t>
            </a:r>
            <a:r>
              <a:rPr lang="en-GB" sz="2900" dirty="0">
                <a:solidFill>
                  <a:srgbClr val="AAAAAA"/>
                </a:solidFill>
                <a:effectLst/>
                <a:latin typeface="Menlo" panose="020B0609030804020204" pitchFamily="49" charset="0"/>
              </a:rPr>
              <a:t> </a:t>
            </a:r>
            <a:r>
              <a:rPr lang="en-GB" sz="2900" dirty="0">
                <a:solidFill>
                  <a:srgbClr val="9E9E9E"/>
                </a:solidFill>
                <a:effectLst/>
                <a:latin typeface="Menlo" panose="020B0609030804020204" pitchFamily="49" charset="0"/>
              </a:rPr>
              <a:t>student</a:t>
            </a:r>
            <a:endParaRPr lang="en-GB" sz="2900" dirty="0">
              <a:solidFill>
                <a:srgbClr val="AAAAAA"/>
              </a:solidFill>
              <a:effectLst/>
              <a:latin typeface="Menlo" panose="020B0609030804020204" pitchFamily="49" charset="0"/>
            </a:endParaRPr>
          </a:p>
          <a:p>
            <a:pPr marL="0" marR="0" indent="0">
              <a:lnSpc>
                <a:spcPct val="170000"/>
              </a:lnSpc>
              <a:spcBef>
                <a:spcPts val="0"/>
              </a:spcBef>
              <a:spcAft>
                <a:spcPts val="0"/>
              </a:spcAft>
              <a:buNone/>
            </a:pPr>
            <a:r>
              <a:rPr lang="en-GB" sz="2900" b="1" dirty="0">
                <a:solidFill>
                  <a:srgbClr val="739ECA"/>
                </a:solidFill>
                <a:effectLst/>
                <a:latin typeface="Menlo" panose="020B0609030804020204" pitchFamily="49" charset="0"/>
              </a:rPr>
              <a:t>WHERE</a:t>
            </a:r>
            <a:r>
              <a:rPr lang="en-GB" sz="2900" dirty="0">
                <a:solidFill>
                  <a:srgbClr val="AAAAAA"/>
                </a:solidFill>
                <a:effectLst/>
                <a:latin typeface="Menlo" panose="020B0609030804020204" pitchFamily="49" charset="0"/>
              </a:rPr>
              <a:t> </a:t>
            </a:r>
            <a:r>
              <a:rPr lang="en-GB" sz="2900" dirty="0">
                <a:solidFill>
                  <a:srgbClr val="9E9E9E"/>
                </a:solidFill>
                <a:effectLst/>
                <a:latin typeface="Menlo" panose="020B0609030804020204" pitchFamily="49" charset="0"/>
              </a:rPr>
              <a:t>points</a:t>
            </a:r>
            <a:r>
              <a:rPr lang="en-GB" sz="2900" dirty="0">
                <a:solidFill>
                  <a:srgbClr val="AAAAAA"/>
                </a:solidFill>
                <a:effectLst/>
                <a:latin typeface="Menlo" panose="020B0609030804020204" pitchFamily="49" charset="0"/>
              </a:rPr>
              <a:t> &gt;= </a:t>
            </a:r>
            <a:r>
              <a:rPr lang="en-GB" sz="2900" dirty="0">
                <a:solidFill>
                  <a:srgbClr val="C0C0C0"/>
                </a:solidFill>
                <a:effectLst/>
                <a:latin typeface="Menlo" panose="020B0609030804020204" pitchFamily="49" charset="0"/>
              </a:rPr>
              <a:t>300</a:t>
            </a:r>
            <a:r>
              <a:rPr lang="en-GB" sz="2900" dirty="0">
                <a:solidFill>
                  <a:srgbClr val="EECC64"/>
                </a:solidFill>
                <a:effectLst/>
                <a:latin typeface="Menlo" panose="020B0609030804020204" pitchFamily="49" charset="0"/>
              </a:rPr>
              <a:t>;</a:t>
            </a:r>
            <a:endParaRPr lang="en-GB" sz="2900" dirty="0">
              <a:solidFill>
                <a:srgbClr val="AAAAAA"/>
              </a:solidFill>
              <a:effectLst/>
              <a:latin typeface="Menlo" panose="020B0609030804020204" pitchFamily="49" charset="0"/>
            </a:endParaRPr>
          </a:p>
          <a:p>
            <a:pPr marL="13970" marR="5080" indent="-635">
              <a:lnSpc>
                <a:spcPct val="103000"/>
              </a:lnSpc>
              <a:spcBef>
                <a:spcPts val="1000"/>
              </a:spcBef>
            </a:pPr>
            <a:endParaRPr lang="en-GB" sz="2400" dirty="0">
              <a:solidFill>
                <a:srgbClr val="1B1B1B"/>
              </a:solidFill>
              <a:latin typeface="Courier New"/>
              <a:cs typeface="Courier New"/>
            </a:endParaRPr>
          </a:p>
          <a:p>
            <a:pPr marL="13335" marR="5080" indent="0">
              <a:lnSpc>
                <a:spcPct val="103000"/>
              </a:lnSpc>
              <a:spcBef>
                <a:spcPts val="1000"/>
              </a:spcBef>
              <a:buNone/>
            </a:pPr>
            <a:r>
              <a:rPr lang="en-GB" sz="2800" dirty="0">
                <a:solidFill>
                  <a:srgbClr val="1B1B1B"/>
                </a:solidFill>
                <a:latin typeface="Courier New"/>
                <a:cs typeface="Courier New"/>
              </a:rPr>
              <a:t>Meaning</a:t>
            </a:r>
            <a:r>
              <a:rPr lang="en-GB" sz="2800" spc="35" dirty="0">
                <a:solidFill>
                  <a:srgbClr val="1B1B1B"/>
                </a:solidFill>
                <a:latin typeface="Courier New"/>
                <a:cs typeface="Courier New"/>
              </a:rPr>
              <a:t> “</a:t>
            </a:r>
            <a:r>
              <a:rPr lang="en-GB" sz="2800" dirty="0">
                <a:solidFill>
                  <a:srgbClr val="1B1B1B"/>
                </a:solidFill>
                <a:latin typeface="Courier New"/>
                <a:cs typeface="Courier New"/>
              </a:rPr>
              <a:t>Extract</a:t>
            </a:r>
            <a:r>
              <a:rPr lang="en-GB" sz="2800" spc="40" dirty="0">
                <a:solidFill>
                  <a:srgbClr val="1B1B1B"/>
                </a:solidFill>
                <a:latin typeface="Courier New"/>
                <a:cs typeface="Courier New"/>
              </a:rPr>
              <a:t> </a:t>
            </a:r>
            <a:r>
              <a:rPr lang="en-GB" sz="2800" dirty="0">
                <a:solidFill>
                  <a:srgbClr val="1B1B1B"/>
                </a:solidFill>
                <a:latin typeface="Courier New"/>
                <a:cs typeface="Courier New"/>
              </a:rPr>
              <a:t>names</a:t>
            </a:r>
            <a:r>
              <a:rPr lang="en-GB" sz="2800" spc="40" dirty="0">
                <a:solidFill>
                  <a:srgbClr val="1B1B1B"/>
                </a:solidFill>
                <a:latin typeface="Courier New"/>
                <a:cs typeface="Courier New"/>
              </a:rPr>
              <a:t> </a:t>
            </a:r>
            <a:r>
              <a:rPr lang="en-GB" sz="2800" dirty="0">
                <a:solidFill>
                  <a:srgbClr val="1B1B1B"/>
                </a:solidFill>
                <a:latin typeface="Courier New"/>
                <a:cs typeface="Courier New"/>
              </a:rPr>
              <a:t>(first</a:t>
            </a:r>
            <a:r>
              <a:rPr lang="en-GB" sz="2800" spc="40" dirty="0">
                <a:solidFill>
                  <a:srgbClr val="1B1B1B"/>
                </a:solidFill>
                <a:latin typeface="Courier New"/>
                <a:cs typeface="Courier New"/>
              </a:rPr>
              <a:t> </a:t>
            </a:r>
            <a:r>
              <a:rPr lang="en-GB" sz="2800" dirty="0">
                <a:solidFill>
                  <a:srgbClr val="1B1B1B"/>
                </a:solidFill>
                <a:latin typeface="Courier New"/>
                <a:cs typeface="Courier New"/>
              </a:rPr>
              <a:t>and</a:t>
            </a:r>
            <a:r>
              <a:rPr lang="en-GB" sz="2800" spc="30" dirty="0">
                <a:solidFill>
                  <a:srgbClr val="1B1B1B"/>
                </a:solidFill>
                <a:latin typeface="Courier New"/>
                <a:cs typeface="Courier New"/>
              </a:rPr>
              <a:t> </a:t>
            </a:r>
            <a:r>
              <a:rPr lang="en-GB" sz="2800" dirty="0">
                <a:solidFill>
                  <a:srgbClr val="1B1B1B"/>
                </a:solidFill>
                <a:latin typeface="Courier New"/>
                <a:cs typeface="Courier New"/>
              </a:rPr>
              <a:t>last)</a:t>
            </a:r>
            <a:r>
              <a:rPr lang="en-GB" sz="2800" spc="45" dirty="0">
                <a:solidFill>
                  <a:srgbClr val="1B1B1B"/>
                </a:solidFill>
                <a:latin typeface="Courier New"/>
                <a:cs typeface="Courier New"/>
              </a:rPr>
              <a:t> </a:t>
            </a:r>
            <a:r>
              <a:rPr lang="en-GB" sz="2800" spc="-25" dirty="0">
                <a:solidFill>
                  <a:srgbClr val="1B1B1B"/>
                </a:solidFill>
                <a:latin typeface="Courier New"/>
                <a:cs typeface="Courier New"/>
              </a:rPr>
              <a:t>of </a:t>
            </a:r>
            <a:r>
              <a:rPr lang="en-GB" sz="2800" dirty="0">
                <a:solidFill>
                  <a:srgbClr val="1B1B1B"/>
                </a:solidFill>
                <a:latin typeface="Courier New"/>
                <a:cs typeface="Courier New"/>
              </a:rPr>
              <a:t>all</a:t>
            </a:r>
            <a:r>
              <a:rPr lang="en-GB" sz="2800" spc="25" dirty="0">
                <a:solidFill>
                  <a:srgbClr val="1B1B1B"/>
                </a:solidFill>
                <a:latin typeface="Courier New"/>
                <a:cs typeface="Courier New"/>
              </a:rPr>
              <a:t> </a:t>
            </a:r>
            <a:r>
              <a:rPr lang="en-GB" sz="2800" dirty="0">
                <a:solidFill>
                  <a:srgbClr val="1B1B1B"/>
                </a:solidFill>
                <a:latin typeface="Courier New"/>
                <a:cs typeface="Courier New"/>
              </a:rPr>
              <a:t>students</a:t>
            </a:r>
            <a:r>
              <a:rPr lang="en-GB" sz="2800" spc="40" dirty="0">
                <a:solidFill>
                  <a:srgbClr val="1B1B1B"/>
                </a:solidFill>
                <a:latin typeface="Courier New"/>
                <a:cs typeface="Courier New"/>
              </a:rPr>
              <a:t> </a:t>
            </a:r>
            <a:r>
              <a:rPr lang="en-GB" sz="2800" dirty="0">
                <a:solidFill>
                  <a:srgbClr val="1B1B1B"/>
                </a:solidFill>
                <a:latin typeface="Courier New"/>
                <a:cs typeface="Courier New"/>
              </a:rPr>
              <a:t>with</a:t>
            </a:r>
            <a:r>
              <a:rPr lang="en-GB" sz="2800" spc="30" dirty="0">
                <a:solidFill>
                  <a:srgbClr val="1B1B1B"/>
                </a:solidFill>
                <a:latin typeface="Courier New"/>
                <a:cs typeface="Courier New"/>
              </a:rPr>
              <a:t> </a:t>
            </a:r>
            <a:r>
              <a:rPr lang="en-GB" sz="2800" dirty="0">
                <a:solidFill>
                  <a:srgbClr val="1B1B1B"/>
                </a:solidFill>
                <a:latin typeface="Courier New"/>
                <a:cs typeface="Courier New"/>
              </a:rPr>
              <a:t>at</a:t>
            </a:r>
            <a:r>
              <a:rPr lang="en-GB" sz="2800" spc="30" dirty="0">
                <a:solidFill>
                  <a:srgbClr val="1B1B1B"/>
                </a:solidFill>
                <a:latin typeface="Courier New"/>
                <a:cs typeface="Courier New"/>
              </a:rPr>
              <a:t> </a:t>
            </a:r>
            <a:r>
              <a:rPr lang="en-GB" sz="2800" dirty="0">
                <a:solidFill>
                  <a:srgbClr val="1B1B1B"/>
                </a:solidFill>
                <a:latin typeface="Courier New"/>
                <a:cs typeface="Courier New"/>
              </a:rPr>
              <a:t>least</a:t>
            </a:r>
            <a:r>
              <a:rPr lang="en-GB" sz="2800" spc="40" dirty="0">
                <a:solidFill>
                  <a:srgbClr val="1B1B1B"/>
                </a:solidFill>
                <a:latin typeface="Courier New"/>
                <a:cs typeface="Courier New"/>
              </a:rPr>
              <a:t> </a:t>
            </a:r>
            <a:r>
              <a:rPr lang="en-GB" sz="2800" dirty="0">
                <a:solidFill>
                  <a:srgbClr val="1B1B1B"/>
                </a:solidFill>
                <a:latin typeface="Courier New"/>
                <a:cs typeface="Courier New"/>
              </a:rPr>
              <a:t>300</a:t>
            </a:r>
            <a:r>
              <a:rPr lang="en-GB" sz="2800" spc="30" dirty="0">
                <a:solidFill>
                  <a:srgbClr val="1B1B1B"/>
                </a:solidFill>
                <a:latin typeface="Courier New"/>
                <a:cs typeface="Courier New"/>
              </a:rPr>
              <a:t> </a:t>
            </a:r>
            <a:r>
              <a:rPr lang="en-GB" sz="2800" spc="-10" dirty="0">
                <a:solidFill>
                  <a:srgbClr val="1B1B1B"/>
                </a:solidFill>
                <a:latin typeface="Courier New"/>
                <a:cs typeface="Courier New"/>
              </a:rPr>
              <a:t>points”</a:t>
            </a:r>
            <a:endParaRPr lang="en-GB" sz="2800" dirty="0">
              <a:latin typeface="Courier New"/>
              <a:cs typeface="Courier New"/>
            </a:endParaRPr>
          </a:p>
          <a:p>
            <a:pPr>
              <a:lnSpc>
                <a:spcPct val="100000"/>
              </a:lnSpc>
            </a:pPr>
            <a:endParaRPr lang="en-GB" sz="2800" dirty="0">
              <a:latin typeface="Courier New"/>
              <a:cs typeface="Courier New"/>
            </a:endParaRPr>
          </a:p>
          <a:p>
            <a:pPr>
              <a:lnSpc>
                <a:spcPct val="100000"/>
              </a:lnSpc>
            </a:pPr>
            <a:endParaRPr lang="en-GB" sz="2800" dirty="0">
              <a:latin typeface="Courier New"/>
              <a:cs typeface="Courier New"/>
            </a:endParaRPr>
          </a:p>
          <a:p>
            <a:pPr marL="252729" indent="-240665">
              <a:lnSpc>
                <a:spcPct val="118000"/>
              </a:lnSpc>
              <a:spcBef>
                <a:spcPts val="5"/>
              </a:spcBef>
              <a:buSzPct val="153061"/>
              <a:buFont typeface="Arial"/>
              <a:buChar char="•"/>
              <a:tabLst>
                <a:tab pos="253365" algn="l"/>
              </a:tabLst>
            </a:pPr>
            <a:r>
              <a:rPr lang="en-GB" sz="2800" spc="-10" dirty="0">
                <a:solidFill>
                  <a:srgbClr val="1B1B1B"/>
                </a:solidFill>
                <a:latin typeface="Times New Roman"/>
                <a:cs typeface="Times New Roman"/>
              </a:rPr>
              <a:t>SELECT, FROM, WHERE are keywords</a:t>
            </a:r>
          </a:p>
          <a:p>
            <a:pPr marL="252729" indent="-240665">
              <a:lnSpc>
                <a:spcPct val="118000"/>
              </a:lnSpc>
              <a:spcBef>
                <a:spcPts val="1200"/>
              </a:spcBef>
              <a:buSzPct val="153061"/>
              <a:buFont typeface="Arial"/>
              <a:buChar char="•"/>
              <a:tabLst>
                <a:tab pos="253365" algn="l"/>
              </a:tabLst>
            </a:pPr>
            <a:r>
              <a:rPr lang="en-GB" sz="2800" spc="-10" dirty="0">
                <a:solidFill>
                  <a:srgbClr val="1B1B1B"/>
                </a:solidFill>
                <a:latin typeface="Times New Roman"/>
                <a:cs typeface="Times New Roman"/>
              </a:rPr>
              <a:t>Other words are names of tables/columns</a:t>
            </a:r>
          </a:p>
          <a:p>
            <a:pPr marL="252729" indent="-240665">
              <a:lnSpc>
                <a:spcPct val="118000"/>
              </a:lnSpc>
              <a:spcBef>
                <a:spcPts val="1100"/>
              </a:spcBef>
              <a:buSzPct val="153061"/>
              <a:buFont typeface="Arial"/>
              <a:buChar char="•"/>
              <a:tabLst>
                <a:tab pos="253365" algn="l"/>
              </a:tabLst>
            </a:pPr>
            <a:r>
              <a:rPr lang="en-GB" sz="2800" spc="-10" dirty="0">
                <a:solidFill>
                  <a:srgbClr val="1B1B1B"/>
                </a:solidFill>
                <a:latin typeface="Times New Roman"/>
                <a:cs typeface="Times New Roman"/>
              </a:rPr>
              <a:t>&gt;= means greater than or equal to</a:t>
            </a:r>
          </a:p>
          <a:p>
            <a:pPr marL="252729" indent="-240665">
              <a:lnSpc>
                <a:spcPct val="118000"/>
              </a:lnSpc>
              <a:spcBef>
                <a:spcPts val="1200"/>
              </a:spcBef>
              <a:buSzPct val="153061"/>
              <a:buFont typeface="Arial"/>
              <a:buChar char="•"/>
              <a:tabLst>
                <a:tab pos="253365" algn="l"/>
              </a:tabLst>
            </a:pPr>
            <a:r>
              <a:rPr lang="en-GB" sz="2800" spc="-10" dirty="0">
                <a:solidFill>
                  <a:srgbClr val="1B1B1B"/>
                </a:solidFill>
                <a:latin typeface="Times New Roman"/>
                <a:cs typeface="Times New Roman"/>
              </a:rPr>
              <a:t>Terminate query with a semicolon</a:t>
            </a:r>
          </a:p>
          <a:p>
            <a:endParaRPr lang="en-IE" dirty="0"/>
          </a:p>
        </p:txBody>
      </p:sp>
      <p:sp>
        <p:nvSpPr>
          <p:cNvPr id="2" name="Slide Number Placeholder 1">
            <a:extLst>
              <a:ext uri="{FF2B5EF4-FFF2-40B4-BE49-F238E27FC236}">
                <a16:creationId xmlns:a16="http://schemas.microsoft.com/office/drawing/2014/main" id="{F1172B56-61FA-8EEE-5448-3658A09CEE51}"/>
              </a:ext>
            </a:extLst>
          </p:cNvPr>
          <p:cNvSpPr>
            <a:spLocks noGrp="1"/>
          </p:cNvSpPr>
          <p:nvPr>
            <p:ph type="sldNum" sz="quarter" idx="12"/>
          </p:nvPr>
        </p:nvSpPr>
        <p:spPr/>
        <p:txBody>
          <a:bodyPr/>
          <a:lstStyle/>
          <a:p>
            <a:fld id="{1AE971F0-0CD2-4C47-8087-EBCE9716EA84}" type="slidenum">
              <a:rPr lang="en-GB" smtClean="0"/>
              <a:pPr/>
              <a:t>28</a:t>
            </a:fld>
            <a:endParaRPr lang="en-GB"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a:extLst>
            <a:ext uri="{FF2B5EF4-FFF2-40B4-BE49-F238E27FC236}">
              <a16:creationId xmlns:a16="http://schemas.microsoft.com/office/drawing/2014/main" id="{BE711ABC-21B4-7B72-E5F4-80A8C1E1C78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FB147BE-159F-D0F3-BFBA-8DCC848FD126}"/>
              </a:ext>
            </a:extLst>
          </p:cNvPr>
          <p:cNvSpPr txBox="1">
            <a:spLocks noGrp="1"/>
          </p:cNvSpPr>
          <p:nvPr>
            <p:ph type="title"/>
          </p:nvPr>
        </p:nvSpPr>
        <p:spPr>
          <a:xfrm>
            <a:off x="735171" y="788587"/>
            <a:ext cx="9223058" cy="689930"/>
          </a:xfrm>
          <a:prstGeom prst="rect">
            <a:avLst/>
          </a:prstGeom>
        </p:spPr>
        <p:txBody>
          <a:bodyPr vert="horz" wrap="square" lIns="0" tIns="95121" rIns="0" bIns="0" rtlCol="0">
            <a:spAutoFit/>
          </a:bodyPr>
          <a:lstStyle/>
          <a:p>
            <a:pPr marL="154940">
              <a:lnSpc>
                <a:spcPct val="100000"/>
              </a:lnSpc>
              <a:spcBef>
                <a:spcPts val="95"/>
              </a:spcBef>
            </a:pPr>
            <a:r>
              <a:rPr lang="en-IE">
                <a:latin typeface="Helvetica" pitchFamily="2" charset="0"/>
              </a:rPr>
              <a:t>Let’s implement it using SQL</a:t>
            </a:r>
            <a:endParaRPr lang="en-IE" spc="-10" dirty="0">
              <a:latin typeface="Helvetica" pitchFamily="2" charset="0"/>
            </a:endParaRPr>
          </a:p>
        </p:txBody>
      </p:sp>
      <p:graphicFrame>
        <p:nvGraphicFramePr>
          <p:cNvPr id="7" name="Content Placeholder 6">
            <a:extLst>
              <a:ext uri="{FF2B5EF4-FFF2-40B4-BE49-F238E27FC236}">
                <a16:creationId xmlns:a16="http://schemas.microsoft.com/office/drawing/2014/main" id="{210C47A2-27DC-1641-0CE0-949EA63006E4}"/>
              </a:ext>
            </a:extLst>
          </p:cNvPr>
          <p:cNvGraphicFramePr>
            <a:graphicFrameLocks noGrp="1"/>
          </p:cNvGraphicFramePr>
          <p:nvPr>
            <p:ph idx="1"/>
            <p:extLst>
              <p:ext uri="{D42A27DB-BD31-4B8C-83A1-F6EECF244321}">
                <p14:modId xmlns:p14="http://schemas.microsoft.com/office/powerpoint/2010/main" val="3735981389"/>
              </p:ext>
            </p:extLst>
          </p:nvPr>
        </p:nvGraphicFramePr>
        <p:xfrm>
          <a:off x="735013" y="2012950"/>
          <a:ext cx="4230687" cy="1584960"/>
        </p:xfrm>
        <a:graphic>
          <a:graphicData uri="http://schemas.openxmlformats.org/drawingml/2006/table">
            <a:tbl>
              <a:tblPr firstRow="1" bandRow="1">
                <a:tableStyleId>{5940675A-B579-460E-94D1-54222C63F5DA}</a:tableStyleId>
              </a:tblPr>
              <a:tblGrid>
                <a:gridCol w="1868487">
                  <a:extLst>
                    <a:ext uri="{9D8B030D-6E8A-4147-A177-3AD203B41FA5}">
                      <a16:colId xmlns:a16="http://schemas.microsoft.com/office/drawing/2014/main" val="862185109"/>
                    </a:ext>
                  </a:extLst>
                </a:gridCol>
                <a:gridCol w="2362200">
                  <a:extLst>
                    <a:ext uri="{9D8B030D-6E8A-4147-A177-3AD203B41FA5}">
                      <a16:colId xmlns:a16="http://schemas.microsoft.com/office/drawing/2014/main" val="2661833453"/>
                    </a:ext>
                  </a:extLst>
                </a:gridCol>
              </a:tblGrid>
              <a:tr h="370840">
                <a:tc>
                  <a:txBody>
                    <a:bodyPr/>
                    <a:lstStyle/>
                    <a:p>
                      <a:pPr algn="ctr">
                        <a:buNone/>
                      </a:pPr>
                      <a:r>
                        <a:rPr lang="en-IE" sz="2000" b="1" dirty="0" err="1">
                          <a:latin typeface="Helvetica" pitchFamily="2" charset="0"/>
                        </a:rPr>
                        <a:t>student_id</a:t>
                      </a:r>
                      <a:endParaRPr lang="en-IE" sz="2000" b="1" dirty="0">
                        <a:latin typeface="Helvetica" pitchFamily="2" charset="0"/>
                      </a:endParaRPr>
                    </a:p>
                  </a:txBody>
                  <a:tcPr anchor="ctr"/>
                </a:tc>
                <a:tc>
                  <a:txBody>
                    <a:bodyPr/>
                    <a:lstStyle/>
                    <a:p>
                      <a:pPr algn="ctr">
                        <a:buNone/>
                      </a:pPr>
                      <a:r>
                        <a:rPr lang="en-IE" sz="2000" b="1" dirty="0">
                          <a:latin typeface="Helvetica" pitchFamily="2" charset="0"/>
                        </a:rPr>
                        <a:t>name</a:t>
                      </a:r>
                    </a:p>
                  </a:txBody>
                  <a:tcPr anchor="ctr"/>
                </a:tc>
                <a:extLst>
                  <a:ext uri="{0D108BD9-81ED-4DB2-BD59-A6C34878D82A}">
                    <a16:rowId xmlns:a16="http://schemas.microsoft.com/office/drawing/2014/main" val="3491674912"/>
                  </a:ext>
                </a:extLst>
              </a:tr>
              <a:tr h="370840">
                <a:tc>
                  <a:txBody>
                    <a:bodyPr/>
                    <a:lstStyle/>
                    <a:p>
                      <a:pPr algn="ctr">
                        <a:buNone/>
                      </a:pPr>
                      <a:r>
                        <a:rPr lang="en-IE" sz="2000" dirty="0">
                          <a:latin typeface="Helvetica" pitchFamily="2" charset="0"/>
                        </a:rPr>
                        <a:t>1001</a:t>
                      </a:r>
                    </a:p>
                  </a:txBody>
                  <a:tcPr anchor="ctr"/>
                </a:tc>
                <a:tc>
                  <a:txBody>
                    <a:bodyPr/>
                    <a:lstStyle/>
                    <a:p>
                      <a:pPr algn="ctr">
                        <a:buNone/>
                      </a:pPr>
                      <a:r>
                        <a:rPr lang="en-IE" sz="2000" dirty="0">
                          <a:latin typeface="Helvetica" pitchFamily="2" charset="0"/>
                        </a:rPr>
                        <a:t>Alice Smith</a:t>
                      </a:r>
                    </a:p>
                  </a:txBody>
                  <a:tcPr anchor="ctr"/>
                </a:tc>
                <a:extLst>
                  <a:ext uri="{0D108BD9-81ED-4DB2-BD59-A6C34878D82A}">
                    <a16:rowId xmlns:a16="http://schemas.microsoft.com/office/drawing/2014/main" val="3840608355"/>
                  </a:ext>
                </a:extLst>
              </a:tr>
              <a:tr h="370840">
                <a:tc>
                  <a:txBody>
                    <a:bodyPr/>
                    <a:lstStyle/>
                    <a:p>
                      <a:pPr algn="ctr">
                        <a:buNone/>
                      </a:pPr>
                      <a:r>
                        <a:rPr lang="en-IE" sz="2000">
                          <a:latin typeface="Helvetica" pitchFamily="2" charset="0"/>
                        </a:rPr>
                        <a:t>1002</a:t>
                      </a:r>
                    </a:p>
                  </a:txBody>
                  <a:tcPr anchor="ctr"/>
                </a:tc>
                <a:tc>
                  <a:txBody>
                    <a:bodyPr/>
                    <a:lstStyle/>
                    <a:p>
                      <a:pPr algn="ctr">
                        <a:buNone/>
                      </a:pPr>
                      <a:r>
                        <a:rPr lang="en-IE" sz="2000" dirty="0">
                          <a:latin typeface="Helvetica" pitchFamily="2" charset="0"/>
                        </a:rPr>
                        <a:t>Bob Jones</a:t>
                      </a:r>
                    </a:p>
                  </a:txBody>
                  <a:tcPr anchor="ctr"/>
                </a:tc>
                <a:extLst>
                  <a:ext uri="{0D108BD9-81ED-4DB2-BD59-A6C34878D82A}">
                    <a16:rowId xmlns:a16="http://schemas.microsoft.com/office/drawing/2014/main" val="1008253181"/>
                  </a:ext>
                </a:extLst>
              </a:tr>
              <a:tr h="370840">
                <a:tc>
                  <a:txBody>
                    <a:bodyPr/>
                    <a:lstStyle/>
                    <a:p>
                      <a:pPr algn="ctr">
                        <a:buNone/>
                      </a:pPr>
                      <a:r>
                        <a:rPr lang="en-IE" sz="2000" dirty="0">
                          <a:latin typeface="Helvetica" pitchFamily="2" charset="0"/>
                        </a:rPr>
                        <a:t>1003</a:t>
                      </a:r>
                    </a:p>
                  </a:txBody>
                  <a:tcPr anchor="ctr"/>
                </a:tc>
                <a:tc>
                  <a:txBody>
                    <a:bodyPr/>
                    <a:lstStyle/>
                    <a:p>
                      <a:pPr algn="ctr">
                        <a:buNone/>
                      </a:pPr>
                      <a:r>
                        <a:rPr lang="en-IE" sz="2000" dirty="0">
                          <a:latin typeface="Helvetica" pitchFamily="2" charset="0"/>
                        </a:rPr>
                        <a:t>Carla White</a:t>
                      </a:r>
                    </a:p>
                  </a:txBody>
                  <a:tcPr anchor="ctr"/>
                </a:tc>
                <a:extLst>
                  <a:ext uri="{0D108BD9-81ED-4DB2-BD59-A6C34878D82A}">
                    <a16:rowId xmlns:a16="http://schemas.microsoft.com/office/drawing/2014/main" val="3604275753"/>
                  </a:ext>
                </a:extLst>
              </a:tr>
            </a:tbl>
          </a:graphicData>
        </a:graphic>
      </p:graphicFrame>
      <p:sp>
        <p:nvSpPr>
          <p:cNvPr id="2" name="Slide Number Placeholder 1">
            <a:extLst>
              <a:ext uri="{FF2B5EF4-FFF2-40B4-BE49-F238E27FC236}">
                <a16:creationId xmlns:a16="http://schemas.microsoft.com/office/drawing/2014/main" id="{4B0710C6-1652-63AA-B768-814818F25D15}"/>
              </a:ext>
            </a:extLst>
          </p:cNvPr>
          <p:cNvSpPr>
            <a:spLocks noGrp="1"/>
          </p:cNvSpPr>
          <p:nvPr>
            <p:ph type="sldNum" sz="quarter" idx="12"/>
          </p:nvPr>
        </p:nvSpPr>
        <p:spPr/>
        <p:txBody>
          <a:bodyPr/>
          <a:lstStyle/>
          <a:p>
            <a:fld id="{1AE971F0-0CD2-4C47-8087-EBCE9716EA84}" type="slidenum">
              <a:rPr lang="en-GB" smtClean="0">
                <a:solidFill>
                  <a:schemeClr val="tx1"/>
                </a:solidFill>
                <a:latin typeface="Helvetica" pitchFamily="2" charset="0"/>
              </a:rPr>
              <a:pPr/>
              <a:t>29</a:t>
            </a:fld>
            <a:endParaRPr lang="en-GB" dirty="0">
              <a:solidFill>
                <a:schemeClr val="tx1"/>
              </a:solidFill>
              <a:latin typeface="Helvetica" pitchFamily="2" charset="0"/>
            </a:endParaRPr>
          </a:p>
        </p:txBody>
      </p:sp>
      <p:graphicFrame>
        <p:nvGraphicFramePr>
          <p:cNvPr id="8" name="Content Placeholder 6">
            <a:extLst>
              <a:ext uri="{FF2B5EF4-FFF2-40B4-BE49-F238E27FC236}">
                <a16:creationId xmlns:a16="http://schemas.microsoft.com/office/drawing/2014/main" id="{F2895183-B9E8-6264-6B68-A4F09E5AF458}"/>
              </a:ext>
            </a:extLst>
          </p:cNvPr>
          <p:cNvGraphicFramePr>
            <a:graphicFrameLocks/>
          </p:cNvGraphicFramePr>
          <p:nvPr>
            <p:extLst>
              <p:ext uri="{D42A27DB-BD31-4B8C-83A1-F6EECF244321}">
                <p14:modId xmlns:p14="http://schemas.microsoft.com/office/powerpoint/2010/main" val="3917708431"/>
              </p:ext>
            </p:extLst>
          </p:nvPr>
        </p:nvGraphicFramePr>
        <p:xfrm>
          <a:off x="5880100" y="2211070"/>
          <a:ext cx="4230687" cy="1188720"/>
        </p:xfrm>
        <a:graphic>
          <a:graphicData uri="http://schemas.openxmlformats.org/drawingml/2006/table">
            <a:tbl>
              <a:tblPr firstRow="1" bandRow="1">
                <a:tableStyleId>{5940675A-B579-460E-94D1-54222C63F5DA}</a:tableStyleId>
              </a:tblPr>
              <a:tblGrid>
                <a:gridCol w="1868487">
                  <a:extLst>
                    <a:ext uri="{9D8B030D-6E8A-4147-A177-3AD203B41FA5}">
                      <a16:colId xmlns:a16="http://schemas.microsoft.com/office/drawing/2014/main" val="862185109"/>
                    </a:ext>
                  </a:extLst>
                </a:gridCol>
                <a:gridCol w="2362200">
                  <a:extLst>
                    <a:ext uri="{9D8B030D-6E8A-4147-A177-3AD203B41FA5}">
                      <a16:colId xmlns:a16="http://schemas.microsoft.com/office/drawing/2014/main" val="2661833453"/>
                    </a:ext>
                  </a:extLst>
                </a:gridCol>
              </a:tblGrid>
              <a:tr h="370840">
                <a:tc>
                  <a:txBody>
                    <a:bodyPr/>
                    <a:lstStyle/>
                    <a:p>
                      <a:pPr algn="ctr">
                        <a:buNone/>
                      </a:pPr>
                      <a:r>
                        <a:rPr lang="en-IE" sz="2000" b="1" dirty="0" err="1">
                          <a:latin typeface="Helvetica" pitchFamily="2" charset="0"/>
                        </a:rPr>
                        <a:t>course_code</a:t>
                      </a:r>
                      <a:endParaRPr lang="en-IE" sz="2000" b="1" dirty="0">
                        <a:latin typeface="Helvetica" pitchFamily="2" charset="0"/>
                      </a:endParaRPr>
                    </a:p>
                  </a:txBody>
                  <a:tcPr anchor="ctr"/>
                </a:tc>
                <a:tc>
                  <a:txBody>
                    <a:bodyPr/>
                    <a:lstStyle/>
                    <a:p>
                      <a:pPr algn="ctr">
                        <a:buNone/>
                      </a:pPr>
                      <a:r>
                        <a:rPr lang="en-IE" sz="2000" b="1" dirty="0" err="1">
                          <a:latin typeface="Helvetica" pitchFamily="2" charset="0"/>
                        </a:rPr>
                        <a:t>course_title</a:t>
                      </a:r>
                      <a:endParaRPr lang="en-IE" sz="2000" b="1" dirty="0">
                        <a:latin typeface="Helvetica" pitchFamily="2" charset="0"/>
                      </a:endParaRPr>
                    </a:p>
                  </a:txBody>
                  <a:tcPr anchor="ctr"/>
                </a:tc>
                <a:extLst>
                  <a:ext uri="{0D108BD9-81ED-4DB2-BD59-A6C34878D82A}">
                    <a16:rowId xmlns:a16="http://schemas.microsoft.com/office/drawing/2014/main" val="3491674912"/>
                  </a:ext>
                </a:extLst>
              </a:tr>
              <a:tr h="370840">
                <a:tc>
                  <a:txBody>
                    <a:bodyPr/>
                    <a:lstStyle/>
                    <a:p>
                      <a:pPr algn="ctr">
                        <a:buNone/>
                      </a:pPr>
                      <a:r>
                        <a:rPr lang="en-IE" sz="2000" dirty="0">
                          <a:latin typeface="Helvetica" pitchFamily="2" charset="0"/>
                        </a:rPr>
                        <a:t>CS101</a:t>
                      </a:r>
                    </a:p>
                  </a:txBody>
                  <a:tcPr anchor="ctr"/>
                </a:tc>
                <a:tc>
                  <a:txBody>
                    <a:bodyPr/>
                    <a:lstStyle/>
                    <a:p>
                      <a:pPr algn="ctr">
                        <a:buNone/>
                      </a:pPr>
                      <a:r>
                        <a:rPr lang="en-IE" sz="2000" dirty="0">
                          <a:latin typeface="Helvetica" pitchFamily="2" charset="0"/>
                        </a:rPr>
                        <a:t>Intro to CS</a:t>
                      </a:r>
                    </a:p>
                  </a:txBody>
                  <a:tcPr anchor="ctr"/>
                </a:tc>
                <a:extLst>
                  <a:ext uri="{0D108BD9-81ED-4DB2-BD59-A6C34878D82A}">
                    <a16:rowId xmlns:a16="http://schemas.microsoft.com/office/drawing/2014/main" val="3840608355"/>
                  </a:ext>
                </a:extLst>
              </a:tr>
              <a:tr h="370840">
                <a:tc>
                  <a:txBody>
                    <a:bodyPr/>
                    <a:lstStyle/>
                    <a:p>
                      <a:pPr algn="ctr">
                        <a:buNone/>
                      </a:pPr>
                      <a:r>
                        <a:rPr lang="en-IE" sz="2000">
                          <a:latin typeface="Helvetica" pitchFamily="2" charset="0"/>
                        </a:rPr>
                        <a:t>MA102</a:t>
                      </a:r>
                    </a:p>
                  </a:txBody>
                  <a:tcPr anchor="ctr"/>
                </a:tc>
                <a:tc>
                  <a:txBody>
                    <a:bodyPr/>
                    <a:lstStyle/>
                    <a:p>
                      <a:pPr algn="ctr">
                        <a:buNone/>
                      </a:pPr>
                      <a:r>
                        <a:rPr lang="en-IE" sz="2000" dirty="0">
                          <a:latin typeface="Helvetica" pitchFamily="2" charset="0"/>
                        </a:rPr>
                        <a:t>Discrete Math</a:t>
                      </a:r>
                    </a:p>
                  </a:txBody>
                  <a:tcPr anchor="ctr"/>
                </a:tc>
                <a:extLst>
                  <a:ext uri="{0D108BD9-81ED-4DB2-BD59-A6C34878D82A}">
                    <a16:rowId xmlns:a16="http://schemas.microsoft.com/office/drawing/2014/main" val="1008253181"/>
                  </a:ext>
                </a:extLst>
              </a:tr>
            </a:tbl>
          </a:graphicData>
        </a:graphic>
      </p:graphicFrame>
      <p:graphicFrame>
        <p:nvGraphicFramePr>
          <p:cNvPr id="9" name="Content Placeholder 6">
            <a:extLst>
              <a:ext uri="{FF2B5EF4-FFF2-40B4-BE49-F238E27FC236}">
                <a16:creationId xmlns:a16="http://schemas.microsoft.com/office/drawing/2014/main" id="{1C2F88A4-8898-EC5D-8309-7FD6E9AB9225}"/>
              </a:ext>
            </a:extLst>
          </p:cNvPr>
          <p:cNvGraphicFramePr>
            <a:graphicFrameLocks/>
          </p:cNvGraphicFramePr>
          <p:nvPr>
            <p:extLst>
              <p:ext uri="{D42A27DB-BD31-4B8C-83A1-F6EECF244321}">
                <p14:modId xmlns:p14="http://schemas.microsoft.com/office/powerpoint/2010/main" val="3198859108"/>
              </p:ext>
            </p:extLst>
          </p:nvPr>
        </p:nvGraphicFramePr>
        <p:xfrm>
          <a:off x="2984500" y="5063619"/>
          <a:ext cx="5257800" cy="1981200"/>
        </p:xfrm>
        <a:graphic>
          <a:graphicData uri="http://schemas.openxmlformats.org/drawingml/2006/table">
            <a:tbl>
              <a:tblPr firstRow="1" bandRow="1">
                <a:tableStyleId>{5940675A-B579-460E-94D1-54222C63F5DA}</a:tableStyleId>
              </a:tblPr>
              <a:tblGrid>
                <a:gridCol w="1986548">
                  <a:extLst>
                    <a:ext uri="{9D8B030D-6E8A-4147-A177-3AD203B41FA5}">
                      <a16:colId xmlns:a16="http://schemas.microsoft.com/office/drawing/2014/main" val="862185109"/>
                    </a:ext>
                  </a:extLst>
                </a:gridCol>
                <a:gridCol w="1899652">
                  <a:extLst>
                    <a:ext uri="{9D8B030D-6E8A-4147-A177-3AD203B41FA5}">
                      <a16:colId xmlns:a16="http://schemas.microsoft.com/office/drawing/2014/main" val="2661833453"/>
                    </a:ext>
                  </a:extLst>
                </a:gridCol>
                <a:gridCol w="1371600">
                  <a:extLst>
                    <a:ext uri="{9D8B030D-6E8A-4147-A177-3AD203B41FA5}">
                      <a16:colId xmlns:a16="http://schemas.microsoft.com/office/drawing/2014/main" val="2359445826"/>
                    </a:ext>
                  </a:extLst>
                </a:gridCol>
              </a:tblGrid>
              <a:tr h="370840">
                <a:tc>
                  <a:txBody>
                    <a:bodyPr/>
                    <a:lstStyle/>
                    <a:p>
                      <a:pPr algn="ctr">
                        <a:buNone/>
                      </a:pPr>
                      <a:r>
                        <a:rPr lang="en-IE" sz="2000" b="1" dirty="0" err="1">
                          <a:latin typeface="Helvetica" pitchFamily="2" charset="0"/>
                        </a:rPr>
                        <a:t>student_id</a:t>
                      </a:r>
                      <a:endParaRPr lang="en-IE" sz="2000" b="1" dirty="0">
                        <a:latin typeface="Helvetica" pitchFamily="2" charset="0"/>
                      </a:endParaRPr>
                    </a:p>
                  </a:txBody>
                  <a:tcPr anchor="ctr"/>
                </a:tc>
                <a:tc>
                  <a:txBody>
                    <a:bodyPr/>
                    <a:lstStyle/>
                    <a:p>
                      <a:pPr algn="ctr">
                        <a:buNone/>
                      </a:pPr>
                      <a:r>
                        <a:rPr lang="en-IE" sz="2000" b="1" dirty="0" err="1">
                          <a:latin typeface="Helvetica" pitchFamily="2" charset="0"/>
                        </a:rPr>
                        <a:t>course_code</a:t>
                      </a:r>
                      <a:endParaRPr lang="en-IE" sz="2000" b="1" dirty="0">
                        <a:latin typeface="Helvetica" pitchFamily="2" charset="0"/>
                      </a:endParaRPr>
                    </a:p>
                  </a:txBody>
                  <a:tcPr anchor="ctr"/>
                </a:tc>
                <a:tc>
                  <a:txBody>
                    <a:bodyPr/>
                    <a:lstStyle/>
                    <a:p>
                      <a:pPr algn="ctr">
                        <a:buNone/>
                      </a:pPr>
                      <a:r>
                        <a:rPr lang="en-IE" sz="2000" b="1" dirty="0">
                          <a:latin typeface="Helvetica" pitchFamily="2" charset="0"/>
                        </a:rPr>
                        <a:t>grade</a:t>
                      </a:r>
                    </a:p>
                  </a:txBody>
                  <a:tcPr anchor="ctr"/>
                </a:tc>
                <a:extLst>
                  <a:ext uri="{0D108BD9-81ED-4DB2-BD59-A6C34878D82A}">
                    <a16:rowId xmlns:a16="http://schemas.microsoft.com/office/drawing/2014/main" val="3491674912"/>
                  </a:ext>
                </a:extLst>
              </a:tr>
              <a:tr h="370840">
                <a:tc>
                  <a:txBody>
                    <a:bodyPr/>
                    <a:lstStyle/>
                    <a:p>
                      <a:pPr algn="ctr">
                        <a:buNone/>
                      </a:pPr>
                      <a:r>
                        <a:rPr lang="en-IE" sz="2000" dirty="0">
                          <a:latin typeface="Helvetica" pitchFamily="2" charset="0"/>
                        </a:rPr>
                        <a:t>1001</a:t>
                      </a:r>
                    </a:p>
                  </a:txBody>
                  <a:tcPr anchor="ctr"/>
                </a:tc>
                <a:tc>
                  <a:txBody>
                    <a:bodyPr/>
                    <a:lstStyle/>
                    <a:p>
                      <a:pPr algn="ctr">
                        <a:buNone/>
                      </a:pPr>
                      <a:r>
                        <a:rPr lang="en-IE" sz="2000" dirty="0">
                          <a:latin typeface="Helvetica" pitchFamily="2" charset="0"/>
                        </a:rPr>
                        <a:t>CS101</a:t>
                      </a:r>
                    </a:p>
                  </a:txBody>
                  <a:tcPr anchor="ctr"/>
                </a:tc>
                <a:tc>
                  <a:txBody>
                    <a:bodyPr/>
                    <a:lstStyle/>
                    <a:p>
                      <a:pPr algn="ctr">
                        <a:buNone/>
                      </a:pPr>
                      <a:r>
                        <a:rPr lang="en-IE" sz="2000">
                          <a:latin typeface="Helvetica" pitchFamily="2" charset="0"/>
                        </a:rPr>
                        <a:t>A</a:t>
                      </a:r>
                    </a:p>
                  </a:txBody>
                  <a:tcPr anchor="ctr"/>
                </a:tc>
                <a:extLst>
                  <a:ext uri="{0D108BD9-81ED-4DB2-BD59-A6C34878D82A}">
                    <a16:rowId xmlns:a16="http://schemas.microsoft.com/office/drawing/2014/main" val="3840608355"/>
                  </a:ext>
                </a:extLst>
              </a:tr>
              <a:tr h="370840">
                <a:tc>
                  <a:txBody>
                    <a:bodyPr/>
                    <a:lstStyle/>
                    <a:p>
                      <a:pPr algn="ctr">
                        <a:buNone/>
                      </a:pPr>
                      <a:r>
                        <a:rPr lang="en-IE" sz="2000">
                          <a:latin typeface="Helvetica" pitchFamily="2" charset="0"/>
                        </a:rPr>
                        <a:t>1002</a:t>
                      </a:r>
                    </a:p>
                  </a:txBody>
                  <a:tcPr anchor="ctr"/>
                </a:tc>
                <a:tc>
                  <a:txBody>
                    <a:bodyPr/>
                    <a:lstStyle/>
                    <a:p>
                      <a:pPr algn="ctr">
                        <a:buNone/>
                      </a:pPr>
                      <a:r>
                        <a:rPr lang="en-IE" sz="2000" dirty="0">
                          <a:latin typeface="Helvetica" pitchFamily="2" charset="0"/>
                        </a:rPr>
                        <a:t>CS101</a:t>
                      </a:r>
                    </a:p>
                  </a:txBody>
                  <a:tcPr anchor="ctr"/>
                </a:tc>
                <a:tc>
                  <a:txBody>
                    <a:bodyPr/>
                    <a:lstStyle/>
                    <a:p>
                      <a:pPr algn="ctr">
                        <a:buNone/>
                      </a:pPr>
                      <a:r>
                        <a:rPr lang="en-IE" sz="2000">
                          <a:latin typeface="Helvetica" pitchFamily="2" charset="0"/>
                        </a:rPr>
                        <a:t>B</a:t>
                      </a:r>
                    </a:p>
                  </a:txBody>
                  <a:tcPr anchor="ctr"/>
                </a:tc>
                <a:extLst>
                  <a:ext uri="{0D108BD9-81ED-4DB2-BD59-A6C34878D82A}">
                    <a16:rowId xmlns:a16="http://schemas.microsoft.com/office/drawing/2014/main" val="1008253181"/>
                  </a:ext>
                </a:extLst>
              </a:tr>
              <a:tr h="370840">
                <a:tc>
                  <a:txBody>
                    <a:bodyPr/>
                    <a:lstStyle/>
                    <a:p>
                      <a:pPr algn="ctr">
                        <a:buNone/>
                      </a:pPr>
                      <a:r>
                        <a:rPr lang="en-IE" sz="2000">
                          <a:latin typeface="Helvetica" pitchFamily="2" charset="0"/>
                        </a:rPr>
                        <a:t>1001</a:t>
                      </a:r>
                    </a:p>
                  </a:txBody>
                  <a:tcPr anchor="ctr"/>
                </a:tc>
                <a:tc>
                  <a:txBody>
                    <a:bodyPr/>
                    <a:lstStyle/>
                    <a:p>
                      <a:pPr algn="ctr">
                        <a:buNone/>
                      </a:pPr>
                      <a:r>
                        <a:rPr lang="en-IE" sz="2000" dirty="0">
                          <a:latin typeface="Helvetica" pitchFamily="2" charset="0"/>
                        </a:rPr>
                        <a:t>MA102</a:t>
                      </a:r>
                    </a:p>
                  </a:txBody>
                  <a:tcPr anchor="ctr"/>
                </a:tc>
                <a:tc>
                  <a:txBody>
                    <a:bodyPr/>
                    <a:lstStyle/>
                    <a:p>
                      <a:pPr algn="ctr">
                        <a:buNone/>
                      </a:pPr>
                      <a:r>
                        <a:rPr lang="en-IE" sz="2000">
                          <a:latin typeface="Helvetica" pitchFamily="2" charset="0"/>
                        </a:rPr>
                        <a:t>B+</a:t>
                      </a:r>
                    </a:p>
                  </a:txBody>
                  <a:tcPr anchor="ctr"/>
                </a:tc>
                <a:extLst>
                  <a:ext uri="{0D108BD9-81ED-4DB2-BD59-A6C34878D82A}">
                    <a16:rowId xmlns:a16="http://schemas.microsoft.com/office/drawing/2014/main" val="3604275753"/>
                  </a:ext>
                </a:extLst>
              </a:tr>
              <a:tr h="370840">
                <a:tc>
                  <a:txBody>
                    <a:bodyPr/>
                    <a:lstStyle/>
                    <a:p>
                      <a:pPr algn="ctr">
                        <a:buNone/>
                      </a:pPr>
                      <a:r>
                        <a:rPr lang="en-IE" sz="2000">
                          <a:latin typeface="Helvetica" pitchFamily="2" charset="0"/>
                        </a:rPr>
                        <a:t>1003</a:t>
                      </a:r>
                    </a:p>
                  </a:txBody>
                  <a:tcPr anchor="ctr"/>
                </a:tc>
                <a:tc>
                  <a:txBody>
                    <a:bodyPr/>
                    <a:lstStyle/>
                    <a:p>
                      <a:pPr algn="ctr">
                        <a:buNone/>
                      </a:pPr>
                      <a:r>
                        <a:rPr lang="en-IE" sz="2000" dirty="0">
                          <a:latin typeface="Helvetica" pitchFamily="2" charset="0"/>
                        </a:rPr>
                        <a:t>CS101</a:t>
                      </a:r>
                    </a:p>
                  </a:txBody>
                  <a:tcPr anchor="ctr"/>
                </a:tc>
                <a:tc>
                  <a:txBody>
                    <a:bodyPr/>
                    <a:lstStyle/>
                    <a:p>
                      <a:pPr algn="ctr">
                        <a:buNone/>
                      </a:pPr>
                      <a:r>
                        <a:rPr lang="en-IE" sz="2000" dirty="0">
                          <a:latin typeface="Helvetica" pitchFamily="2" charset="0"/>
                        </a:rPr>
                        <a:t>A-</a:t>
                      </a:r>
                    </a:p>
                  </a:txBody>
                  <a:tcPr anchor="ctr"/>
                </a:tc>
                <a:extLst>
                  <a:ext uri="{0D108BD9-81ED-4DB2-BD59-A6C34878D82A}">
                    <a16:rowId xmlns:a16="http://schemas.microsoft.com/office/drawing/2014/main" val="2470963405"/>
                  </a:ext>
                </a:extLst>
              </a:tr>
            </a:tbl>
          </a:graphicData>
        </a:graphic>
      </p:graphicFrame>
      <p:cxnSp>
        <p:nvCxnSpPr>
          <p:cNvPr id="11" name="Straight Connector 10">
            <a:extLst>
              <a:ext uri="{FF2B5EF4-FFF2-40B4-BE49-F238E27FC236}">
                <a16:creationId xmlns:a16="http://schemas.microsoft.com/office/drawing/2014/main" id="{69EB26A8-6276-415A-3CD4-2CE3A56316CC}"/>
              </a:ext>
            </a:extLst>
          </p:cNvPr>
          <p:cNvCxnSpPr>
            <a:cxnSpLocks/>
            <a:stCxn id="7" idx="2"/>
            <a:endCxn id="9" idx="0"/>
          </p:cNvCxnSpPr>
          <p:nvPr/>
        </p:nvCxnSpPr>
        <p:spPr>
          <a:xfrm>
            <a:off x="2850356" y="3597910"/>
            <a:ext cx="2763044" cy="14657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2C7798B-4E7B-04C2-F474-663A170785C9}"/>
              </a:ext>
            </a:extLst>
          </p:cNvPr>
          <p:cNvCxnSpPr>
            <a:cxnSpLocks/>
            <a:stCxn id="8" idx="2"/>
            <a:endCxn id="9" idx="0"/>
          </p:cNvCxnSpPr>
          <p:nvPr/>
        </p:nvCxnSpPr>
        <p:spPr>
          <a:xfrm flipH="1">
            <a:off x="5613400" y="3399790"/>
            <a:ext cx="2382043" cy="16638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5841118"/>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a:extLst>
            <a:ext uri="{FF2B5EF4-FFF2-40B4-BE49-F238E27FC236}">
              <a16:creationId xmlns:a16="http://schemas.microsoft.com/office/drawing/2014/main" id="{68358A19-8A00-F6F5-193A-219F6FB66D24}"/>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B55AE698-1A18-42EE-3BC5-7BCB2A54A2B1}"/>
              </a:ext>
            </a:extLst>
          </p:cNvPr>
          <p:cNvSpPr txBox="1"/>
          <p:nvPr/>
        </p:nvSpPr>
        <p:spPr>
          <a:xfrm>
            <a:off x="241300" y="0"/>
            <a:ext cx="9766300" cy="7294305"/>
          </a:xfrm>
          <a:prstGeom prst="rect">
            <a:avLst/>
          </a:prstGeom>
          <a:noFill/>
        </p:spPr>
        <p:txBody>
          <a:bodyPr wrap="square">
            <a:spAutoFit/>
          </a:bodyPr>
          <a:lstStyle/>
          <a:p>
            <a:pPr>
              <a:buNone/>
            </a:pPr>
            <a:r>
              <a:rPr lang="en-IE" b="0" dirty="0">
                <a:solidFill>
                  <a:srgbClr val="008000"/>
                </a:solidFill>
                <a:effectLst/>
                <a:latin typeface="Menlo" panose="020B0609030804020204" pitchFamily="49" charset="0"/>
              </a:rPr>
              <a:t>--Database with info on students</a:t>
            </a:r>
            <a:endParaRPr lang="en-IE" b="0" dirty="0">
              <a:solidFill>
                <a:srgbClr val="000000"/>
              </a:solidFill>
              <a:effectLst/>
              <a:latin typeface="Menlo" panose="020B0609030804020204" pitchFamily="49" charset="0"/>
            </a:endParaRPr>
          </a:p>
          <a:p>
            <a:pPr>
              <a:buNone/>
            </a:pPr>
            <a:r>
              <a:rPr lang="en-IE" b="0" dirty="0">
                <a:solidFill>
                  <a:srgbClr val="008000"/>
                </a:solidFill>
                <a:effectLst/>
                <a:latin typeface="Menlo" panose="020B0609030804020204" pitchFamily="49" charset="0"/>
              </a:rPr>
              <a:t>--Dropping tables</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DROP</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TABLE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IF</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EXISTS</a:t>
            </a:r>
            <a:r>
              <a:rPr lang="en-IE" b="0" dirty="0">
                <a:solidFill>
                  <a:srgbClr val="000000"/>
                </a:solidFill>
                <a:effectLst/>
                <a:latin typeface="Menlo" panose="020B0609030804020204" pitchFamily="49" charset="0"/>
              </a:rPr>
              <a:t> registration;</a:t>
            </a:r>
          </a:p>
          <a:p>
            <a:pPr>
              <a:buNone/>
            </a:pPr>
            <a:r>
              <a:rPr lang="en-IE" b="0" dirty="0">
                <a:solidFill>
                  <a:srgbClr val="0000FF"/>
                </a:solidFill>
                <a:effectLst/>
                <a:latin typeface="Menlo" panose="020B0609030804020204" pitchFamily="49" charset="0"/>
              </a:rPr>
              <a:t>DROP</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TABLE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IF</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EXISTS</a:t>
            </a:r>
            <a:r>
              <a:rPr lang="en-IE" b="0" dirty="0">
                <a:solidFill>
                  <a:srgbClr val="000000"/>
                </a:solidFill>
                <a:effectLst/>
                <a:latin typeface="Menlo" panose="020B0609030804020204" pitchFamily="49" charset="0"/>
              </a:rPr>
              <a:t> students;</a:t>
            </a:r>
          </a:p>
          <a:p>
            <a:pPr>
              <a:buNone/>
            </a:pPr>
            <a:r>
              <a:rPr lang="en-IE" b="0" dirty="0">
                <a:solidFill>
                  <a:srgbClr val="0000FF"/>
                </a:solidFill>
                <a:effectLst/>
                <a:latin typeface="Menlo" panose="020B0609030804020204" pitchFamily="49" charset="0"/>
              </a:rPr>
              <a:t>DROP</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TABLE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IF</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EXISTS</a:t>
            </a:r>
            <a:r>
              <a:rPr lang="en-IE" b="0" dirty="0">
                <a:solidFill>
                  <a:srgbClr val="000000"/>
                </a:solidFill>
                <a:effectLst/>
                <a:latin typeface="Menlo" panose="020B0609030804020204" pitchFamily="49" charset="0"/>
              </a:rPr>
              <a:t> courses;</a:t>
            </a:r>
          </a:p>
          <a:p>
            <a:pPr>
              <a:buNone/>
            </a:pPr>
            <a:br>
              <a:rPr lang="en-IE" b="0" dirty="0">
                <a:solidFill>
                  <a:srgbClr val="000000"/>
                </a:solidFill>
                <a:effectLst/>
                <a:latin typeface="Menlo" panose="020B0609030804020204" pitchFamily="49" charset="0"/>
              </a:rPr>
            </a:br>
            <a:endParaRPr lang="en-IE" b="0" dirty="0">
              <a:solidFill>
                <a:srgbClr val="000000"/>
              </a:solidFill>
              <a:effectLst/>
              <a:latin typeface="Menlo" panose="020B0609030804020204" pitchFamily="49" charset="0"/>
            </a:endParaRPr>
          </a:p>
          <a:p>
            <a:pPr>
              <a:buNone/>
            </a:pPr>
            <a:r>
              <a:rPr lang="en-IE" b="0" dirty="0">
                <a:solidFill>
                  <a:srgbClr val="008000"/>
                </a:solidFill>
                <a:effectLst/>
                <a:latin typeface="Menlo" panose="020B0609030804020204" pitchFamily="49" charset="0"/>
              </a:rPr>
              <a:t>--Create tables student, course, registration</a:t>
            </a: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CREATE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TABLE</a:t>
            </a:r>
            <a:r>
              <a:rPr lang="en-IE" b="0" dirty="0">
                <a:solidFill>
                  <a:srgbClr val="000000"/>
                </a:solidFill>
                <a:effectLst/>
                <a:latin typeface="Menlo" panose="020B0609030804020204" pitchFamily="49" charset="0"/>
              </a:rPr>
              <a:t> </a:t>
            </a:r>
            <a:r>
              <a:rPr lang="en-IE" b="0" dirty="0">
                <a:solidFill>
                  <a:srgbClr val="74531F"/>
                </a:solidFill>
                <a:effectLst/>
                <a:latin typeface="Menlo" panose="020B0609030804020204" pitchFamily="49" charset="0"/>
              </a:rPr>
              <a:t>courses</a:t>
            </a:r>
            <a:r>
              <a:rPr lang="en-IE" b="0" dirty="0">
                <a:solidFill>
                  <a:srgbClr val="000000"/>
                </a:solidFill>
                <a:effectLst/>
                <a:latin typeface="Menlo" panose="020B0609030804020204" pitchFamily="49" charset="0"/>
              </a:rPr>
              <a:t> (</a:t>
            </a:r>
          </a:p>
          <a:p>
            <a:pPr lvl="2"/>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course_code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TEXT</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primary key</a:t>
            </a:r>
            <a:r>
              <a:rPr lang="en-IE" b="0" dirty="0">
                <a:solidFill>
                  <a:srgbClr val="000000"/>
                </a:solidFill>
                <a:effectLst/>
                <a:latin typeface="Menlo" panose="020B0609030804020204" pitchFamily="49" charset="0"/>
              </a:rPr>
              <a:t>, </a:t>
            </a:r>
          </a:p>
          <a:p>
            <a:pPr lvl="2"/>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course_title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TEXT</a:t>
            </a:r>
            <a:endParaRPr lang="en-IE" b="0" dirty="0">
              <a:solidFill>
                <a:srgbClr val="000000"/>
              </a:solidFill>
              <a:effectLst/>
              <a:latin typeface="Menlo" panose="020B0609030804020204" pitchFamily="49" charset="0"/>
            </a:endParaRPr>
          </a:p>
          <a:p>
            <a:pPr>
              <a:buNone/>
            </a:pPr>
            <a:r>
              <a:rPr lang="en-IE" b="0" dirty="0">
                <a:solidFill>
                  <a:srgbClr val="000000"/>
                </a:solidFill>
                <a:effectLst/>
                <a:latin typeface="Menlo" panose="020B0609030804020204" pitchFamily="49" charset="0"/>
              </a:rPr>
              <a:t>);</a:t>
            </a:r>
          </a:p>
          <a:p>
            <a:pPr>
              <a:buNone/>
            </a:pPr>
            <a:br>
              <a:rPr lang="en-IE" b="0" dirty="0">
                <a:solidFill>
                  <a:srgbClr val="000000"/>
                </a:solidFill>
                <a:effectLst/>
                <a:latin typeface="Menlo" panose="020B0609030804020204" pitchFamily="49" charset="0"/>
              </a:rPr>
            </a:b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CREATE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TABLE</a:t>
            </a:r>
            <a:r>
              <a:rPr lang="en-IE" b="0" dirty="0">
                <a:solidFill>
                  <a:srgbClr val="000000"/>
                </a:solidFill>
                <a:effectLst/>
                <a:latin typeface="Menlo" panose="020B0609030804020204" pitchFamily="49" charset="0"/>
              </a:rPr>
              <a:t> </a:t>
            </a:r>
            <a:r>
              <a:rPr lang="en-IE" b="0" dirty="0">
                <a:solidFill>
                  <a:srgbClr val="74531F"/>
                </a:solidFill>
                <a:effectLst/>
                <a:latin typeface="Menlo" panose="020B0609030804020204" pitchFamily="49" charset="0"/>
              </a:rPr>
              <a:t>students</a:t>
            </a:r>
            <a:r>
              <a:rPr lang="en-IE" b="0" dirty="0">
                <a:solidFill>
                  <a:srgbClr val="000000"/>
                </a:solidFill>
                <a:effectLst/>
                <a:latin typeface="Menlo" panose="020B0609030804020204" pitchFamily="49" charset="0"/>
              </a:rPr>
              <a:t> (</a:t>
            </a:r>
          </a:p>
          <a:p>
            <a:pPr>
              <a:buNone/>
            </a:pP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student_id</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TEXT</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primary key</a:t>
            </a:r>
            <a:r>
              <a:rPr lang="en-IE" b="0" dirty="0">
                <a:solidFill>
                  <a:srgbClr val="000000"/>
                </a:solidFill>
                <a:effectLst/>
                <a:latin typeface="Menlo" panose="020B0609030804020204" pitchFamily="49" charset="0"/>
              </a:rPr>
              <a:t>,</a:t>
            </a:r>
          </a:p>
          <a:p>
            <a:pPr>
              <a:buNone/>
            </a:pPr>
            <a:r>
              <a:rPr lang="en-IE" b="0" dirty="0">
                <a:solidFill>
                  <a:srgbClr val="0000FF"/>
                </a:solidFill>
                <a:effectLst/>
                <a:latin typeface="Menlo" panose="020B0609030804020204" pitchFamily="49" charset="0"/>
              </a:rPr>
              <a:t>	name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TEXT</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NOT NULL</a:t>
            </a:r>
            <a:endParaRPr lang="en-IE" b="0" dirty="0">
              <a:solidFill>
                <a:srgbClr val="000000"/>
              </a:solidFill>
              <a:effectLst/>
              <a:latin typeface="Menlo" panose="020B0609030804020204" pitchFamily="49" charset="0"/>
            </a:endParaRPr>
          </a:p>
          <a:p>
            <a:pPr>
              <a:buNone/>
            </a:pPr>
            <a:r>
              <a:rPr lang="en-IE" b="0" dirty="0">
                <a:solidFill>
                  <a:srgbClr val="000000"/>
                </a:solidFill>
                <a:effectLst/>
                <a:latin typeface="Menlo" panose="020B0609030804020204" pitchFamily="49" charset="0"/>
              </a:rPr>
              <a:t>);</a:t>
            </a:r>
          </a:p>
          <a:p>
            <a:pPr>
              <a:buNone/>
            </a:pPr>
            <a:br>
              <a:rPr lang="en-IE" b="0" dirty="0">
                <a:solidFill>
                  <a:srgbClr val="000000"/>
                </a:solidFill>
                <a:effectLst/>
                <a:latin typeface="Menlo" panose="020B0609030804020204" pitchFamily="49" charset="0"/>
              </a:rPr>
            </a:br>
            <a:endParaRPr lang="en-IE" b="0" dirty="0">
              <a:solidFill>
                <a:srgbClr val="000000"/>
              </a:solidFill>
              <a:effectLst/>
              <a:latin typeface="Menlo" panose="020B0609030804020204" pitchFamily="49" charset="0"/>
            </a:endParaRPr>
          </a:p>
          <a:p>
            <a:pPr>
              <a:buNone/>
            </a:pPr>
            <a:r>
              <a:rPr lang="en-IE" b="0" dirty="0">
                <a:solidFill>
                  <a:srgbClr val="0000FF"/>
                </a:solidFill>
                <a:effectLst/>
                <a:latin typeface="Menlo" panose="020B0609030804020204" pitchFamily="49" charset="0"/>
              </a:rPr>
              <a:t>CREATE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TABLE</a:t>
            </a:r>
            <a:r>
              <a:rPr lang="en-IE" b="0" dirty="0">
                <a:solidFill>
                  <a:srgbClr val="000000"/>
                </a:solidFill>
                <a:effectLst/>
                <a:latin typeface="Menlo" panose="020B0609030804020204" pitchFamily="49" charset="0"/>
              </a:rPr>
              <a:t> </a:t>
            </a:r>
            <a:r>
              <a:rPr lang="en-IE" b="0" dirty="0">
                <a:solidFill>
                  <a:srgbClr val="74531F"/>
                </a:solidFill>
                <a:effectLst/>
                <a:latin typeface="Menlo" panose="020B0609030804020204" pitchFamily="49" charset="0"/>
              </a:rPr>
              <a:t>registration</a:t>
            </a:r>
            <a:r>
              <a:rPr lang="en-IE" b="0" dirty="0">
                <a:solidFill>
                  <a:srgbClr val="000000"/>
                </a:solidFill>
                <a:effectLst/>
                <a:latin typeface="Menlo" panose="020B0609030804020204" pitchFamily="49" charset="0"/>
              </a:rPr>
              <a:t> (</a:t>
            </a:r>
          </a:p>
          <a:p>
            <a:pPr>
              <a:buNone/>
            </a:pP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student_id</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TEXT</a:t>
            </a:r>
            <a:r>
              <a:rPr lang="en-IE" b="0" dirty="0">
                <a:solidFill>
                  <a:srgbClr val="000000"/>
                </a:solidFill>
                <a:effectLst/>
                <a:latin typeface="Menlo" panose="020B0609030804020204" pitchFamily="49" charset="0"/>
              </a:rPr>
              <a:t>,</a:t>
            </a:r>
          </a:p>
          <a:p>
            <a:pPr>
              <a:buNone/>
            </a:pP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course_code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TEXT</a:t>
            </a:r>
            <a:r>
              <a:rPr lang="en-IE" b="0" dirty="0">
                <a:solidFill>
                  <a:srgbClr val="000000"/>
                </a:solidFill>
                <a:effectLst/>
                <a:latin typeface="Menlo" panose="020B0609030804020204" pitchFamily="49" charset="0"/>
              </a:rPr>
              <a:t>,</a:t>
            </a:r>
          </a:p>
          <a:p>
            <a:pPr lvl="4"/>
            <a:r>
              <a:rPr lang="en-IE" b="0" dirty="0">
                <a:solidFill>
                  <a:srgbClr val="0000FF"/>
                </a:solidFill>
                <a:effectLst/>
                <a:latin typeface="Menlo" panose="020B0609030804020204" pitchFamily="49" charset="0"/>
              </a:rPr>
              <a:t>	foreign key</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student_id</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references</a:t>
            </a:r>
            <a:r>
              <a:rPr lang="en-IE" b="0" dirty="0">
                <a:solidFill>
                  <a:srgbClr val="000000"/>
                </a:solidFill>
                <a:effectLst/>
                <a:latin typeface="Menlo" panose="020B0609030804020204" pitchFamily="49" charset="0"/>
              </a:rPr>
              <a:t> students(</a:t>
            </a:r>
            <a:r>
              <a:rPr lang="en-IE" b="0" dirty="0" err="1">
                <a:solidFill>
                  <a:srgbClr val="000000"/>
                </a:solidFill>
                <a:effectLst/>
                <a:latin typeface="Menlo" panose="020B0609030804020204" pitchFamily="49" charset="0"/>
              </a:rPr>
              <a:t>student_id</a:t>
            </a:r>
            <a:r>
              <a:rPr lang="en-IE" b="0" dirty="0">
                <a:solidFill>
                  <a:srgbClr val="000000"/>
                </a:solidFill>
                <a:effectLst/>
                <a:latin typeface="Menlo" panose="020B0609030804020204" pitchFamily="49" charset="0"/>
              </a:rPr>
              <a:t>),</a:t>
            </a:r>
          </a:p>
          <a:p>
            <a:pPr>
              <a:buNone/>
            </a:pPr>
            <a:r>
              <a:rPr lang="en-IE" b="0" dirty="0">
                <a:solidFill>
                  <a:srgbClr val="0000FF"/>
                </a:solidFill>
                <a:effectLst/>
                <a:latin typeface="Menlo" panose="020B0609030804020204" pitchFamily="49" charset="0"/>
              </a:rPr>
              <a:t>	foreign key</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course_code</a:t>
            </a:r>
            <a:r>
              <a:rPr lang="en-IE" b="0" dirty="0">
                <a:solidFill>
                  <a:srgbClr val="000000"/>
                </a:solidFill>
                <a:effectLst/>
                <a:latin typeface="Menlo" panose="020B0609030804020204" pitchFamily="49" charset="0"/>
              </a:rPr>
              <a:t>) </a:t>
            </a:r>
            <a:r>
              <a:rPr lang="en-IE" b="0" dirty="0">
                <a:solidFill>
                  <a:srgbClr val="0000FF"/>
                </a:solidFill>
                <a:effectLst/>
                <a:latin typeface="Menlo" panose="020B0609030804020204" pitchFamily="49" charset="0"/>
              </a:rPr>
              <a:t>references</a:t>
            </a:r>
            <a:r>
              <a:rPr lang="en-IE" b="0" dirty="0">
                <a:solidFill>
                  <a:srgbClr val="000000"/>
                </a:solidFill>
                <a:effectLst/>
                <a:latin typeface="Menlo" panose="020B0609030804020204" pitchFamily="49" charset="0"/>
              </a:rPr>
              <a:t> courses(</a:t>
            </a:r>
            <a:r>
              <a:rPr lang="en-IE" b="0" dirty="0" err="1">
                <a:solidFill>
                  <a:srgbClr val="000000"/>
                </a:solidFill>
                <a:effectLst/>
                <a:latin typeface="Menlo" panose="020B0609030804020204" pitchFamily="49" charset="0"/>
              </a:rPr>
              <a:t>course_code</a:t>
            </a:r>
            <a:r>
              <a:rPr lang="en-IE" b="0" dirty="0">
                <a:solidFill>
                  <a:srgbClr val="000000"/>
                </a:solidFill>
                <a:effectLst/>
                <a:latin typeface="Menlo" panose="020B0609030804020204" pitchFamily="49" charset="0"/>
              </a:rPr>
              <a:t>),</a:t>
            </a:r>
          </a:p>
          <a:p>
            <a:pPr>
              <a:buNone/>
            </a:pPr>
            <a:r>
              <a:rPr lang="en-IE" b="0" dirty="0">
                <a:solidFill>
                  <a:srgbClr val="0000FF"/>
                </a:solidFill>
                <a:effectLst/>
                <a:latin typeface="Menlo" panose="020B0609030804020204" pitchFamily="49" charset="0"/>
              </a:rPr>
              <a:t>	primary key</a:t>
            </a:r>
            <a:r>
              <a:rPr lang="en-IE" b="0" dirty="0">
                <a:solidFill>
                  <a:srgbClr val="000000"/>
                </a:solidFill>
                <a:effectLst/>
                <a:latin typeface="Menlo" panose="020B0609030804020204" pitchFamily="49" charset="0"/>
              </a:rPr>
              <a:t>(</a:t>
            </a:r>
            <a:r>
              <a:rPr lang="en-IE" b="0" dirty="0" err="1">
                <a:solidFill>
                  <a:srgbClr val="000000"/>
                </a:solidFill>
                <a:effectLst/>
                <a:latin typeface="Menlo" panose="020B0609030804020204" pitchFamily="49" charset="0"/>
              </a:rPr>
              <a:t>student_id</a:t>
            </a:r>
            <a:r>
              <a:rPr lang="en-IE" b="0" dirty="0">
                <a:solidFill>
                  <a:srgbClr val="000000"/>
                </a:solidFill>
                <a:effectLst/>
                <a:latin typeface="Menlo" panose="020B0609030804020204" pitchFamily="49" charset="0"/>
              </a:rPr>
              <a:t>, </a:t>
            </a:r>
            <a:r>
              <a:rPr lang="en-IE" b="0" dirty="0" err="1">
                <a:solidFill>
                  <a:srgbClr val="000000"/>
                </a:solidFill>
                <a:effectLst/>
                <a:latin typeface="Menlo" panose="020B0609030804020204" pitchFamily="49" charset="0"/>
              </a:rPr>
              <a:t>course_code</a:t>
            </a:r>
            <a:r>
              <a:rPr lang="en-IE" b="0" dirty="0">
                <a:solidFill>
                  <a:srgbClr val="000000"/>
                </a:solidFill>
                <a:effectLst/>
                <a:latin typeface="Menlo" panose="020B0609030804020204" pitchFamily="49" charset="0"/>
              </a:rPr>
              <a:t>));</a:t>
            </a:r>
          </a:p>
        </p:txBody>
      </p:sp>
    </p:spTree>
    <p:extLst>
      <p:ext uri="{BB962C8B-B14F-4D97-AF65-F5344CB8AC3E}">
        <p14:creationId xmlns:p14="http://schemas.microsoft.com/office/powerpoint/2010/main" val="2492552733"/>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A5363E-1212-7259-BCE8-ABDD196C2FF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A344F2E-EE20-BBF5-F8A4-4B5457AB3E4E}"/>
              </a:ext>
            </a:extLst>
          </p:cNvPr>
          <p:cNvSpPr txBox="1">
            <a:spLocks noGrp="1"/>
          </p:cNvSpPr>
          <p:nvPr>
            <p:ph type="title"/>
          </p:nvPr>
        </p:nvSpPr>
        <p:spPr>
          <a:xfrm>
            <a:off x="735171" y="830521"/>
            <a:ext cx="9223058" cy="606063"/>
          </a:xfrm>
          <a:prstGeom prst="rect">
            <a:avLst/>
          </a:prstGeom>
        </p:spPr>
        <p:txBody>
          <a:bodyPr vert="horz" wrap="square" lIns="0" tIns="12065" rIns="0" bIns="0" rtlCol="0">
            <a:spAutoFit/>
          </a:bodyPr>
          <a:lstStyle/>
          <a:p>
            <a:pPr marL="12700">
              <a:lnSpc>
                <a:spcPct val="100000"/>
              </a:lnSpc>
              <a:spcBef>
                <a:spcPts val="95"/>
              </a:spcBef>
            </a:pPr>
            <a:r>
              <a:rPr lang="pt-BR" spc="-10" dirty="0" err="1"/>
              <a:t>Postgres</a:t>
            </a:r>
            <a:r>
              <a:rPr lang="pt-BR" spc="-10" dirty="0"/>
              <a:t> </a:t>
            </a:r>
            <a:r>
              <a:rPr lang="pt-BR" spc="-10" dirty="0" err="1"/>
              <a:t>and</a:t>
            </a:r>
            <a:r>
              <a:rPr lang="pt-BR" spc="-10" dirty="0"/>
              <a:t> </a:t>
            </a:r>
            <a:r>
              <a:rPr lang="pt-BR" spc="-10" dirty="0" err="1"/>
              <a:t>GenAI</a:t>
            </a:r>
            <a:r>
              <a:rPr lang="pt-BR" spc="-10" dirty="0"/>
              <a:t> – </a:t>
            </a:r>
            <a:r>
              <a:rPr lang="pt-BR" spc="-10" dirty="0" err="1"/>
              <a:t>database.build</a:t>
            </a:r>
            <a:endParaRPr spc="-10" dirty="0"/>
          </a:p>
        </p:txBody>
      </p:sp>
      <p:sp>
        <p:nvSpPr>
          <p:cNvPr id="5" name="Content Placeholder 4">
            <a:extLst>
              <a:ext uri="{FF2B5EF4-FFF2-40B4-BE49-F238E27FC236}">
                <a16:creationId xmlns:a16="http://schemas.microsoft.com/office/drawing/2014/main" id="{5B49DB7A-7FC1-DAFB-7E7F-C536CCB4C04B}"/>
              </a:ext>
            </a:extLst>
          </p:cNvPr>
          <p:cNvSpPr>
            <a:spLocks noGrp="1"/>
          </p:cNvSpPr>
          <p:nvPr>
            <p:ph idx="1"/>
          </p:nvPr>
        </p:nvSpPr>
        <p:spPr>
          <a:xfrm>
            <a:off x="735171" y="1800225"/>
            <a:ext cx="9223058" cy="4798559"/>
          </a:xfrm>
        </p:spPr>
        <p:txBody>
          <a:bodyPr>
            <a:normAutofit/>
          </a:bodyPr>
          <a:lstStyle/>
          <a:p>
            <a:pPr>
              <a:lnSpc>
                <a:spcPct val="150000"/>
              </a:lnSpc>
            </a:pPr>
            <a:r>
              <a:rPr lang="en-IE" b="1" dirty="0"/>
              <a:t>database.build</a:t>
            </a:r>
            <a:r>
              <a:rPr lang="en-IE" dirty="0"/>
              <a:t> is a free browser-based tool that uses AI to convert plain English descriptions into relational database schemas. </a:t>
            </a:r>
          </a:p>
          <a:p>
            <a:pPr>
              <a:lnSpc>
                <a:spcPct val="150000"/>
              </a:lnSpc>
            </a:pPr>
            <a:r>
              <a:rPr lang="en-IE" dirty="0"/>
              <a:t>You simply type a description into the browser, and it instantly generates an ER diagram, SQL CREATE TABLE statements, and a downloadable schema. Everything runs directly in the browser, with no installation or login required.</a:t>
            </a:r>
          </a:p>
        </p:txBody>
      </p:sp>
      <p:sp>
        <p:nvSpPr>
          <p:cNvPr id="2" name="Slide Number Placeholder 1">
            <a:extLst>
              <a:ext uri="{FF2B5EF4-FFF2-40B4-BE49-F238E27FC236}">
                <a16:creationId xmlns:a16="http://schemas.microsoft.com/office/drawing/2014/main" id="{831FB9E3-C270-EA84-7907-408E7DA47918}"/>
              </a:ext>
            </a:extLst>
          </p:cNvPr>
          <p:cNvSpPr>
            <a:spLocks noGrp="1"/>
          </p:cNvSpPr>
          <p:nvPr>
            <p:ph type="sldNum" sz="quarter" idx="12"/>
          </p:nvPr>
        </p:nvSpPr>
        <p:spPr/>
        <p:txBody>
          <a:bodyPr/>
          <a:lstStyle/>
          <a:p>
            <a:fld id="{1AE971F0-0CD2-4C47-8087-EBCE9716EA84}" type="slidenum">
              <a:rPr lang="en-GB" smtClean="0">
                <a:solidFill>
                  <a:schemeClr val="tx1"/>
                </a:solidFill>
              </a:rPr>
              <a:pPr/>
              <a:t>31</a:t>
            </a:fld>
            <a:endParaRPr lang="en-GB" dirty="0">
              <a:solidFill>
                <a:schemeClr val="tx1"/>
              </a:solidFill>
            </a:endParaRPr>
          </a:p>
        </p:txBody>
      </p:sp>
    </p:spTree>
    <p:extLst>
      <p:ext uri="{BB962C8B-B14F-4D97-AF65-F5344CB8AC3E}">
        <p14:creationId xmlns:p14="http://schemas.microsoft.com/office/powerpoint/2010/main" val="4697353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9808522-2AE9-4A66-A51D-A1244039DC7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7037C44-956B-D3DD-76C9-6785D60C18C8}"/>
              </a:ext>
            </a:extLst>
          </p:cNvPr>
          <p:cNvSpPr txBox="1">
            <a:spLocks noGrp="1"/>
          </p:cNvSpPr>
          <p:nvPr>
            <p:ph type="title"/>
          </p:nvPr>
        </p:nvSpPr>
        <p:spPr>
          <a:xfrm>
            <a:off x="735171" y="830521"/>
            <a:ext cx="9223058" cy="606063"/>
          </a:xfrm>
          <a:prstGeom prst="rect">
            <a:avLst/>
          </a:prstGeom>
        </p:spPr>
        <p:txBody>
          <a:bodyPr vert="horz" wrap="square" lIns="0" tIns="12065" rIns="0" bIns="0" rtlCol="0">
            <a:spAutoFit/>
          </a:bodyPr>
          <a:lstStyle/>
          <a:p>
            <a:pPr marL="12700">
              <a:lnSpc>
                <a:spcPct val="100000"/>
              </a:lnSpc>
              <a:spcBef>
                <a:spcPts val="95"/>
              </a:spcBef>
            </a:pPr>
            <a:r>
              <a:rPr lang="pt-BR" spc="-10" dirty="0" err="1">
                <a:latin typeface="Helvetica" pitchFamily="2" charset="0"/>
              </a:rPr>
              <a:t>Postgres</a:t>
            </a:r>
            <a:r>
              <a:rPr lang="pt-BR" spc="-10" dirty="0">
                <a:latin typeface="Helvetica" pitchFamily="2" charset="0"/>
              </a:rPr>
              <a:t> </a:t>
            </a:r>
            <a:r>
              <a:rPr lang="pt-BR" spc="-10" dirty="0" err="1">
                <a:latin typeface="Helvetica" pitchFamily="2" charset="0"/>
              </a:rPr>
              <a:t>and</a:t>
            </a:r>
            <a:r>
              <a:rPr lang="pt-BR" spc="-10" dirty="0">
                <a:latin typeface="Helvetica" pitchFamily="2" charset="0"/>
              </a:rPr>
              <a:t> </a:t>
            </a:r>
            <a:r>
              <a:rPr lang="pt-BR" spc="-10" dirty="0" err="1">
                <a:latin typeface="Helvetica" pitchFamily="2" charset="0"/>
              </a:rPr>
              <a:t>GenAI</a:t>
            </a:r>
            <a:r>
              <a:rPr lang="pt-BR" spc="-10" dirty="0">
                <a:latin typeface="Helvetica" pitchFamily="2" charset="0"/>
              </a:rPr>
              <a:t> – </a:t>
            </a:r>
            <a:r>
              <a:rPr lang="pt-BR" spc="-10" dirty="0" err="1">
                <a:latin typeface="Helvetica" pitchFamily="2" charset="0"/>
              </a:rPr>
              <a:t>database.build</a:t>
            </a:r>
            <a:endParaRPr spc="-10" dirty="0">
              <a:latin typeface="Helvetica" pitchFamily="2" charset="0"/>
            </a:endParaRPr>
          </a:p>
        </p:txBody>
      </p:sp>
      <p:sp>
        <p:nvSpPr>
          <p:cNvPr id="5" name="Content Placeholder 4">
            <a:extLst>
              <a:ext uri="{FF2B5EF4-FFF2-40B4-BE49-F238E27FC236}">
                <a16:creationId xmlns:a16="http://schemas.microsoft.com/office/drawing/2014/main" id="{92C37E34-625F-50EB-4986-D5A469E2D723}"/>
              </a:ext>
            </a:extLst>
          </p:cNvPr>
          <p:cNvSpPr>
            <a:spLocks noGrp="1"/>
          </p:cNvSpPr>
          <p:nvPr>
            <p:ph idx="1"/>
          </p:nvPr>
        </p:nvSpPr>
        <p:spPr>
          <a:xfrm>
            <a:off x="735171" y="1800225"/>
            <a:ext cx="9223058" cy="4798559"/>
          </a:xfrm>
        </p:spPr>
        <p:txBody>
          <a:bodyPr>
            <a:normAutofit/>
          </a:bodyPr>
          <a:lstStyle/>
          <a:p>
            <a:pPr>
              <a:lnSpc>
                <a:spcPct val="150000"/>
              </a:lnSpc>
            </a:pPr>
            <a:r>
              <a:rPr lang="en-IE" sz="2800" dirty="0">
                <a:latin typeface="Helvetica" pitchFamily="2" charset="0"/>
              </a:rPr>
              <a:t>Let’s use a </a:t>
            </a:r>
            <a:r>
              <a:rPr lang="en-IE" sz="2800" dirty="0">
                <a:latin typeface="Helvetica" pitchFamily="2" charset="0"/>
                <a:hlinkClick r:id="rId2"/>
              </a:rPr>
              <a:t>CSV dataset </a:t>
            </a:r>
            <a:r>
              <a:rPr lang="en-IE" sz="2800" dirty="0">
                <a:latin typeface="Helvetica" pitchFamily="2" charset="0"/>
              </a:rPr>
              <a:t>from Kaggle to check the </a:t>
            </a:r>
            <a:r>
              <a:rPr lang="en-IE" sz="2800" dirty="0">
                <a:latin typeface="Helvetica" pitchFamily="2" charset="0"/>
                <a:hlinkClick r:id="rId3"/>
              </a:rPr>
              <a:t>database.build </a:t>
            </a:r>
            <a:r>
              <a:rPr lang="en-IE" sz="2800" dirty="0">
                <a:latin typeface="Helvetica" pitchFamily="2" charset="0"/>
              </a:rPr>
              <a:t>out.</a:t>
            </a:r>
          </a:p>
          <a:p>
            <a:pPr marL="0" indent="0">
              <a:lnSpc>
                <a:spcPct val="150000"/>
              </a:lnSpc>
              <a:buNone/>
            </a:pPr>
            <a:endParaRPr lang="en-IE" sz="2500" dirty="0">
              <a:latin typeface="Helvetica" pitchFamily="2" charset="0"/>
            </a:endParaRPr>
          </a:p>
        </p:txBody>
      </p:sp>
      <p:sp>
        <p:nvSpPr>
          <p:cNvPr id="2" name="Slide Number Placeholder 1">
            <a:extLst>
              <a:ext uri="{FF2B5EF4-FFF2-40B4-BE49-F238E27FC236}">
                <a16:creationId xmlns:a16="http://schemas.microsoft.com/office/drawing/2014/main" id="{C64925D1-5EC7-C3F3-3AF5-F9750BD5597E}"/>
              </a:ext>
            </a:extLst>
          </p:cNvPr>
          <p:cNvSpPr>
            <a:spLocks noGrp="1"/>
          </p:cNvSpPr>
          <p:nvPr>
            <p:ph type="sldNum" sz="quarter" idx="12"/>
          </p:nvPr>
        </p:nvSpPr>
        <p:spPr/>
        <p:txBody>
          <a:bodyPr/>
          <a:lstStyle/>
          <a:p>
            <a:fld id="{1AE971F0-0CD2-4C47-8087-EBCE9716EA84}" type="slidenum">
              <a:rPr lang="en-GB" smtClean="0"/>
              <a:pPr/>
              <a:t>32</a:t>
            </a:fld>
            <a:endParaRPr lang="en-GB" dirty="0"/>
          </a:p>
        </p:txBody>
      </p:sp>
    </p:spTree>
    <p:extLst>
      <p:ext uri="{BB962C8B-B14F-4D97-AF65-F5344CB8AC3E}">
        <p14:creationId xmlns:p14="http://schemas.microsoft.com/office/powerpoint/2010/main" val="21858483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prstGeom prst="rect">
            <a:avLst/>
          </a:prstGeom>
        </p:spPr>
        <p:txBody>
          <a:bodyPr vert="horz" wrap="square" lIns="0" tIns="95121" rIns="0" bIns="0" rtlCol="0">
            <a:spAutoFit/>
          </a:bodyPr>
          <a:lstStyle/>
          <a:p>
            <a:pPr marL="154305">
              <a:lnSpc>
                <a:spcPct val="100000"/>
              </a:lnSpc>
              <a:spcBef>
                <a:spcPts val="95"/>
              </a:spcBef>
            </a:pPr>
            <a:r>
              <a:rPr spc="-25" dirty="0"/>
              <a:t>Learning</a:t>
            </a:r>
            <a:r>
              <a:rPr spc="-250" dirty="0"/>
              <a:t> </a:t>
            </a:r>
            <a:r>
              <a:rPr spc="-10" dirty="0"/>
              <a:t>outcomes</a:t>
            </a:r>
          </a:p>
        </p:txBody>
      </p:sp>
      <p:sp>
        <p:nvSpPr>
          <p:cNvPr id="5" name="Content Placeholder 4">
            <a:extLst>
              <a:ext uri="{FF2B5EF4-FFF2-40B4-BE49-F238E27FC236}">
                <a16:creationId xmlns:a16="http://schemas.microsoft.com/office/drawing/2014/main" id="{4D950DEA-C94E-AC0C-9182-8FB8FA903217}"/>
              </a:ext>
            </a:extLst>
          </p:cNvPr>
          <p:cNvSpPr>
            <a:spLocks noGrp="1"/>
          </p:cNvSpPr>
          <p:nvPr>
            <p:ph idx="1"/>
          </p:nvPr>
        </p:nvSpPr>
        <p:spPr/>
        <p:txBody>
          <a:bodyPr/>
          <a:lstStyle/>
          <a:p>
            <a:pPr marL="13335">
              <a:lnSpc>
                <a:spcPct val="100000"/>
              </a:lnSpc>
              <a:spcBef>
                <a:spcPts val="1200"/>
              </a:spcBef>
            </a:pPr>
            <a:r>
              <a:rPr lang="en-GB" sz="2400" dirty="0">
                <a:solidFill>
                  <a:srgbClr val="1B1B1B"/>
                </a:solidFill>
                <a:latin typeface="Helvetica" pitchFamily="2" charset="0"/>
                <a:cs typeface="Times New Roman"/>
              </a:rPr>
              <a:t>By</a:t>
            </a:r>
            <a:r>
              <a:rPr lang="en-GB" sz="2400" spc="3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the</a:t>
            </a:r>
            <a:r>
              <a:rPr lang="en-GB" sz="2400" spc="65"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end</a:t>
            </a:r>
            <a:r>
              <a:rPr lang="en-GB" sz="2400" spc="5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of</a:t>
            </a:r>
            <a:r>
              <a:rPr lang="en-GB" sz="2400" spc="4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this</a:t>
            </a:r>
            <a:r>
              <a:rPr lang="en-GB" sz="2400" spc="5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lesson,</a:t>
            </a:r>
            <a:r>
              <a:rPr lang="en-GB" sz="2400" spc="7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you</a:t>
            </a:r>
            <a:r>
              <a:rPr lang="en-GB" sz="2400" spc="45" dirty="0">
                <a:solidFill>
                  <a:srgbClr val="1B1B1B"/>
                </a:solidFill>
                <a:latin typeface="Helvetica" pitchFamily="2" charset="0"/>
                <a:cs typeface="Times New Roman"/>
              </a:rPr>
              <a:t> </a:t>
            </a:r>
            <a:r>
              <a:rPr lang="en-GB" sz="2400" spc="-10" dirty="0">
                <a:solidFill>
                  <a:srgbClr val="1B1B1B"/>
                </a:solidFill>
                <a:latin typeface="Helvetica" pitchFamily="2" charset="0"/>
                <a:cs typeface="Times New Roman"/>
              </a:rPr>
              <a:t>should:</a:t>
            </a:r>
            <a:endParaRPr lang="en-GB" sz="2400" dirty="0">
              <a:latin typeface="Helvetica" pitchFamily="2" charset="0"/>
              <a:cs typeface="Times New Roman"/>
            </a:endParaRPr>
          </a:p>
          <a:p>
            <a:pPr marL="655645" lvl="1" indent="-241300">
              <a:lnSpc>
                <a:spcPct val="100000"/>
              </a:lnSpc>
              <a:spcBef>
                <a:spcPts val="1100"/>
              </a:spcBef>
              <a:buFont typeface="Arial"/>
              <a:buChar char="•"/>
              <a:tabLst>
                <a:tab pos="254635" algn="l"/>
              </a:tabLst>
            </a:pPr>
            <a:r>
              <a:rPr lang="en-GB" sz="2400" dirty="0">
                <a:solidFill>
                  <a:srgbClr val="1B1B1B"/>
                </a:solidFill>
                <a:latin typeface="Helvetica" pitchFamily="2" charset="0"/>
                <a:cs typeface="Times New Roman"/>
              </a:rPr>
              <a:t>Understand</a:t>
            </a:r>
            <a:r>
              <a:rPr lang="en-GB" sz="2400" spc="95"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what</a:t>
            </a:r>
            <a:r>
              <a:rPr lang="en-GB" sz="2400" spc="10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a</a:t>
            </a:r>
            <a:r>
              <a:rPr lang="en-GB" sz="2400" spc="85"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relational</a:t>
            </a:r>
            <a:r>
              <a:rPr lang="en-GB" sz="2400" spc="10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database</a:t>
            </a:r>
            <a:r>
              <a:rPr lang="en-GB" sz="2400" spc="120" dirty="0">
                <a:solidFill>
                  <a:srgbClr val="1B1B1B"/>
                </a:solidFill>
                <a:latin typeface="Helvetica" pitchFamily="2" charset="0"/>
                <a:cs typeface="Times New Roman"/>
              </a:rPr>
              <a:t> </a:t>
            </a:r>
            <a:r>
              <a:rPr lang="en-GB" sz="2400" spc="-25" dirty="0">
                <a:solidFill>
                  <a:srgbClr val="1B1B1B"/>
                </a:solidFill>
                <a:latin typeface="Helvetica" pitchFamily="2" charset="0"/>
                <a:cs typeface="Times New Roman"/>
              </a:rPr>
              <a:t>is</a:t>
            </a:r>
            <a:endParaRPr lang="en-GB" sz="2400" dirty="0">
              <a:latin typeface="Helvetica" pitchFamily="2" charset="0"/>
              <a:cs typeface="Times New Roman"/>
            </a:endParaRPr>
          </a:p>
          <a:p>
            <a:pPr marL="655645" lvl="1" indent="-241300">
              <a:lnSpc>
                <a:spcPct val="100000"/>
              </a:lnSpc>
              <a:spcBef>
                <a:spcPts val="1095"/>
              </a:spcBef>
              <a:buFont typeface="Arial"/>
              <a:buChar char="•"/>
              <a:tabLst>
                <a:tab pos="254635" algn="l"/>
              </a:tabLst>
            </a:pPr>
            <a:r>
              <a:rPr lang="en-GB" sz="2400" dirty="0">
                <a:solidFill>
                  <a:srgbClr val="1B1B1B"/>
                </a:solidFill>
                <a:latin typeface="Helvetica" pitchFamily="2" charset="0"/>
                <a:cs typeface="Times New Roman"/>
              </a:rPr>
              <a:t>The</a:t>
            </a:r>
            <a:r>
              <a:rPr lang="en-GB" sz="2400" spc="55"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basic</a:t>
            </a:r>
            <a:r>
              <a:rPr lang="en-GB" sz="2400" spc="9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structure</a:t>
            </a:r>
            <a:r>
              <a:rPr lang="en-GB" sz="2400" spc="95"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of</a:t>
            </a:r>
            <a:r>
              <a:rPr lang="en-GB" sz="2400" spc="65"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a</a:t>
            </a:r>
            <a:r>
              <a:rPr lang="en-GB" sz="2400" spc="6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relational</a:t>
            </a:r>
            <a:r>
              <a:rPr lang="en-GB" sz="2400" spc="85" dirty="0">
                <a:solidFill>
                  <a:srgbClr val="1B1B1B"/>
                </a:solidFill>
                <a:latin typeface="Helvetica" pitchFamily="2" charset="0"/>
                <a:cs typeface="Times New Roman"/>
              </a:rPr>
              <a:t> </a:t>
            </a:r>
            <a:r>
              <a:rPr lang="en-GB" sz="2400" spc="-10" dirty="0">
                <a:solidFill>
                  <a:srgbClr val="1B1B1B"/>
                </a:solidFill>
                <a:latin typeface="Helvetica" pitchFamily="2" charset="0"/>
                <a:cs typeface="Times New Roman"/>
              </a:rPr>
              <a:t>database</a:t>
            </a:r>
            <a:endParaRPr lang="en-GB" sz="2400" dirty="0">
              <a:latin typeface="Helvetica" pitchFamily="2" charset="0"/>
              <a:cs typeface="Times New Roman"/>
            </a:endParaRPr>
          </a:p>
          <a:p>
            <a:pPr marL="655010" lvl="1" indent="-241300">
              <a:lnSpc>
                <a:spcPct val="100000"/>
              </a:lnSpc>
              <a:spcBef>
                <a:spcPts val="1105"/>
              </a:spcBef>
              <a:buFont typeface="Arial"/>
              <a:buChar char="•"/>
              <a:tabLst>
                <a:tab pos="254000" algn="l"/>
              </a:tabLst>
            </a:pPr>
            <a:r>
              <a:rPr lang="en-GB" sz="2400" dirty="0">
                <a:solidFill>
                  <a:srgbClr val="1B1B1B"/>
                </a:solidFill>
                <a:latin typeface="Helvetica" pitchFamily="2" charset="0"/>
                <a:cs typeface="Times New Roman"/>
              </a:rPr>
              <a:t>Be</a:t>
            </a:r>
            <a:r>
              <a:rPr lang="en-GB" sz="2400" spc="65"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familiar</a:t>
            </a:r>
            <a:r>
              <a:rPr lang="en-GB" sz="2400" spc="114"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with</a:t>
            </a:r>
            <a:r>
              <a:rPr lang="en-GB" sz="2400" spc="85"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some</a:t>
            </a:r>
            <a:r>
              <a:rPr lang="en-GB" sz="2400" spc="95"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of</a:t>
            </a:r>
            <a:r>
              <a:rPr lang="en-GB" sz="2400" spc="7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the</a:t>
            </a:r>
            <a:r>
              <a:rPr lang="en-GB" sz="2400" spc="9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technical</a:t>
            </a:r>
            <a:r>
              <a:rPr lang="en-GB" sz="2400" spc="8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vocabulary</a:t>
            </a:r>
            <a:r>
              <a:rPr lang="en-GB" sz="2400" spc="8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used</a:t>
            </a:r>
            <a:r>
              <a:rPr lang="en-GB" sz="2400" spc="10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for</a:t>
            </a:r>
            <a:r>
              <a:rPr lang="en-GB" sz="2400" spc="-55" dirty="0">
                <a:solidFill>
                  <a:srgbClr val="1B1B1B"/>
                </a:solidFill>
                <a:latin typeface="Helvetica" pitchFamily="2" charset="0"/>
                <a:cs typeface="Times New Roman"/>
              </a:rPr>
              <a:t> </a:t>
            </a:r>
            <a:r>
              <a:rPr lang="en-GB" sz="2400" spc="-10" dirty="0">
                <a:solidFill>
                  <a:srgbClr val="1B1B1B"/>
                </a:solidFill>
                <a:latin typeface="Helvetica" pitchFamily="2" charset="0"/>
                <a:cs typeface="Times New Roman"/>
              </a:rPr>
              <a:t>databases</a:t>
            </a:r>
            <a:endParaRPr lang="en-GB" sz="2400" dirty="0">
              <a:latin typeface="Helvetica" pitchFamily="2" charset="0"/>
              <a:cs typeface="Times New Roman"/>
            </a:endParaRPr>
          </a:p>
          <a:p>
            <a:pPr marL="655010" lvl="1" indent="-241300">
              <a:lnSpc>
                <a:spcPct val="100000"/>
              </a:lnSpc>
              <a:spcBef>
                <a:spcPts val="1100"/>
              </a:spcBef>
              <a:buFont typeface="Arial"/>
              <a:buChar char="•"/>
              <a:tabLst>
                <a:tab pos="254000" algn="l"/>
              </a:tabLst>
            </a:pPr>
            <a:r>
              <a:rPr lang="en-GB" sz="2400" dirty="0">
                <a:solidFill>
                  <a:srgbClr val="1B1B1B"/>
                </a:solidFill>
                <a:latin typeface="Helvetica" pitchFamily="2" charset="0"/>
                <a:cs typeface="Times New Roman"/>
              </a:rPr>
              <a:t>Have</a:t>
            </a:r>
            <a:r>
              <a:rPr lang="en-GB" sz="2400" spc="6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been</a:t>
            </a:r>
            <a:r>
              <a:rPr lang="en-GB" sz="2400" spc="85"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introduced</a:t>
            </a:r>
            <a:r>
              <a:rPr lang="en-GB" sz="2400" spc="8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to</a:t>
            </a:r>
            <a:r>
              <a:rPr lang="en-GB" sz="2400" spc="5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SQL</a:t>
            </a:r>
            <a:r>
              <a:rPr lang="en-GB" sz="2400" spc="-4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(Structured</a:t>
            </a:r>
            <a:r>
              <a:rPr lang="en-GB" sz="2400" spc="90" dirty="0">
                <a:solidFill>
                  <a:srgbClr val="1B1B1B"/>
                </a:solidFill>
                <a:latin typeface="Helvetica" pitchFamily="2" charset="0"/>
                <a:cs typeface="Times New Roman"/>
              </a:rPr>
              <a:t> </a:t>
            </a:r>
            <a:r>
              <a:rPr lang="en-GB" sz="2400" dirty="0">
                <a:solidFill>
                  <a:srgbClr val="1B1B1B"/>
                </a:solidFill>
                <a:latin typeface="Helvetica" pitchFamily="2" charset="0"/>
                <a:cs typeface="Times New Roman"/>
              </a:rPr>
              <a:t>Query</a:t>
            </a:r>
            <a:r>
              <a:rPr lang="en-GB" sz="2400" spc="-25" dirty="0">
                <a:solidFill>
                  <a:srgbClr val="1B1B1B"/>
                </a:solidFill>
                <a:latin typeface="Helvetica" pitchFamily="2" charset="0"/>
                <a:cs typeface="Times New Roman"/>
              </a:rPr>
              <a:t> </a:t>
            </a:r>
            <a:r>
              <a:rPr lang="en-GB" sz="2400" spc="-10" dirty="0">
                <a:solidFill>
                  <a:srgbClr val="1B1B1B"/>
                </a:solidFill>
                <a:latin typeface="Helvetica" pitchFamily="2" charset="0"/>
                <a:cs typeface="Times New Roman"/>
              </a:rPr>
              <a:t>Language)</a:t>
            </a:r>
            <a:endParaRPr lang="en-GB" sz="2400" dirty="0">
              <a:latin typeface="Helvetica" pitchFamily="2" charset="0"/>
              <a:cs typeface="Times New Roman"/>
            </a:endParaRPr>
          </a:p>
          <a:p>
            <a:endParaRPr lang="en-IE" dirty="0">
              <a:latin typeface="Helvetica" pitchFamily="2" charset="0"/>
            </a:endParaRPr>
          </a:p>
        </p:txBody>
      </p:sp>
      <p:sp>
        <p:nvSpPr>
          <p:cNvPr id="2" name="Slide Number Placeholder 1">
            <a:extLst>
              <a:ext uri="{FF2B5EF4-FFF2-40B4-BE49-F238E27FC236}">
                <a16:creationId xmlns:a16="http://schemas.microsoft.com/office/drawing/2014/main" id="{8772BAD5-DBC5-20D2-5A71-2047CDA3A794}"/>
              </a:ext>
            </a:extLst>
          </p:cNvPr>
          <p:cNvSpPr>
            <a:spLocks noGrp="1"/>
          </p:cNvSpPr>
          <p:nvPr>
            <p:ph type="sldNum" sz="quarter" idx="12"/>
          </p:nvPr>
        </p:nvSpPr>
        <p:spPr/>
        <p:txBody>
          <a:bodyPr/>
          <a:lstStyle/>
          <a:p>
            <a:fld id="{1AE971F0-0CD2-4C47-8087-EBCE9716EA84}" type="slidenum">
              <a:rPr lang="en-GB" smtClean="0"/>
              <a:pPr/>
              <a:t>33</a:t>
            </a:fld>
            <a:endParaRPr lang="en-GB" dirty="0"/>
          </a:p>
        </p:txBody>
      </p:sp>
    </p:spTree>
  </p:cSld>
  <p:clrMapOvr>
    <a:masterClrMapping/>
  </p:clrMapOvr>
</p:sld>
</file>

<file path=ppt/theme/theme1.xml><?xml version="1.0" encoding="utf-8"?>
<a:theme xmlns:a="http://schemas.openxmlformats.org/drawingml/2006/main" name="1_Office Theme">
  <a:themeElements>
    <a:clrScheme name="TU D SoC">
      <a:dk1>
        <a:sysClr val="windowText" lastClr="000000"/>
      </a:dk1>
      <a:lt1>
        <a:srgbClr val="FAFBFD"/>
      </a:lt1>
      <a:dk2>
        <a:srgbClr val="004C6C"/>
      </a:dk2>
      <a:lt2>
        <a:srgbClr val="FAFBFD"/>
      </a:lt2>
      <a:accent1>
        <a:srgbClr val="00A9B7"/>
      </a:accent1>
      <a:accent2>
        <a:srgbClr val="EB5793"/>
      </a:accent2>
      <a:accent3>
        <a:srgbClr val="B60057"/>
      </a:accent3>
      <a:accent4>
        <a:srgbClr val="CFC600"/>
      </a:accent4>
      <a:accent5>
        <a:srgbClr val="F49D6C"/>
      </a:accent5>
      <a:accent6>
        <a:srgbClr val="E94A41"/>
      </a:accent6>
      <a:hlink>
        <a:srgbClr val="6359A6"/>
      </a:hlink>
      <a:folHlink>
        <a:srgbClr val="837EBA"/>
      </a:folHlink>
    </a:clrScheme>
    <a:fontScheme name="Custom 3">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Template.pptx" id="{1030AF13-11A2-4D30-B9C0-58BDD3310C62}" vid="{869673E2-E34F-41F3-930E-D246E221063D}"/>
    </a:ext>
  </a:extLst>
</a:theme>
</file>

<file path=ppt/theme/theme2.xml><?xml version="1.0" encoding="utf-8"?>
<a:theme xmlns:a="http://schemas.openxmlformats.org/drawingml/2006/main" name="TU Dublin">
  <a:themeElements>
    <a:clrScheme name="TU Dublin Presentation0000oo">
      <a:dk1>
        <a:srgbClr val="004C6C"/>
      </a:dk1>
      <a:lt1>
        <a:srgbClr val="FFFFFF"/>
      </a:lt1>
      <a:dk2>
        <a:srgbClr val="452A64"/>
      </a:dk2>
      <a:lt2>
        <a:srgbClr val="EEECE1"/>
      </a:lt2>
      <a:accent1>
        <a:srgbClr val="004C6C"/>
      </a:accent1>
      <a:accent2>
        <a:srgbClr val="B60057"/>
      </a:accent2>
      <a:accent3>
        <a:srgbClr val="CFC600"/>
      </a:accent3>
      <a:accent4>
        <a:srgbClr val="837EBA"/>
      </a:accent4>
      <a:accent5>
        <a:srgbClr val="2856A3"/>
      </a:accent5>
      <a:accent6>
        <a:srgbClr val="F0823C"/>
      </a:accent6>
      <a:hlink>
        <a:srgbClr val="00A9B7"/>
      </a:hlink>
      <a:folHlink>
        <a:srgbClr val="CE122C"/>
      </a:folHlink>
    </a:clrScheme>
    <a:fontScheme name="TUDublin">
      <a:majorFont>
        <a:latin typeface="Prophet"/>
        <a:ea typeface=""/>
        <a:cs typeface=""/>
      </a:majorFont>
      <a:minorFont>
        <a:latin typeface="Visuel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U Dublin blue" id="{6D57FD24-6AFF-7F41-B61B-15129C67D53B}" vid="{5494679D-FC2E-284F-BAB5-6633A551CA7A}"/>
    </a:ext>
  </a:extLst>
</a:theme>
</file>

<file path=ppt/theme/theme3.xml><?xml version="1.0" encoding="utf-8"?>
<a:theme xmlns:a="http://schemas.openxmlformats.org/drawingml/2006/main" name="Custom Design">
  <a:themeElements>
    <a:clrScheme name="TU Dublin Presentation0000oo">
      <a:dk1>
        <a:srgbClr val="004C6C"/>
      </a:dk1>
      <a:lt1>
        <a:srgbClr val="FFFFFF"/>
      </a:lt1>
      <a:dk2>
        <a:srgbClr val="452A64"/>
      </a:dk2>
      <a:lt2>
        <a:srgbClr val="EEECE1"/>
      </a:lt2>
      <a:accent1>
        <a:srgbClr val="004C6C"/>
      </a:accent1>
      <a:accent2>
        <a:srgbClr val="B60057"/>
      </a:accent2>
      <a:accent3>
        <a:srgbClr val="CFC600"/>
      </a:accent3>
      <a:accent4>
        <a:srgbClr val="837EBA"/>
      </a:accent4>
      <a:accent5>
        <a:srgbClr val="2856A3"/>
      </a:accent5>
      <a:accent6>
        <a:srgbClr val="F0823C"/>
      </a:accent6>
      <a:hlink>
        <a:srgbClr val="00A9B7"/>
      </a:hlink>
      <a:folHlink>
        <a:srgbClr val="CE122C"/>
      </a:folHlink>
    </a:clrScheme>
    <a:fontScheme name="TUDublin">
      <a:majorFont>
        <a:latin typeface="Prophet"/>
        <a:ea typeface=""/>
        <a:cs typeface=""/>
      </a:majorFont>
      <a:minorFont>
        <a:latin typeface="Visue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624</TotalTime>
  <Words>2014</Words>
  <Application>Microsoft Macintosh PowerPoint</Application>
  <PresentationFormat>Custom</PresentationFormat>
  <Paragraphs>376</Paragraphs>
  <Slides>33</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33</vt:i4>
      </vt:variant>
    </vt:vector>
  </HeadingPairs>
  <TitlesOfParts>
    <vt:vector size="44" baseType="lpstr">
      <vt:lpstr>Prophet</vt:lpstr>
      <vt:lpstr>Visuelt</vt:lpstr>
      <vt:lpstr>Arial</vt:lpstr>
      <vt:lpstr>Calibri</vt:lpstr>
      <vt:lpstr>Courier New</vt:lpstr>
      <vt:lpstr>Helvetica</vt:lpstr>
      <vt:lpstr>Menlo</vt:lpstr>
      <vt:lpstr>Times New Roman</vt:lpstr>
      <vt:lpstr>1_Office Theme</vt:lpstr>
      <vt:lpstr>TU Dublin</vt:lpstr>
      <vt:lpstr>Custom Design</vt:lpstr>
      <vt:lpstr>Introduction to Databases 1   Dr Mariana Rocha School of Computer Science</vt:lpstr>
      <vt:lpstr>Learning Objectives</vt:lpstr>
      <vt:lpstr>What is data?</vt:lpstr>
      <vt:lpstr>What is database?</vt:lpstr>
      <vt:lpstr>Databases are everywhere</vt:lpstr>
      <vt:lpstr>Backend</vt:lpstr>
      <vt:lpstr>So are we talking about spreadsheets?</vt:lpstr>
      <vt:lpstr>Spreadsheet</vt:lpstr>
      <vt:lpstr>Relational databases</vt:lpstr>
      <vt:lpstr>Relational databases</vt:lpstr>
      <vt:lpstr>Advantage of relational databases</vt:lpstr>
      <vt:lpstr>Database management system</vt:lpstr>
      <vt:lpstr>Database management system</vt:lpstr>
      <vt:lpstr>The anatomy of a relational database</vt:lpstr>
      <vt:lpstr>Relational Database</vt:lpstr>
      <vt:lpstr>Relational databases - Rules</vt:lpstr>
      <vt:lpstr>ACID model</vt:lpstr>
      <vt:lpstr>Exercise – database brainstorm</vt:lpstr>
      <vt:lpstr>DB constraints - Primary key (PK)</vt:lpstr>
      <vt:lpstr>Primary key (PK)</vt:lpstr>
      <vt:lpstr>DB constraints - Foreign key (PK)</vt:lpstr>
      <vt:lpstr>Foreign key (PK)</vt:lpstr>
      <vt:lpstr>Metadata</vt:lpstr>
      <vt:lpstr>PostgreSQL data types</vt:lpstr>
      <vt:lpstr>Data Definition Language (DDL)</vt:lpstr>
      <vt:lpstr>Data Manipulation Language (DML)</vt:lpstr>
      <vt:lpstr>Queries</vt:lpstr>
      <vt:lpstr>Queries</vt:lpstr>
      <vt:lpstr>Let’s implement it using SQL</vt:lpstr>
      <vt:lpstr>PowerPoint Presentation</vt:lpstr>
      <vt:lpstr>Postgres and GenAI – database.build</vt:lpstr>
      <vt:lpstr>Postgres and GenAI – database.build</vt:lpstr>
      <vt:lpstr>Learning outcomes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Relational Databases and SQL</dc:title>
  <cp:lastModifiedBy>Mariana Rocha</cp:lastModifiedBy>
  <cp:revision>41</cp:revision>
  <dcterms:created xsi:type="dcterms:W3CDTF">2023-09-08T07:22:53Z</dcterms:created>
  <dcterms:modified xsi:type="dcterms:W3CDTF">2025-09-15T13:26:57Z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2022-09-06T00:00:00Z</vt:filetime>
  </property>
  <property fmtid="{D5CDD505-2E9C-101B-9397-08002B2CF9AE}" pid="3" name="Creator">
    <vt:lpwstr>Acrobat PDFMaker 15 for PowerPoint</vt:lpwstr>
  </property>
  <property fmtid="{D5CDD505-2E9C-101B-9397-08002B2CF9AE}" pid="4" name="LastSaved">
    <vt:filetime>2023-09-08T00:00:00Z</vt:filetime>
  </property>
  <property fmtid="{D5CDD505-2E9C-101B-9397-08002B2CF9AE}" pid="5" name="Producer">
    <vt:lpwstr>macOS Version 11.5.2 (Build 20G95) Quartz PDFContext</vt:lpwstr>
  </property>
</Properties>
</file>