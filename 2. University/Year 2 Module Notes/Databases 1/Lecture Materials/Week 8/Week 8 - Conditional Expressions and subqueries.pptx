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1" r:id="rId1"/>
  </p:sldMasterIdLst>
  <p:notesMasterIdLst>
    <p:notesMasterId r:id="rId35"/>
  </p:notesMasterIdLst>
  <p:sldIdLst>
    <p:sldId id="328" r:id="rId2"/>
    <p:sldId id="332" r:id="rId3"/>
    <p:sldId id="273" r:id="rId4"/>
    <p:sldId id="331" r:id="rId5"/>
    <p:sldId id="274" r:id="rId6"/>
    <p:sldId id="375" r:id="rId7"/>
    <p:sldId id="350" r:id="rId8"/>
    <p:sldId id="351" r:id="rId9"/>
    <p:sldId id="376" r:id="rId10"/>
    <p:sldId id="277" r:id="rId11"/>
    <p:sldId id="377" r:id="rId12"/>
    <p:sldId id="333" r:id="rId13"/>
    <p:sldId id="278" r:id="rId14"/>
    <p:sldId id="378" r:id="rId15"/>
    <p:sldId id="379" r:id="rId16"/>
    <p:sldId id="380" r:id="rId17"/>
    <p:sldId id="323" r:id="rId18"/>
    <p:sldId id="357" r:id="rId19"/>
    <p:sldId id="325" r:id="rId20"/>
    <p:sldId id="360" r:id="rId21"/>
    <p:sldId id="326" r:id="rId22"/>
    <p:sldId id="362" r:id="rId23"/>
    <p:sldId id="327" r:id="rId24"/>
    <p:sldId id="363" r:id="rId25"/>
    <p:sldId id="364" r:id="rId26"/>
    <p:sldId id="365" r:id="rId27"/>
    <p:sldId id="329" r:id="rId28"/>
    <p:sldId id="343" r:id="rId29"/>
    <p:sldId id="381" r:id="rId30"/>
    <p:sldId id="368" r:id="rId31"/>
    <p:sldId id="382" r:id="rId32"/>
    <p:sldId id="383" r:id="rId33"/>
    <p:sldId id="384" r:id="rId34"/>
  </p:sldIdLst>
  <p:sldSz cx="10693400" cy="7556500"/>
  <p:notesSz cx="10693400" cy="75565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5AF77-627D-A741-B94D-773C04ADD9A4}" v="14" dt="2025-10-29T17:18:13.62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0"/>
    <p:restoredTop sz="94752"/>
  </p:normalViewPr>
  <p:slideViewPr>
    <p:cSldViewPr>
      <p:cViewPr varScale="1">
        <p:scale>
          <a:sx n="101" d="100"/>
          <a:sy n="101" d="100"/>
        </p:scale>
        <p:origin x="2352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Rocha" userId="0a3173bd-d0ed-4c32-8e4c-b90c820606c5" providerId="ADAL" clId="{DCC3A51D-31E8-5BC6-970B-354B54D5302A}"/>
    <pc:docChg chg="undo custSel addSld delSld modSld sldOrd">
      <pc:chgData name="Mariana Rocha" userId="0a3173bd-d0ed-4c32-8e4c-b90c820606c5" providerId="ADAL" clId="{DCC3A51D-31E8-5BC6-970B-354B54D5302A}" dt="2025-10-29T17:27:27.580" v="1060" actId="1076"/>
      <pc:docMkLst>
        <pc:docMk/>
      </pc:docMkLst>
      <pc:sldChg chg="delSp modSp mod">
        <pc:chgData name="Mariana Rocha" userId="0a3173bd-d0ed-4c32-8e4c-b90c820606c5" providerId="ADAL" clId="{DCC3A51D-31E8-5BC6-970B-354B54D5302A}" dt="2025-10-29T10:57:46.903" v="77" actId="2711"/>
        <pc:sldMkLst>
          <pc:docMk/>
          <pc:sldMk cId="0" sldId="273"/>
        </pc:sldMkLst>
        <pc:spChg chg="del">
          <ac:chgData name="Mariana Rocha" userId="0a3173bd-d0ed-4c32-8e4c-b90c820606c5" providerId="ADAL" clId="{DCC3A51D-31E8-5BC6-970B-354B54D5302A}" dt="2025-10-29T10:53:30.495" v="48" actId="478"/>
          <ac:spMkLst>
            <pc:docMk/>
            <pc:sldMk cId="0" sldId="273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0:50:42.756" v="44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0:57:46.903" v="77" actId="2711"/>
          <ac:spMkLst>
            <pc:docMk/>
            <pc:sldMk cId="0" sldId="273"/>
            <ac:spMk id="4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0" sldId="273"/>
            <ac:spMk id="5" creationId="{A11B0FFC-4F5A-D0DE-F0C4-9E2F7D63F35C}"/>
          </ac:spMkLst>
        </pc:spChg>
        <pc:spChg chg="mod">
          <ac:chgData name="Mariana Rocha" userId="0a3173bd-d0ed-4c32-8e4c-b90c820606c5" providerId="ADAL" clId="{DCC3A51D-31E8-5BC6-970B-354B54D5302A}" dt="2025-10-29T10:53:33.858" v="49" actId="1076"/>
          <ac:spMkLst>
            <pc:docMk/>
            <pc:sldMk cId="0" sldId="273"/>
            <ac:spMk id="13" creationId="{55DA5D30-9595-9F41-8F95-0D09E0B92573}"/>
          </ac:spMkLst>
        </pc:spChg>
      </pc:sldChg>
      <pc:sldChg chg="addSp delSp modSp mod">
        <pc:chgData name="Mariana Rocha" userId="0a3173bd-d0ed-4c32-8e4c-b90c820606c5" providerId="ADAL" clId="{DCC3A51D-31E8-5BC6-970B-354B54D5302A}" dt="2025-10-29T16:09:29.646" v="266" actId="20577"/>
        <pc:sldMkLst>
          <pc:docMk/>
          <pc:sldMk cId="0" sldId="274"/>
        </pc:sldMkLst>
        <pc:spChg chg="mod">
          <ac:chgData name="Mariana Rocha" userId="0a3173bd-d0ed-4c32-8e4c-b90c820606c5" providerId="ADAL" clId="{DCC3A51D-31E8-5BC6-970B-354B54D5302A}" dt="2025-10-29T10:58:43.640" v="99" actId="1076"/>
          <ac:spMkLst>
            <pc:docMk/>
            <pc:sldMk cId="0" sldId="274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0" sldId="274"/>
            <ac:spMk id="4" creationId="{27DD141A-B781-6A42-2CB4-3B869004642F}"/>
          </ac:spMkLst>
        </pc:spChg>
        <pc:spChg chg="add mod">
          <ac:chgData name="Mariana Rocha" userId="0a3173bd-d0ed-4c32-8e4c-b90c820606c5" providerId="ADAL" clId="{DCC3A51D-31E8-5BC6-970B-354B54D5302A}" dt="2025-10-29T15:57:49.351" v="127" actId="20577"/>
          <ac:spMkLst>
            <pc:docMk/>
            <pc:sldMk cId="0" sldId="274"/>
            <ac:spMk id="7" creationId="{D1BC621B-68A2-EA6D-DBBF-638BD6CEAE79}"/>
          </ac:spMkLst>
        </pc:spChg>
        <pc:spChg chg="del">
          <ac:chgData name="Mariana Rocha" userId="0a3173bd-d0ed-4c32-8e4c-b90c820606c5" providerId="ADAL" clId="{DCC3A51D-31E8-5BC6-970B-354B54D5302A}" dt="2025-10-29T10:57:24.285" v="73" actId="478"/>
          <ac:spMkLst>
            <pc:docMk/>
            <pc:sldMk cId="0" sldId="274"/>
            <ac:spMk id="8" creationId="{26604440-6C26-4B8A-B61A-1BBBA897D7C4}"/>
          </ac:spMkLst>
        </pc:spChg>
        <pc:spChg chg="add del">
          <ac:chgData name="Mariana Rocha" userId="0a3173bd-d0ed-4c32-8e4c-b90c820606c5" providerId="ADAL" clId="{DCC3A51D-31E8-5BC6-970B-354B54D5302A}" dt="2025-10-29T10:58:18.131" v="94" actId="22"/>
          <ac:spMkLst>
            <pc:docMk/>
            <pc:sldMk cId="0" sldId="274"/>
            <ac:spMk id="10" creationId="{038393F8-3212-6A59-078C-A4A971F40016}"/>
          </ac:spMkLst>
        </pc:spChg>
        <pc:spChg chg="add mod">
          <ac:chgData name="Mariana Rocha" userId="0a3173bd-d0ed-4c32-8e4c-b90c820606c5" providerId="ADAL" clId="{DCC3A51D-31E8-5BC6-970B-354B54D5302A}" dt="2025-10-29T16:09:29.646" v="266" actId="20577"/>
          <ac:spMkLst>
            <pc:docMk/>
            <pc:sldMk cId="0" sldId="274"/>
            <ac:spMk id="12" creationId="{058CBBE9-DDEB-22AB-999F-33010B350960}"/>
          </ac:spMkLst>
        </pc:spChg>
        <pc:picChg chg="del">
          <ac:chgData name="Mariana Rocha" userId="0a3173bd-d0ed-4c32-8e4c-b90c820606c5" providerId="ADAL" clId="{DCC3A51D-31E8-5BC6-970B-354B54D5302A}" dt="2025-10-29T10:58:30.884" v="96" actId="478"/>
          <ac:picMkLst>
            <pc:docMk/>
            <pc:sldMk cId="0" sldId="274"/>
            <ac:picMk id="2" creationId="{00000000-0000-0000-0000-000000000000}"/>
          </ac:picMkLst>
        </pc:picChg>
        <pc:picChg chg="del">
          <ac:chgData name="Mariana Rocha" userId="0a3173bd-d0ed-4c32-8e4c-b90c820606c5" providerId="ADAL" clId="{DCC3A51D-31E8-5BC6-970B-354B54D5302A}" dt="2025-10-29T10:57:25.762" v="74" actId="478"/>
          <ac:picMkLst>
            <pc:docMk/>
            <pc:sldMk cId="0" sldId="274"/>
            <ac:picMk id="6" creationId="{00000000-0000-0000-0000-000000000000}"/>
          </ac:picMkLst>
        </pc:picChg>
      </pc:sldChg>
      <pc:sldChg chg="modSp del">
        <pc:chgData name="Mariana Rocha" userId="0a3173bd-d0ed-4c32-8e4c-b90c820606c5" providerId="ADAL" clId="{DCC3A51D-31E8-5BC6-970B-354B54D5302A}" dt="2025-10-29T10:58:55.501" v="101" actId="2696"/>
        <pc:sldMkLst>
          <pc:docMk/>
          <pc:sldMk cId="0" sldId="276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0" sldId="276"/>
            <ac:spMk id="6" creationId="{B618BA2B-800B-55C4-84F6-E5903136570E}"/>
          </ac:spMkLst>
        </pc:spChg>
      </pc:sldChg>
      <pc:sldChg chg="modSp mod">
        <pc:chgData name="Mariana Rocha" userId="0a3173bd-d0ed-4c32-8e4c-b90c820606c5" providerId="ADAL" clId="{DCC3A51D-31E8-5BC6-970B-354B54D5302A}" dt="2025-10-29T16:10:50.075" v="367" actId="1076"/>
        <pc:sldMkLst>
          <pc:docMk/>
          <pc:sldMk cId="0" sldId="277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0" sldId="277"/>
            <ac:spMk id="3" creationId="{1C6A4587-1ECE-C075-FD30-4E5B3F085AF5}"/>
          </ac:spMkLst>
        </pc:spChg>
        <pc:spChg chg="mod">
          <ac:chgData name="Mariana Rocha" userId="0a3173bd-d0ed-4c32-8e4c-b90c820606c5" providerId="ADAL" clId="{DCC3A51D-31E8-5BC6-970B-354B54D5302A}" dt="2025-10-29T16:10:50.075" v="367" actId="1076"/>
          <ac:spMkLst>
            <pc:docMk/>
            <pc:sldMk cId="0" sldId="277"/>
            <ac:spMk id="7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6:10:38.271" v="364" actId="2710"/>
          <ac:spMkLst>
            <pc:docMk/>
            <pc:sldMk cId="0" sldId="277"/>
            <ac:spMk id="8" creationId="{00000000-0000-0000-0000-000000000000}"/>
          </ac:spMkLst>
        </pc:spChg>
      </pc:sldChg>
      <pc:sldChg chg="addSp delSp modSp mod">
        <pc:chgData name="Mariana Rocha" userId="0a3173bd-d0ed-4c32-8e4c-b90c820606c5" providerId="ADAL" clId="{DCC3A51D-31E8-5BC6-970B-354B54D5302A}" dt="2025-10-29T16:18:55.431" v="388" actId="14100"/>
        <pc:sldMkLst>
          <pc:docMk/>
          <pc:sldMk cId="0" sldId="278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0" sldId="278"/>
            <ac:spMk id="3" creationId="{FA397BAE-CDA8-1A9B-B2A2-60D29D705DC5}"/>
          </ac:spMkLst>
        </pc:spChg>
        <pc:spChg chg="add mod">
          <ac:chgData name="Mariana Rocha" userId="0a3173bd-d0ed-4c32-8e4c-b90c820606c5" providerId="ADAL" clId="{DCC3A51D-31E8-5BC6-970B-354B54D5302A}" dt="2025-10-29T16:18:55.431" v="388" actId="14100"/>
          <ac:spMkLst>
            <pc:docMk/>
            <pc:sldMk cId="0" sldId="278"/>
            <ac:spMk id="5" creationId="{D959EEF1-B772-FE84-2CF5-D1B7CE2EE323}"/>
          </ac:spMkLst>
        </pc:spChg>
        <pc:spChg chg="mod">
          <ac:chgData name="Mariana Rocha" userId="0a3173bd-d0ed-4c32-8e4c-b90c820606c5" providerId="ADAL" clId="{DCC3A51D-31E8-5BC6-970B-354B54D5302A}" dt="2025-10-29T16:16:49.403" v="384" actId="1076"/>
          <ac:spMkLst>
            <pc:docMk/>
            <pc:sldMk cId="0" sldId="278"/>
            <ac:spMk id="6" creationId="{59060E66-FF8E-E14E-8966-0A81D25837B9}"/>
          </ac:spMkLst>
        </pc:spChg>
        <pc:spChg chg="del">
          <ac:chgData name="Mariana Rocha" userId="0a3173bd-d0ed-4c32-8e4c-b90c820606c5" providerId="ADAL" clId="{DCC3A51D-31E8-5BC6-970B-354B54D5302A}" dt="2025-10-29T16:16:59.807" v="385" actId="478"/>
          <ac:spMkLst>
            <pc:docMk/>
            <pc:sldMk cId="0" sldId="278"/>
            <ac:spMk id="8" creationId="{0836A9EE-BFFC-E98D-EA3F-63FC2797D200}"/>
          </ac:spMkLst>
        </pc:spChg>
      </pc:sldChg>
      <pc:sldChg chg="add del">
        <pc:chgData name="Mariana Rocha" userId="0a3173bd-d0ed-4c32-8e4c-b90c820606c5" providerId="ADAL" clId="{DCC3A51D-31E8-5BC6-970B-354B54D5302A}" dt="2025-10-29T16:26:04.701" v="401" actId="2696"/>
        <pc:sldMkLst>
          <pc:docMk/>
          <pc:sldMk cId="0" sldId="291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0" sldId="312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0" sldId="313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0" sldId="314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0" sldId="315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0" sldId="316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0" sldId="317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0" sldId="319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0" sldId="320"/>
        </pc:sldMkLst>
      </pc:sldChg>
      <pc:sldChg chg="modSp del">
        <pc:chgData name="Mariana Rocha" userId="0a3173bd-d0ed-4c32-8e4c-b90c820606c5" providerId="ADAL" clId="{DCC3A51D-31E8-5BC6-970B-354B54D5302A}" dt="2025-10-29T16:07:48.533" v="263" actId="2696"/>
        <pc:sldMkLst>
          <pc:docMk/>
          <pc:sldMk cId="1362133007" sldId="322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1362133007" sldId="322"/>
            <ac:spMk id="3" creationId="{5795AF6A-C05F-9821-8A5C-749C762116CC}"/>
          </ac:spMkLst>
        </pc:spChg>
      </pc:sldChg>
      <pc:sldChg chg="delSp modSp add mod">
        <pc:chgData name="Mariana Rocha" userId="0a3173bd-d0ed-4c32-8e4c-b90c820606c5" providerId="ADAL" clId="{DCC3A51D-31E8-5BC6-970B-354B54D5302A}" dt="2025-10-29T16:31:00.455" v="472" actId="108"/>
        <pc:sldMkLst>
          <pc:docMk/>
          <pc:sldMk cId="0" sldId="323"/>
        </pc:sldMkLst>
        <pc:spChg chg="del">
          <ac:chgData name="Mariana Rocha" userId="0a3173bd-d0ed-4c32-8e4c-b90c820606c5" providerId="ADAL" clId="{DCC3A51D-31E8-5BC6-970B-354B54D5302A}" dt="2025-10-29T16:29:29.680" v="457" actId="478"/>
          <ac:spMkLst>
            <pc:docMk/>
            <pc:sldMk cId="0" sldId="323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6:31:00.455" v="472" actId="108"/>
          <ac:spMkLst>
            <pc:docMk/>
            <pc:sldMk cId="0" sldId="323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6:29:51.160" v="460" actId="1076"/>
          <ac:spMkLst>
            <pc:docMk/>
            <pc:sldMk cId="0" sldId="323"/>
            <ac:spMk id="13" creationId="{9C0C7F4D-C4EB-961B-1237-06E57A8644C5}"/>
          </ac:spMkLst>
        </pc:spChg>
      </pc:sldChg>
      <pc:sldChg chg="add del">
        <pc:chgData name="Mariana Rocha" userId="0a3173bd-d0ed-4c32-8e4c-b90c820606c5" providerId="ADAL" clId="{DCC3A51D-31E8-5BC6-970B-354B54D5302A}" dt="2025-10-29T16:30:09.152" v="461" actId="2696"/>
        <pc:sldMkLst>
          <pc:docMk/>
          <pc:sldMk cId="0" sldId="324"/>
        </pc:sldMkLst>
      </pc:sldChg>
      <pc:sldChg chg="modSp add mod">
        <pc:chgData name="Mariana Rocha" userId="0a3173bd-d0ed-4c32-8e4c-b90c820606c5" providerId="ADAL" clId="{DCC3A51D-31E8-5BC6-970B-354B54D5302A}" dt="2025-10-29T16:31:31.525" v="478" actId="108"/>
        <pc:sldMkLst>
          <pc:docMk/>
          <pc:sldMk cId="0" sldId="325"/>
        </pc:sldMkLst>
        <pc:spChg chg="mod">
          <ac:chgData name="Mariana Rocha" userId="0a3173bd-d0ed-4c32-8e4c-b90c820606c5" providerId="ADAL" clId="{DCC3A51D-31E8-5BC6-970B-354B54D5302A}" dt="2025-10-29T16:31:31.525" v="478" actId="108"/>
          <ac:spMkLst>
            <pc:docMk/>
            <pc:sldMk cId="0" sldId="325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6:30:41.753" v="469" actId="12"/>
          <ac:spMkLst>
            <pc:docMk/>
            <pc:sldMk cId="0" sldId="325"/>
            <ac:spMk id="4" creationId="{00000000-0000-0000-0000-000000000000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29T16:56:43.557" v="659" actId="20577"/>
        <pc:sldMkLst>
          <pc:docMk/>
          <pc:sldMk cId="0" sldId="326"/>
        </pc:sldMkLst>
        <pc:spChg chg="add del mod">
          <ac:chgData name="Mariana Rocha" userId="0a3173bd-d0ed-4c32-8e4c-b90c820606c5" providerId="ADAL" clId="{DCC3A51D-31E8-5BC6-970B-354B54D5302A}" dt="2025-10-29T16:56:34.535" v="654" actId="478"/>
          <ac:spMkLst>
            <pc:docMk/>
            <pc:sldMk cId="0" sldId="326"/>
            <ac:spMk id="3" creationId="{F08C34A2-2A26-E0EE-3A6A-E3D11D76D3A7}"/>
          </ac:spMkLst>
        </pc:spChg>
        <pc:spChg chg="mod">
          <ac:chgData name="Mariana Rocha" userId="0a3173bd-d0ed-4c32-8e4c-b90c820606c5" providerId="ADAL" clId="{DCC3A51D-31E8-5BC6-970B-354B54D5302A}" dt="2025-10-29T16:56:25.981" v="652" actId="20577"/>
          <ac:spMkLst>
            <pc:docMk/>
            <pc:sldMk cId="0" sldId="326"/>
            <ac:spMk id="4" creationId="{993082CA-42E7-0866-0557-CB5BA2FEEE5E}"/>
          </ac:spMkLst>
        </pc:spChg>
        <pc:spChg chg="add mod">
          <ac:chgData name="Mariana Rocha" userId="0a3173bd-d0ed-4c32-8e4c-b90c820606c5" providerId="ADAL" clId="{DCC3A51D-31E8-5BC6-970B-354B54D5302A}" dt="2025-10-29T16:56:43.557" v="659" actId="20577"/>
          <ac:spMkLst>
            <pc:docMk/>
            <pc:sldMk cId="0" sldId="326"/>
            <ac:spMk id="6" creationId="{8FAC8432-18ED-5E3C-CB99-56A5D67BC066}"/>
          </ac:spMkLst>
        </pc:spChg>
        <pc:spChg chg="mod">
          <ac:chgData name="Mariana Rocha" userId="0a3173bd-d0ed-4c32-8e4c-b90c820606c5" providerId="ADAL" clId="{DCC3A51D-31E8-5BC6-970B-354B54D5302A}" dt="2025-10-29T16:53:22.182" v="625" actId="14100"/>
          <ac:spMkLst>
            <pc:docMk/>
            <pc:sldMk cId="0" sldId="326"/>
            <ac:spMk id="11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29T16:54:58.519" v="626" actId="478"/>
          <ac:spMkLst>
            <pc:docMk/>
            <pc:sldMk cId="0" sldId="326"/>
            <ac:spMk id="16" creationId="{6BB75224-FD0A-C615-87E1-4ECA15089E8A}"/>
          </ac:spMkLst>
        </pc:spChg>
        <pc:picChg chg="del">
          <ac:chgData name="Mariana Rocha" userId="0a3173bd-d0ed-4c32-8e4c-b90c820606c5" providerId="ADAL" clId="{DCC3A51D-31E8-5BC6-970B-354B54D5302A}" dt="2025-10-29T16:55:00.840" v="628" actId="478"/>
          <ac:picMkLst>
            <pc:docMk/>
            <pc:sldMk cId="0" sldId="326"/>
            <ac:picMk id="2" creationId="{00000000-0000-0000-0000-000000000000}"/>
          </ac:picMkLst>
        </pc:picChg>
        <pc:picChg chg="del">
          <ac:chgData name="Mariana Rocha" userId="0a3173bd-d0ed-4c32-8e4c-b90c820606c5" providerId="ADAL" clId="{DCC3A51D-31E8-5BC6-970B-354B54D5302A}" dt="2025-10-29T16:54:59.578" v="627" actId="478"/>
          <ac:picMkLst>
            <pc:docMk/>
            <pc:sldMk cId="0" sldId="326"/>
            <ac:picMk id="18" creationId="{1E1EECD2-9D9D-1D3E-BFD8-C2B832A0E4C8}"/>
          </ac:picMkLst>
        </pc:picChg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1574057123" sldId="326"/>
        </pc:sldMkLst>
      </pc:sldChg>
      <pc:sldChg chg="modSp add mod">
        <pc:chgData name="Mariana Rocha" userId="0a3173bd-d0ed-4c32-8e4c-b90c820606c5" providerId="ADAL" clId="{DCC3A51D-31E8-5BC6-970B-354B54D5302A}" dt="2025-10-29T17:08:32.956" v="722" actId="12"/>
        <pc:sldMkLst>
          <pc:docMk/>
          <pc:sldMk cId="0" sldId="327"/>
        </pc:sldMkLst>
        <pc:spChg chg="mod">
          <ac:chgData name="Mariana Rocha" userId="0a3173bd-d0ed-4c32-8e4c-b90c820606c5" providerId="ADAL" clId="{DCC3A51D-31E8-5BC6-970B-354B54D5302A}" dt="2025-10-29T17:08:25.373" v="721" actId="14100"/>
          <ac:spMkLst>
            <pc:docMk/>
            <pc:sldMk cId="0" sldId="327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7:08:32.956" v="722" actId="12"/>
          <ac:spMkLst>
            <pc:docMk/>
            <pc:sldMk cId="0" sldId="327"/>
            <ac:spMk id="4" creationId="{00000000-0000-0000-0000-000000000000}"/>
          </ac:spMkLst>
        </pc:spChg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1759591880" sldId="327"/>
        </pc:sldMkLst>
      </pc:sldChg>
      <pc:sldChg chg="modSp mod">
        <pc:chgData name="Mariana Rocha" userId="0a3173bd-d0ed-4c32-8e4c-b90c820606c5" providerId="ADAL" clId="{DCC3A51D-31E8-5BC6-970B-354B54D5302A}" dt="2025-10-29T10:50:05.622" v="34" actId="1035"/>
        <pc:sldMkLst>
          <pc:docMk/>
          <pc:sldMk cId="0" sldId="328"/>
        </pc:sldMkLst>
        <pc:spChg chg="mod">
          <ac:chgData name="Mariana Rocha" userId="0a3173bd-d0ed-4c32-8e4c-b90c820606c5" providerId="ADAL" clId="{DCC3A51D-31E8-5BC6-970B-354B54D5302A}" dt="2025-10-29T10:50:05.622" v="34" actId="1035"/>
          <ac:spMkLst>
            <pc:docMk/>
            <pc:sldMk cId="0" sldId="328"/>
            <ac:spMk id="26" creationId="{2ABE34C9-C9F3-88B9-7DC7-48B60D3134CC}"/>
          </ac:spMkLst>
        </pc:spChg>
        <pc:spChg chg="mod">
          <ac:chgData name="Mariana Rocha" userId="0a3173bd-d0ed-4c32-8e4c-b90c820606c5" providerId="ADAL" clId="{DCC3A51D-31E8-5BC6-970B-354B54D5302A}" dt="2025-10-29T10:50:05.622" v="34" actId="1035"/>
          <ac:spMkLst>
            <pc:docMk/>
            <pc:sldMk cId="0" sldId="328"/>
            <ac:spMk id="28" creationId="{F8E066B0-7223-D5C8-AC47-4AE5F2157F6E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29T17:19:50.392" v="944" actId="1076"/>
        <pc:sldMkLst>
          <pc:docMk/>
          <pc:sldMk cId="0" sldId="329"/>
        </pc:sldMkLst>
        <pc:spChg chg="add del mod">
          <ac:chgData name="Mariana Rocha" userId="0a3173bd-d0ed-4c32-8e4c-b90c820606c5" providerId="ADAL" clId="{DCC3A51D-31E8-5BC6-970B-354B54D5302A}" dt="2025-10-29T17:18:12.579" v="899" actId="478"/>
          <ac:spMkLst>
            <pc:docMk/>
            <pc:sldMk cId="0" sldId="329"/>
            <ac:spMk id="4" creationId="{56D97DD9-3BE5-2BF7-47C9-D103D5A3F3DC}"/>
          </ac:spMkLst>
        </pc:spChg>
        <pc:spChg chg="add mod">
          <ac:chgData name="Mariana Rocha" userId="0a3173bd-d0ed-4c32-8e4c-b90c820606c5" providerId="ADAL" clId="{DCC3A51D-31E8-5BC6-970B-354B54D5302A}" dt="2025-10-29T17:18:19.067" v="905" actId="1076"/>
          <ac:spMkLst>
            <pc:docMk/>
            <pc:sldMk cId="0" sldId="329"/>
            <ac:spMk id="5" creationId="{352CC8B0-BBF2-DE12-8978-44C51B3F7AA7}"/>
          </ac:spMkLst>
        </pc:spChg>
        <pc:spChg chg="add mod">
          <ac:chgData name="Mariana Rocha" userId="0a3173bd-d0ed-4c32-8e4c-b90c820606c5" providerId="ADAL" clId="{DCC3A51D-31E8-5BC6-970B-354B54D5302A}" dt="2025-10-29T17:19:50.392" v="944" actId="1076"/>
          <ac:spMkLst>
            <pc:docMk/>
            <pc:sldMk cId="0" sldId="329"/>
            <ac:spMk id="7" creationId="{D90F379B-FADE-EF90-E904-2E0EB4961E0F}"/>
          </ac:spMkLst>
        </pc:spChg>
        <pc:spChg chg="del">
          <ac:chgData name="Mariana Rocha" userId="0a3173bd-d0ed-4c32-8e4c-b90c820606c5" providerId="ADAL" clId="{DCC3A51D-31E8-5BC6-970B-354B54D5302A}" dt="2025-10-29T17:18:10.794" v="898" actId="478"/>
          <ac:spMkLst>
            <pc:docMk/>
            <pc:sldMk cId="0" sldId="329"/>
            <ac:spMk id="9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7:19:15.895" v="941" actId="20577"/>
          <ac:spMkLst>
            <pc:docMk/>
            <pc:sldMk cId="0" sldId="329"/>
            <ac:spMk id="15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29T17:18:32.653" v="911" actId="478"/>
          <ac:spMkLst>
            <pc:docMk/>
            <pc:sldMk cId="0" sldId="329"/>
            <ac:spMk id="19" creationId="{526339B8-ABA7-C484-AC52-14D2A3C6F40A}"/>
          </ac:spMkLst>
        </pc:spChg>
        <pc:spChg chg="del">
          <ac:chgData name="Mariana Rocha" userId="0a3173bd-d0ed-4c32-8e4c-b90c820606c5" providerId="ADAL" clId="{DCC3A51D-31E8-5BC6-970B-354B54D5302A}" dt="2025-10-29T17:18:34.685" v="913" actId="478"/>
          <ac:spMkLst>
            <pc:docMk/>
            <pc:sldMk cId="0" sldId="329"/>
            <ac:spMk id="21" creationId="{BC649CAC-4C61-133E-D350-C406839BD6C1}"/>
          </ac:spMkLst>
        </pc:spChg>
        <pc:picChg chg="del">
          <ac:chgData name="Mariana Rocha" userId="0a3173bd-d0ed-4c32-8e4c-b90c820606c5" providerId="ADAL" clId="{DCC3A51D-31E8-5BC6-970B-354B54D5302A}" dt="2025-10-29T17:19:18.078" v="942" actId="478"/>
          <ac:picMkLst>
            <pc:docMk/>
            <pc:sldMk cId="0" sldId="329"/>
            <ac:picMk id="2" creationId="{00000000-0000-0000-0000-000000000000}"/>
          </ac:picMkLst>
        </pc:picChg>
        <pc:picChg chg="del">
          <ac:chgData name="Mariana Rocha" userId="0a3173bd-d0ed-4c32-8e4c-b90c820606c5" providerId="ADAL" clId="{DCC3A51D-31E8-5BC6-970B-354B54D5302A}" dt="2025-10-29T17:18:33.365" v="912" actId="478"/>
          <ac:picMkLst>
            <pc:docMk/>
            <pc:sldMk cId="0" sldId="329"/>
            <ac:picMk id="16" creationId="{00000000-0000-0000-0000-000000000000}"/>
          </ac:picMkLst>
        </pc:picChg>
        <pc:cxnChg chg="del">
          <ac:chgData name="Mariana Rocha" userId="0a3173bd-d0ed-4c32-8e4c-b90c820606c5" providerId="ADAL" clId="{DCC3A51D-31E8-5BC6-970B-354B54D5302A}" dt="2025-10-29T17:18:35.419" v="914" actId="478"/>
          <ac:cxnSpMkLst>
            <pc:docMk/>
            <pc:sldMk cId="0" sldId="329"/>
            <ac:cxnSpMk id="20" creationId="{CA56B373-C695-A251-B65A-C909A4C8A660}"/>
          </ac:cxnSpMkLst>
        </pc:cxnChg>
      </pc:sldChg>
      <pc:sldChg chg="addSp delSp modSp mod">
        <pc:chgData name="Mariana Rocha" userId="0a3173bd-d0ed-4c32-8e4c-b90c820606c5" providerId="ADAL" clId="{DCC3A51D-31E8-5BC6-970B-354B54D5302A}" dt="2025-10-29T10:57:51.477" v="78" actId="2711"/>
        <pc:sldMkLst>
          <pc:docMk/>
          <pc:sldMk cId="2693652289" sldId="331"/>
        </pc:sldMkLst>
        <pc:spChg chg="del">
          <ac:chgData name="Mariana Rocha" userId="0a3173bd-d0ed-4c32-8e4c-b90c820606c5" providerId="ADAL" clId="{DCC3A51D-31E8-5BC6-970B-354B54D5302A}" dt="2025-10-29T10:54:37.921" v="65" actId="478"/>
          <ac:spMkLst>
            <pc:docMk/>
            <pc:sldMk cId="2693652289" sldId="331"/>
            <ac:spMk id="2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29T10:53:47.116" v="50" actId="478"/>
          <ac:spMkLst>
            <pc:docMk/>
            <pc:sldMk cId="2693652289" sldId="331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2693652289" sldId="331"/>
            <ac:spMk id="4" creationId="{3D96FF9F-07E8-899D-68DA-159F63EAC439}"/>
          </ac:spMkLst>
        </pc:spChg>
        <pc:spChg chg="del">
          <ac:chgData name="Mariana Rocha" userId="0a3173bd-d0ed-4c32-8e4c-b90c820606c5" providerId="ADAL" clId="{DCC3A51D-31E8-5BC6-970B-354B54D5302A}" dt="2025-10-29T10:53:53.138" v="54" actId="478"/>
          <ac:spMkLst>
            <pc:docMk/>
            <pc:sldMk cId="2693652289" sldId="331"/>
            <ac:spMk id="6" creationId="{2D2E8740-DD5B-EAC3-A6EC-1A3AF919F7BC}"/>
          </ac:spMkLst>
        </pc:spChg>
        <pc:spChg chg="add del mod">
          <ac:chgData name="Mariana Rocha" userId="0a3173bd-d0ed-4c32-8e4c-b90c820606c5" providerId="ADAL" clId="{DCC3A51D-31E8-5BC6-970B-354B54D5302A}" dt="2025-10-29T10:53:49.224" v="51" actId="478"/>
          <ac:spMkLst>
            <pc:docMk/>
            <pc:sldMk cId="2693652289" sldId="331"/>
            <ac:spMk id="7" creationId="{64E27267-3DBF-5E8C-A454-B9DF60D365E7}"/>
          </ac:spMkLst>
        </pc:spChg>
        <pc:spChg chg="add mod">
          <ac:chgData name="Mariana Rocha" userId="0a3173bd-d0ed-4c32-8e4c-b90c820606c5" providerId="ADAL" clId="{DCC3A51D-31E8-5BC6-970B-354B54D5302A}" dt="2025-10-29T10:53:49.745" v="52"/>
          <ac:spMkLst>
            <pc:docMk/>
            <pc:sldMk cId="2693652289" sldId="331"/>
            <ac:spMk id="9" creationId="{56023B63-E26D-49B6-DDC2-1AC8A1C68280}"/>
          </ac:spMkLst>
        </pc:spChg>
        <pc:spChg chg="add mod">
          <ac:chgData name="Mariana Rocha" userId="0a3173bd-d0ed-4c32-8e4c-b90c820606c5" providerId="ADAL" clId="{DCC3A51D-31E8-5BC6-970B-354B54D5302A}" dt="2025-10-29T10:57:51.477" v="78" actId="2711"/>
          <ac:spMkLst>
            <pc:docMk/>
            <pc:sldMk cId="2693652289" sldId="331"/>
            <ac:spMk id="10" creationId="{B5E9F6DD-6668-FE72-59F0-4FD4164B65EF}"/>
          </ac:spMkLst>
        </pc:spChg>
        <pc:picChg chg="del">
          <ac:chgData name="Mariana Rocha" userId="0a3173bd-d0ed-4c32-8e4c-b90c820606c5" providerId="ADAL" clId="{DCC3A51D-31E8-5BC6-970B-354B54D5302A}" dt="2025-10-29T10:53:51.092" v="53" actId="478"/>
          <ac:picMkLst>
            <pc:docMk/>
            <pc:sldMk cId="2693652289" sldId="331"/>
            <ac:picMk id="8" creationId="{1303B90F-B350-918E-A961-6894D3C1E58B}"/>
          </ac:picMkLst>
        </pc:picChg>
      </pc:sldChg>
      <pc:sldChg chg="delSp modSp mod">
        <pc:chgData name="Mariana Rocha" userId="0a3173bd-d0ed-4c32-8e4c-b90c820606c5" providerId="ADAL" clId="{DCC3A51D-31E8-5BC6-970B-354B54D5302A}" dt="2025-10-29T10:50:30.158" v="40" actId="1076"/>
        <pc:sldMkLst>
          <pc:docMk/>
          <pc:sldMk cId="305127696" sldId="332"/>
        </pc:sldMkLst>
        <pc:spChg chg="del">
          <ac:chgData name="Mariana Rocha" userId="0a3173bd-d0ed-4c32-8e4c-b90c820606c5" providerId="ADAL" clId="{DCC3A51D-31E8-5BC6-970B-354B54D5302A}" dt="2025-10-29T10:50:26.683" v="39" actId="478"/>
          <ac:spMkLst>
            <pc:docMk/>
            <pc:sldMk cId="305127696" sldId="332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0:49:32.315" v="5" actId="14100"/>
          <ac:spMkLst>
            <pc:docMk/>
            <pc:sldMk cId="305127696" sldId="332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0:50:30.158" v="40" actId="1076"/>
          <ac:spMkLst>
            <pc:docMk/>
            <pc:sldMk cId="305127696" sldId="332"/>
            <ac:spMk id="4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305127696" sldId="332"/>
            <ac:spMk id="5" creationId="{082EFAB5-A6CC-DF11-FEA9-D62D70FF368F}"/>
          </ac:spMkLst>
        </pc:spChg>
        <pc:picChg chg="mod">
          <ac:chgData name="Mariana Rocha" userId="0a3173bd-d0ed-4c32-8e4c-b90c820606c5" providerId="ADAL" clId="{DCC3A51D-31E8-5BC6-970B-354B54D5302A}" dt="2025-10-29T10:50:23.903" v="38" actId="1076"/>
          <ac:picMkLst>
            <pc:docMk/>
            <pc:sldMk cId="305127696" sldId="332"/>
            <ac:picMk id="1026" creationId="{0A8B1CD7-AC6E-A34E-BA58-DF59BB156E82}"/>
          </ac:picMkLst>
        </pc:picChg>
      </pc:sldChg>
      <pc:sldChg chg="addSp delSp modSp mod">
        <pc:chgData name="Mariana Rocha" userId="0a3173bd-d0ed-4c32-8e4c-b90c820606c5" providerId="ADAL" clId="{DCC3A51D-31E8-5BC6-970B-354B54D5302A}" dt="2025-10-29T16:16:41.318" v="382" actId="478"/>
        <pc:sldMkLst>
          <pc:docMk/>
          <pc:sldMk cId="3843088673" sldId="333"/>
        </pc:sldMkLst>
        <pc:spChg chg="del">
          <ac:chgData name="Mariana Rocha" userId="0a3173bd-d0ed-4c32-8e4c-b90c820606c5" providerId="ADAL" clId="{DCC3A51D-31E8-5BC6-970B-354B54D5302A}" dt="2025-10-29T16:16:41.318" v="382" actId="478"/>
          <ac:spMkLst>
            <pc:docMk/>
            <pc:sldMk cId="3843088673" sldId="333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3843088673" sldId="333"/>
            <ac:spMk id="3" creationId="{6C4A5D34-13EC-B7AB-5665-DD24A92E55A9}"/>
          </ac:spMkLst>
        </pc:spChg>
        <pc:spChg chg="del">
          <ac:chgData name="Mariana Rocha" userId="0a3173bd-d0ed-4c32-8e4c-b90c820606c5" providerId="ADAL" clId="{DCC3A51D-31E8-5BC6-970B-354B54D5302A}" dt="2025-10-29T16:12:10.486" v="374" actId="478"/>
          <ac:spMkLst>
            <pc:docMk/>
            <pc:sldMk cId="3843088673" sldId="333"/>
            <ac:spMk id="4" creationId="{72DE7E72-7C93-5749-8F3B-476B55A48756}"/>
          </ac:spMkLst>
        </pc:spChg>
        <pc:spChg chg="add mod">
          <ac:chgData name="Mariana Rocha" userId="0a3173bd-d0ed-4c32-8e4c-b90c820606c5" providerId="ADAL" clId="{DCC3A51D-31E8-5BC6-970B-354B54D5302A}" dt="2025-10-29T16:16:39.744" v="381" actId="1076"/>
          <ac:spMkLst>
            <pc:docMk/>
            <pc:sldMk cId="3843088673" sldId="333"/>
            <ac:spMk id="6" creationId="{F400B230-E631-92F5-0CE2-5D8B99074A85}"/>
          </ac:spMkLst>
        </pc:spChg>
        <pc:spChg chg="mod">
          <ac:chgData name="Mariana Rocha" userId="0a3173bd-d0ed-4c32-8e4c-b90c820606c5" providerId="ADAL" clId="{DCC3A51D-31E8-5BC6-970B-354B54D5302A}" dt="2025-10-29T16:16:36.963" v="380" actId="12"/>
          <ac:spMkLst>
            <pc:docMk/>
            <pc:sldMk cId="3843088673" sldId="333"/>
            <ac:spMk id="8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6:12:07.058" v="373" actId="108"/>
          <ac:spMkLst>
            <pc:docMk/>
            <pc:sldMk cId="3843088673" sldId="333"/>
            <ac:spMk id="9" creationId="{0B32BC36-BBEC-C67E-7B56-67D4FE422603}"/>
          </ac:spMkLst>
        </pc:spChg>
      </pc:sldChg>
      <pc:sldChg chg="modSp del">
        <pc:chgData name="Mariana Rocha" userId="0a3173bd-d0ed-4c32-8e4c-b90c820606c5" providerId="ADAL" clId="{DCC3A51D-31E8-5BC6-970B-354B54D5302A}" dt="2025-10-29T16:20:24.712" v="389" actId="2696"/>
        <pc:sldMkLst>
          <pc:docMk/>
          <pc:sldMk cId="826499868" sldId="334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826499868" sldId="334"/>
            <ac:spMk id="3" creationId="{837E4CDD-06F8-D6C4-3E3D-57B5CD7FB83D}"/>
          </ac:spMkLst>
        </pc:spChg>
      </pc:sldChg>
      <pc:sldChg chg="add del">
        <pc:chgData name="Mariana Rocha" userId="0a3173bd-d0ed-4c32-8e4c-b90c820606c5" providerId="ADAL" clId="{DCC3A51D-31E8-5BC6-970B-354B54D5302A}" dt="2025-10-29T17:25:25.392" v="1023" actId="2696"/>
        <pc:sldMkLst>
          <pc:docMk/>
          <pc:sldMk cId="0" sldId="335"/>
        </pc:sldMkLst>
      </pc:sldChg>
      <pc:sldChg chg="modSp del">
        <pc:chgData name="Mariana Rocha" userId="0a3173bd-d0ed-4c32-8e4c-b90c820606c5" providerId="ADAL" clId="{DCC3A51D-31E8-5BC6-970B-354B54D5302A}" dt="2025-10-29T16:22:41.869" v="398" actId="2696"/>
        <pc:sldMkLst>
          <pc:docMk/>
          <pc:sldMk cId="3115980606" sldId="336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3115980606" sldId="336"/>
            <ac:spMk id="3" creationId="{31C4DA0E-EC55-9D1B-663F-6E9C7148DE89}"/>
          </ac:spMkLst>
        </pc:spChg>
      </pc:sldChg>
      <pc:sldChg chg="modSp del">
        <pc:chgData name="Mariana Rocha" userId="0a3173bd-d0ed-4c32-8e4c-b90c820606c5" providerId="ADAL" clId="{DCC3A51D-31E8-5BC6-970B-354B54D5302A}" dt="2025-10-29T16:22:40.978" v="397" actId="2696"/>
        <pc:sldMkLst>
          <pc:docMk/>
          <pc:sldMk cId="2924200547" sldId="337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2924200547" sldId="337"/>
            <ac:spMk id="3" creationId="{8CF2845E-4392-C5D4-62BD-9C5B5598B07D}"/>
          </ac:spMkLst>
        </pc:spChg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3233529754" sldId="338"/>
        </pc:sldMkLst>
      </pc:sldChg>
      <pc:sldChg chg="add del">
        <pc:chgData name="Mariana Rocha" userId="0a3173bd-d0ed-4c32-8e4c-b90c820606c5" providerId="ADAL" clId="{DCC3A51D-31E8-5BC6-970B-354B54D5302A}" dt="2025-10-29T17:26:31.183" v="1029" actId="2696"/>
        <pc:sldMkLst>
          <pc:docMk/>
          <pc:sldMk cId="0" sldId="339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90633716" sldId="339"/>
        </pc:sldMkLst>
      </pc:sldChg>
      <pc:sldChg chg="add del">
        <pc:chgData name="Mariana Rocha" userId="0a3173bd-d0ed-4c32-8e4c-b90c820606c5" providerId="ADAL" clId="{DCC3A51D-31E8-5BC6-970B-354B54D5302A}" dt="2025-10-29T17:26:31.181" v="1028" actId="2696"/>
        <pc:sldMkLst>
          <pc:docMk/>
          <pc:sldMk cId="0" sldId="340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4267829816" sldId="340"/>
        </pc:sldMkLst>
      </pc:sldChg>
      <pc:sldChg chg="add del">
        <pc:chgData name="Mariana Rocha" userId="0a3173bd-d0ed-4c32-8e4c-b90c820606c5" providerId="ADAL" clId="{DCC3A51D-31E8-5BC6-970B-354B54D5302A}" dt="2025-10-29T17:26:31.176" v="1026" actId="2696"/>
        <pc:sldMkLst>
          <pc:docMk/>
          <pc:sldMk cId="0" sldId="341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4243671856" sldId="341"/>
        </pc:sldMkLst>
      </pc:sldChg>
      <pc:sldChg chg="add del">
        <pc:chgData name="Mariana Rocha" userId="0a3173bd-d0ed-4c32-8e4c-b90c820606c5" providerId="ADAL" clId="{DCC3A51D-31E8-5BC6-970B-354B54D5302A}" dt="2025-10-29T17:26:31.197" v="1030" actId="2696"/>
        <pc:sldMkLst>
          <pc:docMk/>
          <pc:sldMk cId="0" sldId="342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1171796722" sldId="342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4494593" sldId="343"/>
        </pc:sldMkLst>
      </pc:sldChg>
      <pc:sldChg chg="delSp modSp add mod">
        <pc:chgData name="Mariana Rocha" userId="0a3173bd-d0ed-4c32-8e4c-b90c820606c5" providerId="ADAL" clId="{DCC3A51D-31E8-5BC6-970B-354B54D5302A}" dt="2025-10-29T17:21:05.992" v="963" actId="14100"/>
        <pc:sldMkLst>
          <pc:docMk/>
          <pc:sldMk cId="1857551901" sldId="343"/>
        </pc:sldMkLst>
        <pc:spChg chg="mod">
          <ac:chgData name="Mariana Rocha" userId="0a3173bd-d0ed-4c32-8e4c-b90c820606c5" providerId="ADAL" clId="{DCC3A51D-31E8-5BC6-970B-354B54D5302A}" dt="2025-10-29T17:20:38.242" v="954" actId="108"/>
          <ac:spMkLst>
            <pc:docMk/>
            <pc:sldMk cId="1857551901" sldId="343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7:21:05.992" v="963" actId="14100"/>
          <ac:spMkLst>
            <pc:docMk/>
            <pc:sldMk cId="1857551901" sldId="343"/>
            <ac:spMk id="3" creationId="{00000000-0000-0000-0000-000000000000}"/>
          </ac:spMkLst>
        </pc:spChg>
        <pc:spChg chg="del mod">
          <ac:chgData name="Mariana Rocha" userId="0a3173bd-d0ed-4c32-8e4c-b90c820606c5" providerId="ADAL" clId="{DCC3A51D-31E8-5BC6-970B-354B54D5302A}" dt="2025-10-29T17:20:23.264" v="950" actId="478"/>
          <ac:spMkLst>
            <pc:docMk/>
            <pc:sldMk cId="1857551901" sldId="343"/>
            <ac:spMk id="4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29T17:20:10.326" v="947" actId="478"/>
          <ac:spMkLst>
            <pc:docMk/>
            <pc:sldMk cId="1857551901" sldId="343"/>
            <ac:spMk id="8" creationId="{7A510BC1-043D-BDD2-7987-F4116D95B433}"/>
          </ac:spMkLst>
        </pc:spChg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1942126647" sldId="344"/>
        </pc:sldMkLst>
      </pc:sldChg>
      <pc:sldChg chg="del">
        <pc:chgData name="Mariana Rocha" userId="0a3173bd-d0ed-4c32-8e4c-b90c820606c5" providerId="ADAL" clId="{DCC3A51D-31E8-5BC6-970B-354B54D5302A}" dt="2025-10-29T10:35:22.075" v="0" actId="2696"/>
        <pc:sldMkLst>
          <pc:docMk/>
          <pc:sldMk cId="994280120" sldId="345"/>
        </pc:sldMkLst>
      </pc:sldChg>
      <pc:sldChg chg="modSp del">
        <pc:chgData name="Mariana Rocha" userId="0a3173bd-d0ed-4c32-8e4c-b90c820606c5" providerId="ADAL" clId="{DCC3A51D-31E8-5BC6-970B-354B54D5302A}" dt="2025-10-29T10:59:04.543" v="102" actId="2696"/>
        <pc:sldMkLst>
          <pc:docMk/>
          <pc:sldMk cId="4063973329" sldId="346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4063973329" sldId="346"/>
            <ac:spMk id="5" creationId="{F089855C-FBE0-35AC-C6EE-174E945A2F2F}"/>
          </ac:spMkLst>
        </pc:spChg>
      </pc:sldChg>
      <pc:sldChg chg="modSp del">
        <pc:chgData name="Mariana Rocha" userId="0a3173bd-d0ed-4c32-8e4c-b90c820606c5" providerId="ADAL" clId="{DCC3A51D-31E8-5BC6-970B-354B54D5302A}" dt="2025-10-29T11:04:19.221" v="106" actId="2696"/>
        <pc:sldMkLst>
          <pc:docMk/>
          <pc:sldMk cId="776516923" sldId="347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776516923" sldId="347"/>
            <ac:spMk id="5" creationId="{8161F31C-B133-A1A4-CC33-72AE6ED41A9F}"/>
          </ac:spMkLst>
        </pc:spChg>
      </pc:sldChg>
      <pc:sldChg chg="modSp del">
        <pc:chgData name="Mariana Rocha" userId="0a3173bd-d0ed-4c32-8e4c-b90c820606c5" providerId="ADAL" clId="{DCC3A51D-31E8-5BC6-970B-354B54D5302A}" dt="2025-10-29T11:04:13.447" v="105" actId="2696"/>
        <pc:sldMkLst>
          <pc:docMk/>
          <pc:sldMk cId="978971969" sldId="348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978971969" sldId="348"/>
            <ac:spMk id="5" creationId="{6118D4B8-096F-8EFB-9E9E-512275E4AD17}"/>
          </ac:spMkLst>
        </pc:spChg>
      </pc:sldChg>
      <pc:sldChg chg="modSp del">
        <pc:chgData name="Mariana Rocha" userId="0a3173bd-d0ed-4c32-8e4c-b90c820606c5" providerId="ADAL" clId="{DCC3A51D-31E8-5BC6-970B-354B54D5302A}" dt="2025-10-29T15:58:45.964" v="134" actId="2696"/>
        <pc:sldMkLst>
          <pc:docMk/>
          <pc:sldMk cId="1871547678" sldId="349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1871547678" sldId="349"/>
            <ac:spMk id="5" creationId="{82585EC3-5359-2147-E6CF-C53B91000725}"/>
          </ac:spMkLst>
        </pc:spChg>
      </pc:sldChg>
      <pc:sldChg chg="modSp mod">
        <pc:chgData name="Mariana Rocha" userId="0a3173bd-d0ed-4c32-8e4c-b90c820606c5" providerId="ADAL" clId="{DCC3A51D-31E8-5BC6-970B-354B54D5302A}" dt="2025-10-29T16:02:34.442" v="139" actId="1076"/>
        <pc:sldMkLst>
          <pc:docMk/>
          <pc:sldMk cId="894233955" sldId="350"/>
        </pc:sldMkLst>
        <pc:spChg chg="mod">
          <ac:chgData name="Mariana Rocha" userId="0a3173bd-d0ed-4c32-8e4c-b90c820606c5" providerId="ADAL" clId="{DCC3A51D-31E8-5BC6-970B-354B54D5302A}" dt="2025-10-29T16:02:34.442" v="139" actId="1076"/>
          <ac:spMkLst>
            <pc:docMk/>
            <pc:sldMk cId="894233955" sldId="350"/>
            <ac:spMk id="3" creationId="{6AC14C78-9BDA-F3E2-D061-4BFC07D49B2C}"/>
          </ac:spMkLst>
        </pc:spChg>
        <pc:spChg chg="mod">
          <ac:chgData name="Mariana Rocha" userId="0a3173bd-d0ed-4c32-8e4c-b90c820606c5" providerId="ADAL" clId="{DCC3A51D-31E8-5BC6-970B-354B54D5302A}" dt="2025-10-29T16:01:52.456" v="137" actId="1076"/>
          <ac:spMkLst>
            <pc:docMk/>
            <pc:sldMk cId="894233955" sldId="350"/>
            <ac:spMk id="4" creationId="{5FEB2361-0E51-DB70-9450-83A4F5D3DCD9}"/>
          </ac:spMkLst>
        </pc:spChg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894233955" sldId="350"/>
            <ac:spMk id="5" creationId="{E1611F3A-4FDA-5DA9-FCAE-095294BF089C}"/>
          </ac:spMkLst>
        </pc:spChg>
      </pc:sldChg>
      <pc:sldChg chg="addSp delSp modSp mod">
        <pc:chgData name="Mariana Rocha" userId="0a3173bd-d0ed-4c32-8e4c-b90c820606c5" providerId="ADAL" clId="{DCC3A51D-31E8-5BC6-970B-354B54D5302A}" dt="2025-10-29T16:04:20.697" v="250" actId="1076"/>
        <pc:sldMkLst>
          <pc:docMk/>
          <pc:sldMk cId="2509115867" sldId="351"/>
        </pc:sldMkLst>
        <pc:spChg chg="del">
          <ac:chgData name="Mariana Rocha" userId="0a3173bd-d0ed-4c32-8e4c-b90c820606c5" providerId="ADAL" clId="{DCC3A51D-31E8-5BC6-970B-354B54D5302A}" dt="2025-10-29T16:04:11.557" v="244" actId="478"/>
          <ac:spMkLst>
            <pc:docMk/>
            <pc:sldMk cId="2509115867" sldId="351"/>
            <ac:spMk id="2" creationId="{BE27B88B-0732-F414-0D1D-174FE1BCA737}"/>
          </ac:spMkLst>
        </pc:spChg>
        <pc:spChg chg="del">
          <ac:chgData name="Mariana Rocha" userId="0a3173bd-d0ed-4c32-8e4c-b90c820606c5" providerId="ADAL" clId="{DCC3A51D-31E8-5BC6-970B-354B54D5302A}" dt="2025-10-29T16:02:39.687" v="140" actId="478"/>
          <ac:spMkLst>
            <pc:docMk/>
            <pc:sldMk cId="2509115867" sldId="351"/>
            <ac:spMk id="3" creationId="{B0104699-B7F9-789E-C0B2-C7F6B4D8F792}"/>
          </ac:spMkLst>
        </pc:spChg>
        <pc:spChg chg="mod">
          <ac:chgData name="Mariana Rocha" userId="0a3173bd-d0ed-4c32-8e4c-b90c820606c5" providerId="ADAL" clId="{DCC3A51D-31E8-5BC6-970B-354B54D5302A}" dt="2025-10-29T16:04:20.697" v="250" actId="1076"/>
          <ac:spMkLst>
            <pc:docMk/>
            <pc:sldMk cId="2509115867" sldId="351"/>
            <ac:spMk id="4" creationId="{7A3B694C-0D6E-F7A8-5240-9FA34D49B87C}"/>
          </ac:spMkLst>
        </pc:spChg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2509115867" sldId="351"/>
            <ac:spMk id="5" creationId="{DA0264D8-9D6A-3586-1B8A-47183B87A845}"/>
          </ac:spMkLst>
        </pc:spChg>
        <pc:spChg chg="add del mod">
          <ac:chgData name="Mariana Rocha" userId="0a3173bd-d0ed-4c32-8e4c-b90c820606c5" providerId="ADAL" clId="{DCC3A51D-31E8-5BC6-970B-354B54D5302A}" dt="2025-10-29T16:02:40.988" v="141" actId="478"/>
          <ac:spMkLst>
            <pc:docMk/>
            <pc:sldMk cId="2509115867" sldId="351"/>
            <ac:spMk id="7" creationId="{1FE3C36D-65DB-86D5-0EFA-097B08549583}"/>
          </ac:spMkLst>
        </pc:spChg>
        <pc:spChg chg="del">
          <ac:chgData name="Mariana Rocha" userId="0a3173bd-d0ed-4c32-8e4c-b90c820606c5" providerId="ADAL" clId="{DCC3A51D-31E8-5BC6-970B-354B54D5302A}" dt="2025-10-29T16:03:10.848" v="149" actId="478"/>
          <ac:spMkLst>
            <pc:docMk/>
            <pc:sldMk cId="2509115867" sldId="351"/>
            <ac:spMk id="8" creationId="{D4BD0164-BA9D-5348-DCE7-16D08C721E1A}"/>
          </ac:spMkLst>
        </pc:spChg>
        <pc:spChg chg="add mod">
          <ac:chgData name="Mariana Rocha" userId="0a3173bd-d0ed-4c32-8e4c-b90c820606c5" providerId="ADAL" clId="{DCC3A51D-31E8-5BC6-970B-354B54D5302A}" dt="2025-10-29T16:02:41.466" v="142"/>
          <ac:spMkLst>
            <pc:docMk/>
            <pc:sldMk cId="2509115867" sldId="351"/>
            <ac:spMk id="9" creationId="{F19F0A85-A78A-E67C-F725-D661B8B02B02}"/>
          </ac:spMkLst>
        </pc:spChg>
      </pc:sldChg>
      <pc:sldChg chg="modSp del mod">
        <pc:chgData name="Mariana Rocha" userId="0a3173bd-d0ed-4c32-8e4c-b90c820606c5" providerId="ADAL" clId="{DCC3A51D-31E8-5BC6-970B-354B54D5302A}" dt="2025-10-29T16:21:40.859" v="392" actId="2696"/>
        <pc:sldMkLst>
          <pc:docMk/>
          <pc:sldMk cId="2334657566" sldId="352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2334657566" sldId="352"/>
            <ac:spMk id="3" creationId="{650FAC77-91DC-450F-08AB-C544314C0120}"/>
          </ac:spMkLst>
        </pc:spChg>
        <pc:spChg chg="mod">
          <ac:chgData name="Mariana Rocha" userId="0a3173bd-d0ed-4c32-8e4c-b90c820606c5" providerId="ADAL" clId="{DCC3A51D-31E8-5BC6-970B-354B54D5302A}" dt="2025-10-29T16:20:47.231" v="391" actId="20577"/>
          <ac:spMkLst>
            <pc:docMk/>
            <pc:sldMk cId="2334657566" sldId="352"/>
            <ac:spMk id="12" creationId="{C1128BC0-9FD0-F0FF-C71D-79BD256645F0}"/>
          </ac:spMkLst>
        </pc:spChg>
      </pc:sldChg>
      <pc:sldChg chg="modSp del">
        <pc:chgData name="Mariana Rocha" userId="0a3173bd-d0ed-4c32-8e4c-b90c820606c5" providerId="ADAL" clId="{DCC3A51D-31E8-5BC6-970B-354B54D5302A}" dt="2025-10-29T16:22:12.729" v="393" actId="2696"/>
        <pc:sldMkLst>
          <pc:docMk/>
          <pc:sldMk cId="2341628634" sldId="353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2341628634" sldId="353"/>
            <ac:spMk id="3" creationId="{98EAEC54-0ED1-61DE-C5F8-BC2A273CA0BF}"/>
          </ac:spMkLst>
        </pc:spChg>
      </pc:sldChg>
      <pc:sldChg chg="modSp del">
        <pc:chgData name="Mariana Rocha" userId="0a3173bd-d0ed-4c32-8e4c-b90c820606c5" providerId="ADAL" clId="{DCC3A51D-31E8-5BC6-970B-354B54D5302A}" dt="2025-10-29T16:22:14.064" v="394" actId="2696"/>
        <pc:sldMkLst>
          <pc:docMk/>
          <pc:sldMk cId="1784095239" sldId="354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1784095239" sldId="354"/>
            <ac:spMk id="3" creationId="{CA748D8F-6FCA-D743-FABF-6C466B52F7C8}"/>
          </ac:spMkLst>
        </pc:spChg>
      </pc:sldChg>
      <pc:sldChg chg="modSp del">
        <pc:chgData name="Mariana Rocha" userId="0a3173bd-d0ed-4c32-8e4c-b90c820606c5" providerId="ADAL" clId="{DCC3A51D-31E8-5BC6-970B-354B54D5302A}" dt="2025-10-29T16:22:21.824" v="395" actId="2696"/>
        <pc:sldMkLst>
          <pc:docMk/>
          <pc:sldMk cId="1775917215" sldId="355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1775917215" sldId="355"/>
            <ac:spMk id="3" creationId="{DD5B2805-1A58-181D-7527-1F2B2BF66E97}"/>
          </ac:spMkLst>
        </pc:spChg>
      </pc:sldChg>
      <pc:sldChg chg="modSp del">
        <pc:chgData name="Mariana Rocha" userId="0a3173bd-d0ed-4c32-8e4c-b90c820606c5" providerId="ADAL" clId="{DCC3A51D-31E8-5BC6-970B-354B54D5302A}" dt="2025-10-29T16:22:22.803" v="396" actId="2696"/>
        <pc:sldMkLst>
          <pc:docMk/>
          <pc:sldMk cId="4143429807" sldId="356"/>
        </pc:sldMkLst>
        <pc:spChg chg="mod">
          <ac:chgData name="Mariana Rocha" userId="0a3173bd-d0ed-4c32-8e4c-b90c820606c5" providerId="ADAL" clId="{DCC3A51D-31E8-5BC6-970B-354B54D5302A}" dt="2025-10-29T10:43:41.575" v="4"/>
          <ac:spMkLst>
            <pc:docMk/>
            <pc:sldMk cId="4143429807" sldId="356"/>
            <ac:spMk id="3" creationId="{180E5145-851D-B3EB-2AEE-317C80BB86B3}"/>
          </ac:spMkLst>
        </pc:spChg>
      </pc:sldChg>
      <pc:sldChg chg="modSp add mod">
        <pc:chgData name="Mariana Rocha" userId="0a3173bd-d0ed-4c32-8e4c-b90c820606c5" providerId="ADAL" clId="{DCC3A51D-31E8-5BC6-970B-354B54D5302A}" dt="2025-10-29T16:31:09.237" v="475" actId="1076"/>
        <pc:sldMkLst>
          <pc:docMk/>
          <pc:sldMk cId="2508437293" sldId="357"/>
        </pc:sldMkLst>
        <pc:spChg chg="mod">
          <ac:chgData name="Mariana Rocha" userId="0a3173bd-d0ed-4c32-8e4c-b90c820606c5" providerId="ADAL" clId="{DCC3A51D-31E8-5BC6-970B-354B54D5302A}" dt="2025-10-29T16:31:09.237" v="475" actId="1076"/>
          <ac:spMkLst>
            <pc:docMk/>
            <pc:sldMk cId="2508437293" sldId="357"/>
            <ac:spMk id="3" creationId="{00000000-0000-0000-0000-000000000000}"/>
          </ac:spMkLst>
        </pc:spChg>
      </pc:sldChg>
      <pc:sldChg chg="add del">
        <pc:chgData name="Mariana Rocha" userId="0a3173bd-d0ed-4c32-8e4c-b90c820606c5" providerId="ADAL" clId="{DCC3A51D-31E8-5BC6-970B-354B54D5302A}" dt="2025-10-29T16:30:10.500" v="462" actId="2696"/>
        <pc:sldMkLst>
          <pc:docMk/>
          <pc:sldMk cId="2734573087" sldId="358"/>
        </pc:sldMkLst>
      </pc:sldChg>
      <pc:sldChg chg="addSp delSp modSp add del mod">
        <pc:chgData name="Mariana Rocha" userId="0a3173bd-d0ed-4c32-8e4c-b90c820606c5" providerId="ADAL" clId="{DCC3A51D-31E8-5BC6-970B-354B54D5302A}" dt="2025-10-29T16:31:29.726" v="477" actId="2696"/>
        <pc:sldMkLst>
          <pc:docMk/>
          <pc:sldMk cId="275510464" sldId="359"/>
        </pc:sldMkLst>
        <pc:spChg chg="del">
          <ac:chgData name="Mariana Rocha" userId="0a3173bd-d0ed-4c32-8e4c-b90c820606c5" providerId="ADAL" clId="{DCC3A51D-31E8-5BC6-970B-354B54D5302A}" dt="2025-10-29T16:30:51.616" v="470" actId="478"/>
          <ac:spMkLst>
            <pc:docMk/>
            <pc:sldMk cId="275510464" sldId="359"/>
            <ac:spMk id="3" creationId="{00000000-0000-0000-0000-000000000000}"/>
          </ac:spMkLst>
        </pc:spChg>
        <pc:spChg chg="add del mod">
          <ac:chgData name="Mariana Rocha" userId="0a3173bd-d0ed-4c32-8e4c-b90c820606c5" providerId="ADAL" clId="{DCC3A51D-31E8-5BC6-970B-354B54D5302A}" dt="2025-10-29T16:30:53.225" v="471" actId="478"/>
          <ac:spMkLst>
            <pc:docMk/>
            <pc:sldMk cId="275510464" sldId="359"/>
            <ac:spMk id="6" creationId="{AC25AD88-0D38-D386-583F-34C30F016C9E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29T16:37:13.103" v="613" actId="478"/>
        <pc:sldMkLst>
          <pc:docMk/>
          <pc:sldMk cId="2115487239" sldId="360"/>
        </pc:sldMkLst>
        <pc:spChg chg="del">
          <ac:chgData name="Mariana Rocha" userId="0a3173bd-d0ed-4c32-8e4c-b90c820606c5" providerId="ADAL" clId="{DCC3A51D-31E8-5BC6-970B-354B54D5302A}" dt="2025-10-29T16:37:13.103" v="613" actId="478"/>
          <ac:spMkLst>
            <pc:docMk/>
            <pc:sldMk cId="2115487239" sldId="360"/>
            <ac:spMk id="2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29T16:31:36.096" v="479" actId="478"/>
          <ac:spMkLst>
            <pc:docMk/>
            <pc:sldMk cId="2115487239" sldId="360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6:32:23.321" v="609" actId="20577"/>
          <ac:spMkLst>
            <pc:docMk/>
            <pc:sldMk cId="2115487239" sldId="360"/>
            <ac:spMk id="4" creationId="{00000000-0000-0000-0000-000000000000}"/>
          </ac:spMkLst>
        </pc:spChg>
        <pc:spChg chg="add del mod">
          <ac:chgData name="Mariana Rocha" userId="0a3173bd-d0ed-4c32-8e4c-b90c820606c5" providerId="ADAL" clId="{DCC3A51D-31E8-5BC6-970B-354B54D5302A}" dt="2025-10-29T16:31:38.171" v="480" actId="478"/>
          <ac:spMkLst>
            <pc:docMk/>
            <pc:sldMk cId="2115487239" sldId="360"/>
            <ac:spMk id="6" creationId="{5976A477-DE29-561F-0CDF-A962691B55CF}"/>
          </ac:spMkLst>
        </pc:spChg>
        <pc:spChg chg="add mod">
          <ac:chgData name="Mariana Rocha" userId="0a3173bd-d0ed-4c32-8e4c-b90c820606c5" providerId="ADAL" clId="{DCC3A51D-31E8-5BC6-970B-354B54D5302A}" dt="2025-10-29T16:31:38.728" v="481"/>
          <ac:spMkLst>
            <pc:docMk/>
            <pc:sldMk cId="2115487239" sldId="360"/>
            <ac:spMk id="7" creationId="{58C68BD1-842C-490A-5B4C-7504D9999631}"/>
          </ac:spMkLst>
        </pc:spChg>
        <pc:spChg chg="del">
          <ac:chgData name="Mariana Rocha" userId="0a3173bd-d0ed-4c32-8e4c-b90c820606c5" providerId="ADAL" clId="{DCC3A51D-31E8-5BC6-970B-354B54D5302A}" dt="2025-10-29T16:31:42.352" v="482" actId="478"/>
          <ac:spMkLst>
            <pc:docMk/>
            <pc:sldMk cId="2115487239" sldId="360"/>
            <ac:spMk id="9" creationId="{0D0CD44C-4867-6CB1-8315-AFBEC25B4A4E}"/>
          </ac:spMkLst>
        </pc:spChg>
        <pc:spChg chg="add mod">
          <ac:chgData name="Mariana Rocha" userId="0a3173bd-d0ed-4c32-8e4c-b90c820606c5" providerId="ADAL" clId="{DCC3A51D-31E8-5BC6-970B-354B54D5302A}" dt="2025-10-29T16:32:45.190" v="612" actId="14100"/>
          <ac:spMkLst>
            <pc:docMk/>
            <pc:sldMk cId="2115487239" sldId="360"/>
            <ac:spMk id="10" creationId="{B64DD3FF-B1F7-3DAE-96CE-DE8AB3F97DA2}"/>
          </ac:spMkLst>
        </pc:spChg>
      </pc:sldChg>
      <pc:sldChg chg="add del">
        <pc:chgData name="Mariana Rocha" userId="0a3173bd-d0ed-4c32-8e4c-b90c820606c5" providerId="ADAL" clId="{DCC3A51D-31E8-5BC6-970B-354B54D5302A}" dt="2025-10-29T16:44:01.685" v="614" actId="2696"/>
        <pc:sldMkLst>
          <pc:docMk/>
          <pc:sldMk cId="2467576903" sldId="361"/>
        </pc:sldMkLst>
      </pc:sldChg>
      <pc:sldChg chg="addSp delSp modSp add mod">
        <pc:chgData name="Mariana Rocha" userId="0a3173bd-d0ed-4c32-8e4c-b90c820606c5" providerId="ADAL" clId="{DCC3A51D-31E8-5BC6-970B-354B54D5302A}" dt="2025-10-29T17:08:15.821" v="715" actId="1076"/>
        <pc:sldMkLst>
          <pc:docMk/>
          <pc:sldMk cId="4075793277" sldId="362"/>
        </pc:sldMkLst>
        <pc:spChg chg="mod">
          <ac:chgData name="Mariana Rocha" userId="0a3173bd-d0ed-4c32-8e4c-b90c820606c5" providerId="ADAL" clId="{DCC3A51D-31E8-5BC6-970B-354B54D5302A}" dt="2025-10-29T17:03:15.647" v="710" actId="14100"/>
          <ac:spMkLst>
            <pc:docMk/>
            <pc:sldMk cId="4075793277" sldId="362"/>
            <ac:spMk id="4" creationId="{993082CA-42E7-0866-0557-CB5BA2FEEE5E}"/>
          </ac:spMkLst>
        </pc:spChg>
        <pc:spChg chg="del">
          <ac:chgData name="Mariana Rocha" userId="0a3173bd-d0ed-4c32-8e4c-b90c820606c5" providerId="ADAL" clId="{DCC3A51D-31E8-5BC6-970B-354B54D5302A}" dt="2025-10-29T17:02:57.234" v="702" actId="478"/>
          <ac:spMkLst>
            <pc:docMk/>
            <pc:sldMk cId="4075793277" sldId="362"/>
            <ac:spMk id="5" creationId="{913FCE75-D87C-99D3-98B5-C7C3FB789AA0}"/>
          </ac:spMkLst>
        </pc:spChg>
        <pc:spChg chg="add mod">
          <ac:chgData name="Mariana Rocha" userId="0a3173bd-d0ed-4c32-8e4c-b90c820606c5" providerId="ADAL" clId="{DCC3A51D-31E8-5BC6-970B-354B54D5302A}" dt="2025-10-29T17:03:25.525" v="713" actId="1076"/>
          <ac:spMkLst>
            <pc:docMk/>
            <pc:sldMk cId="4075793277" sldId="362"/>
            <ac:spMk id="6" creationId="{B8394933-6C2A-94B5-EA8C-96CE6AEF08A4}"/>
          </ac:spMkLst>
        </pc:spChg>
        <pc:spChg chg="mod">
          <ac:chgData name="Mariana Rocha" userId="0a3173bd-d0ed-4c32-8e4c-b90c820606c5" providerId="ADAL" clId="{DCC3A51D-31E8-5BC6-970B-354B54D5302A}" dt="2025-10-29T17:08:15.821" v="715" actId="1076"/>
          <ac:spMkLst>
            <pc:docMk/>
            <pc:sldMk cId="4075793277" sldId="362"/>
            <ac:spMk id="11" creationId="{00000000-0000-0000-0000-000000000000}"/>
          </ac:spMkLst>
        </pc:spChg>
        <pc:picChg chg="del">
          <ac:chgData name="Mariana Rocha" userId="0a3173bd-d0ed-4c32-8e4c-b90c820606c5" providerId="ADAL" clId="{DCC3A51D-31E8-5BC6-970B-354B54D5302A}" dt="2025-10-29T17:03:21.810" v="711" actId="478"/>
          <ac:picMkLst>
            <pc:docMk/>
            <pc:sldMk cId="4075793277" sldId="362"/>
            <ac:picMk id="2" creationId="{00000000-0000-0000-0000-000000000000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10-29T17:12:11.839" v="765" actId="478"/>
        <pc:sldMkLst>
          <pc:docMk/>
          <pc:sldMk cId="0" sldId="363"/>
        </pc:sldMkLst>
        <pc:spChg chg="del">
          <ac:chgData name="Mariana Rocha" userId="0a3173bd-d0ed-4c32-8e4c-b90c820606c5" providerId="ADAL" clId="{DCC3A51D-31E8-5BC6-970B-354B54D5302A}" dt="2025-10-29T17:09:25.055" v="724" actId="478"/>
          <ac:spMkLst>
            <pc:docMk/>
            <pc:sldMk cId="0" sldId="363"/>
            <ac:spMk id="4" creationId="{C4B55A9B-752D-94D8-8F36-54ACE30BE4A5}"/>
          </ac:spMkLst>
        </pc:spChg>
        <pc:spChg chg="add mod">
          <ac:chgData name="Mariana Rocha" userId="0a3173bd-d0ed-4c32-8e4c-b90c820606c5" providerId="ADAL" clId="{DCC3A51D-31E8-5BC6-970B-354B54D5302A}" dt="2025-10-29T17:12:10.500" v="764" actId="1076"/>
          <ac:spMkLst>
            <pc:docMk/>
            <pc:sldMk cId="0" sldId="363"/>
            <ac:spMk id="5" creationId="{00F5FACE-201E-CDCA-5320-014C9D867C7E}"/>
          </ac:spMkLst>
        </pc:spChg>
        <pc:spChg chg="mod">
          <ac:chgData name="Mariana Rocha" userId="0a3173bd-d0ed-4c32-8e4c-b90c820606c5" providerId="ADAL" clId="{DCC3A51D-31E8-5BC6-970B-354B54D5302A}" dt="2025-10-29T17:09:22.303" v="723" actId="108"/>
          <ac:spMkLst>
            <pc:docMk/>
            <pc:sldMk cId="0" sldId="363"/>
            <ac:spMk id="1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7:12:00.621" v="761" actId="12"/>
          <ac:spMkLst>
            <pc:docMk/>
            <pc:sldMk cId="0" sldId="363"/>
            <ac:spMk id="18" creationId="{00000000-0000-0000-0000-000000000000}"/>
          </ac:spMkLst>
        </pc:spChg>
        <pc:picChg chg="del">
          <ac:chgData name="Mariana Rocha" userId="0a3173bd-d0ed-4c32-8e4c-b90c820606c5" providerId="ADAL" clId="{DCC3A51D-31E8-5BC6-970B-354B54D5302A}" dt="2025-10-29T17:12:11.839" v="765" actId="478"/>
          <ac:picMkLst>
            <pc:docMk/>
            <pc:sldMk cId="0" sldId="363"/>
            <ac:picMk id="2" creationId="{00000000-0000-0000-0000-000000000000}"/>
          </ac:picMkLst>
        </pc:picChg>
        <pc:picChg chg="del">
          <ac:chgData name="Mariana Rocha" userId="0a3173bd-d0ed-4c32-8e4c-b90c820606c5" providerId="ADAL" clId="{DCC3A51D-31E8-5BC6-970B-354B54D5302A}" dt="2025-10-29T17:09:25.726" v="725" actId="478"/>
          <ac:picMkLst>
            <pc:docMk/>
            <pc:sldMk cId="0" sldId="363"/>
            <ac:picMk id="6" creationId="{E76048E4-3A71-B195-D021-3BF97E483CEB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10-29T17:14:59.714" v="872" actId="1076"/>
        <pc:sldMkLst>
          <pc:docMk/>
          <pc:sldMk cId="2211444781" sldId="364"/>
        </pc:sldMkLst>
        <pc:spChg chg="add del mod">
          <ac:chgData name="Mariana Rocha" userId="0a3173bd-d0ed-4c32-8e4c-b90c820606c5" providerId="ADAL" clId="{DCC3A51D-31E8-5BC6-970B-354B54D5302A}" dt="2025-10-29T17:14:56.422" v="870" actId="478"/>
          <ac:spMkLst>
            <pc:docMk/>
            <pc:sldMk cId="2211444781" sldId="364"/>
            <ac:spMk id="4" creationId="{D8CB19E4-CAD5-BF30-561D-0A7493860A4E}"/>
          </ac:spMkLst>
        </pc:spChg>
        <pc:spChg chg="del">
          <ac:chgData name="Mariana Rocha" userId="0a3173bd-d0ed-4c32-8e4c-b90c820606c5" providerId="ADAL" clId="{DCC3A51D-31E8-5BC6-970B-354B54D5302A}" dt="2025-10-29T17:10:39.528" v="727" actId="478"/>
          <ac:spMkLst>
            <pc:docMk/>
            <pc:sldMk cId="2211444781" sldId="364"/>
            <ac:spMk id="5" creationId="{E7FA094F-CDC8-3420-4901-AE6DFFAB201B}"/>
          </ac:spMkLst>
        </pc:spChg>
        <pc:spChg chg="add mod">
          <ac:chgData name="Mariana Rocha" userId="0a3173bd-d0ed-4c32-8e4c-b90c820606c5" providerId="ADAL" clId="{DCC3A51D-31E8-5BC6-970B-354B54D5302A}" dt="2025-10-29T17:14:59.714" v="872" actId="1076"/>
          <ac:spMkLst>
            <pc:docMk/>
            <pc:sldMk cId="2211444781" sldId="364"/>
            <ac:spMk id="7" creationId="{CCA67188-EA62-990B-BABE-B5D10DD5A153}"/>
          </ac:spMkLst>
        </pc:spChg>
        <pc:spChg chg="mod">
          <ac:chgData name="Mariana Rocha" userId="0a3173bd-d0ed-4c32-8e4c-b90c820606c5" providerId="ADAL" clId="{DCC3A51D-31E8-5BC6-970B-354B54D5302A}" dt="2025-10-29T17:10:37.168" v="726" actId="108"/>
          <ac:spMkLst>
            <pc:docMk/>
            <pc:sldMk cId="2211444781" sldId="364"/>
            <ac:spMk id="1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7:13:36.186" v="864" actId="12"/>
          <ac:spMkLst>
            <pc:docMk/>
            <pc:sldMk cId="2211444781" sldId="364"/>
            <ac:spMk id="18" creationId="{00000000-0000-0000-0000-000000000000}"/>
          </ac:spMkLst>
        </pc:spChg>
        <pc:picChg chg="del">
          <ac:chgData name="Mariana Rocha" userId="0a3173bd-d0ed-4c32-8e4c-b90c820606c5" providerId="ADAL" clId="{DCC3A51D-31E8-5BC6-970B-354B54D5302A}" dt="2025-10-29T17:10:41.338" v="728" actId="478"/>
          <ac:picMkLst>
            <pc:docMk/>
            <pc:sldMk cId="2211444781" sldId="364"/>
            <ac:picMk id="2" creationId="{00000000-0000-0000-0000-000000000000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10-29T17:18:00.480" v="897" actId="1076"/>
        <pc:sldMkLst>
          <pc:docMk/>
          <pc:sldMk cId="2585757452" sldId="365"/>
        </pc:sldMkLst>
        <pc:spChg chg="add mod">
          <ac:chgData name="Mariana Rocha" userId="0a3173bd-d0ed-4c32-8e4c-b90c820606c5" providerId="ADAL" clId="{DCC3A51D-31E8-5BC6-970B-354B54D5302A}" dt="2025-10-29T17:15:59.632" v="891" actId="14100"/>
          <ac:spMkLst>
            <pc:docMk/>
            <pc:sldMk cId="2585757452" sldId="365"/>
            <ac:spMk id="4" creationId="{9FF0CB06-8761-6FE4-3B50-EA8606929EE3}"/>
          </ac:spMkLst>
        </pc:spChg>
        <pc:spChg chg="mod">
          <ac:chgData name="Mariana Rocha" userId="0a3173bd-d0ed-4c32-8e4c-b90c820606c5" providerId="ADAL" clId="{DCC3A51D-31E8-5BC6-970B-354B54D5302A}" dt="2025-10-29T17:18:00.480" v="897" actId="1076"/>
          <ac:spMkLst>
            <pc:docMk/>
            <pc:sldMk cId="2585757452" sldId="365"/>
            <ac:spMk id="1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7:15:37.341" v="888" actId="14100"/>
          <ac:spMkLst>
            <pc:docMk/>
            <pc:sldMk cId="2585757452" sldId="365"/>
            <ac:spMk id="18" creationId="{00000000-0000-0000-0000-000000000000}"/>
          </ac:spMkLst>
        </pc:spChg>
        <pc:spChg chg="del mod">
          <ac:chgData name="Mariana Rocha" userId="0a3173bd-d0ed-4c32-8e4c-b90c820606c5" providerId="ADAL" clId="{DCC3A51D-31E8-5BC6-970B-354B54D5302A}" dt="2025-10-29T17:12:44.995" v="768" actId="478"/>
          <ac:spMkLst>
            <pc:docMk/>
            <pc:sldMk cId="2585757452" sldId="365"/>
            <ac:spMk id="21" creationId="{125F5C7B-89E2-A5DE-98F6-E2BC62ACE150}"/>
          </ac:spMkLst>
        </pc:spChg>
        <pc:spChg chg="del">
          <ac:chgData name="Mariana Rocha" userId="0a3173bd-d0ed-4c32-8e4c-b90c820606c5" providerId="ADAL" clId="{DCC3A51D-31E8-5BC6-970B-354B54D5302A}" dt="2025-10-29T17:12:46.416" v="769" actId="478"/>
          <ac:spMkLst>
            <pc:docMk/>
            <pc:sldMk cId="2585757452" sldId="365"/>
            <ac:spMk id="25" creationId="{9A1446CA-52B3-87AC-650D-E29CF940C0C5}"/>
          </ac:spMkLst>
        </pc:spChg>
        <pc:picChg chg="del">
          <ac:chgData name="Mariana Rocha" userId="0a3173bd-d0ed-4c32-8e4c-b90c820606c5" providerId="ADAL" clId="{DCC3A51D-31E8-5BC6-970B-354B54D5302A}" dt="2025-10-29T17:12:46.416" v="769" actId="478"/>
          <ac:picMkLst>
            <pc:docMk/>
            <pc:sldMk cId="2585757452" sldId="365"/>
            <ac:picMk id="2" creationId="{00000000-0000-0000-0000-000000000000}"/>
          </ac:picMkLst>
        </pc:picChg>
        <pc:picChg chg="del">
          <ac:chgData name="Mariana Rocha" userId="0a3173bd-d0ed-4c32-8e4c-b90c820606c5" providerId="ADAL" clId="{DCC3A51D-31E8-5BC6-970B-354B54D5302A}" dt="2025-10-29T17:12:46.416" v="769" actId="478"/>
          <ac:picMkLst>
            <pc:docMk/>
            <pc:sldMk cId="2585757452" sldId="365"/>
            <ac:picMk id="19" creationId="{00000000-0000-0000-0000-000000000000}"/>
          </ac:picMkLst>
        </pc:picChg>
        <pc:cxnChg chg="del">
          <ac:chgData name="Mariana Rocha" userId="0a3173bd-d0ed-4c32-8e4c-b90c820606c5" providerId="ADAL" clId="{DCC3A51D-31E8-5BC6-970B-354B54D5302A}" dt="2025-10-29T17:12:46.416" v="769" actId="478"/>
          <ac:cxnSpMkLst>
            <pc:docMk/>
            <pc:sldMk cId="2585757452" sldId="365"/>
            <ac:cxnSpMk id="23" creationId="{4FCCEC7E-DC16-7940-C637-3C9121F30037}"/>
          </ac:cxnSpMkLst>
        </pc:cxnChg>
      </pc:sldChg>
      <pc:sldChg chg="add del">
        <pc:chgData name="Mariana Rocha" userId="0a3173bd-d0ed-4c32-8e4c-b90c820606c5" providerId="ADAL" clId="{DCC3A51D-31E8-5BC6-970B-354B54D5302A}" dt="2025-10-29T17:16:05.011" v="892" actId="2696"/>
        <pc:sldMkLst>
          <pc:docMk/>
          <pc:sldMk cId="1611326727" sldId="366"/>
        </pc:sldMkLst>
      </pc:sldChg>
      <pc:sldChg chg="add del">
        <pc:chgData name="Mariana Rocha" userId="0a3173bd-d0ed-4c32-8e4c-b90c820606c5" providerId="ADAL" clId="{DCC3A51D-31E8-5BC6-970B-354B54D5302A}" dt="2025-10-29T17:19:56.133" v="945" actId="2696"/>
        <pc:sldMkLst>
          <pc:docMk/>
          <pc:sldMk cId="3242626540" sldId="367"/>
        </pc:sldMkLst>
      </pc:sldChg>
      <pc:sldChg chg="delSp modSp add mod">
        <pc:chgData name="Mariana Rocha" userId="0a3173bd-d0ed-4c32-8e4c-b90c820606c5" providerId="ADAL" clId="{DCC3A51D-31E8-5BC6-970B-354B54D5302A}" dt="2025-10-29T17:22:15.960" v="986" actId="1076"/>
        <pc:sldMkLst>
          <pc:docMk/>
          <pc:sldMk cId="39747098" sldId="368"/>
        </pc:sldMkLst>
        <pc:spChg chg="del">
          <ac:chgData name="Mariana Rocha" userId="0a3173bd-d0ed-4c32-8e4c-b90c820606c5" providerId="ADAL" clId="{DCC3A51D-31E8-5BC6-970B-354B54D5302A}" dt="2025-10-29T17:21:54.699" v="974" actId="478"/>
          <ac:spMkLst>
            <pc:docMk/>
            <pc:sldMk cId="39747098" sldId="368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7:22:12.949" v="985" actId="20577"/>
          <ac:spMkLst>
            <pc:docMk/>
            <pc:sldMk cId="39747098" sldId="368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10-29T17:22:15.960" v="986" actId="1076"/>
          <ac:spMkLst>
            <pc:docMk/>
            <pc:sldMk cId="39747098" sldId="368"/>
            <ac:spMk id="4" creationId="{00000000-0000-0000-0000-000000000000}"/>
          </ac:spMkLst>
        </pc:spChg>
        <pc:spChg chg="del">
          <ac:chgData name="Mariana Rocha" userId="0a3173bd-d0ed-4c32-8e4c-b90c820606c5" providerId="ADAL" clId="{DCC3A51D-31E8-5BC6-970B-354B54D5302A}" dt="2025-10-29T17:21:55.934" v="975" actId="478"/>
          <ac:spMkLst>
            <pc:docMk/>
            <pc:sldMk cId="39747098" sldId="368"/>
            <ac:spMk id="6" creationId="{6987235D-DB06-8897-1C8F-FD821088730A}"/>
          </ac:spMkLst>
        </pc:spChg>
      </pc:sldChg>
      <pc:sldChg chg="add del">
        <pc:chgData name="Mariana Rocha" userId="0a3173bd-d0ed-4c32-8e4c-b90c820606c5" providerId="ADAL" clId="{DCC3A51D-31E8-5BC6-970B-354B54D5302A}" dt="2025-10-29T17:23:22.423" v="991" actId="2696"/>
        <pc:sldMkLst>
          <pc:docMk/>
          <pc:sldMk cId="553389785" sldId="369"/>
        </pc:sldMkLst>
      </pc:sldChg>
      <pc:sldChg chg="add del">
        <pc:chgData name="Mariana Rocha" userId="0a3173bd-d0ed-4c32-8e4c-b90c820606c5" providerId="ADAL" clId="{DCC3A51D-31E8-5BC6-970B-354B54D5302A}" dt="2025-10-29T17:24:13.021" v="995" actId="2696"/>
        <pc:sldMkLst>
          <pc:docMk/>
          <pc:sldMk cId="0" sldId="370"/>
        </pc:sldMkLst>
      </pc:sldChg>
      <pc:sldChg chg="add del">
        <pc:chgData name="Mariana Rocha" userId="0a3173bd-d0ed-4c32-8e4c-b90c820606c5" providerId="ADAL" clId="{DCC3A51D-31E8-5BC6-970B-354B54D5302A}" dt="2025-10-29T17:26:31.179" v="1027" actId="2696"/>
        <pc:sldMkLst>
          <pc:docMk/>
          <pc:sldMk cId="2056174570" sldId="371"/>
        </pc:sldMkLst>
      </pc:sldChg>
      <pc:sldChg chg="add del">
        <pc:chgData name="Mariana Rocha" userId="0a3173bd-d0ed-4c32-8e4c-b90c820606c5" providerId="ADAL" clId="{DCC3A51D-31E8-5BC6-970B-354B54D5302A}" dt="2025-10-29T17:26:31.174" v="1025" actId="2696"/>
        <pc:sldMkLst>
          <pc:docMk/>
          <pc:sldMk cId="3979537953" sldId="372"/>
        </pc:sldMkLst>
      </pc:sldChg>
      <pc:sldChg chg="add del">
        <pc:chgData name="Mariana Rocha" userId="0a3173bd-d0ed-4c32-8e4c-b90c820606c5" providerId="ADAL" clId="{DCC3A51D-31E8-5BC6-970B-354B54D5302A}" dt="2025-10-29T17:26:31.158" v="1024" actId="2696"/>
        <pc:sldMkLst>
          <pc:docMk/>
          <pc:sldMk cId="0" sldId="373"/>
        </pc:sldMkLst>
      </pc:sldChg>
      <pc:sldChg chg="add del">
        <pc:chgData name="Mariana Rocha" userId="0a3173bd-d0ed-4c32-8e4c-b90c820606c5" providerId="ADAL" clId="{DCC3A51D-31E8-5BC6-970B-354B54D5302A}" dt="2025-10-29T16:46:37.936" v="615" actId="2696"/>
        <pc:sldMkLst>
          <pc:docMk/>
          <pc:sldMk cId="3371509122" sldId="374"/>
        </pc:sldMkLst>
      </pc:sldChg>
      <pc:sldChg chg="add del">
        <pc:chgData name="Mariana Rocha" userId="0a3173bd-d0ed-4c32-8e4c-b90c820606c5" providerId="ADAL" clId="{DCC3A51D-31E8-5BC6-970B-354B54D5302A}" dt="2025-10-29T10:54:48.754" v="67" actId="2696"/>
        <pc:sldMkLst>
          <pc:docMk/>
          <pc:sldMk cId="1535542103" sldId="375"/>
        </pc:sldMkLst>
      </pc:sldChg>
      <pc:sldChg chg="addSp delSp modSp add mod ord">
        <pc:chgData name="Mariana Rocha" userId="0a3173bd-d0ed-4c32-8e4c-b90c820606c5" providerId="ADAL" clId="{DCC3A51D-31E8-5BC6-970B-354B54D5302A}" dt="2025-10-29T16:09:32.609" v="269" actId="20577"/>
        <pc:sldMkLst>
          <pc:docMk/>
          <pc:sldMk cId="1835373290" sldId="375"/>
        </pc:sldMkLst>
        <pc:spChg chg="mod">
          <ac:chgData name="Mariana Rocha" userId="0a3173bd-d0ed-4c32-8e4c-b90c820606c5" providerId="ADAL" clId="{DCC3A51D-31E8-5BC6-970B-354B54D5302A}" dt="2025-10-29T11:04:29.098" v="116" actId="20577"/>
          <ac:spMkLst>
            <pc:docMk/>
            <pc:sldMk cId="1835373290" sldId="375"/>
            <ac:spMk id="3" creationId="{8AA2C3ED-8198-21B1-8113-65EE73C32C7F}"/>
          </ac:spMkLst>
        </pc:spChg>
        <pc:spChg chg="mod">
          <ac:chgData name="Mariana Rocha" userId="0a3173bd-d0ed-4c32-8e4c-b90c820606c5" providerId="ADAL" clId="{DCC3A51D-31E8-5BC6-970B-354B54D5302A}" dt="2025-10-29T15:58:14.871" v="132" actId="1076"/>
          <ac:spMkLst>
            <pc:docMk/>
            <pc:sldMk cId="1835373290" sldId="375"/>
            <ac:spMk id="4" creationId="{F3382C1F-C49A-E4BB-156B-5F4B4CCE73CF}"/>
          </ac:spMkLst>
        </pc:spChg>
        <pc:spChg chg="add mod">
          <ac:chgData name="Mariana Rocha" userId="0a3173bd-d0ed-4c32-8e4c-b90c820606c5" providerId="ADAL" clId="{DCC3A51D-31E8-5BC6-970B-354B54D5302A}" dt="2025-10-29T16:09:32.609" v="269" actId="20577"/>
          <ac:spMkLst>
            <pc:docMk/>
            <pc:sldMk cId="1835373290" sldId="375"/>
            <ac:spMk id="6" creationId="{36492101-F728-074F-1CE6-DCFFD9B1F3E5}"/>
          </ac:spMkLst>
        </pc:spChg>
        <pc:spChg chg="del">
          <ac:chgData name="Mariana Rocha" userId="0a3173bd-d0ed-4c32-8e4c-b90c820606c5" providerId="ADAL" clId="{DCC3A51D-31E8-5BC6-970B-354B54D5302A}" dt="2025-10-29T11:04:42.768" v="117" actId="478"/>
          <ac:spMkLst>
            <pc:docMk/>
            <pc:sldMk cId="1835373290" sldId="375"/>
            <ac:spMk id="13" creationId="{25FABF15-1D46-DF9F-DC0C-00F981E0427D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29T16:06:34.858" v="258"/>
        <pc:sldMkLst>
          <pc:docMk/>
          <pc:sldMk cId="366447161" sldId="376"/>
        </pc:sldMkLst>
        <pc:spChg chg="add del mod">
          <ac:chgData name="Mariana Rocha" userId="0a3173bd-d0ed-4c32-8e4c-b90c820606c5" providerId="ADAL" clId="{DCC3A51D-31E8-5BC6-970B-354B54D5302A}" dt="2025-10-29T16:06:34.858" v="258"/>
          <ac:spMkLst>
            <pc:docMk/>
            <pc:sldMk cId="366447161" sldId="376"/>
            <ac:spMk id="2" creationId="{B243616E-4295-DEE1-2A36-C23BBDC4CE4B}"/>
          </ac:spMkLst>
        </pc:spChg>
        <pc:spChg chg="del">
          <ac:chgData name="Mariana Rocha" userId="0a3173bd-d0ed-4c32-8e4c-b90c820606c5" providerId="ADAL" clId="{DCC3A51D-31E8-5BC6-970B-354B54D5302A}" dt="2025-10-29T16:04:26.661" v="252" actId="478"/>
          <ac:spMkLst>
            <pc:docMk/>
            <pc:sldMk cId="366447161" sldId="376"/>
            <ac:spMk id="4" creationId="{67B510BC-776D-4998-894A-F3FB3E256F52}"/>
          </ac:spMkLst>
        </pc:spChg>
        <pc:spChg chg="add mod">
          <ac:chgData name="Mariana Rocha" userId="0a3173bd-d0ed-4c32-8e4c-b90c820606c5" providerId="ADAL" clId="{DCC3A51D-31E8-5BC6-970B-354B54D5302A}" dt="2025-10-29T16:06:32.619" v="256" actId="1076"/>
          <ac:spMkLst>
            <pc:docMk/>
            <pc:sldMk cId="366447161" sldId="376"/>
            <ac:spMk id="6" creationId="{19A5BC38-5C1A-EE9D-FE91-19B8B4C78193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29T16:11:09.056" v="372" actId="1076"/>
        <pc:sldMkLst>
          <pc:docMk/>
          <pc:sldMk cId="317337475" sldId="377"/>
        </pc:sldMkLst>
        <pc:spChg chg="add mod">
          <ac:chgData name="Mariana Rocha" userId="0a3173bd-d0ed-4c32-8e4c-b90c820606c5" providerId="ADAL" clId="{DCC3A51D-31E8-5BC6-970B-354B54D5302A}" dt="2025-10-29T16:11:09.056" v="372" actId="1076"/>
          <ac:spMkLst>
            <pc:docMk/>
            <pc:sldMk cId="317337475" sldId="377"/>
            <ac:spMk id="5" creationId="{404E41A8-7021-716E-8307-566E13AB0D29}"/>
          </ac:spMkLst>
        </pc:spChg>
        <pc:spChg chg="mod">
          <ac:chgData name="Mariana Rocha" userId="0a3173bd-d0ed-4c32-8e4c-b90c820606c5" providerId="ADAL" clId="{DCC3A51D-31E8-5BC6-970B-354B54D5302A}" dt="2025-10-29T16:10:55.327" v="368" actId="1076"/>
          <ac:spMkLst>
            <pc:docMk/>
            <pc:sldMk cId="317337475" sldId="377"/>
            <ac:spMk id="7" creationId="{67B20517-1DD6-D72B-B09B-828A89020B8B}"/>
          </ac:spMkLst>
        </pc:spChg>
        <pc:spChg chg="del">
          <ac:chgData name="Mariana Rocha" userId="0a3173bd-d0ed-4c32-8e4c-b90c820606c5" providerId="ADAL" clId="{DCC3A51D-31E8-5BC6-970B-354B54D5302A}" dt="2025-10-29T16:10:57.014" v="369" actId="478"/>
          <ac:spMkLst>
            <pc:docMk/>
            <pc:sldMk cId="317337475" sldId="377"/>
            <ac:spMk id="8" creationId="{39534844-ABBC-44C6-D7CF-FF151A4F3243}"/>
          </ac:spMkLst>
        </pc:spChg>
      </pc:sldChg>
      <pc:sldChg chg="delSp add mod">
        <pc:chgData name="Mariana Rocha" userId="0a3173bd-d0ed-4c32-8e4c-b90c820606c5" providerId="ADAL" clId="{DCC3A51D-31E8-5BC6-970B-354B54D5302A}" dt="2025-10-29T16:26:00.156" v="400" actId="478"/>
        <pc:sldMkLst>
          <pc:docMk/>
          <pc:sldMk cId="1714231102" sldId="378"/>
        </pc:sldMkLst>
        <pc:spChg chg="del">
          <ac:chgData name="Mariana Rocha" userId="0a3173bd-d0ed-4c32-8e4c-b90c820606c5" providerId="ADAL" clId="{DCC3A51D-31E8-5BC6-970B-354B54D5302A}" dt="2025-10-29T16:26:00.156" v="400" actId="478"/>
          <ac:spMkLst>
            <pc:docMk/>
            <pc:sldMk cId="1714231102" sldId="378"/>
            <ac:spMk id="2" creationId="{51567C8C-98DE-088D-F85E-3A432D744D54}"/>
          </ac:spMkLst>
        </pc:spChg>
      </pc:sldChg>
      <pc:sldChg chg="delSp modSp add mod">
        <pc:chgData name="Mariana Rocha" userId="0a3173bd-d0ed-4c32-8e4c-b90c820606c5" providerId="ADAL" clId="{DCC3A51D-31E8-5BC6-970B-354B54D5302A}" dt="2025-10-29T16:27:37.244" v="448" actId="15"/>
        <pc:sldMkLst>
          <pc:docMk/>
          <pc:sldMk cId="2176522376" sldId="379"/>
        </pc:sldMkLst>
        <pc:spChg chg="del">
          <ac:chgData name="Mariana Rocha" userId="0a3173bd-d0ed-4c32-8e4c-b90c820606c5" providerId="ADAL" clId="{DCC3A51D-31E8-5BC6-970B-354B54D5302A}" dt="2025-10-29T16:26:49.913" v="414" actId="478"/>
          <ac:spMkLst>
            <pc:docMk/>
            <pc:sldMk cId="2176522376" sldId="379"/>
            <ac:spMk id="5" creationId="{304DCFB0-18E6-74AA-6A07-E73DFC094101}"/>
          </ac:spMkLst>
        </pc:spChg>
        <pc:spChg chg="mod">
          <ac:chgData name="Mariana Rocha" userId="0a3173bd-d0ed-4c32-8e4c-b90c820606c5" providerId="ADAL" clId="{DCC3A51D-31E8-5BC6-970B-354B54D5302A}" dt="2025-10-29T16:26:13.259" v="413" actId="20577"/>
          <ac:spMkLst>
            <pc:docMk/>
            <pc:sldMk cId="2176522376" sldId="379"/>
            <ac:spMk id="6" creationId="{63DDDD3E-AB7F-10AB-5A71-E5ED1839E2A8}"/>
          </ac:spMkLst>
        </pc:spChg>
        <pc:spChg chg="mod">
          <ac:chgData name="Mariana Rocha" userId="0a3173bd-d0ed-4c32-8e4c-b90c820606c5" providerId="ADAL" clId="{DCC3A51D-31E8-5BC6-970B-354B54D5302A}" dt="2025-10-29T16:27:37.244" v="448" actId="15"/>
          <ac:spMkLst>
            <pc:docMk/>
            <pc:sldMk cId="2176522376" sldId="379"/>
            <ac:spMk id="12" creationId="{C9C39596-F66C-57F2-340B-53704DE1910B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29T16:28:59.652" v="456" actId="1076"/>
        <pc:sldMkLst>
          <pc:docMk/>
          <pc:sldMk cId="3980140057" sldId="380"/>
        </pc:sldMkLst>
        <pc:spChg chg="add mod">
          <ac:chgData name="Mariana Rocha" userId="0a3173bd-d0ed-4c32-8e4c-b90c820606c5" providerId="ADAL" clId="{DCC3A51D-31E8-5BC6-970B-354B54D5302A}" dt="2025-10-29T16:28:59.652" v="456" actId="1076"/>
          <ac:spMkLst>
            <pc:docMk/>
            <pc:sldMk cId="3980140057" sldId="380"/>
            <ac:spMk id="4" creationId="{4EAA1838-3ADD-E004-44B3-3E7F9E9002A3}"/>
          </ac:spMkLst>
        </pc:spChg>
        <pc:spChg chg="del">
          <ac:chgData name="Mariana Rocha" userId="0a3173bd-d0ed-4c32-8e4c-b90c820606c5" providerId="ADAL" clId="{DCC3A51D-31E8-5BC6-970B-354B54D5302A}" dt="2025-10-29T16:27:42.834" v="450" actId="478"/>
          <ac:spMkLst>
            <pc:docMk/>
            <pc:sldMk cId="3980140057" sldId="380"/>
            <ac:spMk id="12" creationId="{7CDABB7E-ACA6-75D5-BDC1-7E771482EC63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29T17:23:18.221" v="990" actId="1076"/>
        <pc:sldMkLst>
          <pc:docMk/>
          <pc:sldMk cId="3230318969" sldId="381"/>
        </pc:sldMkLst>
        <pc:spChg chg="del">
          <ac:chgData name="Mariana Rocha" userId="0a3173bd-d0ed-4c32-8e4c-b90c820606c5" providerId="ADAL" clId="{DCC3A51D-31E8-5BC6-970B-354B54D5302A}" dt="2025-10-29T17:22:34.455" v="988" actId="478"/>
          <ac:spMkLst>
            <pc:docMk/>
            <pc:sldMk cId="3230318969" sldId="381"/>
            <ac:spMk id="3" creationId="{101B9E0F-EE09-93B1-B143-CAF431E77353}"/>
          </ac:spMkLst>
        </pc:spChg>
        <pc:spChg chg="add mod">
          <ac:chgData name="Mariana Rocha" userId="0a3173bd-d0ed-4c32-8e4c-b90c820606c5" providerId="ADAL" clId="{DCC3A51D-31E8-5BC6-970B-354B54D5302A}" dt="2025-10-29T17:23:18.221" v="990" actId="1076"/>
          <ac:spMkLst>
            <pc:docMk/>
            <pc:sldMk cId="3230318969" sldId="381"/>
            <ac:spMk id="5" creationId="{66A02ED1-5485-B26C-9269-481B11435CE2}"/>
          </ac:spMkLst>
        </pc:spChg>
      </pc:sldChg>
      <pc:sldChg chg="addSp modSp add mod">
        <pc:chgData name="Mariana Rocha" userId="0a3173bd-d0ed-4c32-8e4c-b90c820606c5" providerId="ADAL" clId="{DCC3A51D-31E8-5BC6-970B-354B54D5302A}" dt="2025-10-29T17:23:56.284" v="994" actId="1076"/>
        <pc:sldMkLst>
          <pc:docMk/>
          <pc:sldMk cId="3438476454" sldId="382"/>
        </pc:sldMkLst>
        <pc:spChg chg="add mod">
          <ac:chgData name="Mariana Rocha" userId="0a3173bd-d0ed-4c32-8e4c-b90c820606c5" providerId="ADAL" clId="{DCC3A51D-31E8-5BC6-970B-354B54D5302A}" dt="2025-10-29T17:23:56.284" v="994" actId="1076"/>
          <ac:spMkLst>
            <pc:docMk/>
            <pc:sldMk cId="3438476454" sldId="382"/>
            <ac:spMk id="5" creationId="{80901065-020B-BEDD-ABB3-959102445143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29T17:25:05.139" v="1022" actId="1076"/>
        <pc:sldMkLst>
          <pc:docMk/>
          <pc:sldMk cId="261750188" sldId="383"/>
        </pc:sldMkLst>
        <pc:spChg chg="mod">
          <ac:chgData name="Mariana Rocha" userId="0a3173bd-d0ed-4c32-8e4c-b90c820606c5" providerId="ADAL" clId="{DCC3A51D-31E8-5BC6-970B-354B54D5302A}" dt="2025-10-29T17:24:25.900" v="1010" actId="20577"/>
          <ac:spMkLst>
            <pc:docMk/>
            <pc:sldMk cId="261750188" sldId="383"/>
            <ac:spMk id="3" creationId="{CFF30161-A347-63FD-F651-15ECF60A6AEE}"/>
          </ac:spMkLst>
        </pc:spChg>
        <pc:spChg chg="mod">
          <ac:chgData name="Mariana Rocha" userId="0a3173bd-d0ed-4c32-8e4c-b90c820606c5" providerId="ADAL" clId="{DCC3A51D-31E8-5BC6-970B-354B54D5302A}" dt="2025-10-29T17:24:43.964" v="1017" actId="20577"/>
          <ac:spMkLst>
            <pc:docMk/>
            <pc:sldMk cId="261750188" sldId="383"/>
            <ac:spMk id="4" creationId="{40348B65-B7C2-A9AC-C6F2-7A124FB39150}"/>
          </ac:spMkLst>
        </pc:spChg>
        <pc:spChg chg="del mod">
          <ac:chgData name="Mariana Rocha" userId="0a3173bd-d0ed-4c32-8e4c-b90c820606c5" providerId="ADAL" clId="{DCC3A51D-31E8-5BC6-970B-354B54D5302A}" dt="2025-10-29T17:24:48.015" v="1020" actId="478"/>
          <ac:spMkLst>
            <pc:docMk/>
            <pc:sldMk cId="261750188" sldId="383"/>
            <ac:spMk id="5" creationId="{0CAB24D0-C3AF-41E2-105E-FBE80A9005EA}"/>
          </ac:spMkLst>
        </pc:spChg>
        <pc:spChg chg="add mod">
          <ac:chgData name="Mariana Rocha" userId="0a3173bd-d0ed-4c32-8e4c-b90c820606c5" providerId="ADAL" clId="{DCC3A51D-31E8-5BC6-970B-354B54D5302A}" dt="2025-10-29T17:25:05.139" v="1022" actId="1076"/>
          <ac:spMkLst>
            <pc:docMk/>
            <pc:sldMk cId="261750188" sldId="383"/>
            <ac:spMk id="6" creationId="{B53801AE-EB7B-97A0-0A9F-710AF588640E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29T17:27:27.580" v="1060" actId="1076"/>
        <pc:sldMkLst>
          <pc:docMk/>
          <pc:sldMk cId="1702161371" sldId="384"/>
        </pc:sldMkLst>
        <pc:spChg chg="mod">
          <ac:chgData name="Mariana Rocha" userId="0a3173bd-d0ed-4c32-8e4c-b90c820606c5" providerId="ADAL" clId="{DCC3A51D-31E8-5BC6-970B-354B54D5302A}" dt="2025-10-29T17:26:40.876" v="1047" actId="20577"/>
          <ac:spMkLst>
            <pc:docMk/>
            <pc:sldMk cId="1702161371" sldId="384"/>
            <ac:spMk id="3" creationId="{EA96B69E-9DCB-7D1C-7268-31130AF5AD48}"/>
          </ac:spMkLst>
        </pc:spChg>
        <pc:spChg chg="mod">
          <ac:chgData name="Mariana Rocha" userId="0a3173bd-d0ed-4c32-8e4c-b90c820606c5" providerId="ADAL" clId="{DCC3A51D-31E8-5BC6-970B-354B54D5302A}" dt="2025-10-29T17:26:51.909" v="1057" actId="20577"/>
          <ac:spMkLst>
            <pc:docMk/>
            <pc:sldMk cId="1702161371" sldId="384"/>
            <ac:spMk id="4" creationId="{D0D84015-BD0A-810B-A65E-16294DDE0133}"/>
          </ac:spMkLst>
        </pc:spChg>
        <pc:spChg chg="add mod">
          <ac:chgData name="Mariana Rocha" userId="0a3173bd-d0ed-4c32-8e4c-b90c820606c5" providerId="ADAL" clId="{DCC3A51D-31E8-5BC6-970B-354B54D5302A}" dt="2025-10-29T17:27:27.580" v="1060" actId="1076"/>
          <ac:spMkLst>
            <pc:docMk/>
            <pc:sldMk cId="1702161371" sldId="384"/>
            <ac:spMk id="5" creationId="{68062F5C-84B2-42FD-2457-BB82F3893B4F}"/>
          </ac:spMkLst>
        </pc:spChg>
        <pc:spChg chg="del">
          <ac:chgData name="Mariana Rocha" userId="0a3173bd-d0ed-4c32-8e4c-b90c820606c5" providerId="ADAL" clId="{DCC3A51D-31E8-5BC6-970B-354B54D5302A}" dt="2025-10-29T17:27:25.187" v="1058" actId="478"/>
          <ac:spMkLst>
            <pc:docMk/>
            <pc:sldMk cId="1702161371" sldId="384"/>
            <ac:spMk id="6" creationId="{382958E0-5698-5E45-1136-2F5A1B11FE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DC027-7CDF-A543-B162-13481B11D9A2}" type="datetimeFigureOut">
              <a:rPr lang="en-IE" smtClean="0"/>
              <a:t>29/10/2025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D31A5-A24E-A541-9CAC-AA62686ECE0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313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6678"/>
            <a:ext cx="8020050" cy="2630781"/>
          </a:xfrm>
        </p:spPr>
        <p:txBody>
          <a:bodyPr anchor="b"/>
          <a:lstStyle>
            <a:lvl1pPr algn="ctr">
              <a:defRPr sz="495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68912"/>
            <a:ext cx="8020050" cy="1824404"/>
          </a:xfrm>
        </p:spPr>
        <p:txBody>
          <a:bodyPr/>
          <a:lstStyle>
            <a:lvl1pPr marL="0" indent="0" algn="ctr">
              <a:buNone/>
              <a:defRPr sz="1983"/>
            </a:lvl1pPr>
            <a:lvl2pPr marL="377846" indent="0" algn="ctr">
              <a:buNone/>
              <a:defRPr sz="1653"/>
            </a:lvl2pPr>
            <a:lvl3pPr marL="755691" indent="0" algn="ctr">
              <a:buNone/>
              <a:defRPr sz="1488"/>
            </a:lvl3pPr>
            <a:lvl4pPr marL="1133537" indent="0" algn="ctr">
              <a:buNone/>
              <a:defRPr sz="1322"/>
            </a:lvl4pPr>
            <a:lvl5pPr marL="1511383" indent="0" algn="ctr">
              <a:buNone/>
              <a:defRPr sz="1322"/>
            </a:lvl5pPr>
            <a:lvl6pPr marL="1889228" indent="0" algn="ctr">
              <a:buNone/>
              <a:defRPr sz="1322"/>
            </a:lvl6pPr>
            <a:lvl7pPr marL="2267074" indent="0" algn="ctr">
              <a:buNone/>
              <a:defRPr sz="1322"/>
            </a:lvl7pPr>
            <a:lvl8pPr marL="2644919" indent="0" algn="ctr">
              <a:buNone/>
              <a:defRPr sz="1322"/>
            </a:lvl8pPr>
            <a:lvl9pPr marL="3022765" indent="0" algn="ctr">
              <a:buNone/>
              <a:defRPr sz="1322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50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968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12" y="2011570"/>
            <a:ext cx="1828160" cy="229665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06015" y="2366655"/>
            <a:ext cx="7552214" cy="41823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60457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1883879"/>
            <a:ext cx="9223058" cy="3143294"/>
          </a:xfrm>
        </p:spPr>
        <p:txBody>
          <a:bodyPr anchor="b"/>
          <a:lstStyle>
            <a:lvl1pPr>
              <a:defRPr sz="4959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602" y="5056910"/>
            <a:ext cx="9223058" cy="1652984"/>
          </a:xfrm>
        </p:spPr>
        <p:txBody>
          <a:bodyPr/>
          <a:lstStyle>
            <a:lvl1pPr marL="0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1pPr>
            <a:lvl2pPr marL="377846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691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537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4pPr>
            <a:lvl5pPr marL="1511383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5pPr>
            <a:lvl6pPr marL="1889228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6pPr>
            <a:lvl7pPr marL="2267074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7pPr>
            <a:lvl8pPr marL="2644919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8pPr>
            <a:lvl9pPr marL="3022765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817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5307123"/>
            <a:ext cx="9223058" cy="1348502"/>
          </a:xfrm>
        </p:spPr>
        <p:txBody>
          <a:bodyPr anchor="b">
            <a:normAutofit/>
          </a:bodyPr>
          <a:lstStyle>
            <a:lvl1pPr algn="ctr">
              <a:defRPr sz="4463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5763" y="785388"/>
            <a:ext cx="5959343" cy="45217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6871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171" y="2011569"/>
            <a:ext cx="4544695" cy="47945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3535" y="2011569"/>
            <a:ext cx="4544695" cy="47945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75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402315"/>
            <a:ext cx="9223058" cy="146057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565" y="1852393"/>
            <a:ext cx="4523809" cy="907829"/>
          </a:xfrm>
        </p:spPr>
        <p:txBody>
          <a:bodyPr anchor="b"/>
          <a:lstStyle>
            <a:lvl1pPr marL="0" indent="0">
              <a:buNone/>
              <a:defRPr sz="1983" b="1"/>
            </a:lvl1pPr>
            <a:lvl2pPr marL="377846" indent="0">
              <a:buNone/>
              <a:defRPr sz="1653" b="1"/>
            </a:lvl2pPr>
            <a:lvl3pPr marL="755691" indent="0">
              <a:buNone/>
              <a:defRPr sz="1488" b="1"/>
            </a:lvl3pPr>
            <a:lvl4pPr marL="1133537" indent="0">
              <a:buNone/>
              <a:defRPr sz="1322" b="1"/>
            </a:lvl4pPr>
            <a:lvl5pPr marL="1511383" indent="0">
              <a:buNone/>
              <a:defRPr sz="1322" b="1"/>
            </a:lvl5pPr>
            <a:lvl6pPr marL="1889228" indent="0">
              <a:buNone/>
              <a:defRPr sz="1322" b="1"/>
            </a:lvl6pPr>
            <a:lvl7pPr marL="2267074" indent="0">
              <a:buNone/>
              <a:defRPr sz="1322" b="1"/>
            </a:lvl7pPr>
            <a:lvl8pPr marL="2644919" indent="0">
              <a:buNone/>
              <a:defRPr sz="1322" b="1"/>
            </a:lvl8pPr>
            <a:lvl9pPr marL="3022765" indent="0">
              <a:buNone/>
              <a:defRPr sz="132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565" y="2760222"/>
            <a:ext cx="4523809" cy="40598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3534" y="1852393"/>
            <a:ext cx="4546088" cy="907829"/>
          </a:xfrm>
        </p:spPr>
        <p:txBody>
          <a:bodyPr anchor="b"/>
          <a:lstStyle>
            <a:lvl1pPr marL="0" indent="0">
              <a:buNone/>
              <a:defRPr sz="1983" b="1"/>
            </a:lvl1pPr>
            <a:lvl2pPr marL="377846" indent="0">
              <a:buNone/>
              <a:defRPr sz="1653" b="1"/>
            </a:lvl2pPr>
            <a:lvl3pPr marL="755691" indent="0">
              <a:buNone/>
              <a:defRPr sz="1488" b="1"/>
            </a:lvl3pPr>
            <a:lvl4pPr marL="1133537" indent="0">
              <a:buNone/>
              <a:defRPr sz="1322" b="1"/>
            </a:lvl4pPr>
            <a:lvl5pPr marL="1511383" indent="0">
              <a:buNone/>
              <a:defRPr sz="1322" b="1"/>
            </a:lvl5pPr>
            <a:lvl6pPr marL="1889228" indent="0">
              <a:buNone/>
              <a:defRPr sz="1322" b="1"/>
            </a:lvl6pPr>
            <a:lvl7pPr marL="2267074" indent="0">
              <a:buNone/>
              <a:defRPr sz="1322" b="1"/>
            </a:lvl7pPr>
            <a:lvl8pPr marL="2644919" indent="0">
              <a:buNone/>
              <a:defRPr sz="1322" b="1"/>
            </a:lvl8pPr>
            <a:lvl9pPr marL="3022765" indent="0">
              <a:buNone/>
              <a:defRPr sz="132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3534" y="2760222"/>
            <a:ext cx="4546088" cy="40598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414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709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048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148920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1547059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3489104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250913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842115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1244553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1355214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30001488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14887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34831467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622775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</p:spTree>
    <p:extLst>
      <p:ext uri="{BB962C8B-B14F-4D97-AF65-F5344CB8AC3E}">
        <p14:creationId xmlns:p14="http://schemas.microsoft.com/office/powerpoint/2010/main" val="26085416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404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088" y="1087998"/>
            <a:ext cx="5413534" cy="5370013"/>
          </a:xfrm>
        </p:spPr>
        <p:txBody>
          <a:bodyPr/>
          <a:lstStyle>
            <a:lvl1pPr>
              <a:defRPr sz="2645"/>
            </a:lvl1pPr>
            <a:lvl2pPr>
              <a:defRPr sz="2314"/>
            </a:lvl2pPr>
            <a:lvl3pPr>
              <a:defRPr sz="1983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6951"/>
            <a:ext cx="3448900" cy="4199805"/>
          </a:xfrm>
        </p:spPr>
        <p:txBody>
          <a:bodyPr/>
          <a:lstStyle>
            <a:lvl1pPr marL="0" indent="0">
              <a:buNone/>
              <a:defRPr sz="1322"/>
            </a:lvl1pPr>
            <a:lvl2pPr marL="377846" indent="0">
              <a:buNone/>
              <a:defRPr sz="1157"/>
            </a:lvl2pPr>
            <a:lvl3pPr marL="755691" indent="0">
              <a:buNone/>
              <a:defRPr sz="992"/>
            </a:lvl3pPr>
            <a:lvl4pPr marL="1133537" indent="0">
              <a:buNone/>
              <a:defRPr sz="826"/>
            </a:lvl4pPr>
            <a:lvl5pPr marL="1511383" indent="0">
              <a:buNone/>
              <a:defRPr sz="826"/>
            </a:lvl5pPr>
            <a:lvl6pPr marL="1889228" indent="0">
              <a:buNone/>
              <a:defRPr sz="826"/>
            </a:lvl6pPr>
            <a:lvl7pPr marL="2267074" indent="0">
              <a:buNone/>
              <a:defRPr sz="826"/>
            </a:lvl7pPr>
            <a:lvl8pPr marL="2644919" indent="0">
              <a:buNone/>
              <a:defRPr sz="826"/>
            </a:lvl8pPr>
            <a:lvl9pPr marL="3022765" indent="0">
              <a:buNone/>
              <a:defRPr sz="82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684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6088" y="1087998"/>
            <a:ext cx="5413534" cy="5370013"/>
          </a:xfrm>
        </p:spPr>
        <p:txBody>
          <a:bodyPr/>
          <a:lstStyle>
            <a:lvl1pPr marL="0" indent="0">
              <a:buNone/>
              <a:defRPr sz="2645"/>
            </a:lvl1pPr>
            <a:lvl2pPr marL="377846" indent="0">
              <a:buNone/>
              <a:defRPr sz="2314"/>
            </a:lvl2pPr>
            <a:lvl3pPr marL="755691" indent="0">
              <a:buNone/>
              <a:defRPr sz="1983"/>
            </a:lvl3pPr>
            <a:lvl4pPr marL="1133537" indent="0">
              <a:buNone/>
              <a:defRPr sz="1653"/>
            </a:lvl4pPr>
            <a:lvl5pPr marL="1511383" indent="0">
              <a:buNone/>
              <a:defRPr sz="1653"/>
            </a:lvl5pPr>
            <a:lvl6pPr marL="1889228" indent="0">
              <a:buNone/>
              <a:defRPr sz="1653"/>
            </a:lvl6pPr>
            <a:lvl7pPr marL="2267074" indent="0">
              <a:buNone/>
              <a:defRPr sz="1653"/>
            </a:lvl7pPr>
            <a:lvl8pPr marL="2644919" indent="0">
              <a:buNone/>
              <a:defRPr sz="1653"/>
            </a:lvl8pPr>
            <a:lvl9pPr marL="3022765" indent="0">
              <a:buNone/>
              <a:defRPr sz="1653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6951"/>
            <a:ext cx="3448900" cy="4199805"/>
          </a:xfrm>
        </p:spPr>
        <p:txBody>
          <a:bodyPr/>
          <a:lstStyle>
            <a:lvl1pPr marL="0" indent="0">
              <a:buNone/>
              <a:defRPr sz="1322"/>
            </a:lvl1pPr>
            <a:lvl2pPr marL="377846" indent="0">
              <a:buNone/>
              <a:defRPr sz="1157"/>
            </a:lvl2pPr>
            <a:lvl3pPr marL="755691" indent="0">
              <a:buNone/>
              <a:defRPr sz="992"/>
            </a:lvl3pPr>
            <a:lvl4pPr marL="1133537" indent="0">
              <a:buNone/>
              <a:defRPr sz="826"/>
            </a:lvl4pPr>
            <a:lvl5pPr marL="1511383" indent="0">
              <a:buNone/>
              <a:defRPr sz="826"/>
            </a:lvl5pPr>
            <a:lvl6pPr marL="1889228" indent="0">
              <a:buNone/>
              <a:defRPr sz="826"/>
            </a:lvl6pPr>
            <a:lvl7pPr marL="2267074" indent="0">
              <a:buNone/>
              <a:defRPr sz="826"/>
            </a:lvl7pPr>
            <a:lvl8pPr marL="2644919" indent="0">
              <a:buNone/>
              <a:defRPr sz="826"/>
            </a:lvl8pPr>
            <a:lvl9pPr marL="3022765" indent="0">
              <a:buNone/>
              <a:defRPr sz="82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83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9323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96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2465" y="402314"/>
            <a:ext cx="2305764" cy="6403784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2" y="402314"/>
            <a:ext cx="6783626" cy="640378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92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088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300" y="315976"/>
            <a:ext cx="8408161" cy="4770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160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300" y="315976"/>
            <a:ext cx="8408161" cy="4770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218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300" y="315976"/>
            <a:ext cx="8408161" cy="52322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004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6465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29505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302" y="315979"/>
            <a:ext cx="8408161" cy="52322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9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402315"/>
            <a:ext cx="9223058" cy="1460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171" y="2011569"/>
            <a:ext cx="9223058" cy="4794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171" y="7038904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2190" y="7038904"/>
            <a:ext cx="360902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2215" y="7038904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2" b="1"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46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  <p:sldLayoutId id="2147483679" r:id="rId32"/>
  </p:sldLayoutIdLst>
  <p:hf hdr="0" ftr="0" dt="0"/>
  <p:txStyles>
    <p:titleStyle>
      <a:lvl1pPr algn="l" defTabSz="755691" rtl="0" eaLnBrk="1" latinLnBrk="0" hangingPunct="1">
        <a:lnSpc>
          <a:spcPct val="90000"/>
        </a:lnSpc>
        <a:spcBef>
          <a:spcPct val="0"/>
        </a:spcBef>
        <a:buNone/>
        <a:defRPr sz="3636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188923" indent="-188923" algn="l" defTabSz="755691" rtl="0" eaLnBrk="1" latinLnBrk="0" hangingPunct="1">
        <a:lnSpc>
          <a:spcPct val="150000"/>
        </a:lnSpc>
        <a:spcBef>
          <a:spcPts val="826"/>
        </a:spcBef>
        <a:buFont typeface="Arial" panose="020B0604020202020204" pitchFamily="34" charset="0"/>
        <a:buChar char="•"/>
        <a:defRPr sz="2314" kern="1200">
          <a:solidFill>
            <a:schemeClr val="tx1"/>
          </a:solidFill>
          <a:latin typeface="+mn-lt"/>
          <a:ea typeface="+mn-ea"/>
          <a:cs typeface="+mn-cs"/>
        </a:defRPr>
      </a:lvl1pPr>
      <a:lvl2pPr marL="566768" indent="-188923" algn="l" defTabSz="755691" rtl="0" eaLnBrk="1" latinLnBrk="0" hangingPunct="1">
        <a:lnSpc>
          <a:spcPct val="150000"/>
        </a:lnSpc>
        <a:spcBef>
          <a:spcPts val="413"/>
        </a:spcBef>
        <a:buFont typeface="Arial" panose="020B0604020202020204" pitchFamily="34" charset="0"/>
        <a:buChar char="•"/>
        <a:defRPr sz="2314" kern="1200">
          <a:solidFill>
            <a:schemeClr val="tx1"/>
          </a:solidFill>
          <a:latin typeface="+mn-lt"/>
          <a:ea typeface="+mn-ea"/>
          <a:cs typeface="+mn-cs"/>
        </a:defRPr>
      </a:lvl2pPr>
      <a:lvl3pPr marL="944614" indent="-188923" algn="l" defTabSz="755691" rtl="0" eaLnBrk="1" latinLnBrk="0" hangingPunct="1">
        <a:lnSpc>
          <a:spcPct val="150000"/>
        </a:lnSpc>
        <a:spcBef>
          <a:spcPts val="413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322460" indent="-188923" algn="l" defTabSz="755691" rtl="0" eaLnBrk="1" latinLnBrk="0" hangingPunct="1">
        <a:lnSpc>
          <a:spcPct val="15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4pPr>
      <a:lvl5pPr marL="1700306" indent="-188923" algn="l" defTabSz="755691" rtl="0" eaLnBrk="1" latinLnBrk="0" hangingPunct="1">
        <a:lnSpc>
          <a:spcPct val="15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5pPr>
      <a:lvl6pPr marL="2078151" indent="-188923" algn="l" defTabSz="75569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5997" indent="-188923" algn="l" defTabSz="75569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3842" indent="-188923" algn="l" defTabSz="75569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1688" indent="-188923" algn="l" defTabSz="75569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691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46" algn="l" defTabSz="755691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91" algn="l" defTabSz="755691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537" algn="l" defTabSz="755691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83" algn="l" defTabSz="755691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228" algn="l" defTabSz="755691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074" algn="l" defTabSz="755691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919" algn="l" defTabSz="755691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765" algn="l" defTabSz="755691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ABE34C9-C9F3-88B9-7DC7-48B60D31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2559050"/>
            <a:ext cx="9699993" cy="2133600"/>
          </a:xfrm>
        </p:spPr>
        <p:txBody>
          <a:bodyPr vert="horz" wrap="square" lIns="86082" tIns="43042" rIns="86082" bIns="43042" rtlCol="0" anchor="ctr">
            <a:normAutofit/>
          </a:bodyPr>
          <a:lstStyle/>
          <a:p>
            <a:r>
              <a:rPr lang="en-IE" sz="3200" dirty="0">
                <a:latin typeface="Helvetica" pitchFamily="2" charset="0"/>
              </a:rPr>
              <a:t>Conditional Expressions and Subqueries</a:t>
            </a:r>
            <a:br>
              <a:rPr lang="en-IE" sz="2800" dirty="0">
                <a:latin typeface="Helvetica" pitchFamily="2" charset="0"/>
              </a:rPr>
            </a:br>
            <a:br>
              <a:rPr lang="en-IE" sz="2800" dirty="0">
                <a:latin typeface="Helvetica" pitchFamily="2" charset="0"/>
              </a:rPr>
            </a:br>
            <a:r>
              <a:rPr lang="en-IE" sz="2800" dirty="0">
                <a:latin typeface="Helvetica" pitchFamily="2" charset="0"/>
              </a:rPr>
              <a:t>Dr Mariana Rocha</a:t>
            </a:r>
            <a:br>
              <a:rPr lang="en-IE" sz="2800" dirty="0">
                <a:latin typeface="Helvetica" pitchFamily="2" charset="0"/>
              </a:rPr>
            </a:br>
            <a:r>
              <a:rPr lang="en-IE" sz="2800" dirty="0">
                <a:latin typeface="Helvetica" pitchFamily="2" charset="0"/>
              </a:rPr>
              <a:t>School of Computer Science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E066B0-7223-D5C8-AC47-4AE5F2157F6E}"/>
              </a:ext>
            </a:extLst>
          </p:cNvPr>
          <p:cNvSpPr txBox="1"/>
          <p:nvPr/>
        </p:nvSpPr>
        <p:spPr>
          <a:xfrm>
            <a:off x="634256" y="5482045"/>
            <a:ext cx="5216893" cy="463951"/>
          </a:xfrm>
          <a:prstGeom prst="rect">
            <a:avLst/>
          </a:prstGeom>
          <a:noFill/>
        </p:spPr>
        <p:txBody>
          <a:bodyPr wrap="none" lIns="86082" tIns="43042" rIns="86082" bIns="43042" rtlCol="0" anchor="t">
            <a:spAutoFit/>
          </a:bodyPr>
          <a:lstStyle/>
          <a:p>
            <a:r>
              <a:rPr lang="en-US" sz="2450" dirty="0">
                <a:latin typeface="Helvetica" pitchFamily="2" charset="0"/>
                <a:cs typeface="Open sans"/>
              </a:rPr>
              <a:t>CPMU 2007 Databases 1, Lecture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73911" y="745201"/>
            <a:ext cx="7244589" cy="5723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5" dirty="0">
                <a:solidFill>
                  <a:srgbClr val="464653"/>
                </a:solidFill>
              </a:rPr>
              <a:t>Conditional</a:t>
            </a:r>
            <a:r>
              <a:rPr spc="215" dirty="0">
                <a:solidFill>
                  <a:srgbClr val="464653"/>
                </a:solidFill>
              </a:rPr>
              <a:t> </a:t>
            </a:r>
            <a:r>
              <a:rPr spc="325" dirty="0">
                <a:solidFill>
                  <a:srgbClr val="464653"/>
                </a:solidFill>
              </a:rPr>
              <a:t>Expressions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EFAB5-A6CC-DF11-FEA9-D62D70FF3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2</a:t>
            </a:fld>
            <a:endParaRPr lang="en-SI"/>
          </a:p>
        </p:txBody>
      </p:sp>
      <p:sp>
        <p:nvSpPr>
          <p:cNvPr id="4" name="object 4"/>
          <p:cNvSpPr txBox="1"/>
          <p:nvPr/>
        </p:nvSpPr>
        <p:spPr>
          <a:xfrm>
            <a:off x="1198064" y="3321050"/>
            <a:ext cx="3815589" cy="123931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065" marR="5080">
              <a:lnSpc>
                <a:spcPct val="101499"/>
              </a:lnSpc>
              <a:spcBef>
                <a:spcPts val="50"/>
              </a:spcBef>
              <a:buClr>
                <a:srgbClr val="727CA3"/>
              </a:buClr>
              <a:buSzPct val="77777"/>
              <a:tabLst>
                <a:tab pos="302260" algn="l"/>
                <a:tab pos="302895" algn="l"/>
              </a:tabLst>
            </a:pPr>
            <a:r>
              <a:rPr sz="2700" dirty="0">
                <a:latin typeface="Arial"/>
                <a:cs typeface="Arial"/>
              </a:rPr>
              <a:t>Provide the use of IF-THEN-ELSE logic within a SQL  statement</a:t>
            </a:r>
          </a:p>
        </p:txBody>
      </p:sp>
      <p:pic>
        <p:nvPicPr>
          <p:cNvPr id="1026" name="Picture 2" descr="Conditional (computer programming) - Wikipedia">
            <a:extLst>
              <a:ext uri="{FF2B5EF4-FFF2-40B4-BE49-F238E27FC236}">
                <a16:creationId xmlns:a16="http://schemas.microsoft.com/office/drawing/2014/main" id="{0A8B1CD7-AC6E-A34E-BA58-DF59BB156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748" y="1949450"/>
            <a:ext cx="4303882" cy="4199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2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73910" y="720818"/>
            <a:ext cx="5568189" cy="5723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5" dirty="0">
                <a:solidFill>
                  <a:srgbClr val="464653"/>
                </a:solidFill>
              </a:rPr>
              <a:t>CASE </a:t>
            </a:r>
            <a:r>
              <a:rPr lang="pt-BR" spc="275" dirty="0">
                <a:solidFill>
                  <a:srgbClr val="464653"/>
                </a:solidFill>
              </a:rPr>
              <a:t>e</a:t>
            </a:r>
            <a:r>
              <a:rPr spc="275" dirty="0" err="1">
                <a:solidFill>
                  <a:srgbClr val="464653"/>
                </a:solidFill>
              </a:rPr>
              <a:t>xpression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B0FFC-4F5A-D0DE-F0C4-9E2F7D63F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3</a:t>
            </a:fld>
            <a:endParaRPr lang="en-SI"/>
          </a:p>
        </p:txBody>
      </p:sp>
      <p:sp>
        <p:nvSpPr>
          <p:cNvPr id="4" name="object 4"/>
          <p:cNvSpPr txBox="1"/>
          <p:nvPr/>
        </p:nvSpPr>
        <p:spPr>
          <a:xfrm>
            <a:off x="698500" y="1646034"/>
            <a:ext cx="9727882" cy="2291012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The CASE expression goes through a list of conditions, returning a value once a condition is met (like an if-then-else statement).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If a true condition is met, the query stops reading the data and return the result.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If no conditions are true, it returns the value in the ELSE clause.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If there is no ELSE part and no conditions are true, it returns NULL.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A5D30-9595-9F41-8F95-0D09E0B92573}"/>
              </a:ext>
            </a:extLst>
          </p:cNvPr>
          <p:cNvSpPr/>
          <p:nvPr/>
        </p:nvSpPr>
        <p:spPr>
          <a:xfrm>
            <a:off x="2673350" y="4195313"/>
            <a:ext cx="5346700" cy="2585323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IE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--syntax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 </a:t>
            </a:r>
            <a:r>
              <a:rPr lang="en-IE" b="0" dirty="0">
                <a:solidFill>
                  <a:schemeClr val="bg2"/>
                </a:solidFill>
                <a:effectLst/>
                <a:latin typeface="Menlo" panose="020B0609030804020204" pitchFamily="49" charset="0"/>
              </a:rPr>
              <a:t>attribute,</a:t>
            </a:r>
          </a:p>
          <a:p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CASE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condition1 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result1</a:t>
            </a:r>
          </a:p>
          <a:p>
            <a:pPr lvl="1"/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condition2 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result2</a:t>
            </a:r>
          </a:p>
          <a:p>
            <a:pPr lvl="1"/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conditionN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resultN</a:t>
            </a:r>
            <a:endParaRPr lang="en-I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result</a:t>
            </a:r>
          </a:p>
          <a:p>
            <a:r>
              <a:rPr lang="en-IE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END</a:t>
            </a:r>
            <a:endParaRPr lang="en-IE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IE" dirty="0">
                <a:solidFill>
                  <a:srgbClr val="569CD6"/>
                </a:solidFill>
                <a:latin typeface="Menlo" panose="020B0609030804020204" pitchFamily="49" charset="0"/>
              </a:rPr>
              <a:t>FROM </a:t>
            </a:r>
            <a:r>
              <a:rPr lang="en-IE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tablename</a:t>
            </a:r>
            <a:r>
              <a:rPr lang="en-IE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6FF9F-07E8-899D-68DA-159F63EA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4</a:t>
            </a:fld>
            <a:endParaRPr lang="en-SI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6023B63-E26D-49B6-DDC2-1AC8A1C682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10" y="720818"/>
            <a:ext cx="5568189" cy="5723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5" dirty="0">
                <a:solidFill>
                  <a:srgbClr val="464653"/>
                </a:solidFill>
              </a:rPr>
              <a:t>CASE </a:t>
            </a:r>
            <a:r>
              <a:rPr lang="pt-BR" spc="275" dirty="0">
                <a:solidFill>
                  <a:srgbClr val="464653"/>
                </a:solidFill>
              </a:rPr>
              <a:t>e</a:t>
            </a:r>
            <a:r>
              <a:rPr spc="275" dirty="0" err="1">
                <a:solidFill>
                  <a:srgbClr val="464653"/>
                </a:solidFill>
              </a:rPr>
              <a:t>xpression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B5E9F6DD-6668-FE72-59F0-4FD4164B65EF}"/>
              </a:ext>
            </a:extLst>
          </p:cNvPr>
          <p:cNvSpPr txBox="1"/>
          <p:nvPr/>
        </p:nvSpPr>
        <p:spPr>
          <a:xfrm>
            <a:off x="698500" y="1646034"/>
            <a:ext cx="7620000" cy="192168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PostgreSQL lets you use CASE almost anywhere: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400" b="0" i="0" dirty="0">
              <a:solidFill>
                <a:srgbClr val="000000"/>
              </a:solidFill>
              <a:effectLst/>
              <a:latin typeface="Helvetica" pitchFamily="2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SELECT 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WHERE clause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ORDER BY clause</a:t>
            </a:r>
          </a:p>
        </p:txBody>
      </p:sp>
    </p:spTree>
    <p:extLst>
      <p:ext uri="{BB962C8B-B14F-4D97-AF65-F5344CB8AC3E}">
        <p14:creationId xmlns:p14="http://schemas.microsoft.com/office/powerpoint/2010/main" val="2693652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3300" y="196850"/>
            <a:ext cx="6177789" cy="5723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5" dirty="0">
                <a:solidFill>
                  <a:srgbClr val="464653"/>
                </a:solidFill>
              </a:rPr>
              <a:t>Simple</a:t>
            </a:r>
            <a:r>
              <a:rPr spc="170" dirty="0">
                <a:solidFill>
                  <a:srgbClr val="464653"/>
                </a:solidFill>
              </a:rPr>
              <a:t> </a:t>
            </a:r>
            <a:r>
              <a:rPr lang="pt-BR" spc="320" dirty="0">
                <a:solidFill>
                  <a:srgbClr val="464653"/>
                </a:solidFill>
              </a:rPr>
              <a:t>CASE</a:t>
            </a:r>
            <a:endParaRPr spc="320" dirty="0">
              <a:solidFill>
                <a:srgbClr val="46465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D141A-B781-6A42-2CB4-3B869004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5</a:t>
            </a:fld>
            <a:endParaRPr lang="en-SI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BC621B-68A2-EA6D-DBBF-638BD6CEAE79}"/>
              </a:ext>
            </a:extLst>
          </p:cNvPr>
          <p:cNvSpPr txBox="1"/>
          <p:nvPr/>
        </p:nvSpPr>
        <p:spPr>
          <a:xfrm>
            <a:off x="165100" y="2330450"/>
            <a:ext cx="4724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400" dirty="0"/>
              <a:t>A simple CASE compares one column to a fixed set of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400" dirty="0"/>
              <a:t>It’s often used to translate coded attributes (such as positions or rating levels) into clearer categories.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8CBBE9-DDEB-22AB-999F-33010B350960}"/>
              </a:ext>
            </a:extLst>
          </p:cNvPr>
          <p:cNvSpPr txBox="1"/>
          <p:nvPr/>
        </p:nvSpPr>
        <p:spPr>
          <a:xfrm>
            <a:off x="5041900" y="1111250"/>
            <a:ext cx="53467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pa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position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pa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position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'GK'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'Goalkeeper'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'CB'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'Defender'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'RB'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'Defender'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'LB'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'Defender'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'CM'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'Midfielder'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'CDM'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'Midfielder'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'CAM'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'Attacker'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'LW'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'Attacker'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'RW'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'Attacker'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'ST'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'Attacker'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'Other / Utility'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"Position category"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player_attributes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pa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LIMIT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8FC15-491F-7D32-EF20-956A6210B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AA2C3ED-8198-21B1-8113-65EE73C32C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10" y="720818"/>
            <a:ext cx="5568189" cy="5723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 err="1">
                <a:solidFill>
                  <a:srgbClr val="464653"/>
                </a:solidFill>
              </a:rPr>
              <a:t>Searched</a:t>
            </a:r>
            <a:r>
              <a:rPr lang="pt-BR" spc="275" dirty="0">
                <a:solidFill>
                  <a:srgbClr val="464653"/>
                </a:solidFill>
              </a:rPr>
              <a:t> </a:t>
            </a:r>
            <a:r>
              <a:rPr spc="275" dirty="0">
                <a:solidFill>
                  <a:srgbClr val="464653"/>
                </a:solidFill>
              </a:rPr>
              <a:t>CASE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792BD-E5F3-F189-D77D-C9FA55DB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6</a:t>
            </a:fld>
            <a:endParaRPr lang="en-SI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3382C1F-C49A-E4BB-156B-5F4B4CCE73CF}"/>
              </a:ext>
            </a:extLst>
          </p:cNvPr>
          <p:cNvSpPr txBox="1"/>
          <p:nvPr/>
        </p:nvSpPr>
        <p:spPr>
          <a:xfrm>
            <a:off x="393700" y="1977855"/>
            <a:ext cx="4800600" cy="4137671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A searched CASE is more flexible.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400" b="0" i="0" dirty="0">
              <a:solidFill>
                <a:srgbClr val="000000"/>
              </a:solidFill>
              <a:effectLst/>
              <a:latin typeface="Helvetica" pitchFamily="2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It can use different conditions for each WHEN clause.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400" b="0" i="0" dirty="0">
              <a:solidFill>
                <a:srgbClr val="000000"/>
              </a:solidFill>
              <a:effectLst/>
              <a:latin typeface="Helvetica" pitchFamily="2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  <a:cs typeface="Arial" panose="020B0604020202020204" pitchFamily="34" charset="0"/>
              </a:rPr>
              <a:t>It will evaluate a set of Boolean expressions (TRUE or FALSE) and return the result for the first TRUE condition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400" b="0" i="0" dirty="0">
              <a:solidFill>
                <a:srgbClr val="000000"/>
              </a:solidFill>
              <a:effectLst/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92101-F728-074F-1CE6-DCFFD9B1F3E5}"/>
              </a:ext>
            </a:extLst>
          </p:cNvPr>
          <p:cNvSpPr txBox="1"/>
          <p:nvPr/>
        </p:nvSpPr>
        <p:spPr>
          <a:xfrm>
            <a:off x="5499102" y="1646033"/>
            <a:ext cx="53467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CASE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&gt;=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50000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'Tier 1: Elite'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&gt;=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10000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'Tier 2: First Team'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&gt;=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2000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'Tier 3: Rotation'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'No contract / unknown'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'Tier 4: Youth / Low cost'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"Salary band"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373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8401-6E0D-3DCD-86E3-BE76812A9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6AEFE9E-1575-76A0-61A0-803497E7C537}"/>
              </a:ext>
            </a:extLst>
          </p:cNvPr>
          <p:cNvSpPr/>
          <p:nvPr/>
        </p:nvSpPr>
        <p:spPr>
          <a:xfrm>
            <a:off x="986971" y="6953863"/>
            <a:ext cx="127635" cy="201930"/>
          </a:xfrm>
          <a:custGeom>
            <a:avLst/>
            <a:gdLst/>
            <a:ahLst/>
            <a:cxnLst/>
            <a:rect l="l" t="t" r="r" b="b"/>
            <a:pathLst>
              <a:path w="127634" h="201929">
                <a:moveTo>
                  <a:pt x="0" y="0"/>
                </a:moveTo>
                <a:lnTo>
                  <a:pt x="0" y="201805"/>
                </a:lnTo>
                <a:lnTo>
                  <a:pt x="127165" y="100902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AC14C78-9BDA-F3E2-D061-4BFC07D49B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0024" y="806450"/>
            <a:ext cx="7264262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CASE </a:t>
            </a:r>
            <a:r>
              <a:rPr lang="pt-BR" spc="275" dirty="0" err="1">
                <a:solidFill>
                  <a:srgbClr val="464653"/>
                </a:solidFill>
              </a:rPr>
              <a:t>and</a:t>
            </a:r>
            <a:r>
              <a:rPr lang="pt-BR" spc="275" dirty="0">
                <a:solidFill>
                  <a:srgbClr val="464653"/>
                </a:solidFill>
              </a:rPr>
              <a:t> WHERE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11F3A-4FDA-5DA9-FCAE-095294BF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7</a:t>
            </a:fld>
            <a:endParaRPr lang="en-SI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FEB2361-0E51-DB70-9450-83A4F5D3DCD9}"/>
              </a:ext>
            </a:extLst>
          </p:cNvPr>
          <p:cNvSpPr txBox="1"/>
          <p:nvPr/>
        </p:nvSpPr>
        <p:spPr>
          <a:xfrm>
            <a:off x="900024" y="2025650"/>
            <a:ext cx="8839200" cy="2216312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The CASE statement in the WHERE clause is evaluated for each row, and it returns a value based on the conditions.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The returned value can be used to apply different WHERE conditions based on the result.</a:t>
            </a:r>
            <a:endParaRPr lang="en-GB" sz="2000" b="0" i="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23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A6D5-B996-CC5F-1F3C-2A68E8190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264D8-9D6A-3586-1B8A-47183B87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8</a:t>
            </a:fld>
            <a:endParaRPr lang="en-SI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A3B694C-0D6E-F7A8-5240-9FA34D49B87C}"/>
              </a:ext>
            </a:extLst>
          </p:cNvPr>
          <p:cNvSpPr txBox="1"/>
          <p:nvPr/>
        </p:nvSpPr>
        <p:spPr>
          <a:xfrm>
            <a:off x="546100" y="2025650"/>
            <a:ext cx="9829800" cy="3072829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Suppose you want retrieve players following specific </a:t>
            </a:r>
            <a:r>
              <a:rPr lang="en-GB" sz="2200" dirty="0">
                <a:solidFill>
                  <a:srgbClr val="000000"/>
                </a:solidFill>
                <a:latin typeface="Helvetica" pitchFamily="2" charset="0"/>
              </a:rPr>
              <a:t>conditions about their wage.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For big clubs (like Real Madrid or Chelsea), you only want players earning more than 50,000/week.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For smaller clubs, you want players earning more than 5,000/week.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You can write that conditional logic using CASE inside the WHERE clause.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F19F0A85-A78A-E67C-F725-D661B8B02B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0024" y="806450"/>
            <a:ext cx="7264262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CASE </a:t>
            </a:r>
            <a:r>
              <a:rPr lang="pt-BR" spc="275" dirty="0" err="1">
                <a:solidFill>
                  <a:srgbClr val="464653"/>
                </a:solidFill>
              </a:rPr>
              <a:t>and</a:t>
            </a:r>
            <a:r>
              <a:rPr lang="pt-BR" spc="275" dirty="0">
                <a:solidFill>
                  <a:srgbClr val="464653"/>
                </a:solidFill>
              </a:rPr>
              <a:t> WHERE</a:t>
            </a:r>
            <a:endParaRPr spc="275" dirty="0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115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47B9-E9B6-7929-E145-E68E35A8D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D724D-6E68-CF86-E09B-FE44546A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9</a:t>
            </a:fld>
            <a:endParaRPr lang="en-SI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541971C-F627-C177-2354-6D8698BC4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0024" y="806450"/>
            <a:ext cx="7264262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CASE </a:t>
            </a:r>
            <a:r>
              <a:rPr lang="pt-BR" spc="275" dirty="0" err="1">
                <a:solidFill>
                  <a:srgbClr val="464653"/>
                </a:solidFill>
              </a:rPr>
              <a:t>and</a:t>
            </a:r>
            <a:r>
              <a:rPr lang="pt-BR" spc="275" dirty="0">
                <a:solidFill>
                  <a:srgbClr val="464653"/>
                </a:solidFill>
              </a:rPr>
              <a:t> WHERE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5BC38-5C1A-EE9D-FE91-19B8B4C78193}"/>
              </a:ext>
            </a:extLst>
          </p:cNvPr>
          <p:cNvSpPr txBox="1"/>
          <p:nvPr/>
        </p:nvSpPr>
        <p:spPr>
          <a:xfrm>
            <a:off x="1003300" y="1949450"/>
            <a:ext cx="74739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clubs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CASE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'Real Madrid'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'Chelsea'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50000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5000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END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DESC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47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6971" y="6953863"/>
            <a:ext cx="127635" cy="201930"/>
          </a:xfrm>
          <a:custGeom>
            <a:avLst/>
            <a:gdLst/>
            <a:ahLst/>
            <a:cxnLst/>
            <a:rect l="l" t="t" r="r" b="b"/>
            <a:pathLst>
              <a:path w="127634" h="201929">
                <a:moveTo>
                  <a:pt x="0" y="0"/>
                </a:moveTo>
                <a:lnTo>
                  <a:pt x="0" y="201805"/>
                </a:lnTo>
                <a:lnTo>
                  <a:pt x="127165" y="100902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74700" y="882650"/>
            <a:ext cx="7854189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CASE </a:t>
            </a:r>
            <a:r>
              <a:rPr lang="pt-BR" spc="275" dirty="0" err="1">
                <a:solidFill>
                  <a:srgbClr val="464653"/>
                </a:solidFill>
              </a:rPr>
              <a:t>and</a:t>
            </a:r>
            <a:r>
              <a:rPr lang="pt-BR" spc="275" dirty="0">
                <a:solidFill>
                  <a:srgbClr val="464653"/>
                </a:solidFill>
              </a:rPr>
              <a:t> </a:t>
            </a:r>
            <a:r>
              <a:rPr lang="pt-BR" spc="275" dirty="0" err="1">
                <a:solidFill>
                  <a:srgbClr val="464653"/>
                </a:solidFill>
              </a:rPr>
              <a:t>Maths</a:t>
            </a:r>
            <a:r>
              <a:rPr lang="pt-BR" spc="275" dirty="0">
                <a:solidFill>
                  <a:srgbClr val="464653"/>
                </a:solidFill>
              </a:rPr>
              <a:t> </a:t>
            </a:r>
            <a:r>
              <a:rPr lang="pt-BR" spc="275" dirty="0" err="1">
                <a:solidFill>
                  <a:srgbClr val="464653"/>
                </a:solidFill>
              </a:rPr>
              <a:t>operations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6A4587-1ECE-C075-FD30-4E5B3F08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10</a:t>
            </a:fld>
            <a:endParaRPr lang="en-SI"/>
          </a:p>
        </p:txBody>
      </p:sp>
      <p:sp>
        <p:nvSpPr>
          <p:cNvPr id="8" name="object 8"/>
          <p:cNvSpPr txBox="1"/>
          <p:nvPr/>
        </p:nvSpPr>
        <p:spPr>
          <a:xfrm>
            <a:off x="393700" y="1644650"/>
            <a:ext cx="9677400" cy="3946658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indent="-342900" algn="just">
              <a:lnSpc>
                <a:spcPct val="15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IE" sz="2200" dirty="0">
                <a:latin typeface="Arial"/>
                <a:cs typeface="Arial"/>
              </a:rPr>
              <a:t>We can also use the CASE expression combined with mathematics operations to modify the value shown in the output. </a:t>
            </a:r>
          </a:p>
          <a:p>
            <a:pPr marL="355600" indent="-342900" algn="just">
              <a:lnSpc>
                <a:spcPct val="15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IE" sz="2200" dirty="0">
                <a:latin typeface="Arial"/>
                <a:cs typeface="Arial"/>
              </a:rPr>
              <a:t>Suppose we want to simulate an updated wage budget for next season:</a:t>
            </a:r>
          </a:p>
          <a:p>
            <a:pPr marL="812800" lvl="1" indent="-342900" algn="just">
              <a:lnSpc>
                <a:spcPct val="15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IE" sz="2200" dirty="0">
                <a:latin typeface="Arial"/>
                <a:cs typeface="Arial"/>
              </a:rPr>
              <a:t>Increase wages by 10% for players earning less than €10,000/week.</a:t>
            </a:r>
          </a:p>
          <a:p>
            <a:pPr marL="812800" lvl="1" indent="-342900" algn="just">
              <a:lnSpc>
                <a:spcPct val="15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IE" sz="2200" dirty="0">
                <a:latin typeface="Arial"/>
                <a:cs typeface="Arial"/>
              </a:rPr>
              <a:t>Increase wages by 5% for players earning between €10,000 and €50,000/week.</a:t>
            </a:r>
          </a:p>
          <a:p>
            <a:pPr marL="812800" lvl="1" indent="-342900" algn="just">
              <a:lnSpc>
                <a:spcPct val="15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en-IE" sz="2200" dirty="0">
                <a:latin typeface="Arial"/>
                <a:cs typeface="Arial"/>
              </a:rPr>
              <a:t>No increase for players above €50,000/week.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D7315-E949-9081-9B6D-FD848797D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B172E7C-60FB-18FD-1A24-B83A92A37035}"/>
              </a:ext>
            </a:extLst>
          </p:cNvPr>
          <p:cNvSpPr/>
          <p:nvPr/>
        </p:nvSpPr>
        <p:spPr>
          <a:xfrm>
            <a:off x="986971" y="6953863"/>
            <a:ext cx="127635" cy="201930"/>
          </a:xfrm>
          <a:custGeom>
            <a:avLst/>
            <a:gdLst/>
            <a:ahLst/>
            <a:cxnLst/>
            <a:rect l="l" t="t" r="r" b="b"/>
            <a:pathLst>
              <a:path w="127634" h="201929">
                <a:moveTo>
                  <a:pt x="0" y="0"/>
                </a:moveTo>
                <a:lnTo>
                  <a:pt x="0" y="201805"/>
                </a:lnTo>
                <a:lnTo>
                  <a:pt x="127165" y="100902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7B20517-1DD6-D72B-B09B-828A89020B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700" y="958850"/>
            <a:ext cx="8158989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CASE </a:t>
            </a:r>
            <a:r>
              <a:rPr lang="pt-BR" spc="275" dirty="0" err="1">
                <a:solidFill>
                  <a:srgbClr val="464653"/>
                </a:solidFill>
              </a:rPr>
              <a:t>and</a:t>
            </a:r>
            <a:r>
              <a:rPr lang="pt-BR" spc="275" dirty="0">
                <a:solidFill>
                  <a:srgbClr val="464653"/>
                </a:solidFill>
              </a:rPr>
              <a:t> </a:t>
            </a:r>
            <a:r>
              <a:rPr lang="pt-BR" spc="275" dirty="0" err="1">
                <a:solidFill>
                  <a:srgbClr val="464653"/>
                </a:solidFill>
              </a:rPr>
              <a:t>Maths</a:t>
            </a:r>
            <a:r>
              <a:rPr lang="pt-BR" spc="275" dirty="0">
                <a:solidFill>
                  <a:srgbClr val="464653"/>
                </a:solidFill>
              </a:rPr>
              <a:t> </a:t>
            </a:r>
            <a:r>
              <a:rPr lang="pt-BR" spc="275" dirty="0" err="1">
                <a:solidFill>
                  <a:srgbClr val="464653"/>
                </a:solidFill>
              </a:rPr>
              <a:t>operations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285D70-1368-D00E-0519-93273941F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11</a:t>
            </a:fld>
            <a:endParaRPr lang="en-S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E41A8-7021-716E-8307-566E13AB0D29}"/>
              </a:ext>
            </a:extLst>
          </p:cNvPr>
          <p:cNvSpPr txBox="1"/>
          <p:nvPr/>
        </p:nvSpPr>
        <p:spPr>
          <a:xfrm>
            <a:off x="814230" y="1793091"/>
            <a:ext cx="815898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CASE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10000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1.10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BETWEEN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10000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50000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1.05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"Projected wage"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clubs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DESC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37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>
            <a:extLst>
              <a:ext uri="{FF2B5EF4-FFF2-40B4-BE49-F238E27FC236}">
                <a16:creationId xmlns:a16="http://schemas.microsoft.com/office/drawing/2014/main" id="{0B32BC36-BBEC-C67E-7B56-67D4FE4226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35168"/>
            <a:ext cx="8235189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CASE </a:t>
            </a:r>
            <a:r>
              <a:rPr lang="pt-BR" spc="275" dirty="0" err="1">
                <a:solidFill>
                  <a:srgbClr val="464653"/>
                </a:solidFill>
              </a:rPr>
              <a:t>and</a:t>
            </a:r>
            <a:r>
              <a:rPr lang="pt-BR" spc="275" dirty="0">
                <a:solidFill>
                  <a:srgbClr val="464653"/>
                </a:solidFill>
              </a:rPr>
              <a:t> SQL </a:t>
            </a:r>
            <a:r>
              <a:rPr lang="pt-BR" spc="275" dirty="0" err="1">
                <a:solidFill>
                  <a:srgbClr val="464653"/>
                </a:solidFill>
              </a:rPr>
              <a:t>functions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4A5D34-13EC-B7AB-5665-DD24A92E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12</a:t>
            </a:fld>
            <a:endParaRPr lang="en-SI"/>
          </a:p>
        </p:txBody>
      </p:sp>
      <p:sp>
        <p:nvSpPr>
          <p:cNvPr id="8" name="object 8"/>
          <p:cNvSpPr txBox="1"/>
          <p:nvPr/>
        </p:nvSpPr>
        <p:spPr>
          <a:xfrm>
            <a:off x="332994" y="1095436"/>
            <a:ext cx="10195306" cy="772647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</a:pPr>
            <a:r>
              <a:rPr lang="pt-BR" sz="2200" dirty="0" err="1">
                <a:latin typeface="Arial"/>
                <a:cs typeface="Arial"/>
              </a:rPr>
              <a:t>You’re</a:t>
            </a:r>
            <a:r>
              <a:rPr lang="pt-BR" sz="2200" dirty="0">
                <a:latin typeface="Arial"/>
                <a:cs typeface="Arial"/>
              </a:rPr>
              <a:t> </a:t>
            </a:r>
            <a:r>
              <a:rPr lang="pt-BR" sz="2200" dirty="0" err="1">
                <a:latin typeface="Arial"/>
                <a:cs typeface="Arial"/>
              </a:rPr>
              <a:t>preparing</a:t>
            </a:r>
            <a:r>
              <a:rPr lang="pt-BR" sz="2200" dirty="0">
                <a:latin typeface="Arial"/>
                <a:cs typeface="Arial"/>
              </a:rPr>
              <a:t> a financial </a:t>
            </a:r>
            <a:r>
              <a:rPr lang="pt-BR" sz="2200" dirty="0" err="1">
                <a:latin typeface="Arial"/>
                <a:cs typeface="Arial"/>
              </a:rPr>
              <a:t>report</a:t>
            </a:r>
            <a:r>
              <a:rPr lang="pt-BR" sz="2200" dirty="0">
                <a:latin typeface="Arial"/>
                <a:cs typeface="Arial"/>
              </a:rPr>
              <a:t> </a:t>
            </a:r>
            <a:r>
              <a:rPr lang="pt-BR" sz="2200" dirty="0" err="1">
                <a:latin typeface="Arial"/>
                <a:cs typeface="Arial"/>
              </a:rPr>
              <a:t>that</a:t>
            </a:r>
            <a:r>
              <a:rPr lang="pt-BR" sz="2200" dirty="0">
                <a:latin typeface="Arial"/>
                <a:cs typeface="Arial"/>
              </a:rPr>
              <a:t> </a:t>
            </a:r>
            <a:r>
              <a:rPr lang="pt-BR" sz="2200" dirty="0" err="1">
                <a:latin typeface="Arial"/>
                <a:cs typeface="Arial"/>
              </a:rPr>
              <a:t>groups</a:t>
            </a:r>
            <a:r>
              <a:rPr lang="pt-BR" sz="2200" dirty="0">
                <a:latin typeface="Arial"/>
                <a:cs typeface="Arial"/>
              </a:rPr>
              <a:t> clubs </a:t>
            </a:r>
            <a:r>
              <a:rPr lang="pt-BR" sz="2200" dirty="0" err="1">
                <a:latin typeface="Arial"/>
                <a:cs typeface="Arial"/>
              </a:rPr>
              <a:t>into</a:t>
            </a:r>
            <a:r>
              <a:rPr lang="pt-BR" sz="2200" dirty="0">
                <a:latin typeface="Arial"/>
                <a:cs typeface="Arial"/>
              </a:rPr>
              <a:t> “High Budget”, “</a:t>
            </a:r>
            <a:r>
              <a:rPr lang="pt-BR" sz="2200" dirty="0" err="1">
                <a:latin typeface="Arial"/>
                <a:cs typeface="Arial"/>
              </a:rPr>
              <a:t>Medium</a:t>
            </a:r>
            <a:r>
              <a:rPr lang="pt-BR" sz="2200" dirty="0">
                <a:latin typeface="Arial"/>
                <a:cs typeface="Arial"/>
              </a:rPr>
              <a:t> Budget”, </a:t>
            </a:r>
            <a:r>
              <a:rPr lang="pt-BR" sz="2200" dirty="0" err="1">
                <a:latin typeface="Arial"/>
                <a:cs typeface="Arial"/>
              </a:rPr>
              <a:t>or</a:t>
            </a:r>
            <a:r>
              <a:rPr lang="pt-BR" sz="2200" dirty="0">
                <a:latin typeface="Arial"/>
                <a:cs typeface="Arial"/>
              </a:rPr>
              <a:t> “</a:t>
            </a:r>
            <a:r>
              <a:rPr lang="pt-BR" sz="2200" dirty="0" err="1">
                <a:latin typeface="Arial"/>
                <a:cs typeface="Arial"/>
              </a:rPr>
              <a:t>Low</a:t>
            </a:r>
            <a:r>
              <a:rPr lang="pt-BR" sz="2200" dirty="0">
                <a:latin typeface="Arial"/>
                <a:cs typeface="Arial"/>
              </a:rPr>
              <a:t> Budget” </a:t>
            </a:r>
            <a:r>
              <a:rPr lang="pt-BR" sz="2200" dirty="0" err="1">
                <a:latin typeface="Arial"/>
                <a:cs typeface="Arial"/>
              </a:rPr>
              <a:t>tiers</a:t>
            </a:r>
            <a:r>
              <a:rPr lang="pt-BR" sz="2200" dirty="0">
                <a:latin typeface="Arial"/>
                <a:cs typeface="Arial"/>
              </a:rPr>
              <a:t> </a:t>
            </a:r>
            <a:r>
              <a:rPr lang="pt-BR" sz="2200" dirty="0" err="1">
                <a:latin typeface="Arial"/>
                <a:cs typeface="Arial"/>
              </a:rPr>
              <a:t>based</a:t>
            </a:r>
            <a:r>
              <a:rPr lang="pt-BR" sz="2200" dirty="0">
                <a:latin typeface="Arial"/>
                <a:cs typeface="Arial"/>
              </a:rPr>
              <a:t> </a:t>
            </a:r>
            <a:r>
              <a:rPr lang="pt-BR" sz="2200" dirty="0" err="1">
                <a:latin typeface="Arial"/>
                <a:cs typeface="Arial"/>
              </a:rPr>
              <a:t>on</a:t>
            </a:r>
            <a:r>
              <a:rPr lang="pt-BR" sz="2200" dirty="0">
                <a:latin typeface="Arial"/>
                <a:cs typeface="Arial"/>
              </a:rPr>
              <a:t> </a:t>
            </a:r>
            <a:r>
              <a:rPr lang="pt-BR" sz="2200" dirty="0" err="1">
                <a:latin typeface="Arial"/>
                <a:cs typeface="Arial"/>
              </a:rPr>
              <a:t>their</a:t>
            </a:r>
            <a:r>
              <a:rPr lang="pt-BR" sz="2200" dirty="0">
                <a:latin typeface="Arial"/>
                <a:cs typeface="Arial"/>
              </a:rPr>
              <a:t> </a:t>
            </a:r>
            <a:r>
              <a:rPr lang="pt-BR" sz="2200" dirty="0" err="1">
                <a:latin typeface="Arial"/>
                <a:cs typeface="Arial"/>
              </a:rPr>
              <a:t>average</a:t>
            </a:r>
            <a:r>
              <a:rPr lang="pt-BR" sz="2200" dirty="0">
                <a:latin typeface="Arial"/>
                <a:cs typeface="Arial"/>
              </a:rPr>
              <a:t> player </a:t>
            </a:r>
            <a:r>
              <a:rPr lang="pt-BR" sz="2200" dirty="0" err="1">
                <a:latin typeface="Arial"/>
                <a:cs typeface="Arial"/>
              </a:rPr>
              <a:t>wage</a:t>
            </a:r>
            <a:r>
              <a:rPr lang="pt-BR" sz="2200" dirty="0">
                <a:latin typeface="Arial"/>
                <a:cs typeface="Arial"/>
              </a:rPr>
              <a:t>.</a:t>
            </a:r>
            <a:endParaRPr lang="en-IE" sz="22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00B230-E631-92F5-0CE2-5D8B99074A85}"/>
              </a:ext>
            </a:extLst>
          </p:cNvPr>
          <p:cNvSpPr txBox="1"/>
          <p:nvPr/>
        </p:nvSpPr>
        <p:spPr>
          <a:xfrm>
            <a:off x="735172" y="2293664"/>
            <a:ext cx="80200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c.club_name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ROUND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"Average wage"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CASE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&gt;=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40000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'High Budget Club'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BETWEEN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10000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39999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'Medium Budget Club'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&lt;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10000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'Low Budget Club'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'No Data'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"Budget category"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clubs c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pc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GROUP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c.club_name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DESC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088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86971" y="6953863"/>
            <a:ext cx="127635" cy="201930"/>
          </a:xfrm>
          <a:custGeom>
            <a:avLst/>
            <a:gdLst/>
            <a:ahLst/>
            <a:cxnLst/>
            <a:rect l="l" t="t" r="r" b="b"/>
            <a:pathLst>
              <a:path w="127634" h="201929">
                <a:moveTo>
                  <a:pt x="0" y="0"/>
                </a:moveTo>
                <a:lnTo>
                  <a:pt x="0" y="201805"/>
                </a:lnTo>
                <a:lnTo>
                  <a:pt x="127165" y="100902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9060E66-FF8E-E14E-8966-0A81D25837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6970" y="840152"/>
            <a:ext cx="8235189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CASE </a:t>
            </a:r>
            <a:r>
              <a:rPr lang="pt-BR" spc="275" dirty="0" err="1">
                <a:solidFill>
                  <a:srgbClr val="464653"/>
                </a:solidFill>
              </a:rPr>
              <a:t>and</a:t>
            </a:r>
            <a:r>
              <a:rPr lang="pt-BR" spc="275" dirty="0">
                <a:solidFill>
                  <a:srgbClr val="464653"/>
                </a:solidFill>
              </a:rPr>
              <a:t> LIKE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397BAE-CDA8-1A9B-B2A2-60D29D70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13</a:t>
            </a:fld>
            <a:endParaRPr lang="en-SI"/>
          </a:p>
        </p:txBody>
      </p:sp>
      <p:sp>
        <p:nvSpPr>
          <p:cNvPr id="12" name="object 12"/>
          <p:cNvSpPr txBox="1"/>
          <p:nvPr/>
        </p:nvSpPr>
        <p:spPr>
          <a:xfrm>
            <a:off x="893406" y="1847314"/>
            <a:ext cx="845756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IE" sz="2400" dirty="0">
                <a:latin typeface="Arial"/>
                <a:cs typeface="Arial"/>
              </a:rPr>
              <a:t>We can also establish the case expression considering string values by combining it with the LIKE operator: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9EEF1-B772-FE84-2CF5-D1B7CE2EE323}"/>
              </a:ext>
            </a:extLst>
          </p:cNvPr>
          <p:cNvSpPr txBox="1"/>
          <p:nvPr/>
        </p:nvSpPr>
        <p:spPr>
          <a:xfrm>
            <a:off x="1114606" y="3238422"/>
            <a:ext cx="88436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CASE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LIKE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'%Junior%'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'Brazilian-style name'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LIKE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'%</a:t>
            </a:r>
            <a:r>
              <a:rPr lang="en-IE" sz="180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inho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'Brazilian-style name'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'Other pattern'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name_pattern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ASC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EC95E-1F63-00E1-3ED7-297F9759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F2013CD0-1549-5DEE-E956-94FDFE3446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6970" y="840152"/>
            <a:ext cx="8235189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CASE </a:t>
            </a:r>
            <a:r>
              <a:rPr lang="pt-BR" spc="275" dirty="0" err="1">
                <a:solidFill>
                  <a:srgbClr val="464653"/>
                </a:solidFill>
              </a:rPr>
              <a:t>and</a:t>
            </a:r>
            <a:r>
              <a:rPr lang="pt-BR" spc="275" dirty="0">
                <a:solidFill>
                  <a:srgbClr val="464653"/>
                </a:solidFill>
              </a:rPr>
              <a:t> LIKE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7FDB5A-A3C5-B983-FD40-EC4133EF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14</a:t>
            </a:fld>
            <a:endParaRPr lang="en-SI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82A5552-B01E-4E27-E442-15CC5560C34E}"/>
              </a:ext>
            </a:extLst>
          </p:cNvPr>
          <p:cNvSpPr txBox="1"/>
          <p:nvPr/>
        </p:nvSpPr>
        <p:spPr>
          <a:xfrm>
            <a:off x="893406" y="1847314"/>
            <a:ext cx="845756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IE" sz="2400" dirty="0">
                <a:latin typeface="Arial"/>
                <a:cs typeface="Arial"/>
              </a:rPr>
              <a:t>We can also establish the case expression considering string values by combining it with the LIKE operator: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F76D7-194A-5CF2-1BB7-46A68AD00204}"/>
              </a:ext>
            </a:extLst>
          </p:cNvPr>
          <p:cNvSpPr txBox="1"/>
          <p:nvPr/>
        </p:nvSpPr>
        <p:spPr>
          <a:xfrm>
            <a:off x="1114606" y="3238422"/>
            <a:ext cx="88436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CASE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LIKE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'%Junior%'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'Brazilian-style name'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LIKE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'%</a:t>
            </a:r>
            <a:r>
              <a:rPr lang="en-IE" sz="180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inho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'Brazilian-style name'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'Other pattern'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name_pattern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ASC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231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4F843-BA0B-0932-4870-4DEA3FD87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63DDDD3E-AB7F-10AB-5A71-E5ED1839E2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6970" y="840152"/>
            <a:ext cx="8235189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CASE in ORDER BY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7326A3-81EE-D51E-E8CF-91A0B03DD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15</a:t>
            </a:fld>
            <a:endParaRPr lang="en-SI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9C39596-F66C-57F2-340B-53704DE1910B}"/>
              </a:ext>
            </a:extLst>
          </p:cNvPr>
          <p:cNvSpPr txBox="1"/>
          <p:nvPr/>
        </p:nvSpPr>
        <p:spPr>
          <a:xfrm>
            <a:off x="893406" y="1847314"/>
            <a:ext cx="8457565" cy="2662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E" sz="2400" dirty="0">
                <a:latin typeface="Arial"/>
                <a:cs typeface="Arial"/>
              </a:rPr>
              <a:t>Suppose we want to list all players, but sort them by their playing role priority instead of alphabetically. For instance: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IE" sz="2400" dirty="0">
              <a:latin typeface="Arial"/>
              <a:cs typeface="Arial"/>
            </a:endParaRPr>
          </a:p>
          <a:p>
            <a:pPr marL="812800" lvl="1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E" sz="2400" dirty="0">
                <a:latin typeface="Arial"/>
                <a:cs typeface="Arial"/>
              </a:rPr>
              <a:t>Attackers first</a:t>
            </a:r>
          </a:p>
          <a:p>
            <a:pPr marL="812800" lvl="1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E" sz="2400" dirty="0">
                <a:latin typeface="Arial"/>
                <a:cs typeface="Arial"/>
              </a:rPr>
              <a:t>Then Midfielders</a:t>
            </a:r>
          </a:p>
          <a:p>
            <a:pPr marL="812800" lvl="1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E" sz="2400" dirty="0">
                <a:latin typeface="Arial"/>
                <a:cs typeface="Arial"/>
              </a:rPr>
              <a:t>Then Defenders</a:t>
            </a:r>
          </a:p>
          <a:p>
            <a:pPr marL="812800" lvl="1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E" sz="2400" dirty="0">
                <a:latin typeface="Arial"/>
                <a:cs typeface="Arial"/>
              </a:rPr>
              <a:t>Finally Goalkeepers</a:t>
            </a:r>
          </a:p>
        </p:txBody>
      </p:sp>
    </p:spTree>
    <p:extLst>
      <p:ext uri="{BB962C8B-B14F-4D97-AF65-F5344CB8AC3E}">
        <p14:creationId xmlns:p14="http://schemas.microsoft.com/office/powerpoint/2010/main" val="2176522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8F8A-5254-F39B-F04C-E6AD74F70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>
            <a:extLst>
              <a:ext uri="{FF2B5EF4-FFF2-40B4-BE49-F238E27FC236}">
                <a16:creationId xmlns:a16="http://schemas.microsoft.com/office/drawing/2014/main" id="{87D9C2C6-9905-2924-5BDA-5B8FBD9FB3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6970" y="840152"/>
            <a:ext cx="8235189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CASE in ORDER BY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613433-AF2A-5298-44D5-043BBAAF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SI" smtClean="0"/>
              <a:t>16</a:t>
            </a:fld>
            <a:endParaRPr lang="en-SI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A1838-3ADD-E004-44B3-3E7F9E9002A3}"/>
              </a:ext>
            </a:extLst>
          </p:cNvPr>
          <p:cNvSpPr txBox="1"/>
          <p:nvPr/>
        </p:nvSpPr>
        <p:spPr>
          <a:xfrm>
            <a:off x="469900" y="1873250"/>
            <a:ext cx="101473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pa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position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pa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overall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player_attributes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pa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ORDER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BY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CASE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pa.</a:t>
            </a:r>
            <a:r>
              <a:rPr lang="en-IE" sz="1800" b="1" dirty="0" err="1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position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'ST'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'LW'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'RW'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'CAM'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Attackers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pa.</a:t>
            </a:r>
            <a:r>
              <a:rPr lang="en-IE" sz="1800" b="1" dirty="0" err="1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position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'CM'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'CDM'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'LM'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'RM'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Midfielders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pa.</a:t>
            </a:r>
            <a:r>
              <a:rPr lang="en-IE" sz="1800" b="1" dirty="0" err="1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position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'CB'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'LB'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'RB'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'RWB'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'LWB'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Defenders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pa.</a:t>
            </a:r>
            <a:r>
              <a:rPr lang="en-IE" sz="1800" b="1" dirty="0" err="1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position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'GK'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THEN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Goalkeepers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Unknown / other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140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9561" y="643141"/>
            <a:ext cx="6156448" cy="53735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5">
                <a:solidFill>
                  <a:srgbClr val="464653"/>
                </a:solidFill>
              </a:rPr>
              <a:t>Subque</a:t>
            </a:r>
            <a:r>
              <a:rPr lang="pt-BR" spc="275">
                <a:solidFill>
                  <a:srgbClr val="464653"/>
                </a:solidFill>
              </a:rPr>
              <a:t>ry</a:t>
            </a:r>
            <a:r>
              <a:rPr lang="pt-BR" spc="275" dirty="0">
                <a:solidFill>
                  <a:srgbClr val="464653"/>
                </a:solidFill>
              </a:rPr>
              <a:t> in SQL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9C0C7F4D-C4EB-961B-1237-06E57A8644C5}"/>
              </a:ext>
            </a:extLst>
          </p:cNvPr>
          <p:cNvSpPr txBox="1"/>
          <p:nvPr/>
        </p:nvSpPr>
        <p:spPr>
          <a:xfrm>
            <a:off x="774700" y="1840259"/>
            <a:ext cx="7772400" cy="1957041"/>
          </a:xfrm>
          <a:prstGeom prst="rect">
            <a:avLst/>
          </a:prstGeom>
        </p:spPr>
        <p:txBody>
          <a:bodyPr vert="horz" wrap="square" lIns="0" tIns="55974" rIns="0" bIns="0" rtlCol="0">
            <a:spAutoFit/>
          </a:bodyPr>
          <a:lstStyle/>
          <a:p>
            <a:pPr marL="355600" marR="5598" indent="-342900" algn="just">
              <a:spcBef>
                <a:spcPts val="100"/>
              </a:spcBef>
              <a:buClr>
                <a:srgbClr val="9FB8CD"/>
              </a:buClr>
              <a:buSzPct val="7391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pt-BR" sz="2400" dirty="0">
                <a:latin typeface="Arial"/>
                <a:cs typeface="Arial"/>
              </a:rPr>
              <a:t>A </a:t>
            </a:r>
            <a:r>
              <a:rPr lang="pt-BR" sz="2400" dirty="0" err="1">
                <a:latin typeface="Arial"/>
                <a:cs typeface="Arial"/>
              </a:rPr>
              <a:t>subquery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is</a:t>
            </a:r>
            <a:r>
              <a:rPr lang="pt-BR" sz="2400" dirty="0">
                <a:latin typeface="Arial"/>
                <a:cs typeface="Arial"/>
              </a:rPr>
              <a:t> a query </a:t>
            </a:r>
            <a:r>
              <a:rPr lang="pt-BR" sz="2400" dirty="0" err="1">
                <a:latin typeface="Arial"/>
                <a:cs typeface="Arial"/>
              </a:rPr>
              <a:t>nested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inside</a:t>
            </a:r>
            <a:r>
              <a:rPr lang="pt-BR" sz="2400" dirty="0">
                <a:latin typeface="Arial"/>
                <a:cs typeface="Arial"/>
              </a:rPr>
              <a:t> a </a:t>
            </a:r>
            <a:r>
              <a:rPr lang="pt-BR" sz="2400" dirty="0" err="1">
                <a:latin typeface="Arial"/>
                <a:cs typeface="Arial"/>
              </a:rPr>
              <a:t>bigger</a:t>
            </a:r>
            <a:r>
              <a:rPr lang="pt-BR" sz="2400" dirty="0">
                <a:latin typeface="Arial"/>
                <a:cs typeface="Arial"/>
              </a:rPr>
              <a:t> query</a:t>
            </a:r>
          </a:p>
          <a:p>
            <a:pPr marL="355600" marR="5598" indent="-342900" algn="just">
              <a:spcBef>
                <a:spcPts val="100"/>
              </a:spcBef>
              <a:buClr>
                <a:srgbClr val="9FB8CD"/>
              </a:buClr>
              <a:buSzPct val="7391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GB" sz="2400" dirty="0">
                <a:latin typeface="Arial"/>
                <a:cs typeface="Arial"/>
              </a:rPr>
              <a:t>The subquery can be nested inside a SELECT, INSERT, UPDATE, or DELETE statement, or inside another subquery</a:t>
            </a:r>
          </a:p>
          <a:p>
            <a:pPr marL="314868" marR="5598" indent="-300874" algn="thaiDist">
              <a:lnSpc>
                <a:spcPts val="2755"/>
              </a:lnSpc>
              <a:spcBef>
                <a:spcPts val="441"/>
              </a:spcBef>
              <a:buClr>
                <a:srgbClr val="9FB8CD"/>
              </a:buClr>
              <a:buSzPct val="73913"/>
              <a:buChar char="►"/>
              <a:tabLst>
                <a:tab pos="314168" algn="l"/>
                <a:tab pos="314868" algn="l"/>
              </a:tabLst>
            </a:pPr>
            <a:endParaRPr sz="2534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302" y="7087717"/>
            <a:ext cx="132938" cy="209903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65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 sz="1983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2240" y="814663"/>
            <a:ext cx="8028539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5" dirty="0">
                <a:solidFill>
                  <a:srgbClr val="464653"/>
                </a:solidFill>
              </a:rPr>
              <a:t>Subquery in WHERE clause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9302" y="4305268"/>
            <a:ext cx="8820396" cy="1177469"/>
          </a:xfrm>
          <a:prstGeom prst="rect">
            <a:avLst/>
          </a:prstGeom>
        </p:spPr>
        <p:txBody>
          <a:bodyPr vert="horz" wrap="square" lIns="0" tIns="55974" rIns="0" bIns="0" rtlCol="0">
            <a:spAutoFit/>
          </a:bodyPr>
          <a:lstStyle/>
          <a:p>
            <a:pPr marL="13994" marR="5598">
              <a:lnSpc>
                <a:spcPts val="2755"/>
              </a:lnSpc>
              <a:spcBef>
                <a:spcPts val="441"/>
              </a:spcBef>
              <a:buClr>
                <a:srgbClr val="9FB8CD"/>
              </a:buClr>
              <a:buSzPct val="73913"/>
              <a:tabLst>
                <a:tab pos="314168" algn="l"/>
                <a:tab pos="314868" algn="l"/>
              </a:tabLst>
            </a:pPr>
            <a:r>
              <a:rPr lang="pt-BR" sz="2534" dirty="0">
                <a:solidFill>
                  <a:srgbClr val="464653"/>
                </a:solidFill>
                <a:latin typeface="Arial"/>
                <a:cs typeface="Arial"/>
              </a:rPr>
              <a:t>1) </a:t>
            </a:r>
            <a:r>
              <a:rPr sz="2534" dirty="0">
                <a:solidFill>
                  <a:srgbClr val="464653"/>
                </a:solidFill>
                <a:latin typeface="Arial"/>
                <a:cs typeface="Arial"/>
              </a:rPr>
              <a:t>The subquery (inner query) executes once before the  main query (outer query).</a:t>
            </a:r>
            <a:endParaRPr lang="pt-BR" sz="2534" dirty="0">
              <a:latin typeface="Arial"/>
              <a:cs typeface="Arial"/>
            </a:endParaRPr>
          </a:p>
          <a:p>
            <a:pPr marL="13994" marR="5598">
              <a:lnSpc>
                <a:spcPts val="2755"/>
              </a:lnSpc>
              <a:spcBef>
                <a:spcPts val="441"/>
              </a:spcBef>
              <a:buClr>
                <a:srgbClr val="9FB8CD"/>
              </a:buClr>
              <a:buSzPct val="73913"/>
              <a:tabLst>
                <a:tab pos="314168" algn="l"/>
                <a:tab pos="314868" algn="l"/>
              </a:tabLst>
            </a:pPr>
            <a:r>
              <a:rPr lang="pt-BR" sz="2534" dirty="0">
                <a:solidFill>
                  <a:srgbClr val="464653"/>
                </a:solidFill>
                <a:latin typeface="Arial"/>
                <a:cs typeface="Arial"/>
              </a:rPr>
              <a:t>2) </a:t>
            </a:r>
            <a:r>
              <a:rPr sz="2534" dirty="0">
                <a:solidFill>
                  <a:srgbClr val="464653"/>
                </a:solidFill>
                <a:latin typeface="Arial"/>
                <a:cs typeface="Arial"/>
              </a:rPr>
              <a:t>The result of the subquery is used by the main query.</a:t>
            </a:r>
            <a:endParaRPr sz="2534" dirty="0"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4314AD-ADF4-E015-A396-D52872B16DED}"/>
              </a:ext>
            </a:extLst>
          </p:cNvPr>
          <p:cNvSpPr txBox="1"/>
          <p:nvPr/>
        </p:nvSpPr>
        <p:spPr>
          <a:xfrm>
            <a:off x="1067859" y="2010552"/>
            <a:ext cx="8557682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2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GB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24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attribute_name</a:t>
            </a:r>
            <a:r>
              <a:rPr lang="en-GB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2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24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table_name</a:t>
            </a:r>
            <a:r>
              <a:rPr lang="en-GB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2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GB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condition (</a:t>
            </a:r>
            <a:r>
              <a:rPr lang="en-GB" sz="2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GB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attribute </a:t>
            </a:r>
            <a:r>
              <a:rPr lang="en-GB" sz="2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24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table_name</a:t>
            </a:r>
            <a:r>
              <a:rPr lang="en-GB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2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GB" sz="24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condition);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AC46E-0C76-20AC-92A7-5B8BA261B625}"/>
              </a:ext>
            </a:extLst>
          </p:cNvPr>
          <p:cNvSpPr txBox="1"/>
          <p:nvPr/>
        </p:nvSpPr>
        <p:spPr>
          <a:xfrm>
            <a:off x="4584700" y="3026215"/>
            <a:ext cx="462593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bg1"/>
                </a:solidFill>
                <a:latin typeface="Arial"/>
                <a:cs typeface="Arial"/>
              </a:rPr>
              <a:t>1) 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246B7D-9663-A8A5-80C6-136C32136EF4}"/>
              </a:ext>
            </a:extLst>
          </p:cNvPr>
          <p:cNvSpPr txBox="1"/>
          <p:nvPr/>
        </p:nvSpPr>
        <p:spPr>
          <a:xfrm>
            <a:off x="1612900" y="1677129"/>
            <a:ext cx="462593" cy="36933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r>
              <a:rPr lang="pt-BR" sz="1800" dirty="0">
                <a:solidFill>
                  <a:schemeClr val="bg1"/>
                </a:solidFill>
                <a:latin typeface="Arial"/>
                <a:cs typeface="Arial"/>
              </a:rPr>
              <a:t>) </a:t>
            </a:r>
            <a:endParaRPr lang="pt-P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437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302" y="7087717"/>
            <a:ext cx="132938" cy="209903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65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 sz="1983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9560" y="643141"/>
            <a:ext cx="7876140" cy="53735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5" dirty="0">
                <a:solidFill>
                  <a:srgbClr val="464653"/>
                </a:solidFill>
              </a:rPr>
              <a:t>Single-</a:t>
            </a:r>
            <a:r>
              <a:rPr lang="pt-BR" spc="275" dirty="0" err="1">
                <a:solidFill>
                  <a:srgbClr val="464653"/>
                </a:solidFill>
              </a:rPr>
              <a:t>r</a:t>
            </a:r>
            <a:r>
              <a:rPr spc="275" dirty="0">
                <a:solidFill>
                  <a:srgbClr val="464653"/>
                </a:solidFill>
              </a:rPr>
              <a:t>ow </a:t>
            </a:r>
            <a:r>
              <a:rPr lang="pt-BR" spc="275" dirty="0">
                <a:solidFill>
                  <a:srgbClr val="464653"/>
                </a:solidFill>
              </a:rPr>
              <a:t>s</a:t>
            </a:r>
            <a:r>
              <a:rPr spc="275" dirty="0" err="1">
                <a:solidFill>
                  <a:srgbClr val="464653"/>
                </a:solidFill>
              </a:rPr>
              <a:t>ubqueries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5274" y="1708673"/>
            <a:ext cx="7479426" cy="740202"/>
          </a:xfrm>
          <a:prstGeom prst="rect">
            <a:avLst/>
          </a:prstGeom>
        </p:spPr>
        <p:txBody>
          <a:bodyPr vert="horz" wrap="square" lIns="0" tIns="37083" rIns="0" bIns="0" rtlCol="0">
            <a:spAutoFit/>
          </a:bodyPr>
          <a:lstStyle/>
          <a:p>
            <a:pPr marL="356894" indent="-342900">
              <a:spcBef>
                <a:spcPts val="292"/>
              </a:spcBef>
              <a:buClr>
                <a:srgbClr val="9FB8CD"/>
              </a:buClr>
              <a:buSzPct val="76190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sz="2200" dirty="0">
                <a:latin typeface="Arial"/>
                <a:cs typeface="Arial"/>
              </a:rPr>
              <a:t>Return only one row from the sub-query</a:t>
            </a:r>
          </a:p>
          <a:p>
            <a:pPr marL="356894" indent="-342900">
              <a:spcBef>
                <a:spcPts val="187"/>
              </a:spcBef>
              <a:buClr>
                <a:srgbClr val="9FB8CD"/>
              </a:buClr>
              <a:buSzPct val="76190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sz="2200" dirty="0">
                <a:latin typeface="Arial"/>
                <a:cs typeface="Arial"/>
              </a:rPr>
              <a:t>Use single-row comparison operators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62555" y="2996362"/>
          <a:ext cx="4621359" cy="2980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4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6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01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Operator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37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Meaning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37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601"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99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Equal</a:t>
                      </a:r>
                      <a:r>
                        <a:rPr sz="20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to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643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601"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629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Greater</a:t>
                      </a:r>
                      <a:r>
                        <a:rPr sz="20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than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367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601"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latin typeface="Courier New"/>
                          <a:cs typeface="Courier New"/>
                        </a:rPr>
                        <a:t>&gt;=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9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Greater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than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equal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to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367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601"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&lt;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97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Less</a:t>
                      </a:r>
                      <a:r>
                        <a:rPr sz="20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than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297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601"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Courier New"/>
                          <a:cs typeface="Courier New"/>
                        </a:rPr>
                        <a:t>&lt;=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909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Less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than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equal</a:t>
                      </a:r>
                      <a:r>
                        <a:rPr sz="20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to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297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601"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b="1" spc="-10" dirty="0">
                          <a:latin typeface="Courier New"/>
                          <a:cs typeface="Courier New"/>
                        </a:rPr>
                        <a:t>&lt;&gt;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909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5" dirty="0">
                          <a:latin typeface="Arial"/>
                          <a:cs typeface="Arial"/>
                        </a:rPr>
                        <a:t>equal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to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6227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879" y="1413009"/>
            <a:ext cx="8927226" cy="1144287"/>
          </a:xfrm>
          <a:prstGeom prst="rect">
            <a:avLst/>
          </a:prstGeom>
        </p:spPr>
        <p:txBody>
          <a:bodyPr vert="horz" wrap="square" lIns="0" tIns="37083" rIns="0" bIns="0" rtlCol="0">
            <a:spAutoFit/>
          </a:bodyPr>
          <a:lstStyle/>
          <a:p>
            <a:pPr marL="356894" indent="-342900">
              <a:spcBef>
                <a:spcPts val="292"/>
              </a:spcBef>
              <a:buClr>
                <a:srgbClr val="9FB8CD"/>
              </a:buClr>
              <a:buSzPct val="76190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314" dirty="0">
                <a:latin typeface="Arial"/>
                <a:cs typeface="Arial"/>
              </a:rPr>
              <a:t>Suppose we want to know the players who are earning more than the average wage.</a:t>
            </a:r>
          </a:p>
          <a:p>
            <a:pPr marL="356894" indent="-342900">
              <a:spcBef>
                <a:spcPts val="292"/>
              </a:spcBef>
              <a:buClr>
                <a:srgbClr val="9FB8CD"/>
              </a:buClr>
              <a:buSzPct val="76190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314" dirty="0">
                <a:latin typeface="Arial"/>
                <a:cs typeface="Arial"/>
              </a:rPr>
              <a:t>We can use a subquery:</a:t>
            </a:r>
            <a:endParaRPr lang="pt-BR" sz="2314" dirty="0">
              <a:latin typeface="Arial"/>
              <a:cs typeface="Arial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8C68BD1-842C-490A-5B4C-7504D99996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560" y="624995"/>
            <a:ext cx="7876140" cy="57364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5" dirty="0">
                <a:solidFill>
                  <a:srgbClr val="464653"/>
                </a:solidFill>
              </a:rPr>
              <a:t>Single-</a:t>
            </a:r>
            <a:r>
              <a:rPr lang="pt-BR" spc="275" dirty="0" err="1">
                <a:solidFill>
                  <a:srgbClr val="464653"/>
                </a:solidFill>
              </a:rPr>
              <a:t>r</a:t>
            </a:r>
            <a:r>
              <a:rPr spc="275" dirty="0">
                <a:solidFill>
                  <a:srgbClr val="464653"/>
                </a:solidFill>
              </a:rPr>
              <a:t>ow </a:t>
            </a:r>
            <a:r>
              <a:rPr lang="pt-BR" spc="275" dirty="0">
                <a:solidFill>
                  <a:srgbClr val="464653"/>
                </a:solidFill>
              </a:rPr>
              <a:t>s</a:t>
            </a:r>
            <a:r>
              <a:rPr spc="275" dirty="0" err="1">
                <a:solidFill>
                  <a:srgbClr val="464653"/>
                </a:solidFill>
              </a:rPr>
              <a:t>ubqueries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4DD3FF-B1F7-3DAE-96CE-DE8AB3F97DA2}"/>
              </a:ext>
            </a:extLst>
          </p:cNvPr>
          <p:cNvSpPr txBox="1"/>
          <p:nvPr/>
        </p:nvSpPr>
        <p:spPr>
          <a:xfrm>
            <a:off x="1079500" y="3168650"/>
            <a:ext cx="8305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players p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pc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</a:t>
            </a: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(wage)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487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00260" y="625648"/>
            <a:ext cx="8637440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 err="1">
                <a:solidFill>
                  <a:srgbClr val="464653"/>
                </a:solidFill>
              </a:rPr>
              <a:t>Combining</a:t>
            </a:r>
            <a:r>
              <a:rPr spc="275" dirty="0">
                <a:solidFill>
                  <a:srgbClr val="464653"/>
                </a:solidFill>
              </a:rPr>
              <a:t> </a:t>
            </a:r>
            <a:r>
              <a:rPr lang="pt-BR" spc="275" dirty="0" err="1">
                <a:solidFill>
                  <a:srgbClr val="464653"/>
                </a:solidFill>
              </a:rPr>
              <a:t>s</a:t>
            </a:r>
            <a:r>
              <a:rPr spc="275" dirty="0">
                <a:solidFill>
                  <a:srgbClr val="464653"/>
                </a:solidFill>
              </a:rPr>
              <a:t>ingle-</a:t>
            </a:r>
            <a:r>
              <a:rPr lang="pt-BR" spc="275" dirty="0" err="1">
                <a:solidFill>
                  <a:srgbClr val="464653"/>
                </a:solidFill>
              </a:rPr>
              <a:t>r</a:t>
            </a:r>
            <a:r>
              <a:rPr spc="275" dirty="0">
                <a:solidFill>
                  <a:srgbClr val="464653"/>
                </a:solidFill>
              </a:rPr>
              <a:t>ow </a:t>
            </a:r>
            <a:r>
              <a:rPr lang="pt-BR" spc="275" dirty="0">
                <a:solidFill>
                  <a:srgbClr val="464653"/>
                </a:solidFill>
              </a:rPr>
              <a:t>s</a:t>
            </a:r>
            <a:r>
              <a:rPr spc="275" dirty="0" err="1">
                <a:solidFill>
                  <a:srgbClr val="464653"/>
                </a:solidFill>
              </a:rPr>
              <a:t>ubqueries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082CA-42E7-0866-0557-CB5BA2FEEE5E}"/>
              </a:ext>
            </a:extLst>
          </p:cNvPr>
          <p:cNvSpPr txBox="1"/>
          <p:nvPr/>
        </p:nvSpPr>
        <p:spPr>
          <a:xfrm>
            <a:off x="822002" y="1450892"/>
            <a:ext cx="9401498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6894" indent="-342900">
              <a:spcBef>
                <a:spcPts val="292"/>
              </a:spcBef>
              <a:buClr>
                <a:srgbClr val="9FB8CD"/>
              </a:buClr>
              <a:buSzPct val="76190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400" dirty="0">
                <a:latin typeface="Arial"/>
                <a:cs typeface="Arial"/>
              </a:rPr>
              <a:t>We can also combine multiple single-row subqueries to write more complex conditions.</a:t>
            </a:r>
          </a:p>
          <a:p>
            <a:pPr marL="356894" indent="-342900">
              <a:spcBef>
                <a:spcPts val="292"/>
              </a:spcBef>
              <a:buClr>
                <a:srgbClr val="9FB8CD"/>
              </a:buClr>
              <a:buSzPct val="76190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400" dirty="0">
                <a:latin typeface="Arial"/>
                <a:cs typeface="Arial"/>
              </a:rPr>
              <a:t>Suppose we want to list all players who earn more than Chelsea’s top earner and are worth more than the average Real Madrid player.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C8432-18ED-5E3C-CB99-56A5D67BC066}"/>
              </a:ext>
            </a:extLst>
          </p:cNvPr>
          <p:cNvSpPr txBox="1"/>
          <p:nvPr/>
        </p:nvSpPr>
        <p:spPr>
          <a:xfrm>
            <a:off x="1024805" y="3674914"/>
            <a:ext cx="83883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players p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pc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 (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MAX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(wage)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'CL137'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Chelsea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pc.value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 (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(value)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'CL473'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Real Madrid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55700" y="490562"/>
            <a:ext cx="7406768" cy="57364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EXISTS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082CA-42E7-0866-0557-CB5BA2FEEE5E}"/>
              </a:ext>
            </a:extLst>
          </p:cNvPr>
          <p:cNvSpPr txBox="1"/>
          <p:nvPr/>
        </p:nvSpPr>
        <p:spPr>
          <a:xfrm>
            <a:off x="698500" y="1187450"/>
            <a:ext cx="9372600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6894" indent="-342900">
              <a:spcBef>
                <a:spcPts val="292"/>
              </a:spcBef>
              <a:buClr>
                <a:srgbClr val="9FB8CD"/>
              </a:buClr>
              <a:buSzPct val="76190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200" dirty="0">
                <a:latin typeface="Arial"/>
                <a:cs typeface="Arial"/>
              </a:rPr>
              <a:t>The EXISTS keyword is typically used to check for the existence of rows in the subquery, and it returns true if the subquery returns one or more rows.</a:t>
            </a:r>
          </a:p>
          <a:p>
            <a:pPr marL="356894" indent="-342900">
              <a:spcBef>
                <a:spcPts val="292"/>
              </a:spcBef>
              <a:buClr>
                <a:srgbClr val="9FB8CD"/>
              </a:buClr>
              <a:buSzPct val="76190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200" dirty="0">
                <a:latin typeface="Arial"/>
                <a:cs typeface="Arial"/>
              </a:rPr>
              <a:t>SELECT 1 is a shorthand used in EXISTS subqueries to check for the existence of at least one row that satisfies the specified conditions in the subquery.</a:t>
            </a:r>
          </a:p>
          <a:p>
            <a:pPr marL="356894" indent="-342900">
              <a:spcBef>
                <a:spcPts val="292"/>
              </a:spcBef>
              <a:buClr>
                <a:srgbClr val="9FB8CD"/>
              </a:buClr>
              <a:buSzPct val="76190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200" dirty="0">
                <a:latin typeface="Arial"/>
                <a:cs typeface="Arial"/>
              </a:rPr>
              <a:t>For example, let’s list all clubs that currently have at least one player earning over 50k/week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394933-6C2A-94B5-EA8C-96CE6AEF08A4}"/>
              </a:ext>
            </a:extLst>
          </p:cNvPr>
          <p:cNvSpPr txBox="1"/>
          <p:nvPr/>
        </p:nvSpPr>
        <p:spPr>
          <a:xfrm>
            <a:off x="1155700" y="4311650"/>
            <a:ext cx="53467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club_name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clubs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EXISTS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&gt;=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50000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793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302" y="7087717"/>
            <a:ext cx="132938" cy="209903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0"/>
                </a:moveTo>
                <a:lnTo>
                  <a:pt x="0" y="190500"/>
                </a:lnTo>
                <a:lnTo>
                  <a:pt x="12065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>
            <a:endParaRPr sz="1983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9560" y="625648"/>
            <a:ext cx="6504539" cy="5723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5" dirty="0">
                <a:solidFill>
                  <a:srgbClr val="464653"/>
                </a:solidFill>
              </a:rPr>
              <a:t>Multiple-</a:t>
            </a:r>
            <a:r>
              <a:rPr lang="pt-BR" spc="275" dirty="0" err="1">
                <a:solidFill>
                  <a:srgbClr val="464653"/>
                </a:solidFill>
              </a:rPr>
              <a:t>r</a:t>
            </a:r>
            <a:r>
              <a:rPr spc="275" dirty="0">
                <a:solidFill>
                  <a:srgbClr val="464653"/>
                </a:solidFill>
              </a:rPr>
              <a:t>ow </a:t>
            </a:r>
            <a:r>
              <a:rPr lang="pt-BR" spc="275" dirty="0">
                <a:solidFill>
                  <a:srgbClr val="464653"/>
                </a:solidFill>
              </a:rPr>
              <a:t>s</a:t>
            </a:r>
            <a:r>
              <a:rPr spc="275" dirty="0" err="1">
                <a:solidFill>
                  <a:srgbClr val="464653"/>
                </a:solidFill>
              </a:rPr>
              <a:t>ubqueries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0312" y="1972527"/>
            <a:ext cx="6972988" cy="775339"/>
          </a:xfrm>
          <a:prstGeom prst="rect">
            <a:avLst/>
          </a:prstGeom>
        </p:spPr>
        <p:txBody>
          <a:bodyPr vert="horz" wrap="square" lIns="0" tIns="37083" rIns="0" bIns="0" rtlCol="0">
            <a:spAutoFit/>
          </a:bodyPr>
          <a:lstStyle/>
          <a:p>
            <a:pPr marL="356894" indent="-342900">
              <a:spcBef>
                <a:spcPts val="292"/>
              </a:spcBef>
              <a:buClr>
                <a:srgbClr val="9FB8CD"/>
              </a:buClr>
              <a:buSzPct val="76190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sz="2314" dirty="0">
                <a:solidFill>
                  <a:srgbClr val="464653"/>
                </a:solidFill>
                <a:latin typeface="Arial"/>
                <a:cs typeface="Arial"/>
              </a:rPr>
              <a:t>Return more than one row form the sub-query</a:t>
            </a:r>
            <a:endParaRPr sz="2314" dirty="0">
              <a:latin typeface="Arial"/>
              <a:cs typeface="Arial"/>
            </a:endParaRPr>
          </a:p>
          <a:p>
            <a:pPr marL="356894" indent="-342900">
              <a:spcBef>
                <a:spcPts val="187"/>
              </a:spcBef>
              <a:buClr>
                <a:srgbClr val="9FB8CD"/>
              </a:buClr>
              <a:buSzPct val="76190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sz="2314" dirty="0">
                <a:solidFill>
                  <a:srgbClr val="464653"/>
                </a:solidFill>
                <a:latin typeface="Arial"/>
                <a:cs typeface="Arial"/>
              </a:rPr>
              <a:t>Use multiple-row comparison operators</a:t>
            </a:r>
            <a:endParaRPr sz="2314" dirty="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57658" y="3146792"/>
          <a:ext cx="7291323" cy="34238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9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1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0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IE" sz="2000" b="1" spc="-5" noProof="0">
                          <a:latin typeface="Arial"/>
                          <a:cs typeface="Arial"/>
                        </a:rPr>
                        <a:t>Operator</a:t>
                      </a:r>
                      <a:endParaRPr lang="en-IE" sz="2000" noProof="0">
                        <a:latin typeface="Arial"/>
                        <a:cs typeface="Arial"/>
                      </a:endParaRPr>
                    </a:p>
                  </a:txBody>
                  <a:tcPr marL="0" marR="0" marT="5107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IE" sz="2000" b="1" spc="-5" noProof="0">
                          <a:latin typeface="Arial"/>
                          <a:cs typeface="Arial"/>
                        </a:rPr>
                        <a:t>Meaning</a:t>
                      </a:r>
                      <a:endParaRPr lang="en-IE" sz="2000" noProof="0">
                        <a:latin typeface="Arial"/>
                        <a:cs typeface="Arial"/>
                      </a:endParaRPr>
                    </a:p>
                  </a:txBody>
                  <a:tcPr marL="0" marR="0" marT="5107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79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lang="en-IE" sz="2000" b="1" spc="-10" noProof="0">
                          <a:latin typeface="Courier New"/>
                          <a:cs typeface="Courier New"/>
                        </a:rPr>
                        <a:t>IN</a:t>
                      </a:r>
                      <a:endParaRPr lang="en-IE" sz="2000" noProof="0">
                        <a:latin typeface="Courier New"/>
                        <a:cs typeface="Courier New"/>
                      </a:endParaRPr>
                    </a:p>
                  </a:txBody>
                  <a:tcPr marL="0" marR="0" marT="650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lang="en-IE" sz="2000" b="1" spc="-5" noProof="0">
                          <a:latin typeface="Arial"/>
                          <a:cs typeface="Arial"/>
                        </a:rPr>
                        <a:t>Equal</a:t>
                      </a:r>
                      <a:r>
                        <a:rPr lang="en-IE" sz="2000" b="1" spc="-20" noProof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noProof="0">
                          <a:latin typeface="Arial"/>
                          <a:cs typeface="Arial"/>
                        </a:rPr>
                        <a:t>to</a:t>
                      </a:r>
                      <a:r>
                        <a:rPr lang="en-IE" sz="2000" b="1" spc="-15" noProof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spc="-5" noProof="0">
                          <a:latin typeface="Arial"/>
                          <a:cs typeface="Arial"/>
                        </a:rPr>
                        <a:t>any</a:t>
                      </a:r>
                      <a:r>
                        <a:rPr lang="en-IE" sz="2000" b="1" spc="-20" noProof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spc="-5" noProof="0">
                          <a:latin typeface="Arial"/>
                          <a:cs typeface="Arial"/>
                        </a:rPr>
                        <a:t>member</a:t>
                      </a:r>
                      <a:r>
                        <a:rPr lang="en-IE" sz="2000" b="1" spc="-15" noProof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noProof="0">
                          <a:latin typeface="Arial"/>
                          <a:cs typeface="Arial"/>
                        </a:rPr>
                        <a:t>in</a:t>
                      </a:r>
                      <a:r>
                        <a:rPr lang="en-IE" sz="2000" b="1" spc="-15" noProof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noProof="0">
                          <a:latin typeface="Arial"/>
                          <a:cs typeface="Arial"/>
                        </a:rPr>
                        <a:t>the</a:t>
                      </a:r>
                      <a:r>
                        <a:rPr lang="en-IE" sz="2000" b="1" spc="-20" noProof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spc="-5" noProof="0">
                          <a:latin typeface="Arial"/>
                          <a:cs typeface="Arial"/>
                        </a:rPr>
                        <a:t>list</a:t>
                      </a:r>
                      <a:endParaRPr lang="en-IE" sz="2000" noProof="0">
                        <a:latin typeface="Arial"/>
                        <a:cs typeface="Arial"/>
                      </a:endParaRPr>
                    </a:p>
                  </a:txBody>
                  <a:tcPr marL="0" marR="0" marT="650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73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lang="en-IE" sz="2000" b="1" spc="-10" noProof="0">
                          <a:latin typeface="Courier New"/>
                          <a:cs typeface="Courier New"/>
                        </a:rPr>
                        <a:t>NOT IN</a:t>
                      </a:r>
                      <a:endParaRPr lang="en-IE" sz="2000" noProof="0">
                        <a:latin typeface="Courier New"/>
                        <a:cs typeface="Courier New"/>
                      </a:endParaRPr>
                    </a:p>
                  </a:txBody>
                  <a:tcPr marL="0" marR="0" marT="6297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42875">
                        <a:lnSpc>
                          <a:spcPts val="2620"/>
                        </a:lnSpc>
                        <a:spcBef>
                          <a:spcPts val="155"/>
                        </a:spcBef>
                      </a:pPr>
                      <a:r>
                        <a:rPr lang="en-IE" sz="2000" b="1" spc="-5" noProof="0" dirty="0">
                          <a:latin typeface="Arial"/>
                          <a:cs typeface="Arial"/>
                        </a:rPr>
                        <a:t>Unequal to any member in the list</a:t>
                      </a:r>
                      <a:endParaRPr lang="en-IE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16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73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lang="en-IE" sz="2000" b="1" spc="-10" noProof="0" dirty="0">
                          <a:latin typeface="Courier New"/>
                          <a:cs typeface="Courier New"/>
                        </a:rPr>
                        <a:t>ANY/SOME</a:t>
                      </a:r>
                      <a:endParaRPr lang="en-IE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297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42875">
                        <a:lnSpc>
                          <a:spcPts val="2620"/>
                        </a:lnSpc>
                        <a:spcBef>
                          <a:spcPts val="155"/>
                        </a:spcBef>
                      </a:pPr>
                      <a:r>
                        <a:rPr lang="en-IE" sz="2000" b="1" spc="-5" noProof="0" dirty="0">
                          <a:latin typeface="Arial"/>
                          <a:cs typeface="Arial"/>
                        </a:rPr>
                        <a:t>Compare a</a:t>
                      </a:r>
                      <a:r>
                        <a:rPr lang="en-IE" sz="2000" b="1" spc="-10" noProof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spc="-5" noProof="0" dirty="0">
                          <a:latin typeface="Arial"/>
                          <a:cs typeface="Arial"/>
                        </a:rPr>
                        <a:t>value </a:t>
                      </a:r>
                      <a:r>
                        <a:rPr lang="en-IE" sz="2000" b="1" noProof="0" dirty="0">
                          <a:latin typeface="Arial"/>
                          <a:cs typeface="Arial"/>
                        </a:rPr>
                        <a:t>to </a:t>
                      </a:r>
                      <a:r>
                        <a:rPr lang="en-IE" sz="2000" b="1" spc="-5" noProof="0" dirty="0">
                          <a:latin typeface="Arial"/>
                          <a:cs typeface="Arial"/>
                        </a:rPr>
                        <a:t>each</a:t>
                      </a:r>
                      <a:r>
                        <a:rPr lang="en-IE" sz="2000" b="1" noProof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spc="-5" noProof="0" dirty="0">
                          <a:latin typeface="Arial"/>
                          <a:cs typeface="Arial"/>
                        </a:rPr>
                        <a:t>value returned</a:t>
                      </a:r>
                      <a:r>
                        <a:rPr lang="en-IE" sz="2000" b="1" noProof="0" dirty="0">
                          <a:latin typeface="Arial"/>
                          <a:cs typeface="Arial"/>
                        </a:rPr>
                        <a:t> by</a:t>
                      </a:r>
                      <a:r>
                        <a:rPr lang="en-IE" sz="2000" b="1" spc="-5" noProof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noProof="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lang="en-IE" sz="2000" b="1" spc="-484" noProof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spc="-5" noProof="0" dirty="0">
                          <a:latin typeface="Arial"/>
                          <a:cs typeface="Arial"/>
                        </a:rPr>
                        <a:t>subquery (commonly used with comparison operators such as &gt; and &lt;)</a:t>
                      </a:r>
                      <a:endParaRPr lang="en-IE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169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73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lang="en-IE" sz="2000" b="1" spc="-10" noProof="0">
                          <a:latin typeface="Courier New"/>
                          <a:cs typeface="Courier New"/>
                        </a:rPr>
                        <a:t>ALL</a:t>
                      </a:r>
                      <a:endParaRPr lang="en-IE" sz="2000" noProof="0">
                        <a:latin typeface="Courier New"/>
                        <a:cs typeface="Courier New"/>
                      </a:endParaRPr>
                    </a:p>
                  </a:txBody>
                  <a:tcPr marL="0" marR="0" marT="62971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73709">
                        <a:lnSpc>
                          <a:spcPts val="2620"/>
                        </a:lnSpc>
                        <a:spcBef>
                          <a:spcPts val="150"/>
                        </a:spcBef>
                      </a:pPr>
                      <a:r>
                        <a:rPr lang="en-IE" sz="2000" b="1" spc="-5" noProof="0" dirty="0">
                          <a:latin typeface="Arial"/>
                          <a:cs typeface="Arial"/>
                        </a:rPr>
                        <a:t>Compare value </a:t>
                      </a:r>
                      <a:r>
                        <a:rPr lang="en-IE" sz="2000" b="1" noProof="0" dirty="0">
                          <a:latin typeface="Arial"/>
                          <a:cs typeface="Arial"/>
                        </a:rPr>
                        <a:t>to </a:t>
                      </a:r>
                      <a:r>
                        <a:rPr lang="en-IE" sz="2000" b="1" spc="-5" noProof="0" dirty="0">
                          <a:latin typeface="Arial"/>
                          <a:cs typeface="Arial"/>
                        </a:rPr>
                        <a:t>every value returned</a:t>
                      </a:r>
                      <a:r>
                        <a:rPr lang="en-IE" sz="2000" b="1" noProof="0" dirty="0">
                          <a:latin typeface="Arial"/>
                          <a:cs typeface="Arial"/>
                        </a:rPr>
                        <a:t> by </a:t>
                      </a:r>
                      <a:r>
                        <a:rPr lang="en-IE" sz="2000" b="1" spc="-490" noProof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noProof="0" dirty="0">
                          <a:latin typeface="Arial"/>
                          <a:cs typeface="Arial"/>
                        </a:rPr>
                        <a:t>the</a:t>
                      </a:r>
                      <a:r>
                        <a:rPr lang="en-IE" sz="2000" b="1" spc="-10" noProof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IE" sz="2000" b="1" spc="-5" noProof="0" dirty="0">
                          <a:latin typeface="Arial"/>
                          <a:cs typeface="Arial"/>
                        </a:rPr>
                        <a:t>subquery</a:t>
                      </a:r>
                      <a:endParaRPr lang="en-IE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099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0849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42240" y="516165"/>
            <a:ext cx="9395560" cy="47579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IN</a:t>
            </a:r>
            <a:r>
              <a:rPr spc="275" dirty="0">
                <a:solidFill>
                  <a:srgbClr val="464653"/>
                </a:solidFill>
              </a:rPr>
              <a:t> </a:t>
            </a:r>
            <a:r>
              <a:rPr spc="275" dirty="0" err="1">
                <a:solidFill>
                  <a:srgbClr val="464653"/>
                </a:solidFill>
              </a:rPr>
              <a:t>Operato</a:t>
            </a:r>
            <a:r>
              <a:rPr lang="pt-BR" spc="275" dirty="0" err="1">
                <a:solidFill>
                  <a:srgbClr val="464653"/>
                </a:solidFill>
              </a:rPr>
              <a:t>r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8367" y="1220815"/>
            <a:ext cx="8927933" cy="1556487"/>
          </a:xfrm>
          <a:prstGeom prst="rect">
            <a:avLst/>
          </a:prstGeom>
        </p:spPr>
        <p:txBody>
          <a:bodyPr vert="horz" wrap="square" lIns="0" tIns="20291" rIns="0" bIns="0" rtlCol="0">
            <a:spAutoFit/>
          </a:bodyPr>
          <a:lstStyle/>
          <a:p>
            <a:pPr marL="356894" marR="5598" indent="-342900">
              <a:lnSpc>
                <a:spcPct val="1044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Arial"/>
                <a:cs typeface="Arial"/>
              </a:rPr>
              <a:t>The IN operator is used to check if a value matches any value in a subquery.</a:t>
            </a:r>
          </a:p>
          <a:p>
            <a:pPr marL="356894" marR="5598" indent="-342900">
              <a:lnSpc>
                <a:spcPct val="1044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Arial"/>
                <a:cs typeface="Arial"/>
              </a:rPr>
              <a:t>Let’s find players who are contracted to clubs that have at least one high-earning player (someone earning €50,000 or more).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5FACE-201E-CDCA-5320-014C9D867C7E}"/>
              </a:ext>
            </a:extLst>
          </p:cNvPr>
          <p:cNvSpPr txBox="1"/>
          <p:nvPr/>
        </p:nvSpPr>
        <p:spPr>
          <a:xfrm>
            <a:off x="967640" y="3071039"/>
            <a:ext cx="77787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clubs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DISTINCT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&gt;=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50000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42240" y="516165"/>
            <a:ext cx="9395560" cy="47579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275" dirty="0">
                <a:solidFill>
                  <a:srgbClr val="464653"/>
                </a:solidFill>
              </a:rPr>
              <a:t>NOT IN</a:t>
            </a:r>
            <a:r>
              <a:rPr spc="275" dirty="0">
                <a:solidFill>
                  <a:srgbClr val="464653"/>
                </a:solidFill>
              </a:rPr>
              <a:t> </a:t>
            </a:r>
            <a:r>
              <a:rPr spc="275" dirty="0" err="1">
                <a:solidFill>
                  <a:srgbClr val="464653"/>
                </a:solidFill>
              </a:rPr>
              <a:t>Operato</a:t>
            </a:r>
            <a:r>
              <a:rPr lang="pt-BR" spc="275" dirty="0" err="1">
                <a:solidFill>
                  <a:srgbClr val="464653"/>
                </a:solidFill>
              </a:rPr>
              <a:t>r</a:t>
            </a:r>
            <a:endParaRPr spc="275" dirty="0">
              <a:solidFill>
                <a:srgbClr val="464653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8367" y="1220815"/>
            <a:ext cx="8927933" cy="1556487"/>
          </a:xfrm>
          <a:prstGeom prst="rect">
            <a:avLst/>
          </a:prstGeom>
        </p:spPr>
        <p:txBody>
          <a:bodyPr vert="horz" wrap="square" lIns="0" tIns="20291" rIns="0" bIns="0" rtlCol="0">
            <a:spAutoFit/>
          </a:bodyPr>
          <a:lstStyle/>
          <a:p>
            <a:pPr marL="356894" marR="5598" indent="-342900">
              <a:lnSpc>
                <a:spcPct val="1044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Arial"/>
                <a:cs typeface="Arial"/>
              </a:rPr>
              <a:t>The NOT IN operator is used to check if a value does not match any value in a subquery.</a:t>
            </a:r>
          </a:p>
          <a:p>
            <a:pPr marL="356894" marR="5598" indent="-342900">
              <a:lnSpc>
                <a:spcPct val="1044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Arial"/>
                <a:cs typeface="Arial"/>
              </a:rPr>
              <a:t>Suppose we want to know what players currently DO NOT have a contract.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67188-EA62-990B-BABE-B5D10DD5A153}"/>
              </a:ext>
            </a:extLst>
          </p:cNvPr>
          <p:cNvSpPr txBox="1"/>
          <p:nvPr/>
        </p:nvSpPr>
        <p:spPr>
          <a:xfrm>
            <a:off x="942240" y="3321050"/>
            <a:ext cx="53467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444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231900" y="715901"/>
            <a:ext cx="5638800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75" dirty="0">
                <a:solidFill>
                  <a:srgbClr val="464653"/>
                </a:solidFill>
              </a:rPr>
              <a:t>Using the ANY </a:t>
            </a:r>
            <a:r>
              <a:rPr lang="pt-BR" sz="3200" spc="275" dirty="0">
                <a:solidFill>
                  <a:srgbClr val="464653"/>
                </a:solidFill>
              </a:rPr>
              <a:t>o</a:t>
            </a:r>
            <a:r>
              <a:rPr sz="3200" spc="275" dirty="0" err="1">
                <a:solidFill>
                  <a:srgbClr val="464653"/>
                </a:solidFill>
              </a:rPr>
              <a:t>perato</a:t>
            </a:r>
            <a:r>
              <a:rPr lang="pt-BR" sz="3200" spc="275" dirty="0" err="1">
                <a:solidFill>
                  <a:srgbClr val="464653"/>
                </a:solidFill>
              </a:rPr>
              <a:t>r</a:t>
            </a:r>
            <a:endParaRPr sz="3200" spc="275" dirty="0">
              <a:solidFill>
                <a:srgbClr val="464653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0900" y="1644650"/>
            <a:ext cx="8763000" cy="1304815"/>
          </a:xfrm>
          <a:prstGeom prst="rect">
            <a:avLst/>
          </a:prstGeom>
        </p:spPr>
        <p:txBody>
          <a:bodyPr vert="horz" wrap="square" lIns="0" tIns="20291" rIns="0" bIns="0" rtlCol="0">
            <a:spAutoFit/>
          </a:bodyPr>
          <a:lstStyle/>
          <a:p>
            <a:pPr marL="356894" marR="5598" indent="-342900">
              <a:lnSpc>
                <a:spcPct val="1044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Arial"/>
                <a:cs typeface="Arial"/>
              </a:rPr>
              <a:t>The ANY operator compares a value to  each value returned by a subquery and returns a row if meets the condition  for any of them.</a:t>
            </a:r>
            <a:endParaRPr lang="pt-BR" sz="2000" dirty="0">
              <a:latin typeface="Arial"/>
              <a:cs typeface="Arial"/>
            </a:endParaRPr>
          </a:p>
          <a:p>
            <a:pPr marL="356894" marR="5598" indent="-342900">
              <a:lnSpc>
                <a:spcPct val="1044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lang="en-IE" sz="2000" dirty="0">
                <a:latin typeface="Arial"/>
                <a:cs typeface="Arial"/>
              </a:rPr>
              <a:t>Suppose we want players whose wage is higher than any player at Chelsea (meaning higher than at least one Chelsea player).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0CB06-8761-6FE4-3B50-EA8606929EE3}"/>
              </a:ext>
            </a:extLst>
          </p:cNvPr>
          <p:cNvSpPr txBox="1"/>
          <p:nvPr/>
        </p:nvSpPr>
        <p:spPr>
          <a:xfrm>
            <a:off x="1231900" y="3372947"/>
            <a:ext cx="7620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ANY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'CL137'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Chelsea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757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495607" y="1311646"/>
            <a:ext cx="9702185" cy="1956714"/>
          </a:xfrm>
          <a:prstGeom prst="rect">
            <a:avLst/>
          </a:prstGeom>
        </p:spPr>
        <p:txBody>
          <a:bodyPr vert="horz" wrap="square" lIns="0" tIns="13994" rIns="0" bIns="0" rtlCol="0">
            <a:spAutoFit/>
          </a:bodyPr>
          <a:lstStyle/>
          <a:p>
            <a:pPr marL="355600" marR="5598" indent="-342900">
              <a:lnSpc>
                <a:spcPct val="1056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Arial"/>
                <a:cs typeface="Arial"/>
              </a:rPr>
              <a:t>The ALL operator compares a value to every value returned by </a:t>
            </a:r>
            <a:r>
              <a:rPr lang="pt-BR" sz="240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subquery and returns a row only if it meets the condition for all of them</a:t>
            </a:r>
            <a:endParaRPr lang="pt-BR" sz="2400" dirty="0">
              <a:latin typeface="Arial"/>
              <a:cs typeface="Arial"/>
            </a:endParaRPr>
          </a:p>
          <a:p>
            <a:pPr marL="355600" marR="5598" indent="-342900">
              <a:lnSpc>
                <a:spcPct val="1056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IE" sz="2400" dirty="0">
                <a:latin typeface="Arial"/>
                <a:cs typeface="Arial"/>
              </a:rPr>
              <a:t>Suppose we want to find players whose wage is higher than every player at Chelsea (so, higher than Chelsea’s top earner).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352CC8B0-BBF2-DE12-8978-44C51B3F7A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562" y="610732"/>
            <a:ext cx="5638800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75" dirty="0">
                <a:solidFill>
                  <a:srgbClr val="464653"/>
                </a:solidFill>
              </a:rPr>
              <a:t>Using the A</a:t>
            </a:r>
            <a:r>
              <a:rPr lang="pt-BR" sz="3200" spc="275" dirty="0">
                <a:solidFill>
                  <a:srgbClr val="464653"/>
                </a:solidFill>
              </a:rPr>
              <a:t>LL</a:t>
            </a:r>
            <a:r>
              <a:rPr sz="3200" spc="275" dirty="0">
                <a:solidFill>
                  <a:srgbClr val="464653"/>
                </a:solidFill>
              </a:rPr>
              <a:t> </a:t>
            </a:r>
            <a:r>
              <a:rPr lang="pt-BR" sz="3200" spc="275" dirty="0">
                <a:solidFill>
                  <a:srgbClr val="464653"/>
                </a:solidFill>
              </a:rPr>
              <a:t>o</a:t>
            </a:r>
            <a:r>
              <a:rPr sz="3200" spc="275" dirty="0" err="1">
                <a:solidFill>
                  <a:srgbClr val="464653"/>
                </a:solidFill>
              </a:rPr>
              <a:t>perato</a:t>
            </a:r>
            <a:r>
              <a:rPr lang="pt-BR" sz="3200" spc="275" dirty="0" err="1">
                <a:solidFill>
                  <a:srgbClr val="464653"/>
                </a:solidFill>
              </a:rPr>
              <a:t>r</a:t>
            </a:r>
            <a:endParaRPr sz="3200" spc="275" dirty="0">
              <a:solidFill>
                <a:srgbClr val="46465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F379B-FADE-EF90-E904-2E0EB4961E0F}"/>
              </a:ext>
            </a:extLst>
          </p:cNvPr>
          <p:cNvSpPr txBox="1"/>
          <p:nvPr/>
        </p:nvSpPr>
        <p:spPr>
          <a:xfrm>
            <a:off x="1096962" y="3549650"/>
            <a:ext cx="53467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player_name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i="1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pc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&gt;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'CL137'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Chelsea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561" y="643141"/>
            <a:ext cx="1901019" cy="53735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275" dirty="0">
                <a:latin typeface="+mj-lt"/>
                <a:cs typeface="+mj-cs"/>
              </a:rPr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8500" y="1949450"/>
            <a:ext cx="9220200" cy="2710794"/>
          </a:xfrm>
          <a:prstGeom prst="rect">
            <a:avLst/>
          </a:prstGeom>
        </p:spPr>
        <p:txBody>
          <a:bodyPr vert="horz" wrap="square" lIns="0" tIns="30785" rIns="0" bIns="0" rtlCol="0">
            <a:spAutoFit/>
          </a:bodyPr>
          <a:lstStyle/>
          <a:p>
            <a:pPr marL="356894" marR="5598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sz="2400" dirty="0">
                <a:latin typeface="Arial"/>
                <a:cs typeface="Arial"/>
              </a:rPr>
              <a:t>Removes all rows which  satisfy the condition</a:t>
            </a:r>
            <a:endParaRPr lang="pt-BR" sz="2400" dirty="0">
              <a:latin typeface="Arial"/>
              <a:cs typeface="Arial"/>
            </a:endParaRPr>
          </a:p>
          <a:p>
            <a:pPr marL="356894" marR="5598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pt-BR" sz="2400" dirty="0">
                <a:latin typeface="Arial"/>
                <a:cs typeface="Arial"/>
              </a:rPr>
              <a:t>Does </a:t>
            </a:r>
            <a:r>
              <a:rPr lang="pt-BR" sz="2400" dirty="0" err="1">
                <a:latin typeface="Arial"/>
                <a:cs typeface="Arial"/>
              </a:rPr>
              <a:t>not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free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the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memory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space</a:t>
            </a:r>
            <a:endParaRPr lang="pt-BR" sz="2400" dirty="0">
              <a:latin typeface="Arial"/>
              <a:cs typeface="Arial"/>
            </a:endParaRPr>
          </a:p>
          <a:p>
            <a:pPr marL="356894" marR="5598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pt-BR" sz="2400" dirty="0">
                <a:latin typeface="Arial"/>
                <a:cs typeface="Arial"/>
              </a:rPr>
              <a:t>It </a:t>
            </a:r>
            <a:r>
              <a:rPr lang="pt-BR" sz="2400" dirty="0" err="1">
                <a:latin typeface="Arial"/>
                <a:cs typeface="Arial"/>
              </a:rPr>
              <a:t>is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slower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than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truncate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since</a:t>
            </a:r>
            <a:r>
              <a:rPr lang="pt-BR" sz="2400" dirty="0">
                <a:latin typeface="Arial"/>
                <a:cs typeface="Arial"/>
              </a:rPr>
              <a:t> it </a:t>
            </a:r>
            <a:r>
              <a:rPr lang="pt-BR" sz="2400" dirty="0" err="1">
                <a:latin typeface="Arial"/>
                <a:cs typeface="Arial"/>
              </a:rPr>
              <a:t>operates</a:t>
            </a:r>
            <a:r>
              <a:rPr lang="pt-BR" sz="2400" dirty="0">
                <a:latin typeface="Arial"/>
                <a:cs typeface="Arial"/>
              </a:rPr>
              <a:t> in </a:t>
            </a:r>
            <a:r>
              <a:rPr lang="pt-BR" sz="2400" dirty="0" err="1">
                <a:latin typeface="Arial"/>
                <a:cs typeface="Arial"/>
              </a:rPr>
              <a:t>each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row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individually</a:t>
            </a:r>
            <a:endParaRPr lang="pt-BR" sz="2400" dirty="0">
              <a:latin typeface="Arial"/>
              <a:cs typeface="Arial"/>
            </a:endParaRPr>
          </a:p>
          <a:p>
            <a:pPr marL="356894" marR="5598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400" dirty="0">
                <a:latin typeface="Arial"/>
                <a:cs typeface="Arial"/>
              </a:rPr>
              <a:t>If no condition is given then  ALL rows are deleted - BE  CAREFUL</a:t>
            </a:r>
          </a:p>
          <a:p>
            <a:pPr marL="356894" marR="5598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7551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2C53-AD02-1DA4-9386-15DD9F0DB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DFF0CC-1CDD-66E1-F334-D7131B9157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561" y="643141"/>
            <a:ext cx="1901019" cy="53735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275" dirty="0">
                <a:latin typeface="+mj-lt"/>
                <a:cs typeface="+mj-cs"/>
              </a:rPr>
              <a:t>DELETE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02ED1-5485-B26C-9269-481B11435CE2}"/>
              </a:ext>
            </a:extLst>
          </p:cNvPr>
          <p:cNvSpPr txBox="1"/>
          <p:nvPr/>
        </p:nvSpPr>
        <p:spPr>
          <a:xfrm>
            <a:off x="1003300" y="2254250"/>
            <a:ext cx="53467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--DELETE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DELETE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contract_valid_until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2020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contract_valid_until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2020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3189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9560" y="659182"/>
            <a:ext cx="8894280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200" spc="275" dirty="0" err="1">
                <a:solidFill>
                  <a:srgbClr val="464653"/>
                </a:solidFill>
              </a:rPr>
              <a:t>Truncate</a:t>
            </a:r>
            <a:endParaRPr sz="3200" spc="275" dirty="0">
              <a:solidFill>
                <a:srgbClr val="464653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9560" y="1720850"/>
            <a:ext cx="8672483" cy="3216756"/>
          </a:xfrm>
          <a:prstGeom prst="rect">
            <a:avLst/>
          </a:prstGeom>
        </p:spPr>
        <p:txBody>
          <a:bodyPr vert="horz" wrap="square" lIns="0" tIns="100054" rIns="0" bIns="0" rtlCol="0">
            <a:spAutoFit/>
          </a:bodyPr>
          <a:lstStyle/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sz="2400" dirty="0">
                <a:latin typeface="Arial"/>
                <a:cs typeface="Arial"/>
              </a:rPr>
              <a:t>Removes all of the table data without saving any rollback  information</a:t>
            </a:r>
            <a:endParaRPr lang="pt-BR" sz="2400" dirty="0">
              <a:latin typeface="Arial"/>
              <a:cs typeface="Arial"/>
            </a:endParaRPr>
          </a:p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pt-BR" sz="2400" dirty="0">
                <a:latin typeface="Arial"/>
                <a:cs typeface="Arial"/>
              </a:rPr>
              <a:t>It </a:t>
            </a:r>
            <a:r>
              <a:rPr lang="pt-BR" sz="2400" dirty="0" err="1">
                <a:latin typeface="Arial"/>
                <a:cs typeface="Arial"/>
              </a:rPr>
              <a:t>frees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up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the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space</a:t>
            </a:r>
            <a:endParaRPr lang="pt-BR" sz="2400" dirty="0">
              <a:latin typeface="Arial"/>
              <a:cs typeface="Arial"/>
            </a:endParaRPr>
          </a:p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pt-BR" sz="2400" dirty="0" err="1">
                <a:latin typeface="Arial"/>
                <a:cs typeface="Arial"/>
              </a:rPr>
              <a:t>Faster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than</a:t>
            </a:r>
            <a:r>
              <a:rPr lang="pt-BR" sz="2400" dirty="0">
                <a:latin typeface="Arial"/>
                <a:cs typeface="Arial"/>
              </a:rPr>
              <a:t> delete </a:t>
            </a:r>
            <a:r>
              <a:rPr lang="pt-BR" sz="2400" dirty="0" err="1">
                <a:latin typeface="Arial"/>
                <a:cs typeface="Arial"/>
              </a:rPr>
              <a:t>because</a:t>
            </a:r>
            <a:r>
              <a:rPr lang="pt-BR" sz="2400" dirty="0">
                <a:latin typeface="Arial"/>
                <a:cs typeface="Arial"/>
              </a:rPr>
              <a:t> it </a:t>
            </a:r>
            <a:r>
              <a:rPr lang="pt-BR" sz="2400" dirty="0" err="1">
                <a:latin typeface="Arial"/>
                <a:cs typeface="Arial"/>
              </a:rPr>
              <a:t>deallocates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the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entire</a:t>
            </a:r>
            <a:r>
              <a:rPr lang="pt-BR" sz="2400" dirty="0">
                <a:latin typeface="Arial"/>
                <a:cs typeface="Arial"/>
              </a:rPr>
              <a:t> data </a:t>
            </a:r>
            <a:r>
              <a:rPr lang="pt-BR" sz="2400" dirty="0" err="1">
                <a:latin typeface="Arial"/>
                <a:cs typeface="Arial"/>
              </a:rPr>
              <a:t>at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once</a:t>
            </a:r>
            <a:endParaRPr lang="pt-BR" sz="2400" dirty="0">
              <a:latin typeface="Arial"/>
              <a:cs typeface="Arial"/>
            </a:endParaRPr>
          </a:p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pt-BR" sz="2400" dirty="0">
                <a:latin typeface="Arial"/>
                <a:cs typeface="Arial"/>
              </a:rPr>
              <a:t>It </a:t>
            </a:r>
            <a:r>
              <a:rPr lang="pt-BR" sz="2400" dirty="0" err="1">
                <a:latin typeface="Arial"/>
                <a:cs typeface="Arial"/>
              </a:rPr>
              <a:t>cannot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be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used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with</a:t>
            </a:r>
            <a:r>
              <a:rPr lang="pt-BR" sz="2400" dirty="0">
                <a:latin typeface="Arial"/>
                <a:cs typeface="Arial"/>
              </a:rPr>
              <a:t> a </a:t>
            </a:r>
            <a:r>
              <a:rPr lang="pt-BR" sz="2400" dirty="0" err="1">
                <a:latin typeface="Arial"/>
                <a:cs typeface="Arial"/>
              </a:rPr>
              <a:t>condition</a:t>
            </a:r>
            <a:endParaRPr sz="2400" dirty="0">
              <a:latin typeface="Arial"/>
              <a:cs typeface="Arial"/>
            </a:endParaRPr>
          </a:p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sz="2400" dirty="0">
                <a:latin typeface="Arial"/>
                <a:cs typeface="Arial"/>
              </a:rPr>
              <a:t>Must disable foreign key constraints before truncating table</a:t>
            </a:r>
          </a:p>
        </p:txBody>
      </p:sp>
    </p:spTree>
    <p:extLst>
      <p:ext uri="{BB962C8B-B14F-4D97-AF65-F5344CB8AC3E}">
        <p14:creationId xmlns:p14="http://schemas.microsoft.com/office/powerpoint/2010/main" val="39747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F787-F652-06D7-24BE-F6986E181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9E4EF98-CCC3-A108-B1E8-3D7C2BB81F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560" y="659182"/>
            <a:ext cx="8894280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200" spc="275" dirty="0" err="1">
                <a:solidFill>
                  <a:srgbClr val="464653"/>
                </a:solidFill>
              </a:rPr>
              <a:t>Truncate</a:t>
            </a:r>
            <a:endParaRPr sz="3200" spc="275" dirty="0">
              <a:solidFill>
                <a:srgbClr val="464653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4500AA5-025C-B325-0E5B-3198E0761A5A}"/>
              </a:ext>
            </a:extLst>
          </p:cNvPr>
          <p:cNvSpPr txBox="1"/>
          <p:nvPr/>
        </p:nvSpPr>
        <p:spPr>
          <a:xfrm>
            <a:off x="899560" y="1720850"/>
            <a:ext cx="8672483" cy="3216756"/>
          </a:xfrm>
          <a:prstGeom prst="rect">
            <a:avLst/>
          </a:prstGeom>
        </p:spPr>
        <p:txBody>
          <a:bodyPr vert="horz" wrap="square" lIns="0" tIns="100054" rIns="0" bIns="0" rtlCol="0">
            <a:spAutoFit/>
          </a:bodyPr>
          <a:lstStyle/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sz="2400" dirty="0">
                <a:latin typeface="Arial"/>
                <a:cs typeface="Arial"/>
              </a:rPr>
              <a:t>Removes all of the table data without saving any rollback  information</a:t>
            </a:r>
            <a:endParaRPr lang="pt-BR" sz="2400" dirty="0">
              <a:latin typeface="Arial"/>
              <a:cs typeface="Arial"/>
            </a:endParaRPr>
          </a:p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pt-BR" sz="2400" dirty="0">
                <a:latin typeface="Arial"/>
                <a:cs typeface="Arial"/>
              </a:rPr>
              <a:t>It </a:t>
            </a:r>
            <a:r>
              <a:rPr lang="pt-BR" sz="2400" dirty="0" err="1">
                <a:latin typeface="Arial"/>
                <a:cs typeface="Arial"/>
              </a:rPr>
              <a:t>frees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up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the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space</a:t>
            </a:r>
            <a:endParaRPr lang="pt-BR" sz="2400" dirty="0">
              <a:latin typeface="Arial"/>
              <a:cs typeface="Arial"/>
            </a:endParaRPr>
          </a:p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pt-BR" sz="2400" dirty="0" err="1">
                <a:latin typeface="Arial"/>
                <a:cs typeface="Arial"/>
              </a:rPr>
              <a:t>Faster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than</a:t>
            </a:r>
            <a:r>
              <a:rPr lang="pt-BR" sz="2400" dirty="0">
                <a:latin typeface="Arial"/>
                <a:cs typeface="Arial"/>
              </a:rPr>
              <a:t> delete </a:t>
            </a:r>
            <a:r>
              <a:rPr lang="pt-BR" sz="2400" dirty="0" err="1">
                <a:latin typeface="Arial"/>
                <a:cs typeface="Arial"/>
              </a:rPr>
              <a:t>because</a:t>
            </a:r>
            <a:r>
              <a:rPr lang="pt-BR" sz="2400" dirty="0">
                <a:latin typeface="Arial"/>
                <a:cs typeface="Arial"/>
              </a:rPr>
              <a:t> it </a:t>
            </a:r>
            <a:r>
              <a:rPr lang="pt-BR" sz="2400" dirty="0" err="1">
                <a:latin typeface="Arial"/>
                <a:cs typeface="Arial"/>
              </a:rPr>
              <a:t>deallocates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the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entire</a:t>
            </a:r>
            <a:r>
              <a:rPr lang="pt-BR" sz="2400" dirty="0">
                <a:latin typeface="Arial"/>
                <a:cs typeface="Arial"/>
              </a:rPr>
              <a:t> data </a:t>
            </a:r>
            <a:r>
              <a:rPr lang="pt-BR" sz="2400" dirty="0" err="1">
                <a:latin typeface="Arial"/>
                <a:cs typeface="Arial"/>
              </a:rPr>
              <a:t>at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once</a:t>
            </a:r>
            <a:endParaRPr lang="pt-BR" sz="2400" dirty="0">
              <a:latin typeface="Arial"/>
              <a:cs typeface="Arial"/>
            </a:endParaRPr>
          </a:p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pt-BR" sz="2400" dirty="0">
                <a:latin typeface="Arial"/>
                <a:cs typeface="Arial"/>
              </a:rPr>
              <a:t>It </a:t>
            </a:r>
            <a:r>
              <a:rPr lang="pt-BR" sz="2400" dirty="0" err="1">
                <a:latin typeface="Arial"/>
                <a:cs typeface="Arial"/>
              </a:rPr>
              <a:t>cannot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be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used</a:t>
            </a:r>
            <a:r>
              <a:rPr lang="pt-BR" sz="2400" dirty="0">
                <a:latin typeface="Arial"/>
                <a:cs typeface="Arial"/>
              </a:rPr>
              <a:t> </a:t>
            </a:r>
            <a:r>
              <a:rPr lang="pt-BR" sz="2400" dirty="0" err="1">
                <a:latin typeface="Arial"/>
                <a:cs typeface="Arial"/>
              </a:rPr>
              <a:t>with</a:t>
            </a:r>
            <a:r>
              <a:rPr lang="pt-BR" sz="2400" dirty="0">
                <a:latin typeface="Arial"/>
                <a:cs typeface="Arial"/>
              </a:rPr>
              <a:t> a </a:t>
            </a:r>
            <a:r>
              <a:rPr lang="pt-BR" sz="2400" dirty="0" err="1">
                <a:latin typeface="Arial"/>
                <a:cs typeface="Arial"/>
              </a:rPr>
              <a:t>condition</a:t>
            </a:r>
            <a:endParaRPr sz="2400" dirty="0">
              <a:latin typeface="Arial"/>
              <a:cs typeface="Arial"/>
            </a:endParaRPr>
          </a:p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sz="2400" dirty="0">
                <a:latin typeface="Arial"/>
                <a:cs typeface="Arial"/>
              </a:rPr>
              <a:t>Must disable foreign key constraints before truncating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01065-020B-BEDD-ABB3-959102445143}"/>
              </a:ext>
            </a:extLst>
          </p:cNvPr>
          <p:cNvSpPr txBox="1"/>
          <p:nvPr/>
        </p:nvSpPr>
        <p:spPr>
          <a:xfrm>
            <a:off x="924960" y="5607050"/>
            <a:ext cx="534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--TRUNCATE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TRUNCATE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player_attributes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4764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D713-1BBE-D501-5B25-A3AA0B22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FF30161-A347-63FD-F651-15ECF60A6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560" y="659182"/>
            <a:ext cx="8894280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200" spc="275" dirty="0">
                <a:solidFill>
                  <a:srgbClr val="464653"/>
                </a:solidFill>
              </a:rPr>
              <a:t>Update</a:t>
            </a:r>
            <a:endParaRPr sz="3200" spc="275" dirty="0">
              <a:solidFill>
                <a:srgbClr val="464653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0348B65-B7C2-A9AC-C6F2-7A124FB39150}"/>
              </a:ext>
            </a:extLst>
          </p:cNvPr>
          <p:cNvSpPr txBox="1"/>
          <p:nvPr/>
        </p:nvSpPr>
        <p:spPr>
          <a:xfrm>
            <a:off x="899560" y="1720850"/>
            <a:ext cx="8672483" cy="2755091"/>
          </a:xfrm>
          <a:prstGeom prst="rect">
            <a:avLst/>
          </a:prstGeom>
        </p:spPr>
        <p:txBody>
          <a:bodyPr vert="horz" wrap="square" lIns="0" tIns="100054" rIns="0" bIns="0" rtlCol="0">
            <a:spAutoFit/>
          </a:bodyPr>
          <a:lstStyle/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400" dirty="0">
                <a:latin typeface="Arial"/>
                <a:cs typeface="Arial"/>
              </a:rPr>
              <a:t>All rows where the condition is true have the columns set to the given values</a:t>
            </a:r>
          </a:p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400" dirty="0">
                <a:latin typeface="Arial"/>
                <a:cs typeface="Arial"/>
              </a:rPr>
              <a:t>If no condition is given all rows are changed so BE  CAREFUL</a:t>
            </a:r>
          </a:p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400" dirty="0">
                <a:latin typeface="Arial"/>
                <a:cs typeface="Arial"/>
              </a:rPr>
              <a:t>Values are constants or can be computed from columns</a:t>
            </a:r>
          </a:p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endParaRPr lang="en-IE" sz="24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3801AE-EB7B-97A0-0A9F-710AF588640E}"/>
              </a:ext>
            </a:extLst>
          </p:cNvPr>
          <p:cNvSpPr txBox="1"/>
          <p:nvPr/>
        </p:nvSpPr>
        <p:spPr>
          <a:xfrm>
            <a:off x="1134057" y="4475941"/>
            <a:ext cx="5346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--UPDATE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UPDATE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8E00C6"/>
                </a:solidFill>
                <a:effectLst/>
                <a:latin typeface="Menlo" panose="020B0609030804020204" pitchFamily="49" charset="0"/>
              </a:rPr>
              <a:t>player_contracts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1.10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>
                <a:solidFill>
                  <a:srgbClr val="006464"/>
                </a:solidFill>
                <a:effectLst/>
                <a:latin typeface="Menlo" panose="020B0609030804020204" pitchFamily="49" charset="0"/>
              </a:rPr>
              <a:t>wage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10000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01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55BD8-014C-A73C-AFDC-DE1519C66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A96B69E-9DCB-7D1C-7268-31130AF5AD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560" y="659182"/>
            <a:ext cx="8894280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200" spc="275" dirty="0">
                <a:solidFill>
                  <a:srgbClr val="464653"/>
                </a:solidFill>
              </a:rPr>
              <a:t>Update </a:t>
            </a:r>
            <a:r>
              <a:rPr lang="pt-BR" sz="3200" spc="275" dirty="0" err="1">
                <a:solidFill>
                  <a:srgbClr val="464653"/>
                </a:solidFill>
              </a:rPr>
              <a:t>with</a:t>
            </a:r>
            <a:r>
              <a:rPr lang="pt-BR" sz="3200" spc="275" dirty="0">
                <a:solidFill>
                  <a:srgbClr val="464653"/>
                </a:solidFill>
              </a:rPr>
              <a:t> </a:t>
            </a:r>
            <a:r>
              <a:rPr lang="pt-BR" sz="3200" spc="275" dirty="0" err="1">
                <a:solidFill>
                  <a:srgbClr val="464653"/>
                </a:solidFill>
              </a:rPr>
              <a:t>subquery</a:t>
            </a:r>
            <a:endParaRPr sz="3200" spc="275" dirty="0">
              <a:solidFill>
                <a:srgbClr val="464653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0D84015-BD0A-810B-A65E-16294DDE0133}"/>
              </a:ext>
            </a:extLst>
          </p:cNvPr>
          <p:cNvSpPr txBox="1"/>
          <p:nvPr/>
        </p:nvSpPr>
        <p:spPr>
          <a:xfrm>
            <a:off x="899560" y="1720850"/>
            <a:ext cx="8672483" cy="934080"/>
          </a:xfrm>
          <a:prstGeom prst="rect">
            <a:avLst/>
          </a:prstGeom>
        </p:spPr>
        <p:txBody>
          <a:bodyPr vert="horz" wrap="square" lIns="0" tIns="100054" rIns="0" bIns="0" rtlCol="0">
            <a:spAutoFit/>
          </a:bodyPr>
          <a:lstStyle/>
          <a:p>
            <a:pPr marL="356894" marR="5598" lvl="1" indent="-342900">
              <a:lnSpc>
                <a:spcPts val="3416"/>
              </a:lnSpc>
              <a:spcBef>
                <a:spcPts val="241"/>
              </a:spcBef>
              <a:buClr>
                <a:srgbClr val="727CA3"/>
              </a:buClr>
              <a:buSzPct val="76923"/>
              <a:buFont typeface="Arial" panose="020B0604020202020204" pitchFamily="34" charset="0"/>
              <a:buChar char="•"/>
              <a:tabLst>
                <a:tab pos="314168" algn="l"/>
                <a:tab pos="314868" algn="l"/>
              </a:tabLst>
            </a:pPr>
            <a:r>
              <a:rPr lang="en-IE" sz="2400" dirty="0">
                <a:latin typeface="Arial"/>
                <a:cs typeface="Arial"/>
              </a:rPr>
              <a:t>Let’s update all players who have NULL wages and set their wage to the average wage of all players.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062F5C-84B2-42FD-2457-BB82F3893B4F}"/>
              </a:ext>
            </a:extLst>
          </p:cNvPr>
          <p:cNvSpPr txBox="1"/>
          <p:nvPr/>
        </p:nvSpPr>
        <p:spPr>
          <a:xfrm>
            <a:off x="1308100" y="3549650"/>
            <a:ext cx="53467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UPDATE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wage = (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ROUND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8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AVG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(wage))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wage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wage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1613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ptx" id="{1030AF13-11A2-4D30-B9C0-58BDD3310C62}" vid="{869673E2-E34F-41F3-930E-D246E22106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6010</TotalTime>
  <Words>2405</Words>
  <Application>Microsoft Macintosh PowerPoint</Application>
  <PresentationFormat>Custom</PresentationFormat>
  <Paragraphs>349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Arial</vt:lpstr>
      <vt:lpstr>Courier New</vt:lpstr>
      <vt:lpstr>Helvetica</vt:lpstr>
      <vt:lpstr>Menlo</vt:lpstr>
      <vt:lpstr>Times New Roman</vt:lpstr>
      <vt:lpstr>1_Office Theme</vt:lpstr>
      <vt:lpstr>Conditional Expressions and Subqueries  Dr Mariana Rocha School of Computer Science</vt:lpstr>
      <vt:lpstr>Conditional Expressions</vt:lpstr>
      <vt:lpstr>CASE expression</vt:lpstr>
      <vt:lpstr>CASE expression</vt:lpstr>
      <vt:lpstr>Simple CASE</vt:lpstr>
      <vt:lpstr>Searched CASE</vt:lpstr>
      <vt:lpstr>CASE and WHERE</vt:lpstr>
      <vt:lpstr>CASE and WHERE</vt:lpstr>
      <vt:lpstr>CASE and WHERE</vt:lpstr>
      <vt:lpstr>CASE and Maths operations</vt:lpstr>
      <vt:lpstr>CASE and Maths operations</vt:lpstr>
      <vt:lpstr>CASE and SQL functions</vt:lpstr>
      <vt:lpstr>CASE and LIKE</vt:lpstr>
      <vt:lpstr>CASE and LIKE</vt:lpstr>
      <vt:lpstr>CASE in ORDER BY</vt:lpstr>
      <vt:lpstr>CASE in ORDER BY</vt:lpstr>
      <vt:lpstr>Subquery in SQL</vt:lpstr>
      <vt:lpstr>Subquery in WHERE clause</vt:lpstr>
      <vt:lpstr>Single-row subqueries</vt:lpstr>
      <vt:lpstr>Single-row subqueries</vt:lpstr>
      <vt:lpstr>Combining single-row subqueries</vt:lpstr>
      <vt:lpstr>EXISTS</vt:lpstr>
      <vt:lpstr>Multiple-row subqueries</vt:lpstr>
      <vt:lpstr>IN Operator</vt:lpstr>
      <vt:lpstr>NOT IN Operator</vt:lpstr>
      <vt:lpstr>Using the ANY operator</vt:lpstr>
      <vt:lpstr>Using the ALL operator</vt:lpstr>
      <vt:lpstr>DELETE</vt:lpstr>
      <vt:lpstr>DELETE</vt:lpstr>
      <vt:lpstr>Truncate</vt:lpstr>
      <vt:lpstr>Truncate</vt:lpstr>
      <vt:lpstr>Update</vt:lpstr>
      <vt:lpstr>Update with subquery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L7-Group Functions and Views (Wk 9)-notes</dc:title>
  <dc:creator>Emma Murphy</dc:creator>
  <cp:lastModifiedBy>Mariana Rocha</cp:lastModifiedBy>
  <cp:revision>37</cp:revision>
  <dcterms:created xsi:type="dcterms:W3CDTF">2021-11-11T14:17:15Z</dcterms:created>
  <dcterms:modified xsi:type="dcterms:W3CDTF">2025-10-29T17:27:29Z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2020-11-16T00:00:00Z</vt:filetime>
  </property>
  <property fmtid="{D5CDD505-2E9C-101B-9397-08002B2CF9AE}" pid="3" name="Creator">
    <vt:lpwstr>PowerPoint</vt:lpwstr>
  </property>
  <property fmtid="{D5CDD505-2E9C-101B-9397-08002B2CF9AE}" pid="4" name="LastSaved">
    <vt:filetime>2021-11-11T00:00:00Z</vt:filetime>
  </property>
</Properties>
</file>