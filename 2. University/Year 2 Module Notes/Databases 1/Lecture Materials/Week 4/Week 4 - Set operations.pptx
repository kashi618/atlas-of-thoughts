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7" r:id="rId1"/>
  </p:sldMasterIdLst>
  <p:notesMasterIdLst>
    <p:notesMasterId r:id="rId31"/>
  </p:notesMasterIdLst>
  <p:sldIdLst>
    <p:sldId id="291" r:id="rId2"/>
    <p:sldId id="381" r:id="rId3"/>
    <p:sldId id="379" r:id="rId4"/>
    <p:sldId id="385" r:id="rId5"/>
    <p:sldId id="386" r:id="rId6"/>
    <p:sldId id="387" r:id="rId7"/>
    <p:sldId id="384" r:id="rId8"/>
    <p:sldId id="383" r:id="rId9"/>
    <p:sldId id="390" r:id="rId10"/>
    <p:sldId id="391" r:id="rId11"/>
    <p:sldId id="392" r:id="rId12"/>
    <p:sldId id="393" r:id="rId13"/>
    <p:sldId id="394" r:id="rId14"/>
    <p:sldId id="401" r:id="rId15"/>
    <p:sldId id="395" r:id="rId16"/>
    <p:sldId id="396" r:id="rId17"/>
    <p:sldId id="402" r:id="rId18"/>
    <p:sldId id="397" r:id="rId19"/>
    <p:sldId id="398" r:id="rId20"/>
    <p:sldId id="399" r:id="rId21"/>
    <p:sldId id="400" r:id="rId22"/>
    <p:sldId id="403" r:id="rId23"/>
    <p:sldId id="405" r:id="rId24"/>
    <p:sldId id="406" r:id="rId25"/>
    <p:sldId id="407" r:id="rId26"/>
    <p:sldId id="411" r:id="rId27"/>
    <p:sldId id="408" r:id="rId28"/>
    <p:sldId id="409" r:id="rId29"/>
    <p:sldId id="355" r:id="rId30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628EA-B3FA-FB44-962A-826BE3D5E618}" v="99" dt="2025-10-08T10:47:39.7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/>
    <p:restoredTop sz="94576"/>
  </p:normalViewPr>
  <p:slideViewPr>
    <p:cSldViewPr>
      <p:cViewPr varScale="1">
        <p:scale>
          <a:sx n="129" d="100"/>
          <a:sy n="129" d="100"/>
        </p:scale>
        <p:origin x="2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 addMainMaster delMainMaster modMainMaster">
      <pc:chgData name="Mariana Rocha" userId="0a3173bd-d0ed-4c32-8e4c-b90c820606c5" providerId="ADAL" clId="{DCC3A51D-31E8-5BC6-970B-354B54D5302A}" dt="2025-10-08T10:50:01.786" v="2665" actId="20577"/>
      <pc:docMkLst>
        <pc:docMk/>
      </pc:docMkLst>
      <pc:sldChg chg="del">
        <pc:chgData name="Mariana Rocha" userId="0a3173bd-d0ed-4c32-8e4c-b90c820606c5" providerId="ADAL" clId="{DCC3A51D-31E8-5BC6-970B-354B54D5302A}" dt="2025-10-08T08:08:39.971" v="9" actId="2696"/>
        <pc:sldMkLst>
          <pc:docMk/>
          <pc:sldMk cId="0" sldId="261"/>
        </pc:sldMkLst>
      </pc:sldChg>
      <pc:sldChg chg="del">
        <pc:chgData name="Mariana Rocha" userId="0a3173bd-d0ed-4c32-8e4c-b90c820606c5" providerId="ADAL" clId="{DCC3A51D-31E8-5BC6-970B-354B54D5302A}" dt="2025-10-08T08:08:40.015" v="18" actId="2696"/>
        <pc:sldMkLst>
          <pc:docMk/>
          <pc:sldMk cId="0" sldId="262"/>
        </pc:sldMkLst>
      </pc:sldChg>
      <pc:sldChg chg="del">
        <pc:chgData name="Mariana Rocha" userId="0a3173bd-d0ed-4c32-8e4c-b90c820606c5" providerId="ADAL" clId="{DCC3A51D-31E8-5BC6-970B-354B54D5302A}" dt="2025-10-08T08:08:39.967" v="7" actId="2696"/>
        <pc:sldMkLst>
          <pc:docMk/>
          <pc:sldMk cId="0" sldId="265"/>
        </pc:sldMkLst>
      </pc:sldChg>
      <pc:sldChg chg="del">
        <pc:chgData name="Mariana Rocha" userId="0a3173bd-d0ed-4c32-8e4c-b90c820606c5" providerId="ADAL" clId="{DCC3A51D-31E8-5BC6-970B-354B54D5302A}" dt="2025-10-08T08:08:39.980" v="14" actId="2696"/>
        <pc:sldMkLst>
          <pc:docMk/>
          <pc:sldMk cId="0" sldId="266"/>
        </pc:sldMkLst>
      </pc:sldChg>
      <pc:sldChg chg="del">
        <pc:chgData name="Mariana Rocha" userId="0a3173bd-d0ed-4c32-8e4c-b90c820606c5" providerId="ADAL" clId="{DCC3A51D-31E8-5BC6-970B-354B54D5302A}" dt="2025-10-08T08:08:39.964" v="5" actId="2696"/>
        <pc:sldMkLst>
          <pc:docMk/>
          <pc:sldMk cId="0" sldId="267"/>
        </pc:sldMkLst>
      </pc:sldChg>
      <pc:sldChg chg="addSp delSp modSp mod">
        <pc:chgData name="Mariana Rocha" userId="0a3173bd-d0ed-4c32-8e4c-b90c820606c5" providerId="ADAL" clId="{DCC3A51D-31E8-5BC6-970B-354B54D5302A}" dt="2025-10-08T08:17:08.823" v="213" actId="478"/>
        <pc:sldMkLst>
          <pc:docMk/>
          <pc:sldMk cId="0" sldId="291"/>
        </pc:sldMkLst>
        <pc:spChg chg="add del mod">
          <ac:chgData name="Mariana Rocha" userId="0a3173bd-d0ed-4c32-8e4c-b90c820606c5" providerId="ADAL" clId="{DCC3A51D-31E8-5BC6-970B-354B54D5302A}" dt="2025-10-08T08:17:08.823" v="213" actId="478"/>
          <ac:spMkLst>
            <pc:docMk/>
            <pc:sldMk cId="0" sldId="291"/>
            <ac:spMk id="2" creationId="{AFFE42FB-F56F-5859-2083-FE2DC2BD82C0}"/>
          </ac:spMkLst>
        </pc:spChg>
        <pc:spChg chg="mod">
          <ac:chgData name="Mariana Rocha" userId="0a3173bd-d0ed-4c32-8e4c-b90c820606c5" providerId="ADAL" clId="{DCC3A51D-31E8-5BC6-970B-354B54D5302A}" dt="2025-10-08T08:09:28.767" v="21" actId="20577"/>
          <ac:spMkLst>
            <pc:docMk/>
            <pc:sldMk cId="0" sldId="291"/>
            <ac:spMk id="28" creationId="{F8E066B0-7223-D5C8-AC47-4AE5F2157F6E}"/>
          </ac:spMkLst>
        </pc:spChg>
      </pc:sldChg>
      <pc:sldChg chg="addSp delSp modSp del mod">
        <pc:chgData name="Mariana Rocha" userId="0a3173bd-d0ed-4c32-8e4c-b90c820606c5" providerId="ADAL" clId="{DCC3A51D-31E8-5BC6-970B-354B54D5302A}" dt="2025-10-08T08:22:53.689" v="263" actId="2696"/>
        <pc:sldMkLst>
          <pc:docMk/>
          <pc:sldMk cId="0" sldId="305"/>
        </pc:sldMkLst>
        <pc:spChg chg="del">
          <ac:chgData name="Mariana Rocha" userId="0a3173bd-d0ed-4c32-8e4c-b90c820606c5" providerId="ADAL" clId="{DCC3A51D-31E8-5BC6-970B-354B54D5302A}" dt="2025-10-08T08:19:00.714" v="230" actId="478"/>
          <ac:spMkLst>
            <pc:docMk/>
            <pc:sldMk cId="0" sldId="305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08:18:58.411" v="229" actId="14100"/>
          <ac:spMkLst>
            <pc:docMk/>
            <pc:sldMk cId="0" sldId="305"/>
            <ac:spMk id="4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08:21:45.483" v="255"/>
          <ac:spMkLst>
            <pc:docMk/>
            <pc:sldMk cId="0" sldId="305"/>
            <ac:spMk id="9" creationId="{85B7F9D7-CF7D-B215-34F1-6D3A3CCE0EED}"/>
          </ac:spMkLst>
        </pc:spChg>
        <pc:picChg chg="del">
          <ac:chgData name="Mariana Rocha" userId="0a3173bd-d0ed-4c32-8e4c-b90c820606c5" providerId="ADAL" clId="{DCC3A51D-31E8-5BC6-970B-354B54D5302A}" dt="2025-10-08T08:19:03.744" v="231" actId="478"/>
          <ac:picMkLst>
            <pc:docMk/>
            <pc:sldMk cId="0" sldId="305"/>
            <ac:picMk id="3" creationId="{00000000-0000-0000-0000-000000000000}"/>
          </ac:picMkLst>
        </pc:picChg>
      </pc:sldChg>
      <pc:sldChg chg="addSp delSp modSp del mod">
        <pc:chgData name="Mariana Rocha" userId="0a3173bd-d0ed-4c32-8e4c-b90c820606c5" providerId="ADAL" clId="{DCC3A51D-31E8-5BC6-970B-354B54D5302A}" dt="2025-10-08T09:26:01.269" v="1829" actId="2696"/>
        <pc:sldMkLst>
          <pc:docMk/>
          <pc:sldMk cId="0" sldId="306"/>
        </pc:sldMkLst>
        <pc:spChg chg="add del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2" creationId="{00000000-0000-0000-0000-000000000000}"/>
          </ac:spMkLst>
        </pc:spChg>
        <pc:spChg chg="add del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4" creationId="{00000000-0000-0000-0000-000000000000}"/>
          </ac:spMkLst>
        </pc:spChg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0" sldId="306"/>
            <ac:spMk id="5" creationId="{5B6D734D-6260-2ED3-7185-69AE9906A045}"/>
          </ac:spMkLst>
        </pc:spChg>
        <pc:spChg chg="add del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6" creationId="{A4E03653-809B-CF6A-0BF2-3DB2E98838F4}"/>
          </ac:spMkLst>
        </pc:spChg>
        <pc:spChg chg="add del mod">
          <ac:chgData name="Mariana Rocha" userId="0a3173bd-d0ed-4c32-8e4c-b90c820606c5" providerId="ADAL" clId="{DCC3A51D-31E8-5BC6-970B-354B54D5302A}" dt="2025-10-08T09:22:28.409" v="1712" actId="21"/>
          <ac:spMkLst>
            <pc:docMk/>
            <pc:sldMk cId="0" sldId="306"/>
            <ac:spMk id="8" creationId="{652E04AC-0499-E86D-A667-A877DD18FCD4}"/>
          </ac:spMkLst>
        </pc:spChg>
        <pc:spChg chg="add mod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12" creationId="{C38141FE-8582-099E-22DB-1101AAEB8B68}"/>
          </ac:spMkLst>
        </pc:spChg>
        <pc:spChg chg="add del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13" creationId="{5FDA7349-5A98-77A7-1B56-573ABDD551A4}"/>
          </ac:spMkLst>
        </pc:spChg>
        <pc:spChg chg="del">
          <ac:chgData name="Mariana Rocha" userId="0a3173bd-d0ed-4c32-8e4c-b90c820606c5" providerId="ADAL" clId="{DCC3A51D-31E8-5BC6-970B-354B54D5302A}" dt="2025-10-08T09:22:32.761" v="1713" actId="21"/>
          <ac:spMkLst>
            <pc:docMk/>
            <pc:sldMk cId="0" sldId="306"/>
            <ac:spMk id="14" creationId="{9A6CDB51-9E6A-6850-F7DC-BC143FFF6FA8}"/>
          </ac:spMkLst>
        </pc:spChg>
        <pc:picChg chg="add del">
          <ac:chgData name="Mariana Rocha" userId="0a3173bd-d0ed-4c32-8e4c-b90c820606c5" providerId="ADAL" clId="{DCC3A51D-31E8-5BC6-970B-354B54D5302A}" dt="2025-10-08T09:22:32.761" v="1713" actId="21"/>
          <ac:picMkLst>
            <pc:docMk/>
            <pc:sldMk cId="0" sldId="306"/>
            <ac:picMk id="9" creationId="{501635A5-8AC5-B0CA-A119-8B86B6E9D5CC}"/>
          </ac:picMkLst>
        </pc:picChg>
        <pc:picChg chg="add del">
          <ac:chgData name="Mariana Rocha" userId="0a3173bd-d0ed-4c32-8e4c-b90c820606c5" providerId="ADAL" clId="{DCC3A51D-31E8-5BC6-970B-354B54D5302A}" dt="2025-10-08T09:22:32.761" v="1713" actId="21"/>
          <ac:picMkLst>
            <pc:docMk/>
            <pc:sldMk cId="0" sldId="306"/>
            <ac:picMk id="11" creationId="{2F1FE414-6A92-D258-81FA-64C54F52701A}"/>
          </ac:picMkLst>
        </pc:picChg>
      </pc:sldChg>
      <pc:sldChg chg="addSp modSp del">
        <pc:chgData name="Mariana Rocha" userId="0a3173bd-d0ed-4c32-8e4c-b90c820606c5" providerId="ADAL" clId="{DCC3A51D-31E8-5BC6-970B-354B54D5302A}" dt="2025-10-08T09:48:32.673" v="1857" actId="2696"/>
        <pc:sldMkLst>
          <pc:docMk/>
          <pc:sldMk cId="0" sldId="310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0" sldId="310"/>
            <ac:spMk id="9" creationId="{0626CC76-0EEA-932C-06B7-BAE4E80DC5A2}"/>
          </ac:spMkLst>
        </pc:spChg>
      </pc:sldChg>
      <pc:sldChg chg="addSp modSp del">
        <pc:chgData name="Mariana Rocha" userId="0a3173bd-d0ed-4c32-8e4c-b90c820606c5" providerId="ADAL" clId="{DCC3A51D-31E8-5BC6-970B-354B54D5302A}" dt="2025-10-08T10:15:36.908" v="2499" actId="2696"/>
        <pc:sldMkLst>
          <pc:docMk/>
          <pc:sldMk cId="0" sldId="312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0" sldId="312"/>
            <ac:spMk id="9" creationId="{C35AF806-0542-46FC-7C4B-69D8F5B6AE89}"/>
          </ac:spMkLst>
        </pc:spChg>
      </pc:sldChg>
      <pc:sldChg chg="addSp modSp del">
        <pc:chgData name="Mariana Rocha" userId="0a3173bd-d0ed-4c32-8e4c-b90c820606c5" providerId="ADAL" clId="{DCC3A51D-31E8-5BC6-970B-354B54D5302A}" dt="2025-10-08T10:48:28.682" v="2631" actId="2696"/>
        <pc:sldMkLst>
          <pc:docMk/>
          <pc:sldMk cId="0" sldId="317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0" sldId="317"/>
            <ac:spMk id="6" creationId="{07E43E25-6AF8-33EA-BD6D-CDF70EA6D0E0}"/>
          </ac:spMkLst>
        </pc:spChg>
      </pc:sldChg>
      <pc:sldChg chg="del">
        <pc:chgData name="Mariana Rocha" userId="0a3173bd-d0ed-4c32-8e4c-b90c820606c5" providerId="ADAL" clId="{DCC3A51D-31E8-5BC6-970B-354B54D5302A}" dt="2025-10-08T08:08:40.029" v="19" actId="2696"/>
        <pc:sldMkLst>
          <pc:docMk/>
          <pc:sldMk cId="2043113622" sldId="332"/>
        </pc:sldMkLst>
      </pc:sldChg>
      <pc:sldChg chg="del">
        <pc:chgData name="Mariana Rocha" userId="0a3173bd-d0ed-4c32-8e4c-b90c820606c5" providerId="ADAL" clId="{DCC3A51D-31E8-5BC6-970B-354B54D5302A}" dt="2025-10-08T08:08:39.978" v="13" actId="2696"/>
        <pc:sldMkLst>
          <pc:docMk/>
          <pc:sldMk cId="534354163" sldId="333"/>
        </pc:sldMkLst>
      </pc:sldChg>
      <pc:sldChg chg="del">
        <pc:chgData name="Mariana Rocha" userId="0a3173bd-d0ed-4c32-8e4c-b90c820606c5" providerId="ADAL" clId="{DCC3A51D-31E8-5BC6-970B-354B54D5302A}" dt="2025-10-08T08:08:39.959" v="3" actId="2696"/>
        <pc:sldMkLst>
          <pc:docMk/>
          <pc:sldMk cId="3772988621" sldId="334"/>
        </pc:sldMkLst>
      </pc:sldChg>
      <pc:sldChg chg="del">
        <pc:chgData name="Mariana Rocha" userId="0a3173bd-d0ed-4c32-8e4c-b90c820606c5" providerId="ADAL" clId="{DCC3A51D-31E8-5BC6-970B-354B54D5302A}" dt="2025-10-08T08:08:39.969" v="8" actId="2696"/>
        <pc:sldMkLst>
          <pc:docMk/>
          <pc:sldMk cId="2767149178" sldId="335"/>
        </pc:sldMkLst>
      </pc:sldChg>
      <pc:sldChg chg="del">
        <pc:chgData name="Mariana Rocha" userId="0a3173bd-d0ed-4c32-8e4c-b90c820606c5" providerId="ADAL" clId="{DCC3A51D-31E8-5BC6-970B-354B54D5302A}" dt="2025-10-08T08:08:39.975" v="11" actId="2696"/>
        <pc:sldMkLst>
          <pc:docMk/>
          <pc:sldMk cId="966623719" sldId="337"/>
        </pc:sldMkLst>
      </pc:sldChg>
      <pc:sldChg chg="del">
        <pc:chgData name="Mariana Rocha" userId="0a3173bd-d0ed-4c32-8e4c-b90c820606c5" providerId="ADAL" clId="{DCC3A51D-31E8-5BC6-970B-354B54D5302A}" dt="2025-10-08T08:08:40.009" v="16" actId="2696"/>
        <pc:sldMkLst>
          <pc:docMk/>
          <pc:sldMk cId="2538924739" sldId="338"/>
        </pc:sldMkLst>
      </pc:sldChg>
      <pc:sldChg chg="del">
        <pc:chgData name="Mariana Rocha" userId="0a3173bd-d0ed-4c32-8e4c-b90c820606c5" providerId="ADAL" clId="{DCC3A51D-31E8-5BC6-970B-354B54D5302A}" dt="2025-10-08T08:08:39.961" v="4" actId="2696"/>
        <pc:sldMkLst>
          <pc:docMk/>
          <pc:sldMk cId="602958983" sldId="344"/>
        </pc:sldMkLst>
      </pc:sldChg>
      <pc:sldChg chg="addSp modSp del">
        <pc:chgData name="Mariana Rocha" userId="0a3173bd-d0ed-4c32-8e4c-b90c820606c5" providerId="ADAL" clId="{DCC3A51D-31E8-5BC6-970B-354B54D5302A}" dt="2025-10-08T08:31:29.283" v="781" actId="2696"/>
        <pc:sldMkLst>
          <pc:docMk/>
          <pc:sldMk cId="604932039" sldId="348"/>
        </pc:sldMkLst>
        <pc:spChg chg="add mod">
          <ac:chgData name="Mariana Rocha" userId="0a3173bd-d0ed-4c32-8e4c-b90c820606c5" providerId="ADAL" clId="{DCC3A51D-31E8-5BC6-970B-354B54D5302A}" dt="2025-10-08T08:21:45.483" v="255"/>
          <ac:spMkLst>
            <pc:docMk/>
            <pc:sldMk cId="604932039" sldId="348"/>
            <ac:spMk id="5" creationId="{A5193AF4-8164-93A3-5E8A-7946CF31033B}"/>
          </ac:spMkLst>
        </pc:spChg>
      </pc:sldChg>
      <pc:sldChg chg="addSp delSp modSp del mod">
        <pc:chgData name="Mariana Rocha" userId="0a3173bd-d0ed-4c32-8e4c-b90c820606c5" providerId="ADAL" clId="{DCC3A51D-31E8-5BC6-970B-354B54D5302A}" dt="2025-10-08T09:26:01.730" v="1830" actId="2696"/>
        <pc:sldMkLst>
          <pc:docMk/>
          <pc:sldMk cId="2794603036" sldId="349"/>
        </pc:sldMkLst>
        <pc:spChg chg="del">
          <ac:chgData name="Mariana Rocha" userId="0a3173bd-d0ed-4c32-8e4c-b90c820606c5" providerId="ADAL" clId="{DCC3A51D-31E8-5BC6-970B-354B54D5302A}" dt="2025-10-08T09:23:59.208" v="1740" actId="21"/>
          <ac:spMkLst>
            <pc:docMk/>
            <pc:sldMk cId="2794603036" sldId="349"/>
            <ac:spMk id="2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09:23:59.208" v="1740" actId="21"/>
          <ac:spMkLst>
            <pc:docMk/>
            <pc:sldMk cId="2794603036" sldId="349"/>
            <ac:spMk id="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09:23:59.208" v="1740" actId="21"/>
          <ac:spMkLst>
            <pc:docMk/>
            <pc:sldMk cId="2794603036" sldId="349"/>
            <ac:spMk id="6" creationId="{126DC46E-8282-8AA7-7462-6603F5B00043}"/>
          </ac:spMkLst>
        </pc:spChg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2794603036" sldId="349"/>
            <ac:spMk id="7" creationId="{87FE46EE-D0C0-CF1E-C06F-ECB735E2A4FD}"/>
          </ac:spMkLst>
        </pc:spChg>
        <pc:spChg chg="add mod">
          <ac:chgData name="Mariana Rocha" userId="0a3173bd-d0ed-4c32-8e4c-b90c820606c5" providerId="ADAL" clId="{DCC3A51D-31E8-5BC6-970B-354B54D5302A}" dt="2025-10-08T09:23:59.208" v="1740" actId="21"/>
          <ac:spMkLst>
            <pc:docMk/>
            <pc:sldMk cId="2794603036" sldId="349"/>
            <ac:spMk id="9" creationId="{EAE1F4F5-9603-51DD-3AB8-1763CE15F96E}"/>
          </ac:spMkLst>
        </pc:spChg>
        <pc:picChg chg="del">
          <ac:chgData name="Mariana Rocha" userId="0a3173bd-d0ed-4c32-8e4c-b90c820606c5" providerId="ADAL" clId="{DCC3A51D-31E8-5BC6-970B-354B54D5302A}" dt="2025-10-08T09:23:59.208" v="1740" actId="21"/>
          <ac:picMkLst>
            <pc:docMk/>
            <pc:sldMk cId="2794603036" sldId="349"/>
            <ac:picMk id="5" creationId="{F17349EB-1F26-076B-3F8D-1C6492D21FAD}"/>
          </ac:picMkLst>
        </pc:picChg>
      </pc:sldChg>
      <pc:sldChg chg="addSp modSp del">
        <pc:chgData name="Mariana Rocha" userId="0a3173bd-d0ed-4c32-8e4c-b90c820606c5" providerId="ADAL" clId="{DCC3A51D-31E8-5BC6-970B-354B54D5302A}" dt="2025-10-08T09:51:52.701" v="1877" actId="2696"/>
        <pc:sldMkLst>
          <pc:docMk/>
          <pc:sldMk cId="276195814" sldId="351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276195814" sldId="351"/>
            <ac:spMk id="5" creationId="{A04456A1-C4C3-6742-B277-662E2C1AB8E5}"/>
          </ac:spMkLst>
        </pc:spChg>
      </pc:sldChg>
      <pc:sldChg chg="addSp modSp del">
        <pc:chgData name="Mariana Rocha" userId="0a3173bd-d0ed-4c32-8e4c-b90c820606c5" providerId="ADAL" clId="{DCC3A51D-31E8-5BC6-970B-354B54D5302A}" dt="2025-10-08T10:00:41.369" v="2226" actId="2696"/>
        <pc:sldMkLst>
          <pc:docMk/>
          <pc:sldMk cId="1151196499" sldId="352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151196499" sldId="352"/>
            <ac:spMk id="5" creationId="{490544ED-B91A-97D1-43BD-4CDEE3929EF1}"/>
          </ac:spMkLst>
        </pc:spChg>
      </pc:sldChg>
      <pc:sldChg chg="addSp modSp del">
        <pc:chgData name="Mariana Rocha" userId="0a3173bd-d0ed-4c32-8e4c-b90c820606c5" providerId="ADAL" clId="{DCC3A51D-31E8-5BC6-970B-354B54D5302A}" dt="2025-10-08T10:38:43.939" v="2566" actId="2696"/>
        <pc:sldMkLst>
          <pc:docMk/>
          <pc:sldMk cId="1346673246" sldId="353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346673246" sldId="353"/>
            <ac:spMk id="4" creationId="{10D8DA40-4E78-CD41-961C-FB8D155314DB}"/>
          </ac:spMkLst>
        </pc:spChg>
      </pc:sldChg>
      <pc:sldChg chg="addSp modSp del">
        <pc:chgData name="Mariana Rocha" userId="0a3173bd-d0ed-4c32-8e4c-b90c820606c5" providerId="ADAL" clId="{DCC3A51D-31E8-5BC6-970B-354B54D5302A}" dt="2025-10-08T10:38:44.986" v="2567" actId="2696"/>
        <pc:sldMkLst>
          <pc:docMk/>
          <pc:sldMk cId="867476081" sldId="354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867476081" sldId="354"/>
            <ac:spMk id="4" creationId="{68C94404-F18A-AB13-7642-C6714D51D2FD}"/>
          </ac:spMkLst>
        </pc:spChg>
      </pc:sldChg>
      <pc:sldChg chg="addSp modSp">
        <pc:chgData name="Mariana Rocha" userId="0a3173bd-d0ed-4c32-8e4c-b90c820606c5" providerId="ADAL" clId="{DCC3A51D-31E8-5BC6-970B-354B54D5302A}" dt="2025-10-08T09:14:38.197" v="1364"/>
        <pc:sldMkLst>
          <pc:docMk/>
          <pc:sldMk cId="2944415242" sldId="355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2944415242" sldId="355"/>
            <ac:spMk id="2" creationId="{C15159E5-549B-14BE-3F92-160167D37804}"/>
          </ac:spMkLst>
        </pc:spChg>
      </pc:sldChg>
      <pc:sldChg chg="addSp delSp modSp add del mod">
        <pc:chgData name="Mariana Rocha" userId="0a3173bd-d0ed-4c32-8e4c-b90c820606c5" providerId="ADAL" clId="{DCC3A51D-31E8-5BC6-970B-354B54D5302A}" dt="2025-10-08T09:47:55.156" v="1848" actId="2696"/>
        <pc:sldMkLst>
          <pc:docMk/>
          <pc:sldMk cId="3372112392" sldId="356"/>
        </pc:sldMkLst>
        <pc:spChg chg="del">
          <ac:chgData name="Mariana Rocha" userId="0a3173bd-d0ed-4c32-8e4c-b90c820606c5" providerId="ADAL" clId="{DCC3A51D-31E8-5BC6-970B-354B54D5302A}" dt="2025-10-08T09:14:40.816" v="1365" actId="478"/>
          <ac:spMkLst>
            <pc:docMk/>
            <pc:sldMk cId="3372112392" sldId="356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09:13:50.066" v="1343" actId="1076"/>
          <ac:spMkLst>
            <pc:docMk/>
            <pc:sldMk cId="3372112392" sldId="356"/>
            <ac:spMk id="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08T08:53:57.277" v="1177" actId="478"/>
          <ac:spMkLst>
            <pc:docMk/>
            <pc:sldMk cId="3372112392" sldId="356"/>
            <ac:spMk id="5" creationId="{670619AE-0A65-EEE5-8E45-0B195FF25DC9}"/>
          </ac:spMkLst>
        </pc:spChg>
        <pc:spChg chg="mod">
          <ac:chgData name="Mariana Rocha" userId="0a3173bd-d0ed-4c32-8e4c-b90c820606c5" providerId="ADAL" clId="{DCC3A51D-31E8-5BC6-970B-354B54D5302A}" dt="2025-10-08T09:14:38.197" v="1364"/>
          <ac:spMkLst>
            <pc:docMk/>
            <pc:sldMk cId="3372112392" sldId="356"/>
            <ac:spMk id="6" creationId="{933C5D63-7666-2076-11D0-A48D1923DADE}"/>
          </ac:spMkLst>
        </pc:spChg>
        <pc:spChg chg="add mod">
          <ac:chgData name="Mariana Rocha" userId="0a3173bd-d0ed-4c32-8e4c-b90c820606c5" providerId="ADAL" clId="{DCC3A51D-31E8-5BC6-970B-354B54D5302A}" dt="2025-10-08T09:13:52.264" v="1344" actId="1076"/>
          <ac:spMkLst>
            <pc:docMk/>
            <pc:sldMk cId="3372112392" sldId="356"/>
            <ac:spMk id="7" creationId="{88289E11-0D7B-B292-763F-D5A961A4176B}"/>
          </ac:spMkLst>
        </pc:spChg>
      </pc:sldChg>
      <pc:sldChg chg="addSp delSp modSp del mod">
        <pc:chgData name="Mariana Rocha" userId="0a3173bd-d0ed-4c32-8e4c-b90c820606c5" providerId="ADAL" clId="{DCC3A51D-31E8-5BC6-970B-354B54D5302A}" dt="2025-10-08T08:53:22.320" v="1134" actId="2696"/>
        <pc:sldMkLst>
          <pc:docMk/>
          <pc:sldMk cId="3955419446" sldId="356"/>
        </pc:sldMkLst>
        <pc:spChg chg="del">
          <ac:chgData name="Mariana Rocha" userId="0a3173bd-d0ed-4c32-8e4c-b90c820606c5" providerId="ADAL" clId="{DCC3A51D-31E8-5BC6-970B-354B54D5302A}" dt="2025-10-08T08:45:13.099" v="898" actId="478"/>
          <ac:spMkLst>
            <pc:docMk/>
            <pc:sldMk cId="3955419446" sldId="356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08:45:11.295" v="897" actId="14100"/>
          <ac:spMkLst>
            <pc:docMk/>
            <pc:sldMk cId="3955419446" sldId="356"/>
            <ac:spMk id="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08:53:11.564" v="1133" actId="20577"/>
          <ac:spMkLst>
            <pc:docMk/>
            <pc:sldMk cId="3955419446" sldId="356"/>
            <ac:spMk id="5" creationId="{670619AE-0A65-EEE5-8E45-0B195FF25DC9}"/>
          </ac:spMkLst>
        </pc:spChg>
        <pc:spChg chg="add mod">
          <ac:chgData name="Mariana Rocha" userId="0a3173bd-d0ed-4c32-8e4c-b90c820606c5" providerId="ADAL" clId="{DCC3A51D-31E8-5BC6-970B-354B54D5302A}" dt="2025-10-08T08:21:45.483" v="255"/>
          <ac:spMkLst>
            <pc:docMk/>
            <pc:sldMk cId="3955419446" sldId="356"/>
            <ac:spMk id="6" creationId="{933C5D63-7666-2076-11D0-A48D1923DADE}"/>
          </ac:spMkLst>
        </pc:spChg>
      </pc:sldChg>
      <pc:sldChg chg="addSp modSp del">
        <pc:chgData name="Mariana Rocha" userId="0a3173bd-d0ed-4c32-8e4c-b90c820606c5" providerId="ADAL" clId="{DCC3A51D-31E8-5BC6-970B-354B54D5302A}" dt="2025-10-08T09:51:09.930" v="1869" actId="2696"/>
        <pc:sldMkLst>
          <pc:docMk/>
          <pc:sldMk cId="1467382305" sldId="359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467382305" sldId="359"/>
            <ac:spMk id="6" creationId="{03BD5899-A76A-ECFF-6F31-C0C1C85AA6C4}"/>
          </ac:spMkLst>
        </pc:spChg>
      </pc:sldChg>
      <pc:sldChg chg="addSp modSp del">
        <pc:chgData name="Mariana Rocha" userId="0a3173bd-d0ed-4c32-8e4c-b90c820606c5" providerId="ADAL" clId="{DCC3A51D-31E8-5BC6-970B-354B54D5302A}" dt="2025-10-08T10:16:57.669" v="2518" actId="2696"/>
        <pc:sldMkLst>
          <pc:docMk/>
          <pc:sldMk cId="638118797" sldId="360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638118797" sldId="360"/>
            <ac:spMk id="4" creationId="{6C630CA9-AEA8-91EC-390E-A8196C8E1C7F}"/>
          </ac:spMkLst>
        </pc:spChg>
      </pc:sldChg>
      <pc:sldChg chg="addSp modSp del">
        <pc:chgData name="Mariana Rocha" userId="0a3173bd-d0ed-4c32-8e4c-b90c820606c5" providerId="ADAL" clId="{DCC3A51D-31E8-5BC6-970B-354B54D5302A}" dt="2025-10-08T10:16:23.189" v="2511" actId="2696"/>
        <pc:sldMkLst>
          <pc:docMk/>
          <pc:sldMk cId="1568998417" sldId="361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568998417" sldId="361"/>
            <ac:spMk id="6" creationId="{B3D24682-CA70-A878-496D-D4656EF9E453}"/>
          </ac:spMkLst>
        </pc:spChg>
      </pc:sldChg>
      <pc:sldChg chg="addSp modSp del">
        <pc:chgData name="Mariana Rocha" userId="0a3173bd-d0ed-4c32-8e4c-b90c820606c5" providerId="ADAL" clId="{DCC3A51D-31E8-5BC6-970B-354B54D5302A}" dt="2025-10-08T09:14:55.248" v="1366" actId="2696"/>
        <pc:sldMkLst>
          <pc:docMk/>
          <pc:sldMk cId="3378461094" sldId="362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3378461094" sldId="362"/>
            <ac:spMk id="5" creationId="{0255A25B-17C7-8131-6703-4888E4884047}"/>
          </ac:spMkLst>
        </pc:spChg>
      </pc:sldChg>
      <pc:sldChg chg="addSp modSp del">
        <pc:chgData name="Mariana Rocha" userId="0a3173bd-d0ed-4c32-8e4c-b90c820606c5" providerId="ADAL" clId="{DCC3A51D-31E8-5BC6-970B-354B54D5302A}" dt="2025-10-08T10:00:43.918" v="2227" actId="2696"/>
        <pc:sldMkLst>
          <pc:docMk/>
          <pc:sldMk cId="1665005774" sldId="363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665005774" sldId="363"/>
            <ac:spMk id="5" creationId="{9784DBDB-AE14-35BD-E856-E42FBAE8427A}"/>
          </ac:spMkLst>
        </pc:spChg>
      </pc:sldChg>
      <pc:sldChg chg="addSp modSp del">
        <pc:chgData name="Mariana Rocha" userId="0a3173bd-d0ed-4c32-8e4c-b90c820606c5" providerId="ADAL" clId="{DCC3A51D-31E8-5BC6-970B-354B54D5302A}" dt="2025-10-08T10:00:53.905" v="2228" actId="2696"/>
        <pc:sldMkLst>
          <pc:docMk/>
          <pc:sldMk cId="2075680848" sldId="364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2075680848" sldId="364"/>
            <ac:spMk id="4" creationId="{64F91209-E0D7-FB42-A977-5CB8FCA1CFF2}"/>
          </ac:spMkLst>
        </pc:spChg>
      </pc:sldChg>
      <pc:sldChg chg="addSp modSp del">
        <pc:chgData name="Mariana Rocha" userId="0a3173bd-d0ed-4c32-8e4c-b90c820606c5" providerId="ADAL" clId="{DCC3A51D-31E8-5BC6-970B-354B54D5302A}" dt="2025-10-08T10:48:30.030" v="2632" actId="2696"/>
        <pc:sldMkLst>
          <pc:docMk/>
          <pc:sldMk cId="1946480983" sldId="365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946480983" sldId="365"/>
            <ac:spMk id="6" creationId="{0A400020-5F8E-9982-B359-B21419A53733}"/>
          </ac:spMkLst>
        </pc:spChg>
      </pc:sldChg>
      <pc:sldChg chg="del">
        <pc:chgData name="Mariana Rocha" userId="0a3173bd-d0ed-4c32-8e4c-b90c820606c5" providerId="ADAL" clId="{DCC3A51D-31E8-5BC6-970B-354B54D5302A}" dt="2025-10-08T08:08:39.965" v="6" actId="2696"/>
        <pc:sldMkLst>
          <pc:docMk/>
          <pc:sldMk cId="2339939998" sldId="374"/>
        </pc:sldMkLst>
      </pc:sldChg>
      <pc:sldChg chg="del">
        <pc:chgData name="Mariana Rocha" userId="0a3173bd-d0ed-4c32-8e4c-b90c820606c5" providerId="ADAL" clId="{DCC3A51D-31E8-5BC6-970B-354B54D5302A}" dt="2025-10-08T08:08:39.976" v="12" actId="2696"/>
        <pc:sldMkLst>
          <pc:docMk/>
          <pc:sldMk cId="3662582290" sldId="375"/>
        </pc:sldMkLst>
      </pc:sldChg>
      <pc:sldChg chg="del">
        <pc:chgData name="Mariana Rocha" userId="0a3173bd-d0ed-4c32-8e4c-b90c820606c5" providerId="ADAL" clId="{DCC3A51D-31E8-5BC6-970B-354B54D5302A}" dt="2025-10-08T08:08:40.013" v="17" actId="2696"/>
        <pc:sldMkLst>
          <pc:docMk/>
          <pc:sldMk cId="4277801950" sldId="377"/>
        </pc:sldMkLst>
      </pc:sldChg>
      <pc:sldChg chg="del">
        <pc:chgData name="Mariana Rocha" userId="0a3173bd-d0ed-4c32-8e4c-b90c820606c5" providerId="ADAL" clId="{DCC3A51D-31E8-5BC6-970B-354B54D5302A}" dt="2025-10-08T08:08:39.973" v="10" actId="2696"/>
        <pc:sldMkLst>
          <pc:docMk/>
          <pc:sldMk cId="2224785735" sldId="378"/>
        </pc:sldMkLst>
      </pc:sldChg>
      <pc:sldChg chg="addSp modSp mod">
        <pc:chgData name="Mariana Rocha" userId="0a3173bd-d0ed-4c32-8e4c-b90c820606c5" providerId="ADAL" clId="{DCC3A51D-31E8-5BC6-970B-354B54D5302A}" dt="2025-10-08T10:03:32.558" v="2249" actId="108"/>
        <pc:sldMkLst>
          <pc:docMk/>
          <pc:sldMk cId="1633301011" sldId="379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633301011" sldId="379"/>
            <ac:spMk id="2" creationId="{C5B68272-01AA-4BCD-F42C-08E784DAB13E}"/>
          </ac:spMkLst>
        </pc:spChg>
        <pc:spChg chg="mod">
          <ac:chgData name="Mariana Rocha" userId="0a3173bd-d0ed-4c32-8e4c-b90c820606c5" providerId="ADAL" clId="{DCC3A51D-31E8-5BC6-970B-354B54D5302A}" dt="2025-10-08T10:03:32.558" v="2249" actId="108"/>
          <ac:spMkLst>
            <pc:docMk/>
            <pc:sldMk cId="1633301011" sldId="379"/>
            <ac:spMk id="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08T08:18:50.161" v="228" actId="20577"/>
          <ac:spMkLst>
            <pc:docMk/>
            <pc:sldMk cId="1633301011" sldId="379"/>
            <ac:spMk id="8" creationId="{C643BBB1-6000-9386-8C5F-D0C4A552BA7A}"/>
          </ac:spMkLst>
        </pc:spChg>
      </pc:sldChg>
      <pc:sldChg chg="addSp modSp del">
        <pc:chgData name="Mariana Rocha" userId="0a3173bd-d0ed-4c32-8e4c-b90c820606c5" providerId="ADAL" clId="{DCC3A51D-31E8-5BC6-970B-354B54D5302A}" dt="2025-10-08T10:48:30.648" v="2633" actId="2696"/>
        <pc:sldMkLst>
          <pc:docMk/>
          <pc:sldMk cId="1901209661" sldId="380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901209661" sldId="380"/>
            <ac:spMk id="6" creationId="{3792448E-59BA-50CD-4ED0-3B67CC355709}"/>
          </ac:spMkLst>
        </pc:spChg>
      </pc:sldChg>
      <pc:sldChg chg="addSp modSp add del mod ord setBg">
        <pc:chgData name="Mariana Rocha" userId="0a3173bd-d0ed-4c32-8e4c-b90c820606c5" providerId="ADAL" clId="{DCC3A51D-31E8-5BC6-970B-354B54D5302A}" dt="2025-10-08T10:03:13.222" v="2246" actId="113"/>
        <pc:sldMkLst>
          <pc:docMk/>
          <pc:sldMk cId="202475199" sldId="381"/>
        </pc:sldMkLst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202475199" sldId="381"/>
            <ac:spMk id="3" creationId="{333E75CA-2594-FB9C-DA2E-AC8974B9BA4C}"/>
          </ac:spMkLst>
        </pc:spChg>
        <pc:spChg chg="mod">
          <ac:chgData name="Mariana Rocha" userId="0a3173bd-d0ed-4c32-8e4c-b90c820606c5" providerId="ADAL" clId="{DCC3A51D-31E8-5BC6-970B-354B54D5302A}" dt="2025-10-08T10:03:13.222" v="2246" actId="113"/>
          <ac:spMkLst>
            <pc:docMk/>
            <pc:sldMk cId="202475199" sldId="381"/>
            <ac:spMk id="4" creationId="{7A0A434E-64D2-4318-DE5E-649AB89AF2D6}"/>
          </ac:spMkLst>
        </pc:spChg>
        <pc:spChg chg="mod">
          <ac:chgData name="Mariana Rocha" userId="0a3173bd-d0ed-4c32-8e4c-b90c820606c5" providerId="ADAL" clId="{DCC3A51D-31E8-5BC6-970B-354B54D5302A}" dt="2025-10-08T08:18:24.698" v="222" actId="1076"/>
          <ac:spMkLst>
            <pc:docMk/>
            <pc:sldMk cId="202475199" sldId="381"/>
            <ac:spMk id="8" creationId="{02EB31AE-BD4D-8BA0-88AE-725891C32C32}"/>
          </ac:spMkLst>
        </pc:spChg>
        <pc:graphicFrameChg chg="add mod">
          <ac:chgData name="Mariana Rocha" userId="0a3173bd-d0ed-4c32-8e4c-b90c820606c5" providerId="ADAL" clId="{DCC3A51D-31E8-5BC6-970B-354B54D5302A}" dt="2025-10-08T08:14:22.299" v="199"/>
          <ac:graphicFrameMkLst>
            <pc:docMk/>
            <pc:sldMk cId="202475199" sldId="381"/>
            <ac:graphicFrameMk id="2" creationId="{EEBA1030-DF53-C942-4422-90CE8772238A}"/>
          </ac:graphicFrameMkLst>
        </pc:graphicFrameChg>
      </pc:sldChg>
      <pc:sldChg chg="del">
        <pc:chgData name="Mariana Rocha" userId="0a3173bd-d0ed-4c32-8e4c-b90c820606c5" providerId="ADAL" clId="{DCC3A51D-31E8-5BC6-970B-354B54D5302A}" dt="2025-10-08T08:08:39.997" v="15" actId="2696"/>
        <pc:sldMkLst>
          <pc:docMk/>
          <pc:sldMk cId="2987620779" sldId="381"/>
        </pc:sldMkLst>
      </pc:sldChg>
      <pc:sldChg chg="addSp delSp modSp add del mod">
        <pc:chgData name="Mariana Rocha" userId="0a3173bd-d0ed-4c32-8e4c-b90c820606c5" providerId="ADAL" clId="{DCC3A51D-31E8-5BC6-970B-354B54D5302A}" dt="2025-10-08T10:48:54.265" v="2634" actId="2696"/>
        <pc:sldMkLst>
          <pc:docMk/>
          <pc:sldMk cId="1161660878" sldId="382"/>
        </pc:sldMkLst>
        <pc:spChg chg="del">
          <ac:chgData name="Mariana Rocha" userId="0a3173bd-d0ed-4c32-8e4c-b90c820606c5" providerId="ADAL" clId="{DCC3A51D-31E8-5BC6-970B-354B54D5302A}" dt="2025-10-08T08:16:26.492" v="206" actId="478"/>
          <ac:spMkLst>
            <pc:docMk/>
            <pc:sldMk cId="1161660878" sldId="382"/>
            <ac:spMk id="3" creationId="{CC28B2B3-0840-0F26-CEF0-AABCE602A93D}"/>
          </ac:spMkLst>
        </pc:spChg>
        <pc:spChg chg="del">
          <ac:chgData name="Mariana Rocha" userId="0a3173bd-d0ed-4c32-8e4c-b90c820606c5" providerId="ADAL" clId="{DCC3A51D-31E8-5BC6-970B-354B54D5302A}" dt="2025-10-08T08:14:35.708" v="201" actId="478"/>
          <ac:spMkLst>
            <pc:docMk/>
            <pc:sldMk cId="1161660878" sldId="382"/>
            <ac:spMk id="5" creationId="{FBA44691-3487-376A-CB6E-6780554C9B32}"/>
          </ac:spMkLst>
        </pc:spChg>
        <pc:spChg chg="add mod">
          <ac:chgData name="Mariana Rocha" userId="0a3173bd-d0ed-4c32-8e4c-b90c820606c5" providerId="ADAL" clId="{DCC3A51D-31E8-5BC6-970B-354B54D5302A}" dt="2025-10-08T09:14:38.197" v="1364"/>
          <ac:spMkLst>
            <pc:docMk/>
            <pc:sldMk cId="1161660878" sldId="382"/>
            <ac:spMk id="7" creationId="{3700095A-18F2-01BC-F578-2D41D5B35CDF}"/>
          </ac:spMkLst>
        </pc:spChg>
        <pc:graphicFrameChg chg="add mod">
          <ac:chgData name="Mariana Rocha" userId="0a3173bd-d0ed-4c32-8e4c-b90c820606c5" providerId="ADAL" clId="{DCC3A51D-31E8-5BC6-970B-354B54D5302A}" dt="2025-10-08T08:14:37.436" v="202"/>
          <ac:graphicFrameMkLst>
            <pc:docMk/>
            <pc:sldMk cId="1161660878" sldId="382"/>
            <ac:graphicFrameMk id="6" creationId="{CBF14C06-F469-ED76-B358-6F3E99410D62}"/>
          </ac:graphicFrameMkLst>
        </pc:graphicFrameChg>
      </pc:sldChg>
      <pc:sldChg chg="addSp delSp modSp new add del mod modClrScheme chgLayout">
        <pc:chgData name="Mariana Rocha" userId="0a3173bd-d0ed-4c32-8e4c-b90c820606c5" providerId="ADAL" clId="{DCC3A51D-31E8-5BC6-970B-354B54D5302A}" dt="2025-10-08T09:26:50.612" v="1841"/>
        <pc:sldMkLst>
          <pc:docMk/>
          <pc:sldMk cId="75159651" sldId="383"/>
        </pc:sldMkLst>
        <pc:spChg chg="del mod">
          <ac:chgData name="Mariana Rocha" userId="0a3173bd-d0ed-4c32-8e4c-b90c820606c5" providerId="ADAL" clId="{DCC3A51D-31E8-5BC6-970B-354B54D5302A}" dt="2025-10-08T08:20:55.085" v="242" actId="26606"/>
          <ac:spMkLst>
            <pc:docMk/>
            <pc:sldMk cId="75159651" sldId="383"/>
            <ac:spMk id="2" creationId="{6F7B5ABA-D8D6-80F3-9DCB-62FC6BA39008}"/>
          </ac:spMkLst>
        </pc:spChg>
        <pc:spChg chg="del mod">
          <ac:chgData name="Mariana Rocha" userId="0a3173bd-d0ed-4c32-8e4c-b90c820606c5" providerId="ADAL" clId="{DCC3A51D-31E8-5BC6-970B-354B54D5302A}" dt="2025-10-08T08:20:55.085" v="242" actId="26606"/>
          <ac:spMkLst>
            <pc:docMk/>
            <pc:sldMk cId="75159651" sldId="383"/>
            <ac:spMk id="3" creationId="{847DC195-01C7-BBA0-0B17-1C1505C755A2}"/>
          </ac:spMkLst>
        </pc:spChg>
        <pc:spChg chg="mod modVis">
          <ac:chgData name="Mariana Rocha" userId="0a3173bd-d0ed-4c32-8e4c-b90c820606c5" providerId="ADAL" clId="{DCC3A51D-31E8-5BC6-970B-354B54D5302A}" dt="2025-10-08T08:21:15.182" v="243"/>
          <ac:spMkLst>
            <pc:docMk/>
            <pc:sldMk cId="75159651" sldId="383"/>
            <ac:spMk id="4" creationId="{7974AED4-6C4A-BC99-8DCB-52A440275262}"/>
          </ac:spMkLst>
        </pc:spChg>
        <pc:spChg chg="add del mod">
          <ac:chgData name="Mariana Rocha" userId="0a3173bd-d0ed-4c32-8e4c-b90c820606c5" providerId="ADAL" clId="{DCC3A51D-31E8-5BC6-970B-354B54D5302A}" dt="2025-10-08T08:23:27.093" v="275" actId="478"/>
          <ac:spMkLst>
            <pc:docMk/>
            <pc:sldMk cId="75159651" sldId="383"/>
            <ac:spMk id="5" creationId="{53C60086-77BC-E958-F4B1-D62F66FF6041}"/>
          </ac:spMkLst>
        </pc:spChg>
        <pc:spChg chg="add del mod">
          <ac:chgData name="Mariana Rocha" userId="0a3173bd-d0ed-4c32-8e4c-b90c820606c5" providerId="ADAL" clId="{DCC3A51D-31E8-5BC6-970B-354B54D5302A}" dt="2025-10-08T08:23:20.310" v="271" actId="478"/>
          <ac:spMkLst>
            <pc:docMk/>
            <pc:sldMk cId="75159651" sldId="383"/>
            <ac:spMk id="6" creationId="{3CAE0003-FA39-A1CC-A855-1F53C7DC06C0}"/>
          </ac:spMkLst>
        </pc:spChg>
        <pc:spChg chg="add del mod">
          <ac:chgData name="Mariana Rocha" userId="0a3173bd-d0ed-4c32-8e4c-b90c820606c5" providerId="ADAL" clId="{DCC3A51D-31E8-5BC6-970B-354B54D5302A}" dt="2025-10-08T08:32:15.093" v="788" actId="478"/>
          <ac:spMkLst>
            <pc:docMk/>
            <pc:sldMk cId="75159651" sldId="383"/>
            <ac:spMk id="7" creationId="{5E69BB70-B934-FF88-E3EE-5848360C2742}"/>
          </ac:spMkLst>
        </pc:spChg>
        <pc:spChg chg="add del mod">
          <ac:chgData name="Mariana Rocha" userId="0a3173bd-d0ed-4c32-8e4c-b90c820606c5" providerId="ADAL" clId="{DCC3A51D-31E8-5BC6-970B-354B54D5302A}" dt="2025-10-08T08:32:12.784" v="787" actId="20577"/>
          <ac:spMkLst>
            <pc:docMk/>
            <pc:sldMk cId="75159651" sldId="383"/>
            <ac:spMk id="9" creationId="{222A5E9C-AE2D-DF62-C94E-35EFEC963BB9}"/>
          </ac:spMkLst>
        </pc:spChg>
        <pc:spChg chg="add mod">
          <ac:chgData name="Mariana Rocha" userId="0a3173bd-d0ed-4c32-8e4c-b90c820606c5" providerId="ADAL" clId="{DCC3A51D-31E8-5BC6-970B-354B54D5302A}" dt="2025-10-08T08:32:34.759" v="799" actId="1076"/>
          <ac:spMkLst>
            <pc:docMk/>
            <pc:sldMk cId="75159651" sldId="383"/>
            <ac:spMk id="10" creationId="{F31178F5-B02C-8275-D4F3-70EF2757A791}"/>
          </ac:spMkLst>
        </pc:spChg>
        <pc:spChg chg="add mod">
          <ac:chgData name="Mariana Rocha" userId="0a3173bd-d0ed-4c32-8e4c-b90c820606c5" providerId="ADAL" clId="{DCC3A51D-31E8-5BC6-970B-354B54D5302A}" dt="2025-10-08T09:26:50.612" v="1841"/>
          <ac:spMkLst>
            <pc:docMk/>
            <pc:sldMk cId="75159651" sldId="383"/>
            <ac:spMk id="11" creationId="{F28A8354-C488-45A7-721C-3ECD1BF1CB4B}"/>
          </ac:spMkLst>
        </pc:spChg>
      </pc:sldChg>
      <pc:sldChg chg="addSp delSp modSp add mod ord">
        <pc:chgData name="Mariana Rocha" userId="0a3173bd-d0ed-4c32-8e4c-b90c820606c5" providerId="ADAL" clId="{DCC3A51D-31E8-5BC6-970B-354B54D5302A}" dt="2025-10-08T10:50:01.786" v="2665" actId="20577"/>
        <pc:sldMkLst>
          <pc:docMk/>
          <pc:sldMk cId="3616430638" sldId="384"/>
        </pc:sldMkLst>
        <pc:spChg chg="add mod">
          <ac:chgData name="Mariana Rocha" userId="0a3173bd-d0ed-4c32-8e4c-b90c820606c5" providerId="ADAL" clId="{DCC3A51D-31E8-5BC6-970B-354B54D5302A}" dt="2025-10-08T08:23:37.325" v="277" actId="108"/>
          <ac:spMkLst>
            <pc:docMk/>
            <pc:sldMk cId="3616430638" sldId="384"/>
            <ac:spMk id="2" creationId="{648F8F2C-50A1-F490-CE08-39FBD23D3442}"/>
          </ac:spMkLst>
        </pc:spChg>
        <pc:spChg chg="add mod">
          <ac:chgData name="Mariana Rocha" userId="0a3173bd-d0ed-4c32-8e4c-b90c820606c5" providerId="ADAL" clId="{DCC3A51D-31E8-5BC6-970B-354B54D5302A}" dt="2025-10-08T08:22:11.118" v="258"/>
          <ac:spMkLst>
            <pc:docMk/>
            <pc:sldMk cId="3616430638" sldId="384"/>
            <ac:spMk id="5" creationId="{7F0DB191-C341-4128-D3E0-760252771B11}"/>
          </ac:spMkLst>
        </pc:spChg>
        <pc:spChg chg="add mod">
          <ac:chgData name="Mariana Rocha" userId="0a3173bd-d0ed-4c32-8e4c-b90c820606c5" providerId="ADAL" clId="{DCC3A51D-31E8-5BC6-970B-354B54D5302A}" dt="2025-10-08T08:22:11.118" v="258"/>
          <ac:spMkLst>
            <pc:docMk/>
            <pc:sldMk cId="3616430638" sldId="384"/>
            <ac:spMk id="6" creationId="{554C13F3-9929-A3CC-F5E8-04CD0D910B1B}"/>
          </ac:spMkLst>
        </pc:spChg>
        <pc:spChg chg="add mod">
          <ac:chgData name="Mariana Rocha" userId="0a3173bd-d0ed-4c32-8e4c-b90c820606c5" providerId="ADAL" clId="{DCC3A51D-31E8-5BC6-970B-354B54D5302A}" dt="2025-10-08T10:50:01.786" v="2665" actId="20577"/>
          <ac:spMkLst>
            <pc:docMk/>
            <pc:sldMk cId="3616430638" sldId="384"/>
            <ac:spMk id="7" creationId="{4754C07A-E7EC-FBA4-328E-1657C15BF684}"/>
          </ac:spMkLst>
        </pc:spChg>
        <pc:spChg chg="add del mod">
          <ac:chgData name="Mariana Rocha" userId="0a3173bd-d0ed-4c32-8e4c-b90c820606c5" providerId="ADAL" clId="{DCC3A51D-31E8-5BC6-970B-354B54D5302A}" dt="2025-10-08T08:22:34.124" v="260" actId="478"/>
          <ac:spMkLst>
            <pc:docMk/>
            <pc:sldMk cId="3616430638" sldId="384"/>
            <ac:spMk id="8" creationId="{78DACAA3-F6DE-A217-4835-85B87885D6BF}"/>
          </ac:spMkLst>
        </pc:spChg>
        <pc:spChg chg="del">
          <ac:chgData name="Mariana Rocha" userId="0a3173bd-d0ed-4c32-8e4c-b90c820606c5" providerId="ADAL" clId="{DCC3A51D-31E8-5BC6-970B-354B54D5302A}" dt="2025-10-08T08:22:10.608" v="257" actId="478"/>
          <ac:spMkLst>
            <pc:docMk/>
            <pc:sldMk cId="3616430638" sldId="384"/>
            <ac:spMk id="9" creationId="{BD1F2991-B44D-DFA1-98F4-AF8DB3366425}"/>
          </ac:spMkLst>
        </pc:spChg>
        <pc:spChg chg="add mod">
          <ac:chgData name="Mariana Rocha" userId="0a3173bd-d0ed-4c32-8e4c-b90c820606c5" providerId="ADAL" clId="{DCC3A51D-31E8-5BC6-970B-354B54D5302A}" dt="2025-10-08T08:22:46.200" v="262" actId="121"/>
          <ac:spMkLst>
            <pc:docMk/>
            <pc:sldMk cId="3616430638" sldId="384"/>
            <ac:spMk id="10" creationId="{2E34067B-366A-4F07-E868-D795938FFE08}"/>
          </ac:spMkLst>
        </pc:spChg>
        <pc:picChg chg="add mod">
          <ac:chgData name="Mariana Rocha" userId="0a3173bd-d0ed-4c32-8e4c-b90c820606c5" providerId="ADAL" clId="{DCC3A51D-31E8-5BC6-970B-354B54D5302A}" dt="2025-10-08T08:22:11.118" v="258"/>
          <ac:picMkLst>
            <pc:docMk/>
            <pc:sldMk cId="3616430638" sldId="384"/>
            <ac:picMk id="3" creationId="{871DB2CC-044D-9050-EADC-6BDE04A603B5}"/>
          </ac:picMkLst>
        </pc:picChg>
      </pc:sldChg>
      <pc:sldChg chg="modSp add mod">
        <pc:chgData name="Mariana Rocha" userId="0a3173bd-d0ed-4c32-8e4c-b90c820606c5" providerId="ADAL" clId="{DCC3A51D-31E8-5BC6-970B-354B54D5302A}" dt="2025-10-08T10:03:24.202" v="2248" actId="255"/>
        <pc:sldMkLst>
          <pc:docMk/>
          <pc:sldMk cId="2083859536" sldId="385"/>
        </pc:sldMkLst>
        <pc:spChg chg="mod">
          <ac:chgData name="Mariana Rocha" userId="0a3173bd-d0ed-4c32-8e4c-b90c820606c5" providerId="ADAL" clId="{DCC3A51D-31E8-5BC6-970B-354B54D5302A}" dt="2025-10-08T09:14:38.197" v="1364"/>
          <ac:spMkLst>
            <pc:docMk/>
            <pc:sldMk cId="2083859536" sldId="385"/>
            <ac:spMk id="2" creationId="{B26A9C89-1E7D-AC11-F5E8-FE0BB032034A}"/>
          </ac:spMkLst>
        </pc:spChg>
        <pc:spChg chg="mod">
          <ac:chgData name="Mariana Rocha" userId="0a3173bd-d0ed-4c32-8e4c-b90c820606c5" providerId="ADAL" clId="{DCC3A51D-31E8-5BC6-970B-354B54D5302A}" dt="2025-10-08T10:03:24.202" v="2248" actId="255"/>
          <ac:spMkLst>
            <pc:docMk/>
            <pc:sldMk cId="2083859536" sldId="385"/>
            <ac:spMk id="4" creationId="{A83BFCEC-6E05-5DCD-C32A-B207F51DB32C}"/>
          </ac:spMkLst>
        </pc:spChg>
        <pc:spChg chg="mod">
          <ac:chgData name="Mariana Rocha" userId="0a3173bd-d0ed-4c32-8e4c-b90c820606c5" providerId="ADAL" clId="{DCC3A51D-31E8-5BC6-970B-354B54D5302A}" dt="2025-10-08T08:27:25.032" v="329" actId="20577"/>
          <ac:spMkLst>
            <pc:docMk/>
            <pc:sldMk cId="2083859536" sldId="385"/>
            <ac:spMk id="8" creationId="{6891BEA8-B1B2-EB12-73C2-61D018E209EA}"/>
          </ac:spMkLst>
        </pc:spChg>
      </pc:sldChg>
      <pc:sldChg chg="modSp add mod">
        <pc:chgData name="Mariana Rocha" userId="0a3173bd-d0ed-4c32-8e4c-b90c820606c5" providerId="ADAL" clId="{DCC3A51D-31E8-5BC6-970B-354B54D5302A}" dt="2025-10-08T09:14:38.197" v="1364"/>
        <pc:sldMkLst>
          <pc:docMk/>
          <pc:sldMk cId="95208862" sldId="386"/>
        </pc:sldMkLst>
        <pc:spChg chg="mod">
          <ac:chgData name="Mariana Rocha" userId="0a3173bd-d0ed-4c32-8e4c-b90c820606c5" providerId="ADAL" clId="{DCC3A51D-31E8-5BC6-970B-354B54D5302A}" dt="2025-10-08T09:14:38.197" v="1364"/>
          <ac:spMkLst>
            <pc:docMk/>
            <pc:sldMk cId="95208862" sldId="386"/>
            <ac:spMk id="2" creationId="{0DA7FEF9-3F01-C9DE-9152-CA9807C0024E}"/>
          </ac:spMkLst>
        </pc:spChg>
        <pc:spChg chg="mod">
          <ac:chgData name="Mariana Rocha" userId="0a3173bd-d0ed-4c32-8e4c-b90c820606c5" providerId="ADAL" clId="{DCC3A51D-31E8-5BC6-970B-354B54D5302A}" dt="2025-10-08T08:29:35.609" v="719" actId="20577"/>
          <ac:spMkLst>
            <pc:docMk/>
            <pc:sldMk cId="95208862" sldId="386"/>
            <ac:spMk id="4" creationId="{36D000A5-FA6E-0DFE-92A6-3DB19AD4434B}"/>
          </ac:spMkLst>
        </pc:spChg>
        <pc:spChg chg="mod">
          <ac:chgData name="Mariana Rocha" userId="0a3173bd-d0ed-4c32-8e4c-b90c820606c5" providerId="ADAL" clId="{DCC3A51D-31E8-5BC6-970B-354B54D5302A}" dt="2025-10-08T08:28:32.370" v="512" actId="20577"/>
          <ac:spMkLst>
            <pc:docMk/>
            <pc:sldMk cId="95208862" sldId="386"/>
            <ac:spMk id="8" creationId="{CEA77108-810C-247D-43FE-A4FF5ACD5A79}"/>
          </ac:spMkLst>
        </pc:spChg>
      </pc:sldChg>
      <pc:sldChg chg="addSp modSp add mod">
        <pc:chgData name="Mariana Rocha" userId="0a3173bd-d0ed-4c32-8e4c-b90c820606c5" providerId="ADAL" clId="{DCC3A51D-31E8-5BC6-970B-354B54D5302A}" dt="2025-10-08T09:14:38.197" v="1364"/>
        <pc:sldMkLst>
          <pc:docMk/>
          <pc:sldMk cId="1203092877" sldId="387"/>
        </pc:sldMkLst>
        <pc:spChg chg="mod">
          <ac:chgData name="Mariana Rocha" userId="0a3173bd-d0ed-4c32-8e4c-b90c820606c5" providerId="ADAL" clId="{DCC3A51D-31E8-5BC6-970B-354B54D5302A}" dt="2025-10-08T09:14:38.197" v="1364"/>
          <ac:spMkLst>
            <pc:docMk/>
            <pc:sldMk cId="1203092877" sldId="387"/>
            <ac:spMk id="2" creationId="{C5D22CA7-6749-F00C-C2F6-B75742FBE6CE}"/>
          </ac:spMkLst>
        </pc:spChg>
        <pc:spChg chg="mod">
          <ac:chgData name="Mariana Rocha" userId="0a3173bd-d0ed-4c32-8e4c-b90c820606c5" providerId="ADAL" clId="{DCC3A51D-31E8-5BC6-970B-354B54D5302A}" dt="2025-10-08T08:40:36.547" v="891" actId="1076"/>
          <ac:spMkLst>
            <pc:docMk/>
            <pc:sldMk cId="1203092877" sldId="387"/>
            <ac:spMk id="4" creationId="{ED892D85-956E-DC48-1EFE-DB89631AFD4B}"/>
          </ac:spMkLst>
        </pc:spChg>
        <pc:spChg chg="mod">
          <ac:chgData name="Mariana Rocha" userId="0a3173bd-d0ed-4c32-8e4c-b90c820606c5" providerId="ADAL" clId="{DCC3A51D-31E8-5BC6-970B-354B54D5302A}" dt="2025-10-08T08:40:34.013" v="890" actId="20577"/>
          <ac:spMkLst>
            <pc:docMk/>
            <pc:sldMk cId="1203092877" sldId="387"/>
            <ac:spMk id="8" creationId="{981A1463-E277-82A3-117A-6847D4C8E0F1}"/>
          </ac:spMkLst>
        </pc:spChg>
        <pc:picChg chg="add mod">
          <ac:chgData name="Mariana Rocha" userId="0a3173bd-d0ed-4c32-8e4c-b90c820606c5" providerId="ADAL" clId="{DCC3A51D-31E8-5BC6-970B-354B54D5302A}" dt="2025-10-08T08:40:42.997" v="895" actId="1076"/>
          <ac:picMkLst>
            <pc:docMk/>
            <pc:sldMk cId="1203092877" sldId="387"/>
            <ac:picMk id="3" creationId="{9B7FF924-A412-BD44-BE0E-9419B802BB17}"/>
          </ac:picMkLst>
        </pc:picChg>
      </pc:sldChg>
      <pc:sldChg chg="modSp add del mod ord">
        <pc:chgData name="Mariana Rocha" userId="0a3173bd-d0ed-4c32-8e4c-b90c820606c5" providerId="ADAL" clId="{DCC3A51D-31E8-5BC6-970B-354B54D5302A}" dt="2025-10-08T09:26:22.684" v="1837" actId="2696"/>
        <pc:sldMkLst>
          <pc:docMk/>
          <pc:sldMk cId="1939445809" sldId="388"/>
        </pc:sldMkLst>
        <pc:spChg chg="mod">
          <ac:chgData name="Mariana Rocha" userId="0a3173bd-d0ed-4c32-8e4c-b90c820606c5" providerId="ADAL" clId="{DCC3A51D-31E8-5BC6-970B-354B54D5302A}" dt="2025-10-08T08:58:47.873" v="1333" actId="12"/>
          <ac:spMkLst>
            <pc:docMk/>
            <pc:sldMk cId="1939445809" sldId="388"/>
            <ac:spMk id="5" creationId="{9647CAD5-5837-F860-DAA9-13EC88545EFC}"/>
          </ac:spMkLst>
        </pc:spChg>
        <pc:spChg chg="mod">
          <ac:chgData name="Mariana Rocha" userId="0a3173bd-d0ed-4c32-8e4c-b90c820606c5" providerId="ADAL" clId="{DCC3A51D-31E8-5BC6-970B-354B54D5302A}" dt="2025-10-08T09:14:38.197" v="1364"/>
          <ac:spMkLst>
            <pc:docMk/>
            <pc:sldMk cId="1939445809" sldId="388"/>
            <ac:spMk id="6" creationId="{59820674-2B44-1144-7539-7CBA6882A035}"/>
          </ac:spMkLst>
        </pc:spChg>
      </pc:sldChg>
      <pc:sldChg chg="addSp delSp modSp add del mod">
        <pc:chgData name="Mariana Rocha" userId="0a3173bd-d0ed-4c32-8e4c-b90c820606c5" providerId="ADAL" clId="{DCC3A51D-31E8-5BC6-970B-354B54D5302A}" dt="2025-10-08T09:48:07.669" v="1851" actId="2696"/>
        <pc:sldMkLst>
          <pc:docMk/>
          <pc:sldMk cId="1076608653" sldId="389"/>
        </pc:sldMkLst>
        <pc:spChg chg="add mod">
          <ac:chgData name="Mariana Rocha" userId="0a3173bd-d0ed-4c32-8e4c-b90c820606c5" providerId="ADAL" clId="{DCC3A51D-31E8-5BC6-970B-354B54D5302A}" dt="2025-10-08T09:18:48.965" v="1465" actId="20577"/>
          <ac:spMkLst>
            <pc:docMk/>
            <pc:sldMk cId="1076608653" sldId="389"/>
            <ac:spMk id="3" creationId="{59F13389-3483-8BC8-1783-D0E8A8AD3BE5}"/>
          </ac:spMkLst>
        </pc:spChg>
        <pc:spChg chg="mod">
          <ac:chgData name="Mariana Rocha" userId="0a3173bd-d0ed-4c32-8e4c-b90c820606c5" providerId="ADAL" clId="{DCC3A51D-31E8-5BC6-970B-354B54D5302A}" dt="2025-10-08T09:15:33.893" v="1381" actId="20577"/>
          <ac:spMkLst>
            <pc:docMk/>
            <pc:sldMk cId="1076608653" sldId="389"/>
            <ac:spMk id="4" creationId="{C63C4891-372A-BAC4-980E-39ECCACC8370}"/>
          </ac:spMkLst>
        </pc:spChg>
        <pc:spChg chg="del">
          <ac:chgData name="Mariana Rocha" userId="0a3173bd-d0ed-4c32-8e4c-b90c820606c5" providerId="ADAL" clId="{DCC3A51D-31E8-5BC6-970B-354B54D5302A}" dt="2025-10-08T09:15:35.768" v="1382" actId="478"/>
          <ac:spMkLst>
            <pc:docMk/>
            <pc:sldMk cId="1076608653" sldId="389"/>
            <ac:spMk id="7" creationId="{A5B0043E-DBC3-4F9B-4C56-BAD7955ACAFD}"/>
          </ac:spMkLst>
        </pc:spChg>
        <pc:spChg chg="add mod">
          <ac:chgData name="Mariana Rocha" userId="0a3173bd-d0ed-4c32-8e4c-b90c820606c5" providerId="ADAL" clId="{DCC3A51D-31E8-5BC6-970B-354B54D5302A}" dt="2025-10-08T09:20:44.135" v="1709" actId="20577"/>
          <ac:spMkLst>
            <pc:docMk/>
            <pc:sldMk cId="1076608653" sldId="389"/>
            <ac:spMk id="8" creationId="{ED50515E-E79F-4F05-DC9A-DA6BD6BC893C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09:26:52.580" v="1842"/>
        <pc:sldMkLst>
          <pc:docMk/>
          <pc:sldMk cId="4046603384" sldId="390"/>
        </pc:sldMkLst>
        <pc:spChg chg="add del mod">
          <ac:chgData name="Mariana Rocha" userId="0a3173bd-d0ed-4c32-8e4c-b90c820606c5" providerId="ADAL" clId="{DCC3A51D-31E8-5BC6-970B-354B54D5302A}" dt="2025-10-08T09:23:14.731" v="1731" actId="478"/>
          <ac:spMkLst>
            <pc:docMk/>
            <pc:sldMk cId="4046603384" sldId="390"/>
            <ac:spMk id="3" creationId="{849CB50F-82C6-5B68-31F7-8C2DA03C7FC7}"/>
          </ac:spMkLst>
        </pc:spChg>
        <pc:spChg chg="add del mod">
          <ac:chgData name="Mariana Rocha" userId="0a3173bd-d0ed-4c32-8e4c-b90c820606c5" providerId="ADAL" clId="{DCC3A51D-31E8-5BC6-970B-354B54D5302A}" dt="2025-10-08T09:23:18.317" v="1732" actId="478"/>
          <ac:spMkLst>
            <pc:docMk/>
            <pc:sldMk cId="4046603384" sldId="390"/>
            <ac:spMk id="5" creationId="{7E99FFB6-5E98-2EE7-4DD3-E4FC71FB6C50}"/>
          </ac:spMkLst>
        </pc:spChg>
        <pc:spChg chg="add del mod">
          <ac:chgData name="Mariana Rocha" userId="0a3173bd-d0ed-4c32-8e4c-b90c820606c5" providerId="ADAL" clId="{DCC3A51D-31E8-5BC6-970B-354B54D5302A}" dt="2025-10-08T09:23:27.652" v="1734" actId="14100"/>
          <ac:spMkLst>
            <pc:docMk/>
            <pc:sldMk cId="4046603384" sldId="390"/>
            <ac:spMk id="6" creationId="{12CD1476-7FFD-14AB-C6C3-911F37A74BF3}"/>
          </ac:spMkLst>
        </pc:spChg>
        <pc:spChg chg="del">
          <ac:chgData name="Mariana Rocha" userId="0a3173bd-d0ed-4c32-8e4c-b90c820606c5" providerId="ADAL" clId="{DCC3A51D-31E8-5BC6-970B-354B54D5302A}" dt="2025-10-08T09:22:38.906" v="1715" actId="478"/>
          <ac:spMkLst>
            <pc:docMk/>
            <pc:sldMk cId="4046603384" sldId="390"/>
            <ac:spMk id="9" creationId="{8DEF7B62-5FD1-7C6B-0A47-BBF03ED0A69A}"/>
          </ac:spMkLst>
        </pc:spChg>
        <pc:spChg chg="del">
          <ac:chgData name="Mariana Rocha" userId="0a3173bd-d0ed-4c32-8e4c-b90c820606c5" providerId="ADAL" clId="{DCC3A51D-31E8-5BC6-970B-354B54D5302A}" dt="2025-10-08T09:22:35.781" v="1714" actId="478"/>
          <ac:spMkLst>
            <pc:docMk/>
            <pc:sldMk cId="4046603384" sldId="390"/>
            <ac:spMk id="10" creationId="{D0BA5221-5D54-B886-F2F4-D1AEC063C460}"/>
          </ac:spMkLst>
        </pc:spChg>
        <pc:spChg chg="add mod">
          <ac:chgData name="Mariana Rocha" userId="0a3173bd-d0ed-4c32-8e4c-b90c820606c5" providerId="ADAL" clId="{DCC3A51D-31E8-5BC6-970B-354B54D5302A}" dt="2025-10-08T09:22:39.354" v="1716"/>
          <ac:spMkLst>
            <pc:docMk/>
            <pc:sldMk cId="4046603384" sldId="390"/>
            <ac:spMk id="11" creationId="{5C16E868-3FB1-7A75-4C80-859DEFD7FC5A}"/>
          </ac:spMkLst>
        </pc:spChg>
        <pc:spChg chg="add mod">
          <ac:chgData name="Mariana Rocha" userId="0a3173bd-d0ed-4c32-8e4c-b90c820606c5" providerId="ADAL" clId="{DCC3A51D-31E8-5BC6-970B-354B54D5302A}" dt="2025-10-08T09:22:39.354" v="1716"/>
          <ac:spMkLst>
            <pc:docMk/>
            <pc:sldMk cId="4046603384" sldId="390"/>
            <ac:spMk id="12" creationId="{9D6BA911-0A8F-F88F-04C1-39F4C3517F58}"/>
          </ac:spMkLst>
        </pc:spChg>
        <pc:spChg chg="add mod">
          <ac:chgData name="Mariana Rocha" userId="0a3173bd-d0ed-4c32-8e4c-b90c820606c5" providerId="ADAL" clId="{DCC3A51D-31E8-5BC6-970B-354B54D5302A}" dt="2025-10-08T09:24:50.565" v="1815" actId="1076"/>
          <ac:spMkLst>
            <pc:docMk/>
            <pc:sldMk cId="4046603384" sldId="390"/>
            <ac:spMk id="13" creationId="{C91166CC-B292-49E7-1C59-171879118805}"/>
          </ac:spMkLst>
        </pc:spChg>
        <pc:spChg chg="add mod">
          <ac:chgData name="Mariana Rocha" userId="0a3173bd-d0ed-4c32-8e4c-b90c820606c5" providerId="ADAL" clId="{DCC3A51D-31E8-5BC6-970B-354B54D5302A}" dt="2025-10-08T09:26:52.580" v="1842"/>
          <ac:spMkLst>
            <pc:docMk/>
            <pc:sldMk cId="4046603384" sldId="390"/>
            <ac:spMk id="14" creationId="{B6646F0B-2576-0DFC-9FB7-E27EF4D1B8FA}"/>
          </ac:spMkLst>
        </pc:spChg>
        <pc:picChg chg="add mod">
          <ac:chgData name="Mariana Rocha" userId="0a3173bd-d0ed-4c32-8e4c-b90c820606c5" providerId="ADAL" clId="{DCC3A51D-31E8-5BC6-970B-354B54D5302A}" dt="2025-10-08T09:22:39.354" v="1716"/>
          <ac:picMkLst>
            <pc:docMk/>
            <pc:sldMk cId="4046603384" sldId="390"/>
            <ac:picMk id="7" creationId="{D3724015-9B1E-907B-555F-C6630E894DBB}"/>
          </ac:picMkLst>
        </pc:picChg>
        <pc:picChg chg="add mod">
          <ac:chgData name="Mariana Rocha" userId="0a3173bd-d0ed-4c32-8e4c-b90c820606c5" providerId="ADAL" clId="{DCC3A51D-31E8-5BC6-970B-354B54D5302A}" dt="2025-10-08T09:22:39.354" v="1716"/>
          <ac:picMkLst>
            <pc:docMk/>
            <pc:sldMk cId="4046603384" sldId="390"/>
            <ac:picMk id="8" creationId="{58D37A5D-300C-C06C-082F-83C76B955929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09:26:54.281" v="1843"/>
        <pc:sldMkLst>
          <pc:docMk/>
          <pc:sldMk cId="4017860600" sldId="391"/>
        </pc:sldMkLst>
        <pc:spChg chg="add del mod">
          <ac:chgData name="Mariana Rocha" userId="0a3173bd-d0ed-4c32-8e4c-b90c820606c5" providerId="ADAL" clId="{DCC3A51D-31E8-5BC6-970B-354B54D5302A}" dt="2025-10-08T09:25:09.077" v="1821" actId="478"/>
          <ac:spMkLst>
            <pc:docMk/>
            <pc:sldMk cId="4017860600" sldId="391"/>
            <ac:spMk id="2" creationId="{CD1D30E5-D402-BDD2-B26F-52DEF17DF2F7}"/>
          </ac:spMkLst>
        </pc:spChg>
        <pc:spChg chg="add del mod">
          <ac:chgData name="Mariana Rocha" userId="0a3173bd-d0ed-4c32-8e4c-b90c820606c5" providerId="ADAL" clId="{DCC3A51D-31E8-5BC6-970B-354B54D5302A}" dt="2025-10-08T09:25:07.522" v="1820" actId="1076"/>
          <ac:spMkLst>
            <pc:docMk/>
            <pc:sldMk cId="4017860600" sldId="391"/>
            <ac:spMk id="3" creationId="{106C141C-E8BE-6323-4574-B2CEE042CC0C}"/>
          </ac:spMkLst>
        </pc:spChg>
        <pc:spChg chg="del">
          <ac:chgData name="Mariana Rocha" userId="0a3173bd-d0ed-4c32-8e4c-b90c820606c5" providerId="ADAL" clId="{DCC3A51D-31E8-5BC6-970B-354B54D5302A}" dt="2025-10-08T09:23:42.042" v="1738" actId="478"/>
          <ac:spMkLst>
            <pc:docMk/>
            <pc:sldMk cId="4017860600" sldId="391"/>
            <ac:spMk id="6" creationId="{784B62F4-0400-8E9D-FF57-93D8285E6B28}"/>
          </ac:spMkLst>
        </pc:spChg>
        <pc:spChg chg="add mod">
          <ac:chgData name="Mariana Rocha" userId="0a3173bd-d0ed-4c32-8e4c-b90c820606c5" providerId="ADAL" clId="{DCC3A51D-31E8-5BC6-970B-354B54D5302A}" dt="2025-10-08T09:25:29.757" v="1827" actId="207"/>
          <ac:spMkLst>
            <pc:docMk/>
            <pc:sldMk cId="4017860600" sldId="391"/>
            <ac:spMk id="9" creationId="{E13A6AE0-6E32-79EB-1E1C-ED25953D42C1}"/>
          </ac:spMkLst>
        </pc:spChg>
        <pc:spChg chg="del">
          <ac:chgData name="Mariana Rocha" userId="0a3173bd-d0ed-4c32-8e4c-b90c820606c5" providerId="ADAL" clId="{DCC3A51D-31E8-5BC6-970B-354B54D5302A}" dt="2025-10-08T09:23:42.042" v="1738" actId="478"/>
          <ac:spMkLst>
            <pc:docMk/>
            <pc:sldMk cId="4017860600" sldId="391"/>
            <ac:spMk id="11" creationId="{7E8E223E-4623-8CD7-BED5-0593507D1955}"/>
          </ac:spMkLst>
        </pc:spChg>
        <pc:spChg chg="del">
          <ac:chgData name="Mariana Rocha" userId="0a3173bd-d0ed-4c32-8e4c-b90c820606c5" providerId="ADAL" clId="{DCC3A51D-31E8-5BC6-970B-354B54D5302A}" dt="2025-10-08T09:23:44.327" v="1739" actId="478"/>
          <ac:spMkLst>
            <pc:docMk/>
            <pc:sldMk cId="4017860600" sldId="391"/>
            <ac:spMk id="12" creationId="{1BC6CF65-19B4-C949-ECFC-C59FFE073192}"/>
          </ac:spMkLst>
        </pc:spChg>
        <pc:spChg chg="del">
          <ac:chgData name="Mariana Rocha" userId="0a3173bd-d0ed-4c32-8e4c-b90c820606c5" providerId="ADAL" clId="{DCC3A51D-31E8-5BC6-970B-354B54D5302A}" dt="2025-10-08T09:23:42.042" v="1738" actId="478"/>
          <ac:spMkLst>
            <pc:docMk/>
            <pc:sldMk cId="4017860600" sldId="391"/>
            <ac:spMk id="13" creationId="{726E38E9-2B2F-8664-7CD0-3800A4D0FDCC}"/>
          </ac:spMkLst>
        </pc:spChg>
        <pc:spChg chg="add del mod">
          <ac:chgData name="Mariana Rocha" userId="0a3173bd-d0ed-4c32-8e4c-b90c820606c5" providerId="ADAL" clId="{DCC3A51D-31E8-5BC6-970B-354B54D5302A}" dt="2025-10-08T09:25:05.436" v="1819" actId="478"/>
          <ac:spMkLst>
            <pc:docMk/>
            <pc:sldMk cId="4017860600" sldId="391"/>
            <ac:spMk id="14" creationId="{BEAF0ABE-3B8A-0E7D-1AAB-A8A84ED9149F}"/>
          </ac:spMkLst>
        </pc:spChg>
        <pc:spChg chg="add mod">
          <ac:chgData name="Mariana Rocha" userId="0a3173bd-d0ed-4c32-8e4c-b90c820606c5" providerId="ADAL" clId="{DCC3A51D-31E8-5BC6-970B-354B54D5302A}" dt="2025-10-08T09:26:54.281" v="1843"/>
          <ac:spMkLst>
            <pc:docMk/>
            <pc:sldMk cId="4017860600" sldId="391"/>
            <ac:spMk id="15" creationId="{7741AB4F-179D-9512-6E61-76B3E3AB8B88}"/>
          </ac:spMkLst>
        </pc:spChg>
        <pc:picChg chg="add mod">
          <ac:chgData name="Mariana Rocha" userId="0a3173bd-d0ed-4c32-8e4c-b90c820606c5" providerId="ADAL" clId="{DCC3A51D-31E8-5BC6-970B-354B54D5302A}" dt="2025-10-08T09:25:12.895" v="1822" actId="1076"/>
          <ac:picMkLst>
            <pc:docMk/>
            <pc:sldMk cId="4017860600" sldId="391"/>
            <ac:picMk id="5" creationId="{BA7B231C-9919-1AED-BD30-32F9AD5B3059}"/>
          </ac:picMkLst>
        </pc:picChg>
        <pc:picChg chg="del">
          <ac:chgData name="Mariana Rocha" userId="0a3173bd-d0ed-4c32-8e4c-b90c820606c5" providerId="ADAL" clId="{DCC3A51D-31E8-5BC6-970B-354B54D5302A}" dt="2025-10-08T09:23:42.042" v="1738" actId="478"/>
          <ac:picMkLst>
            <pc:docMk/>
            <pc:sldMk cId="4017860600" sldId="391"/>
            <ac:picMk id="7" creationId="{87670932-0A29-1006-4416-EE187FE63A55}"/>
          </ac:picMkLst>
        </pc:picChg>
        <pc:picChg chg="del">
          <ac:chgData name="Mariana Rocha" userId="0a3173bd-d0ed-4c32-8e4c-b90c820606c5" providerId="ADAL" clId="{DCC3A51D-31E8-5BC6-970B-354B54D5302A}" dt="2025-10-08T09:23:42.042" v="1738" actId="478"/>
          <ac:picMkLst>
            <pc:docMk/>
            <pc:sldMk cId="4017860600" sldId="391"/>
            <ac:picMk id="8" creationId="{90771B8D-21BC-D144-4996-B1CEE53D8461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0:04:10.153" v="2253" actId="1076"/>
        <pc:sldMkLst>
          <pc:docMk/>
          <pc:sldMk cId="1189213449" sldId="392"/>
        </pc:sldMkLst>
        <pc:spChg chg="del">
          <ac:chgData name="Mariana Rocha" userId="0a3173bd-d0ed-4c32-8e4c-b90c820606c5" providerId="ADAL" clId="{DCC3A51D-31E8-5BC6-970B-354B54D5302A}" dt="2025-10-08T09:26:07.952" v="1832" actId="478"/>
          <ac:spMkLst>
            <pc:docMk/>
            <pc:sldMk cId="1189213449" sldId="392"/>
            <ac:spMk id="3" creationId="{B24D8313-CF2B-67CC-F698-F8E355859ED5}"/>
          </ac:spMkLst>
        </pc:spChg>
        <pc:spChg chg="add del mod">
          <ac:chgData name="Mariana Rocha" userId="0a3173bd-d0ed-4c32-8e4c-b90c820606c5" providerId="ADAL" clId="{DCC3A51D-31E8-5BC6-970B-354B54D5302A}" dt="2025-10-08T09:26:19.188" v="1836" actId="478"/>
          <ac:spMkLst>
            <pc:docMk/>
            <pc:sldMk cId="1189213449" sldId="392"/>
            <ac:spMk id="6" creationId="{B8E517D7-8B7F-2BC3-7318-2CE243B1597A}"/>
          </ac:spMkLst>
        </pc:spChg>
        <pc:spChg chg="add mod">
          <ac:chgData name="Mariana Rocha" userId="0a3173bd-d0ed-4c32-8e4c-b90c820606c5" providerId="ADAL" clId="{DCC3A51D-31E8-5BC6-970B-354B54D5302A}" dt="2025-10-08T09:26:17.114" v="1835"/>
          <ac:spMkLst>
            <pc:docMk/>
            <pc:sldMk cId="1189213449" sldId="392"/>
            <ac:spMk id="7" creationId="{A1D94169-2879-FEE1-0EBF-0B9951FD8851}"/>
          </ac:spMkLst>
        </pc:spChg>
        <pc:spChg chg="add mod">
          <ac:chgData name="Mariana Rocha" userId="0a3173bd-d0ed-4c32-8e4c-b90c820606c5" providerId="ADAL" clId="{DCC3A51D-31E8-5BC6-970B-354B54D5302A}" dt="2025-10-08T10:04:10.153" v="2253" actId="1076"/>
          <ac:spMkLst>
            <pc:docMk/>
            <pc:sldMk cId="1189213449" sldId="392"/>
            <ac:spMk id="8" creationId="{9C66C1A3-D47C-CC7B-13F3-D56F04DD3CA5}"/>
          </ac:spMkLst>
        </pc:spChg>
        <pc:spChg chg="del">
          <ac:chgData name="Mariana Rocha" userId="0a3173bd-d0ed-4c32-8e4c-b90c820606c5" providerId="ADAL" clId="{DCC3A51D-31E8-5BC6-970B-354B54D5302A}" dt="2025-10-08T09:26:07.952" v="1832" actId="478"/>
          <ac:spMkLst>
            <pc:docMk/>
            <pc:sldMk cId="1189213449" sldId="392"/>
            <ac:spMk id="9" creationId="{9676E71C-4F24-75E2-4AF1-B62C2584B83F}"/>
          </ac:spMkLst>
        </pc:spChg>
        <pc:spChg chg="add mod">
          <ac:chgData name="Mariana Rocha" userId="0a3173bd-d0ed-4c32-8e4c-b90c820606c5" providerId="ADAL" clId="{DCC3A51D-31E8-5BC6-970B-354B54D5302A}" dt="2025-10-08T09:26:56.721" v="1844"/>
          <ac:spMkLst>
            <pc:docMk/>
            <pc:sldMk cId="1189213449" sldId="392"/>
            <ac:spMk id="10" creationId="{18E7319A-1835-0FCD-04F4-D25D039E9D00}"/>
          </ac:spMkLst>
        </pc:spChg>
        <pc:picChg chg="del">
          <ac:chgData name="Mariana Rocha" userId="0a3173bd-d0ed-4c32-8e4c-b90c820606c5" providerId="ADAL" clId="{DCC3A51D-31E8-5BC6-970B-354B54D5302A}" dt="2025-10-08T09:26:07.952" v="1832" actId="478"/>
          <ac:picMkLst>
            <pc:docMk/>
            <pc:sldMk cId="1189213449" sldId="392"/>
            <ac:picMk id="5" creationId="{69F7CCA0-AFC2-B8AE-700F-CC4C6D3AE6E2}"/>
          </ac:picMkLst>
        </pc:picChg>
      </pc:sldChg>
      <pc:sldChg chg="add del">
        <pc:chgData name="Mariana Rocha" userId="0a3173bd-d0ed-4c32-8e4c-b90c820606c5" providerId="ADAL" clId="{DCC3A51D-31E8-5BC6-970B-354B54D5302A}" dt="2025-10-08T09:25:49.611" v="1828" actId="2696"/>
        <pc:sldMkLst>
          <pc:docMk/>
          <pc:sldMk cId="3542706610" sldId="392"/>
        </pc:sldMkLst>
      </pc:sldChg>
      <pc:sldChg chg="addSp delSp modSp add mod">
        <pc:chgData name="Mariana Rocha" userId="0a3173bd-d0ed-4c32-8e4c-b90c820606c5" providerId="ADAL" clId="{DCC3A51D-31E8-5BC6-970B-354B54D5302A}" dt="2025-10-08T09:26:36.118" v="1840" actId="121"/>
        <pc:sldMkLst>
          <pc:docMk/>
          <pc:sldMk cId="2090598516" sldId="393"/>
        </pc:sldMkLst>
        <pc:spChg chg="add mod">
          <ac:chgData name="Mariana Rocha" userId="0a3173bd-d0ed-4c32-8e4c-b90c820606c5" providerId="ADAL" clId="{DCC3A51D-31E8-5BC6-970B-354B54D5302A}" dt="2025-10-08T09:26:28.015" v="1838"/>
          <ac:spMkLst>
            <pc:docMk/>
            <pc:sldMk cId="2090598516" sldId="393"/>
            <ac:spMk id="2" creationId="{FFED05B5-53EE-EF12-6502-4EEE1821D017}"/>
          </ac:spMkLst>
        </pc:spChg>
        <pc:spChg chg="add mod">
          <ac:chgData name="Mariana Rocha" userId="0a3173bd-d0ed-4c32-8e4c-b90c820606c5" providerId="ADAL" clId="{DCC3A51D-31E8-5BC6-970B-354B54D5302A}" dt="2025-10-08T09:26:36.118" v="1840" actId="121"/>
          <ac:spMkLst>
            <pc:docMk/>
            <pc:sldMk cId="2090598516" sldId="393"/>
            <ac:spMk id="3" creationId="{7B6649B2-EFD3-9B6C-031C-3FC7885AFD47}"/>
          </ac:spMkLst>
        </pc:spChg>
        <pc:spChg chg="add mod">
          <ac:chgData name="Mariana Rocha" userId="0a3173bd-d0ed-4c32-8e4c-b90c820606c5" providerId="ADAL" clId="{DCC3A51D-31E8-5BC6-970B-354B54D5302A}" dt="2025-10-08T09:26:28.015" v="1838"/>
          <ac:spMkLst>
            <pc:docMk/>
            <pc:sldMk cId="2090598516" sldId="393"/>
            <ac:spMk id="5" creationId="{149425FA-6791-FCF6-9175-170A6788A484}"/>
          </ac:spMkLst>
        </pc:spChg>
        <pc:spChg chg="del">
          <ac:chgData name="Mariana Rocha" userId="0a3173bd-d0ed-4c32-8e4c-b90c820606c5" providerId="ADAL" clId="{DCC3A51D-31E8-5BC6-970B-354B54D5302A}" dt="2025-10-08T09:26:30.479" v="1839" actId="478"/>
          <ac:spMkLst>
            <pc:docMk/>
            <pc:sldMk cId="2090598516" sldId="393"/>
            <ac:spMk id="6" creationId="{7C063EBE-9765-466F-C63E-85168CDE1818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09:48:02.899" v="1850" actId="478"/>
        <pc:sldMkLst>
          <pc:docMk/>
          <pc:sldMk cId="1363615013" sldId="394"/>
        </pc:sldMkLst>
        <pc:spChg chg="add mod">
          <ac:chgData name="Mariana Rocha" userId="0a3173bd-d0ed-4c32-8e4c-b90c820606c5" providerId="ADAL" clId="{DCC3A51D-31E8-5BC6-970B-354B54D5302A}" dt="2025-10-08T09:27:00.470" v="1845"/>
          <ac:spMkLst>
            <pc:docMk/>
            <pc:sldMk cId="1363615013" sldId="394"/>
            <ac:spMk id="2" creationId="{9584051A-579A-960A-62E4-4A44A7A1AA6B}"/>
          </ac:spMkLst>
        </pc:spChg>
        <pc:spChg chg="add mod">
          <ac:chgData name="Mariana Rocha" userId="0a3173bd-d0ed-4c32-8e4c-b90c820606c5" providerId="ADAL" clId="{DCC3A51D-31E8-5BC6-970B-354B54D5302A}" dt="2025-10-08T09:48:00.507" v="1849"/>
          <ac:spMkLst>
            <pc:docMk/>
            <pc:sldMk cId="1363615013" sldId="394"/>
            <ac:spMk id="3" creationId="{FAC8B7EC-124A-0102-C84D-9A1C901A2B81}"/>
          </ac:spMkLst>
        </pc:spChg>
        <pc:spChg chg="add mod">
          <ac:chgData name="Mariana Rocha" userId="0a3173bd-d0ed-4c32-8e4c-b90c820606c5" providerId="ADAL" clId="{DCC3A51D-31E8-5BC6-970B-354B54D5302A}" dt="2025-10-08T09:48:00.507" v="1849"/>
          <ac:spMkLst>
            <pc:docMk/>
            <pc:sldMk cId="1363615013" sldId="394"/>
            <ac:spMk id="5" creationId="{53B365EC-74FD-645D-441D-2DB2215D3669}"/>
          </ac:spMkLst>
        </pc:spChg>
        <pc:spChg chg="del">
          <ac:chgData name="Mariana Rocha" userId="0a3173bd-d0ed-4c32-8e4c-b90c820606c5" providerId="ADAL" clId="{DCC3A51D-31E8-5BC6-970B-354B54D5302A}" dt="2025-10-08T09:48:02.899" v="1850" actId="478"/>
          <ac:spMkLst>
            <pc:docMk/>
            <pc:sldMk cId="1363615013" sldId="394"/>
            <ac:spMk id="6" creationId="{F90972DC-5F77-2C4A-7D97-943D08A4D86D}"/>
          </ac:spMkLst>
        </pc:spChg>
        <pc:spChg chg="add mod">
          <ac:chgData name="Mariana Rocha" userId="0a3173bd-d0ed-4c32-8e4c-b90c820606c5" providerId="ADAL" clId="{DCC3A51D-31E8-5BC6-970B-354B54D5302A}" dt="2025-10-08T09:48:00.507" v="1849"/>
          <ac:spMkLst>
            <pc:docMk/>
            <pc:sldMk cId="1363615013" sldId="394"/>
            <ac:spMk id="7" creationId="{CFDBCC8E-10C3-6702-2EA8-E9C66A9CDC1D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0:49:51.633" v="2661" actId="108"/>
        <pc:sldMkLst>
          <pc:docMk/>
          <pc:sldMk cId="422691067" sldId="395"/>
        </pc:sldMkLst>
        <pc:spChg chg="add del mod">
          <ac:chgData name="Mariana Rocha" userId="0a3173bd-d0ed-4c32-8e4c-b90c820606c5" providerId="ADAL" clId="{DCC3A51D-31E8-5BC6-970B-354B54D5302A}" dt="2025-10-08T09:48:16.494" v="1854" actId="478"/>
          <ac:spMkLst>
            <pc:docMk/>
            <pc:sldMk cId="422691067" sldId="395"/>
            <ac:spMk id="3" creationId="{7D3799AD-5DDC-5DC1-2BB5-3AAB29B9A745}"/>
          </ac:spMkLst>
        </pc:spChg>
        <pc:spChg chg="add mod">
          <ac:chgData name="Mariana Rocha" userId="0a3173bd-d0ed-4c32-8e4c-b90c820606c5" providerId="ADAL" clId="{DCC3A51D-31E8-5BC6-970B-354B54D5302A}" dt="2025-10-08T09:48:25.835" v="1856" actId="14100"/>
          <ac:spMkLst>
            <pc:docMk/>
            <pc:sldMk cId="422691067" sldId="395"/>
            <ac:spMk id="5" creationId="{81B1CAEB-5D87-70DF-29AD-AA5CF8834D05}"/>
          </ac:spMkLst>
        </pc:spChg>
        <pc:spChg chg="del">
          <ac:chgData name="Mariana Rocha" userId="0a3173bd-d0ed-4c32-8e4c-b90c820606c5" providerId="ADAL" clId="{DCC3A51D-31E8-5BC6-970B-354B54D5302A}" dt="2025-10-08T09:48:14.196" v="1853" actId="478"/>
          <ac:spMkLst>
            <pc:docMk/>
            <pc:sldMk cId="422691067" sldId="395"/>
            <ac:spMk id="6" creationId="{C1532D2A-999D-070A-66D7-EC671D262BBC}"/>
          </ac:spMkLst>
        </pc:spChg>
        <pc:spChg chg="add mod">
          <ac:chgData name="Mariana Rocha" userId="0a3173bd-d0ed-4c32-8e4c-b90c820606c5" providerId="ADAL" clId="{DCC3A51D-31E8-5BC6-970B-354B54D5302A}" dt="2025-10-08T09:48:12.146" v="1852"/>
          <ac:spMkLst>
            <pc:docMk/>
            <pc:sldMk cId="422691067" sldId="395"/>
            <ac:spMk id="7" creationId="{31577B69-4505-A4EB-7DD6-EA312632794A}"/>
          </ac:spMkLst>
        </pc:spChg>
        <pc:spChg chg="add mod">
          <ac:chgData name="Mariana Rocha" userId="0a3173bd-d0ed-4c32-8e4c-b90c820606c5" providerId="ADAL" clId="{DCC3A51D-31E8-5BC6-970B-354B54D5302A}" dt="2025-10-08T09:48:12.146" v="1852"/>
          <ac:spMkLst>
            <pc:docMk/>
            <pc:sldMk cId="422691067" sldId="395"/>
            <ac:spMk id="9" creationId="{4F61B360-78E7-C78A-5A6E-05134ACE6590}"/>
          </ac:spMkLst>
        </pc:spChg>
        <pc:spChg chg="add mod">
          <ac:chgData name="Mariana Rocha" userId="0a3173bd-d0ed-4c32-8e4c-b90c820606c5" providerId="ADAL" clId="{DCC3A51D-31E8-5BC6-970B-354B54D5302A}" dt="2025-10-08T10:49:51.633" v="2661" actId="108"/>
          <ac:spMkLst>
            <pc:docMk/>
            <pc:sldMk cId="422691067" sldId="395"/>
            <ac:spMk id="10" creationId="{3604D44A-E72D-2765-5DFE-3A759553C348}"/>
          </ac:spMkLst>
        </pc:spChg>
        <pc:picChg chg="add mod">
          <ac:chgData name="Mariana Rocha" userId="0a3173bd-d0ed-4c32-8e4c-b90c820606c5" providerId="ADAL" clId="{DCC3A51D-31E8-5BC6-970B-354B54D5302A}" dt="2025-10-08T09:48:12.146" v="1852"/>
          <ac:picMkLst>
            <pc:docMk/>
            <pc:sldMk cId="422691067" sldId="395"/>
            <ac:picMk id="8" creationId="{CE0D3978-B5B6-A1E8-9878-0A3B898E2A94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0:02:01.226" v="2229" actId="1076"/>
        <pc:sldMkLst>
          <pc:docMk/>
          <pc:sldMk cId="2816646551" sldId="396"/>
        </pc:sldMkLst>
        <pc:spChg chg="add del mod">
          <ac:chgData name="Mariana Rocha" userId="0a3173bd-d0ed-4c32-8e4c-b90c820606c5" providerId="ADAL" clId="{DCC3A51D-31E8-5BC6-970B-354B54D5302A}" dt="2025-10-08T09:49:03.023" v="1862" actId="478"/>
          <ac:spMkLst>
            <pc:docMk/>
            <pc:sldMk cId="2816646551" sldId="396"/>
            <ac:spMk id="3" creationId="{908C3434-AF6E-2E83-D401-DCEA777059EE}"/>
          </ac:spMkLst>
        </pc:spChg>
        <pc:spChg chg="add mod">
          <ac:chgData name="Mariana Rocha" userId="0a3173bd-d0ed-4c32-8e4c-b90c820606c5" providerId="ADAL" clId="{DCC3A51D-31E8-5BC6-970B-354B54D5302A}" dt="2025-10-08T09:49:00.948" v="1861" actId="14100"/>
          <ac:spMkLst>
            <pc:docMk/>
            <pc:sldMk cId="2816646551" sldId="396"/>
            <ac:spMk id="5" creationId="{4970DB13-476D-AD68-6953-1C5076E8F5FB}"/>
          </ac:spMkLst>
        </pc:spChg>
        <pc:spChg chg="del">
          <ac:chgData name="Mariana Rocha" userId="0a3173bd-d0ed-4c32-8e4c-b90c820606c5" providerId="ADAL" clId="{DCC3A51D-31E8-5BC6-970B-354B54D5302A}" dt="2025-10-08T09:48:50.111" v="1858" actId="478"/>
          <ac:spMkLst>
            <pc:docMk/>
            <pc:sldMk cId="2816646551" sldId="396"/>
            <ac:spMk id="6" creationId="{C7416E57-B220-B6BA-5388-29243FC73F2E}"/>
          </ac:spMkLst>
        </pc:spChg>
        <pc:spChg chg="add mod">
          <ac:chgData name="Mariana Rocha" userId="0a3173bd-d0ed-4c32-8e4c-b90c820606c5" providerId="ADAL" clId="{DCC3A51D-31E8-5BC6-970B-354B54D5302A}" dt="2025-10-08T10:02:01.226" v="2229" actId="1076"/>
          <ac:spMkLst>
            <pc:docMk/>
            <pc:sldMk cId="2816646551" sldId="396"/>
            <ac:spMk id="7" creationId="{9718A6E0-9F92-FF7D-546D-01AA492CAE5A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0:04:40.134" v="2256" actId="120"/>
        <pc:sldMkLst>
          <pc:docMk/>
          <pc:sldMk cId="3289902009" sldId="397"/>
        </pc:sldMkLst>
        <pc:spChg chg="del">
          <ac:chgData name="Mariana Rocha" userId="0a3173bd-d0ed-4c32-8e4c-b90c820606c5" providerId="ADAL" clId="{DCC3A51D-31E8-5BC6-970B-354B54D5302A}" dt="2025-10-08T09:51:04.916" v="1867" actId="478"/>
          <ac:spMkLst>
            <pc:docMk/>
            <pc:sldMk cId="3289902009" sldId="397"/>
            <ac:spMk id="5" creationId="{15CA1936-755E-AF7B-2AE8-6A505048C13E}"/>
          </ac:spMkLst>
        </pc:spChg>
        <pc:spChg chg="add del mod">
          <ac:chgData name="Mariana Rocha" userId="0a3173bd-d0ed-4c32-8e4c-b90c820606c5" providerId="ADAL" clId="{DCC3A51D-31E8-5BC6-970B-354B54D5302A}" dt="2025-10-08T09:51:06.898" v="1868" actId="478"/>
          <ac:spMkLst>
            <pc:docMk/>
            <pc:sldMk cId="3289902009" sldId="397"/>
            <ac:spMk id="6" creationId="{9CEA2E36-48A8-3630-429C-43C7A69D7B33}"/>
          </ac:spMkLst>
        </pc:spChg>
        <pc:spChg chg="del">
          <ac:chgData name="Mariana Rocha" userId="0a3173bd-d0ed-4c32-8e4c-b90c820606c5" providerId="ADAL" clId="{DCC3A51D-31E8-5BC6-970B-354B54D5302A}" dt="2025-10-08T09:51:04.916" v="1867" actId="478"/>
          <ac:spMkLst>
            <pc:docMk/>
            <pc:sldMk cId="3289902009" sldId="397"/>
            <ac:spMk id="7" creationId="{402F7EE4-8D29-7082-9D8E-6C33E8EA016D}"/>
          </ac:spMkLst>
        </pc:spChg>
        <pc:spChg chg="add del mod">
          <ac:chgData name="Mariana Rocha" userId="0a3173bd-d0ed-4c32-8e4c-b90c820606c5" providerId="ADAL" clId="{DCC3A51D-31E8-5BC6-970B-354B54D5302A}" dt="2025-10-08T09:51:27.336" v="1874" actId="478"/>
          <ac:spMkLst>
            <pc:docMk/>
            <pc:sldMk cId="3289902009" sldId="397"/>
            <ac:spMk id="8" creationId="{7E565B6E-00F3-F3A2-EAD2-75C7A0C34DB2}"/>
          </ac:spMkLst>
        </pc:spChg>
        <pc:spChg chg="add mod">
          <ac:chgData name="Mariana Rocha" userId="0a3173bd-d0ed-4c32-8e4c-b90c820606c5" providerId="ADAL" clId="{DCC3A51D-31E8-5BC6-970B-354B54D5302A}" dt="2025-10-08T09:51:47.335" v="1876" actId="14100"/>
          <ac:spMkLst>
            <pc:docMk/>
            <pc:sldMk cId="3289902009" sldId="397"/>
            <ac:spMk id="9" creationId="{C0745AD0-F7D7-771F-B142-4BFC55ED62F2}"/>
          </ac:spMkLst>
        </pc:spChg>
        <pc:spChg chg="add mod">
          <ac:chgData name="Mariana Rocha" userId="0a3173bd-d0ed-4c32-8e4c-b90c820606c5" providerId="ADAL" clId="{DCC3A51D-31E8-5BC6-970B-354B54D5302A}" dt="2025-10-08T09:51:23.862" v="1873"/>
          <ac:spMkLst>
            <pc:docMk/>
            <pc:sldMk cId="3289902009" sldId="397"/>
            <ac:spMk id="11" creationId="{47DD480A-4892-59FB-F5B1-251081E9863D}"/>
          </ac:spMkLst>
        </pc:spChg>
        <pc:spChg chg="add mod">
          <ac:chgData name="Mariana Rocha" userId="0a3173bd-d0ed-4c32-8e4c-b90c820606c5" providerId="ADAL" clId="{DCC3A51D-31E8-5BC6-970B-354B54D5302A}" dt="2025-10-08T09:51:23.862" v="1873"/>
          <ac:spMkLst>
            <pc:docMk/>
            <pc:sldMk cId="3289902009" sldId="397"/>
            <ac:spMk id="12" creationId="{68CFDED6-5666-23ED-444C-9CD6AF57C97C}"/>
          </ac:spMkLst>
        </pc:spChg>
        <pc:spChg chg="add mod">
          <ac:chgData name="Mariana Rocha" userId="0a3173bd-d0ed-4c32-8e4c-b90c820606c5" providerId="ADAL" clId="{DCC3A51D-31E8-5BC6-970B-354B54D5302A}" dt="2025-10-08T10:04:40.134" v="2256" actId="120"/>
          <ac:spMkLst>
            <pc:docMk/>
            <pc:sldMk cId="3289902009" sldId="397"/>
            <ac:spMk id="14" creationId="{4E7EF966-464A-4BB4-CE73-43BCC7DAC950}"/>
          </ac:spMkLst>
        </pc:spChg>
        <pc:spChg chg="add mod">
          <ac:chgData name="Mariana Rocha" userId="0a3173bd-d0ed-4c32-8e4c-b90c820606c5" providerId="ADAL" clId="{DCC3A51D-31E8-5BC6-970B-354B54D5302A}" dt="2025-10-08T09:51:23.862" v="1873"/>
          <ac:spMkLst>
            <pc:docMk/>
            <pc:sldMk cId="3289902009" sldId="397"/>
            <ac:spMk id="15" creationId="{E7F2CF21-39CE-BE70-1D93-F25237CC2B50}"/>
          </ac:spMkLst>
        </pc:spChg>
        <pc:picChg chg="add mod">
          <ac:chgData name="Mariana Rocha" userId="0a3173bd-d0ed-4c32-8e4c-b90c820606c5" providerId="ADAL" clId="{DCC3A51D-31E8-5BC6-970B-354B54D5302A}" dt="2025-10-08T09:51:23.862" v="1873"/>
          <ac:picMkLst>
            <pc:docMk/>
            <pc:sldMk cId="3289902009" sldId="397"/>
            <ac:picMk id="10" creationId="{4064E906-8962-E113-C3DF-A1FF95703482}"/>
          </ac:picMkLst>
        </pc:picChg>
        <pc:picChg chg="add mod">
          <ac:chgData name="Mariana Rocha" userId="0a3173bd-d0ed-4c32-8e4c-b90c820606c5" providerId="ADAL" clId="{DCC3A51D-31E8-5BC6-970B-354B54D5302A}" dt="2025-10-08T09:51:23.862" v="1873"/>
          <ac:picMkLst>
            <pc:docMk/>
            <pc:sldMk cId="3289902009" sldId="397"/>
            <ac:picMk id="13" creationId="{8B3E9F09-B272-3B85-6071-B65B70987E84}"/>
          </ac:picMkLst>
        </pc:picChg>
      </pc:sldChg>
      <pc:sldChg chg="addSp modSp add mod">
        <pc:chgData name="Mariana Rocha" userId="0a3173bd-d0ed-4c32-8e4c-b90c820606c5" providerId="ADAL" clId="{DCC3A51D-31E8-5BC6-970B-354B54D5302A}" dt="2025-10-08T10:05:11.756" v="2270" actId="1035"/>
        <pc:sldMkLst>
          <pc:docMk/>
          <pc:sldMk cId="3759597079" sldId="398"/>
        </pc:sldMkLst>
        <pc:spChg chg="add mod">
          <ac:chgData name="Mariana Rocha" userId="0a3173bd-d0ed-4c32-8e4c-b90c820606c5" providerId="ADAL" clId="{DCC3A51D-31E8-5BC6-970B-354B54D5302A}" dt="2025-10-08T10:05:11.756" v="2270" actId="1035"/>
          <ac:spMkLst>
            <pc:docMk/>
            <pc:sldMk cId="3759597079" sldId="398"/>
            <ac:spMk id="3" creationId="{40383AF4-CA6A-3379-DF6E-E683A8AB28BF}"/>
          </ac:spMkLst>
        </pc:spChg>
        <pc:spChg chg="add mod">
          <ac:chgData name="Mariana Rocha" userId="0a3173bd-d0ed-4c32-8e4c-b90c820606c5" providerId="ADAL" clId="{DCC3A51D-31E8-5BC6-970B-354B54D5302A}" dt="2025-10-08T09:52:06.415" v="1879"/>
          <ac:spMkLst>
            <pc:docMk/>
            <pc:sldMk cId="3759597079" sldId="398"/>
            <ac:spMk id="6" creationId="{6D1A29D1-D52A-6BF3-E881-2C17982823D5}"/>
          </ac:spMkLst>
        </pc:spChg>
        <pc:picChg chg="add mod">
          <ac:chgData name="Mariana Rocha" userId="0a3173bd-d0ed-4c32-8e4c-b90c820606c5" providerId="ADAL" clId="{DCC3A51D-31E8-5BC6-970B-354B54D5302A}" dt="2025-10-08T10:05:11.756" v="2270" actId="1035"/>
          <ac:picMkLst>
            <pc:docMk/>
            <pc:sldMk cId="3759597079" sldId="398"/>
            <ac:picMk id="5" creationId="{3CAE1BCB-2290-702E-AC45-C122D8C6132A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0:15:01.918" v="2485" actId="403"/>
        <pc:sldMkLst>
          <pc:docMk/>
          <pc:sldMk cId="3950354153" sldId="399"/>
        </pc:sldMkLst>
        <pc:spChg chg="add del">
          <ac:chgData name="Mariana Rocha" userId="0a3173bd-d0ed-4c32-8e4c-b90c820606c5" providerId="ADAL" clId="{DCC3A51D-31E8-5BC6-970B-354B54D5302A}" dt="2025-10-08T10:12:26.621" v="2272" actId="22"/>
          <ac:spMkLst>
            <pc:docMk/>
            <pc:sldMk cId="3950354153" sldId="399"/>
            <ac:spMk id="5" creationId="{AE5C37D7-960C-46DD-FBC0-CB113C2094CB}"/>
          </ac:spMkLst>
        </pc:spChg>
        <pc:spChg chg="add mod">
          <ac:chgData name="Mariana Rocha" userId="0a3173bd-d0ed-4c32-8e4c-b90c820606c5" providerId="ADAL" clId="{DCC3A51D-31E8-5BC6-970B-354B54D5302A}" dt="2025-10-08T10:14:10.347" v="2286" actId="1076"/>
          <ac:spMkLst>
            <pc:docMk/>
            <pc:sldMk cId="3950354153" sldId="399"/>
            <ac:spMk id="7" creationId="{36461280-7F18-C111-999B-01D3D025E3E6}"/>
          </ac:spMkLst>
        </pc:spChg>
        <pc:spChg chg="add mod">
          <ac:chgData name="Mariana Rocha" userId="0a3173bd-d0ed-4c32-8e4c-b90c820606c5" providerId="ADAL" clId="{DCC3A51D-31E8-5BC6-970B-354B54D5302A}" dt="2025-10-08T10:12:52.387" v="2285"/>
          <ac:spMkLst>
            <pc:docMk/>
            <pc:sldMk cId="3950354153" sldId="399"/>
            <ac:spMk id="8" creationId="{0352EC88-AA14-5683-06D3-A6231560BBF5}"/>
          </ac:spMkLst>
        </pc:spChg>
        <pc:spChg chg="add mod">
          <ac:chgData name="Mariana Rocha" userId="0a3173bd-d0ed-4c32-8e4c-b90c820606c5" providerId="ADAL" clId="{DCC3A51D-31E8-5BC6-970B-354B54D5302A}" dt="2025-10-08T10:15:01.918" v="2485" actId="403"/>
          <ac:spMkLst>
            <pc:docMk/>
            <pc:sldMk cId="3950354153" sldId="399"/>
            <ac:spMk id="10" creationId="{66512D7B-AE48-9C4E-7A71-D68294FDF86B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0:49:46.204" v="2660" actId="113"/>
        <pc:sldMkLst>
          <pc:docMk/>
          <pc:sldMk cId="846102249" sldId="400"/>
        </pc:sldMkLst>
        <pc:spChg chg="add del mod">
          <ac:chgData name="Mariana Rocha" userId="0a3173bd-d0ed-4c32-8e4c-b90c820606c5" providerId="ADAL" clId="{DCC3A51D-31E8-5BC6-970B-354B54D5302A}" dt="2025-10-08T10:15:33.542" v="2498" actId="478"/>
          <ac:spMkLst>
            <pc:docMk/>
            <pc:sldMk cId="846102249" sldId="400"/>
            <ac:spMk id="3" creationId="{7534AD65-193A-CA4C-8CB1-B808DBC4333A}"/>
          </ac:spMkLst>
        </pc:spChg>
        <pc:spChg chg="add mod">
          <ac:chgData name="Mariana Rocha" userId="0a3173bd-d0ed-4c32-8e4c-b90c820606c5" providerId="ADAL" clId="{DCC3A51D-31E8-5BC6-970B-354B54D5302A}" dt="2025-10-08T10:31:27.296" v="2519" actId="20577"/>
          <ac:spMkLst>
            <pc:docMk/>
            <pc:sldMk cId="846102249" sldId="400"/>
            <ac:spMk id="5" creationId="{35485E5B-2A5D-6BE8-9F42-337E96DA173E}"/>
          </ac:spMkLst>
        </pc:spChg>
        <pc:spChg chg="add mod">
          <ac:chgData name="Mariana Rocha" userId="0a3173bd-d0ed-4c32-8e4c-b90c820606c5" providerId="ADAL" clId="{DCC3A51D-31E8-5BC6-970B-354B54D5302A}" dt="2025-10-08T10:15:14.331" v="2486"/>
          <ac:spMkLst>
            <pc:docMk/>
            <pc:sldMk cId="846102249" sldId="400"/>
            <ac:spMk id="7" creationId="{312C6184-6233-87EC-4F22-736859478D80}"/>
          </ac:spMkLst>
        </pc:spChg>
        <pc:spChg chg="add mod">
          <ac:chgData name="Mariana Rocha" userId="0a3173bd-d0ed-4c32-8e4c-b90c820606c5" providerId="ADAL" clId="{DCC3A51D-31E8-5BC6-970B-354B54D5302A}" dt="2025-10-08T10:15:14.331" v="2486"/>
          <ac:spMkLst>
            <pc:docMk/>
            <pc:sldMk cId="846102249" sldId="400"/>
            <ac:spMk id="8" creationId="{327AE145-F8F9-358A-AAAD-BC71AC78E23F}"/>
          </ac:spMkLst>
        </pc:spChg>
        <pc:spChg chg="add del mod">
          <ac:chgData name="Mariana Rocha" userId="0a3173bd-d0ed-4c32-8e4c-b90c820606c5" providerId="ADAL" clId="{DCC3A51D-31E8-5BC6-970B-354B54D5302A}" dt="2025-10-08T10:49:29.526" v="2650" actId="478"/>
          <ac:spMkLst>
            <pc:docMk/>
            <pc:sldMk cId="846102249" sldId="400"/>
            <ac:spMk id="9" creationId="{1A3C041F-43CB-0430-502A-1A0FBCD4DA81}"/>
          </ac:spMkLst>
        </pc:spChg>
        <pc:spChg chg="add mod">
          <ac:chgData name="Mariana Rocha" userId="0a3173bd-d0ed-4c32-8e4c-b90c820606c5" providerId="ADAL" clId="{DCC3A51D-31E8-5BC6-970B-354B54D5302A}" dt="2025-10-08T10:49:46.204" v="2660" actId="113"/>
          <ac:spMkLst>
            <pc:docMk/>
            <pc:sldMk cId="846102249" sldId="400"/>
            <ac:spMk id="11" creationId="{674CD52E-87C1-78DB-E186-CE2459D236C5}"/>
          </ac:spMkLst>
        </pc:spChg>
        <pc:picChg chg="add mod">
          <ac:chgData name="Mariana Rocha" userId="0a3173bd-d0ed-4c32-8e4c-b90c820606c5" providerId="ADAL" clId="{DCC3A51D-31E8-5BC6-970B-354B54D5302A}" dt="2025-10-08T10:15:14.331" v="2486"/>
          <ac:picMkLst>
            <pc:docMk/>
            <pc:sldMk cId="846102249" sldId="400"/>
            <ac:picMk id="6" creationId="{31386CD3-71CB-2336-3D30-2C2DFF94576D}"/>
          </ac:picMkLst>
        </pc:picChg>
      </pc:sldChg>
      <pc:sldChg chg="addSp modSp add mod">
        <pc:chgData name="Mariana Rocha" userId="0a3173bd-d0ed-4c32-8e4c-b90c820606c5" providerId="ADAL" clId="{DCC3A51D-31E8-5BC6-970B-354B54D5302A}" dt="2025-10-08T10:03:53.359" v="2250" actId="2711"/>
        <pc:sldMkLst>
          <pc:docMk/>
          <pc:sldMk cId="1830106375" sldId="401"/>
        </pc:sldMkLst>
        <pc:spChg chg="add mod">
          <ac:chgData name="Mariana Rocha" userId="0a3173bd-d0ed-4c32-8e4c-b90c820606c5" providerId="ADAL" clId="{DCC3A51D-31E8-5BC6-970B-354B54D5302A}" dt="2025-10-08T10:00:18.626" v="2225" actId="1076"/>
          <ac:spMkLst>
            <pc:docMk/>
            <pc:sldMk cId="1830106375" sldId="401"/>
            <ac:spMk id="3" creationId="{8239328A-0ADD-C1F7-D8E9-B8F584E98AEC}"/>
          </ac:spMkLst>
        </pc:spChg>
        <pc:spChg chg="mod">
          <ac:chgData name="Mariana Rocha" userId="0a3173bd-d0ed-4c32-8e4c-b90c820606c5" providerId="ADAL" clId="{DCC3A51D-31E8-5BC6-970B-354B54D5302A}" dt="2025-10-08T09:52:23.685" v="1891" actId="20577"/>
          <ac:spMkLst>
            <pc:docMk/>
            <pc:sldMk cId="1830106375" sldId="401"/>
            <ac:spMk id="7" creationId="{47E83EF8-F88A-F938-6A3D-9DA4F2CD2758}"/>
          </ac:spMkLst>
        </pc:spChg>
        <pc:spChg chg="mod">
          <ac:chgData name="Mariana Rocha" userId="0a3173bd-d0ed-4c32-8e4c-b90c820606c5" providerId="ADAL" clId="{DCC3A51D-31E8-5BC6-970B-354B54D5302A}" dt="2025-10-08T10:03:53.359" v="2250" actId="2711"/>
          <ac:spMkLst>
            <pc:docMk/>
            <pc:sldMk cId="1830106375" sldId="401"/>
            <ac:spMk id="8" creationId="{AFECA69E-1C79-5890-7C03-769E9BDBE048}"/>
          </ac:spMkLst>
        </pc:spChg>
      </pc:sldChg>
      <pc:sldChg chg="add del">
        <pc:chgData name="Mariana Rocha" userId="0a3173bd-d0ed-4c32-8e4c-b90c820606c5" providerId="ADAL" clId="{DCC3A51D-31E8-5BC6-970B-354B54D5302A}" dt="2025-10-08T09:52:14.134" v="1881" actId="2696"/>
        <pc:sldMkLst>
          <pc:docMk/>
          <pc:sldMk cId="2226122170" sldId="401"/>
        </pc:sldMkLst>
      </pc:sldChg>
      <pc:sldChg chg="addSp delSp modSp add mod">
        <pc:chgData name="Mariana Rocha" userId="0a3173bd-d0ed-4c32-8e4c-b90c820606c5" providerId="ADAL" clId="{DCC3A51D-31E8-5BC6-970B-354B54D5302A}" dt="2025-10-08T10:02:17.485" v="2240" actId="1076"/>
        <pc:sldMkLst>
          <pc:docMk/>
          <pc:sldMk cId="2905356208" sldId="402"/>
        </pc:sldMkLst>
        <pc:spChg chg="add mod">
          <ac:chgData name="Mariana Rocha" userId="0a3173bd-d0ed-4c32-8e4c-b90c820606c5" providerId="ADAL" clId="{DCC3A51D-31E8-5BC6-970B-354B54D5302A}" dt="2025-10-08T10:02:17.485" v="2240" actId="1076"/>
          <ac:spMkLst>
            <pc:docMk/>
            <pc:sldMk cId="2905356208" sldId="402"/>
            <ac:spMk id="6" creationId="{64402D9B-33A1-65D4-6316-3FB0FD2D8485}"/>
          </ac:spMkLst>
        </pc:spChg>
        <pc:spChg chg="del">
          <ac:chgData name="Mariana Rocha" userId="0a3173bd-d0ed-4c32-8e4c-b90c820606c5" providerId="ADAL" clId="{DCC3A51D-31E8-5BC6-970B-354B54D5302A}" dt="2025-10-08T10:02:05.742" v="2231" actId="478"/>
          <ac:spMkLst>
            <pc:docMk/>
            <pc:sldMk cId="2905356208" sldId="402"/>
            <ac:spMk id="7" creationId="{DA5B6EF0-5478-78C0-86C7-127AC90BCFDD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08T10:31:32.234" v="2520" actId="20577"/>
        <pc:sldMkLst>
          <pc:docMk/>
          <pc:sldMk cId="1267085536" sldId="403"/>
        </pc:sldMkLst>
        <pc:spChg chg="del">
          <ac:chgData name="Mariana Rocha" userId="0a3173bd-d0ed-4c32-8e4c-b90c820606c5" providerId="ADAL" clId="{DCC3A51D-31E8-5BC6-970B-354B54D5302A}" dt="2025-10-08T10:15:48.038" v="2501" actId="478"/>
          <ac:spMkLst>
            <pc:docMk/>
            <pc:sldMk cId="1267085536" sldId="403"/>
            <ac:spMk id="5" creationId="{E2874C06-546D-EF8B-3771-23BC67D8B606}"/>
          </ac:spMkLst>
        </pc:spChg>
        <pc:spChg chg="del">
          <ac:chgData name="Mariana Rocha" userId="0a3173bd-d0ed-4c32-8e4c-b90c820606c5" providerId="ADAL" clId="{DCC3A51D-31E8-5BC6-970B-354B54D5302A}" dt="2025-10-08T10:15:48.038" v="2501" actId="478"/>
          <ac:spMkLst>
            <pc:docMk/>
            <pc:sldMk cId="1267085536" sldId="403"/>
            <ac:spMk id="7" creationId="{0ADF86E3-6972-8131-379E-E401C1C49AF2}"/>
          </ac:spMkLst>
        </pc:spChg>
        <pc:spChg chg="del">
          <ac:chgData name="Mariana Rocha" userId="0a3173bd-d0ed-4c32-8e4c-b90c820606c5" providerId="ADAL" clId="{DCC3A51D-31E8-5BC6-970B-354B54D5302A}" dt="2025-10-08T10:15:48.038" v="2501" actId="478"/>
          <ac:spMkLst>
            <pc:docMk/>
            <pc:sldMk cId="1267085536" sldId="403"/>
            <ac:spMk id="8" creationId="{4B6BCAA1-7A7D-720C-E62D-8B9C846CA6DC}"/>
          </ac:spMkLst>
        </pc:spChg>
        <pc:spChg chg="del">
          <ac:chgData name="Mariana Rocha" userId="0a3173bd-d0ed-4c32-8e4c-b90c820606c5" providerId="ADAL" clId="{DCC3A51D-31E8-5BC6-970B-354B54D5302A}" dt="2025-10-08T10:15:48.038" v="2501" actId="478"/>
          <ac:spMkLst>
            <pc:docMk/>
            <pc:sldMk cId="1267085536" sldId="403"/>
            <ac:spMk id="9" creationId="{C456A322-2380-CD36-C6AA-718647D2B8DC}"/>
          </ac:spMkLst>
        </pc:spChg>
        <pc:spChg chg="add del mod">
          <ac:chgData name="Mariana Rocha" userId="0a3173bd-d0ed-4c32-8e4c-b90c820606c5" providerId="ADAL" clId="{DCC3A51D-31E8-5BC6-970B-354B54D5302A}" dt="2025-10-08T10:15:50.177" v="2502" actId="478"/>
          <ac:spMkLst>
            <pc:docMk/>
            <pc:sldMk cId="1267085536" sldId="403"/>
            <ac:spMk id="10" creationId="{4325C417-EF48-F7D3-1679-CB46E5534609}"/>
          </ac:spMkLst>
        </pc:spChg>
        <pc:spChg chg="add del mod">
          <ac:chgData name="Mariana Rocha" userId="0a3173bd-d0ed-4c32-8e4c-b90c820606c5" providerId="ADAL" clId="{DCC3A51D-31E8-5BC6-970B-354B54D5302A}" dt="2025-10-08T10:16:05.390" v="2505" actId="478"/>
          <ac:spMkLst>
            <pc:docMk/>
            <pc:sldMk cId="1267085536" sldId="403"/>
            <ac:spMk id="11" creationId="{7D8624DC-5E57-FB2C-A99F-DF88A7F18CEA}"/>
          </ac:spMkLst>
        </pc:spChg>
        <pc:spChg chg="add mod">
          <ac:chgData name="Mariana Rocha" userId="0a3173bd-d0ed-4c32-8e4c-b90c820606c5" providerId="ADAL" clId="{DCC3A51D-31E8-5BC6-970B-354B54D5302A}" dt="2025-10-08T10:16:09.928" v="2508" actId="20577"/>
          <ac:spMkLst>
            <pc:docMk/>
            <pc:sldMk cId="1267085536" sldId="403"/>
            <ac:spMk id="12" creationId="{5181CD97-8C25-0545-E334-9248E073B24A}"/>
          </ac:spMkLst>
        </pc:spChg>
        <pc:spChg chg="add mod">
          <ac:chgData name="Mariana Rocha" userId="0a3173bd-d0ed-4c32-8e4c-b90c820606c5" providerId="ADAL" clId="{DCC3A51D-31E8-5BC6-970B-354B54D5302A}" dt="2025-10-08T10:31:32.234" v="2520" actId="20577"/>
          <ac:spMkLst>
            <pc:docMk/>
            <pc:sldMk cId="1267085536" sldId="403"/>
            <ac:spMk id="13" creationId="{0081330D-052A-E9FF-9268-D490E5A57265}"/>
          </ac:spMkLst>
        </pc:spChg>
        <pc:picChg chg="del">
          <ac:chgData name="Mariana Rocha" userId="0a3173bd-d0ed-4c32-8e4c-b90c820606c5" providerId="ADAL" clId="{DCC3A51D-31E8-5BC6-970B-354B54D5302A}" dt="2025-10-08T10:15:48.038" v="2501" actId="478"/>
          <ac:picMkLst>
            <pc:docMk/>
            <pc:sldMk cId="1267085536" sldId="403"/>
            <ac:picMk id="6" creationId="{FE10B6D6-0522-E47E-958F-C56D51DEA670}"/>
          </ac:picMkLst>
        </pc:picChg>
      </pc:sldChg>
      <pc:sldChg chg="addSp delSp modSp add del mod">
        <pc:chgData name="Mariana Rocha" userId="0a3173bd-d0ed-4c32-8e4c-b90c820606c5" providerId="ADAL" clId="{DCC3A51D-31E8-5BC6-970B-354B54D5302A}" dt="2025-10-08T10:37:25.284" v="2530" actId="2696"/>
        <pc:sldMkLst>
          <pc:docMk/>
          <pc:sldMk cId="264646962" sldId="404"/>
        </pc:sldMkLst>
        <pc:spChg chg="add del mod">
          <ac:chgData name="Mariana Rocha" userId="0a3173bd-d0ed-4c32-8e4c-b90c820606c5" providerId="ADAL" clId="{DCC3A51D-31E8-5BC6-970B-354B54D5302A}" dt="2025-10-08T10:16:36.389" v="2514" actId="478"/>
          <ac:spMkLst>
            <pc:docMk/>
            <pc:sldMk cId="264646962" sldId="404"/>
            <ac:spMk id="5" creationId="{E9048372-73E7-3192-B2E5-804A487FA3D0}"/>
          </ac:spMkLst>
        </pc:spChg>
        <pc:spChg chg="add mod">
          <ac:chgData name="Mariana Rocha" userId="0a3173bd-d0ed-4c32-8e4c-b90c820606c5" providerId="ADAL" clId="{DCC3A51D-31E8-5BC6-970B-354B54D5302A}" dt="2025-10-08T10:16:38.984" v="2516"/>
          <ac:spMkLst>
            <pc:docMk/>
            <pc:sldMk cId="264646962" sldId="404"/>
            <ac:spMk id="6" creationId="{F7D6705B-F59B-5773-3230-A409150BBC67}"/>
          </ac:spMkLst>
        </pc:spChg>
        <pc:spChg chg="add mod">
          <ac:chgData name="Mariana Rocha" userId="0a3173bd-d0ed-4c32-8e4c-b90c820606c5" providerId="ADAL" clId="{DCC3A51D-31E8-5BC6-970B-354B54D5302A}" dt="2025-10-08T10:16:38.984" v="2516"/>
          <ac:spMkLst>
            <pc:docMk/>
            <pc:sldMk cId="264646962" sldId="404"/>
            <ac:spMk id="8" creationId="{7A0C040D-E534-7F78-B709-3CB55B0551B1}"/>
          </ac:spMkLst>
        </pc:spChg>
        <pc:spChg chg="add mod">
          <ac:chgData name="Mariana Rocha" userId="0a3173bd-d0ed-4c32-8e4c-b90c820606c5" providerId="ADAL" clId="{DCC3A51D-31E8-5BC6-970B-354B54D5302A}" dt="2025-10-08T10:16:38.984" v="2516"/>
          <ac:spMkLst>
            <pc:docMk/>
            <pc:sldMk cId="264646962" sldId="404"/>
            <ac:spMk id="9" creationId="{AF0D2D49-20A7-7E4F-940D-586F74EBFA0D}"/>
          </ac:spMkLst>
        </pc:spChg>
        <pc:spChg chg="add mod">
          <ac:chgData name="Mariana Rocha" userId="0a3173bd-d0ed-4c32-8e4c-b90c820606c5" providerId="ADAL" clId="{DCC3A51D-31E8-5BC6-970B-354B54D5302A}" dt="2025-10-08T10:16:45.574" v="2517" actId="403"/>
          <ac:spMkLst>
            <pc:docMk/>
            <pc:sldMk cId="264646962" sldId="404"/>
            <ac:spMk id="11" creationId="{0BA7C69B-4D4A-D45F-5524-B77D773C5A03}"/>
          </ac:spMkLst>
        </pc:spChg>
        <pc:spChg chg="del">
          <ac:chgData name="Mariana Rocha" userId="0a3173bd-d0ed-4c32-8e4c-b90c820606c5" providerId="ADAL" clId="{DCC3A51D-31E8-5BC6-970B-354B54D5302A}" dt="2025-10-08T10:16:34.211" v="2513" actId="478"/>
          <ac:spMkLst>
            <pc:docMk/>
            <pc:sldMk cId="264646962" sldId="404"/>
            <ac:spMk id="12" creationId="{0406569A-6917-F92D-A2AC-411B2965F938}"/>
          </ac:spMkLst>
        </pc:spChg>
        <pc:spChg chg="del">
          <ac:chgData name="Mariana Rocha" userId="0a3173bd-d0ed-4c32-8e4c-b90c820606c5" providerId="ADAL" clId="{DCC3A51D-31E8-5BC6-970B-354B54D5302A}" dt="2025-10-08T10:16:38.397" v="2515" actId="478"/>
          <ac:spMkLst>
            <pc:docMk/>
            <pc:sldMk cId="264646962" sldId="404"/>
            <ac:spMk id="13" creationId="{F2DAA10B-0F65-99B5-456C-101DB2F8934F}"/>
          </ac:spMkLst>
        </pc:spChg>
        <pc:spChg chg="add mod">
          <ac:chgData name="Mariana Rocha" userId="0a3173bd-d0ed-4c32-8e4c-b90c820606c5" providerId="ADAL" clId="{DCC3A51D-31E8-5BC6-970B-354B54D5302A}" dt="2025-10-08T10:16:38.984" v="2516"/>
          <ac:spMkLst>
            <pc:docMk/>
            <pc:sldMk cId="264646962" sldId="404"/>
            <ac:spMk id="14" creationId="{8CD2D225-14A4-DC69-050A-A221E1DA3B08}"/>
          </ac:spMkLst>
        </pc:spChg>
        <pc:spChg chg="add mod">
          <ac:chgData name="Mariana Rocha" userId="0a3173bd-d0ed-4c32-8e4c-b90c820606c5" providerId="ADAL" clId="{DCC3A51D-31E8-5BC6-970B-354B54D5302A}" dt="2025-10-08T10:31:37.218" v="2521" actId="20577"/>
          <ac:spMkLst>
            <pc:docMk/>
            <pc:sldMk cId="264646962" sldId="404"/>
            <ac:spMk id="15" creationId="{EDEA0264-FA6A-3556-D747-0821E8EE044D}"/>
          </ac:spMkLst>
        </pc:spChg>
        <pc:picChg chg="add mod">
          <ac:chgData name="Mariana Rocha" userId="0a3173bd-d0ed-4c32-8e4c-b90c820606c5" providerId="ADAL" clId="{DCC3A51D-31E8-5BC6-970B-354B54D5302A}" dt="2025-10-08T10:16:38.984" v="2516"/>
          <ac:picMkLst>
            <pc:docMk/>
            <pc:sldMk cId="264646962" sldId="404"/>
            <ac:picMk id="7" creationId="{DA8A36FB-EE8B-DAFE-91F2-259AA605925D}"/>
          </ac:picMkLst>
        </pc:picChg>
        <pc:picChg chg="add mod">
          <ac:chgData name="Mariana Rocha" userId="0a3173bd-d0ed-4c32-8e4c-b90c820606c5" providerId="ADAL" clId="{DCC3A51D-31E8-5BC6-970B-354B54D5302A}" dt="2025-10-08T10:16:38.984" v="2516"/>
          <ac:picMkLst>
            <pc:docMk/>
            <pc:sldMk cId="264646962" sldId="404"/>
            <ac:picMk id="10" creationId="{883574AE-ED78-7E3F-9D27-0546F408F437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0:37:53.061" v="2542" actId="20577"/>
        <pc:sldMkLst>
          <pc:docMk/>
          <pc:sldMk cId="257907849" sldId="405"/>
        </pc:sldMkLst>
        <pc:spChg chg="add del mod">
          <ac:chgData name="Mariana Rocha" userId="0a3173bd-d0ed-4c32-8e4c-b90c820606c5" providerId="ADAL" clId="{DCC3A51D-31E8-5BC6-970B-354B54D5302A}" dt="2025-10-08T10:31:45.926" v="2524" actId="478"/>
          <ac:spMkLst>
            <pc:docMk/>
            <pc:sldMk cId="257907849" sldId="405"/>
            <ac:spMk id="5" creationId="{FAE70BD0-9AA2-3AC8-713B-B29F47613765}"/>
          </ac:spMkLst>
        </pc:spChg>
        <pc:spChg chg="add del mod">
          <ac:chgData name="Mariana Rocha" userId="0a3173bd-d0ed-4c32-8e4c-b90c820606c5" providerId="ADAL" clId="{DCC3A51D-31E8-5BC6-970B-354B54D5302A}" dt="2025-10-08T10:32:07.724" v="2529" actId="478"/>
          <ac:spMkLst>
            <pc:docMk/>
            <pc:sldMk cId="257907849" sldId="405"/>
            <ac:spMk id="6" creationId="{FF99BAD5-78CD-16FA-9750-BEA3863DF5DD}"/>
          </ac:spMkLst>
        </pc:spChg>
        <pc:spChg chg="add mod">
          <ac:chgData name="Mariana Rocha" userId="0a3173bd-d0ed-4c32-8e4c-b90c820606c5" providerId="ADAL" clId="{DCC3A51D-31E8-5BC6-970B-354B54D5302A}" dt="2025-10-08T10:31:59.376" v="2527"/>
          <ac:spMkLst>
            <pc:docMk/>
            <pc:sldMk cId="257907849" sldId="405"/>
            <ac:spMk id="8" creationId="{605CF97B-002B-9D76-E52F-336C004FEB67}"/>
          </ac:spMkLst>
        </pc:spChg>
        <pc:spChg chg="add mod">
          <ac:chgData name="Mariana Rocha" userId="0a3173bd-d0ed-4c32-8e4c-b90c820606c5" providerId="ADAL" clId="{DCC3A51D-31E8-5BC6-970B-354B54D5302A}" dt="2025-10-08T10:31:59.376" v="2527"/>
          <ac:spMkLst>
            <pc:docMk/>
            <pc:sldMk cId="257907849" sldId="405"/>
            <ac:spMk id="9" creationId="{F728E289-A3A2-E8BB-1282-524C0549B78A}"/>
          </ac:spMkLst>
        </pc:spChg>
        <pc:spChg chg="add mod">
          <ac:chgData name="Mariana Rocha" userId="0a3173bd-d0ed-4c32-8e4c-b90c820606c5" providerId="ADAL" clId="{DCC3A51D-31E8-5BC6-970B-354B54D5302A}" dt="2025-10-08T10:31:59.376" v="2527"/>
          <ac:spMkLst>
            <pc:docMk/>
            <pc:sldMk cId="257907849" sldId="405"/>
            <ac:spMk id="11" creationId="{2E25128A-2672-1AF9-FB49-EC57DB8A6BC1}"/>
          </ac:spMkLst>
        </pc:spChg>
        <pc:spChg chg="del">
          <ac:chgData name="Mariana Rocha" userId="0a3173bd-d0ed-4c32-8e4c-b90c820606c5" providerId="ADAL" clId="{DCC3A51D-31E8-5BC6-970B-354B54D5302A}" dt="2025-10-08T10:31:44.701" v="2523" actId="478"/>
          <ac:spMkLst>
            <pc:docMk/>
            <pc:sldMk cId="257907849" sldId="405"/>
            <ac:spMk id="12" creationId="{C1165CD7-8277-8925-5306-EA0AD0D9965F}"/>
          </ac:spMkLst>
        </pc:spChg>
        <pc:spChg chg="del">
          <ac:chgData name="Mariana Rocha" userId="0a3173bd-d0ed-4c32-8e4c-b90c820606c5" providerId="ADAL" clId="{DCC3A51D-31E8-5BC6-970B-354B54D5302A}" dt="2025-10-08T10:31:44.701" v="2523" actId="478"/>
          <ac:spMkLst>
            <pc:docMk/>
            <pc:sldMk cId="257907849" sldId="405"/>
            <ac:spMk id="13" creationId="{5AC2FF7C-D895-4A94-3455-03D776D8BE8D}"/>
          </ac:spMkLst>
        </pc:spChg>
        <pc:spChg chg="add mod">
          <ac:chgData name="Mariana Rocha" userId="0a3173bd-d0ed-4c32-8e4c-b90c820606c5" providerId="ADAL" clId="{DCC3A51D-31E8-5BC6-970B-354B54D5302A}" dt="2025-10-08T10:31:59.376" v="2527"/>
          <ac:spMkLst>
            <pc:docMk/>
            <pc:sldMk cId="257907849" sldId="405"/>
            <ac:spMk id="14" creationId="{15218798-BA07-79CF-9A40-DE54A5E75FE5}"/>
          </ac:spMkLst>
        </pc:spChg>
        <pc:spChg chg="add mod">
          <ac:chgData name="Mariana Rocha" userId="0a3173bd-d0ed-4c32-8e4c-b90c820606c5" providerId="ADAL" clId="{DCC3A51D-31E8-5BC6-970B-354B54D5302A}" dt="2025-10-08T10:37:53.061" v="2542" actId="20577"/>
          <ac:spMkLst>
            <pc:docMk/>
            <pc:sldMk cId="257907849" sldId="405"/>
            <ac:spMk id="15" creationId="{6A4FC535-5681-03E1-3565-59CC3041FE15}"/>
          </ac:spMkLst>
        </pc:spChg>
        <pc:picChg chg="add mod">
          <ac:chgData name="Mariana Rocha" userId="0a3173bd-d0ed-4c32-8e4c-b90c820606c5" providerId="ADAL" clId="{DCC3A51D-31E8-5BC6-970B-354B54D5302A}" dt="2025-10-08T10:31:59.376" v="2527"/>
          <ac:picMkLst>
            <pc:docMk/>
            <pc:sldMk cId="257907849" sldId="405"/>
            <ac:picMk id="7" creationId="{40216FA2-AE82-6190-9475-4D140ACE63BE}"/>
          </ac:picMkLst>
        </pc:picChg>
        <pc:picChg chg="add mod">
          <ac:chgData name="Mariana Rocha" userId="0a3173bd-d0ed-4c32-8e4c-b90c820606c5" providerId="ADAL" clId="{DCC3A51D-31E8-5BC6-970B-354B54D5302A}" dt="2025-10-08T10:31:59.376" v="2527"/>
          <ac:picMkLst>
            <pc:docMk/>
            <pc:sldMk cId="257907849" sldId="405"/>
            <ac:picMk id="10" creationId="{329B2C74-CB1E-0376-7584-64CCC103B3E4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08T10:38:24.692" v="2562" actId="1076"/>
        <pc:sldMkLst>
          <pc:docMk/>
          <pc:sldMk cId="1429558136" sldId="406"/>
        </pc:sldMkLst>
        <pc:spChg chg="add mod">
          <ac:chgData name="Mariana Rocha" userId="0a3173bd-d0ed-4c32-8e4c-b90c820606c5" providerId="ADAL" clId="{DCC3A51D-31E8-5BC6-970B-354B54D5302A}" dt="2025-10-08T10:38:24.692" v="2562" actId="1076"/>
          <ac:spMkLst>
            <pc:docMk/>
            <pc:sldMk cId="1429558136" sldId="406"/>
            <ac:spMk id="3" creationId="{03BE1168-D5BC-4297-C671-A917067B5DCB}"/>
          </ac:spMkLst>
        </pc:spChg>
        <pc:spChg chg="add del mod">
          <ac:chgData name="Mariana Rocha" userId="0a3173bd-d0ed-4c32-8e4c-b90c820606c5" providerId="ADAL" clId="{DCC3A51D-31E8-5BC6-970B-354B54D5302A}" dt="2025-10-08T10:38:00.211" v="2543" actId="478"/>
          <ac:spMkLst>
            <pc:docMk/>
            <pc:sldMk cId="1429558136" sldId="406"/>
            <ac:spMk id="5" creationId="{DF044DEB-B5E0-538E-AB8D-CD8A402E35D6}"/>
          </ac:spMkLst>
        </pc:spChg>
        <pc:spChg chg="add del mod">
          <ac:chgData name="Mariana Rocha" userId="0a3173bd-d0ed-4c32-8e4c-b90c820606c5" providerId="ADAL" clId="{DCC3A51D-31E8-5BC6-970B-354B54D5302A}" dt="2025-10-08T10:38:01.376" v="2544" actId="478"/>
          <ac:spMkLst>
            <pc:docMk/>
            <pc:sldMk cId="1429558136" sldId="406"/>
            <ac:spMk id="7" creationId="{0C1ECE7C-5231-B8EF-0AA3-97BAE2188A38}"/>
          </ac:spMkLst>
        </pc:spChg>
        <pc:spChg chg="add mod">
          <ac:chgData name="Mariana Rocha" userId="0a3173bd-d0ed-4c32-8e4c-b90c820606c5" providerId="ADAL" clId="{DCC3A51D-31E8-5BC6-970B-354B54D5302A}" dt="2025-10-08T10:38:06.051" v="2545"/>
          <ac:spMkLst>
            <pc:docMk/>
            <pc:sldMk cId="1429558136" sldId="406"/>
            <ac:spMk id="8" creationId="{ED43846C-EA1F-B582-1B45-BA4ECDFDE155}"/>
          </ac:spMkLst>
        </pc:spChg>
      </pc:sldChg>
      <pc:sldChg chg="addSp modSp add mod">
        <pc:chgData name="Mariana Rocha" userId="0a3173bd-d0ed-4c32-8e4c-b90c820606c5" providerId="ADAL" clId="{DCC3A51D-31E8-5BC6-970B-354B54D5302A}" dt="2025-10-08T10:38:37.581" v="2565" actId="1076"/>
        <pc:sldMkLst>
          <pc:docMk/>
          <pc:sldMk cId="440130487" sldId="407"/>
        </pc:sldMkLst>
        <pc:spChg chg="add mod">
          <ac:chgData name="Mariana Rocha" userId="0a3173bd-d0ed-4c32-8e4c-b90c820606c5" providerId="ADAL" clId="{DCC3A51D-31E8-5BC6-970B-354B54D5302A}" dt="2025-10-08T10:38:08.058" v="2546"/>
          <ac:spMkLst>
            <pc:docMk/>
            <pc:sldMk cId="440130487" sldId="407"/>
            <ac:spMk id="3" creationId="{46A37534-4A26-E463-B8B8-DBA81586AFDF}"/>
          </ac:spMkLst>
        </pc:spChg>
        <pc:spChg chg="add mod">
          <ac:chgData name="Mariana Rocha" userId="0a3173bd-d0ed-4c32-8e4c-b90c820606c5" providerId="ADAL" clId="{DCC3A51D-31E8-5BC6-970B-354B54D5302A}" dt="2025-10-08T10:38:30.699" v="2563"/>
          <ac:spMkLst>
            <pc:docMk/>
            <pc:sldMk cId="440130487" sldId="407"/>
            <ac:spMk id="5" creationId="{EDE3D09E-BE18-BF9B-0522-9CA739638C6B}"/>
          </ac:spMkLst>
        </pc:spChg>
        <pc:picChg chg="add mod">
          <ac:chgData name="Mariana Rocha" userId="0a3173bd-d0ed-4c32-8e4c-b90c820606c5" providerId="ADAL" clId="{DCC3A51D-31E8-5BC6-970B-354B54D5302A}" dt="2025-10-08T10:38:37.581" v="2565" actId="1076"/>
          <ac:picMkLst>
            <pc:docMk/>
            <pc:sldMk cId="440130487" sldId="407"/>
            <ac:picMk id="6" creationId="{332F59BF-5BFC-EBF2-FBDD-C5BE69CC74B3}"/>
          </ac:picMkLst>
        </pc:picChg>
      </pc:sldChg>
      <pc:sldChg chg="addSp modSp add mod">
        <pc:chgData name="Mariana Rocha" userId="0a3173bd-d0ed-4c32-8e4c-b90c820606c5" providerId="ADAL" clId="{DCC3A51D-31E8-5BC6-970B-354B54D5302A}" dt="2025-10-08T10:46:47.828" v="2591" actId="12"/>
        <pc:sldMkLst>
          <pc:docMk/>
          <pc:sldMk cId="348407026" sldId="408"/>
        </pc:sldMkLst>
        <pc:spChg chg="add mod">
          <ac:chgData name="Mariana Rocha" userId="0a3173bd-d0ed-4c32-8e4c-b90c820606c5" providerId="ADAL" clId="{DCC3A51D-31E8-5BC6-970B-354B54D5302A}" dt="2025-10-08T10:46:38.820" v="2589" actId="20577"/>
          <ac:spMkLst>
            <pc:docMk/>
            <pc:sldMk cId="348407026" sldId="408"/>
            <ac:spMk id="3" creationId="{6E5992EA-8AC1-2CDC-8461-E7F80CEA6C6F}"/>
          </ac:spMkLst>
        </pc:spChg>
        <pc:spChg chg="add mod">
          <ac:chgData name="Mariana Rocha" userId="0a3173bd-d0ed-4c32-8e4c-b90c820606c5" providerId="ADAL" clId="{DCC3A51D-31E8-5BC6-970B-354B54D5302A}" dt="2025-10-08T10:46:47.828" v="2591" actId="12"/>
          <ac:spMkLst>
            <pc:docMk/>
            <pc:sldMk cId="348407026" sldId="408"/>
            <ac:spMk id="5" creationId="{6487F30D-15E7-975E-2A18-E3D73063EB88}"/>
          </ac:spMkLst>
        </pc:spChg>
      </pc:sldChg>
      <pc:sldChg chg="addSp modSp add mod">
        <pc:chgData name="Mariana Rocha" userId="0a3173bd-d0ed-4c32-8e4c-b90c820606c5" providerId="ADAL" clId="{DCC3A51D-31E8-5BC6-970B-354B54D5302A}" dt="2025-10-08T10:48:20.800" v="2630" actId="403"/>
        <pc:sldMkLst>
          <pc:docMk/>
          <pc:sldMk cId="1420634422" sldId="409"/>
        </pc:sldMkLst>
        <pc:spChg chg="add mod">
          <ac:chgData name="Mariana Rocha" userId="0a3173bd-d0ed-4c32-8e4c-b90c820606c5" providerId="ADAL" clId="{DCC3A51D-31E8-5BC6-970B-354B54D5302A}" dt="2025-10-08T10:47:13.370" v="2592"/>
          <ac:spMkLst>
            <pc:docMk/>
            <pc:sldMk cId="1420634422" sldId="409"/>
            <ac:spMk id="3" creationId="{426BAA85-2FD2-9744-E866-86114170FD47}"/>
          </ac:spMkLst>
        </pc:spChg>
        <pc:spChg chg="add mod">
          <ac:chgData name="Mariana Rocha" userId="0a3173bd-d0ed-4c32-8e4c-b90c820606c5" providerId="ADAL" clId="{DCC3A51D-31E8-5BC6-970B-354B54D5302A}" dt="2025-10-08T10:48:20.800" v="2630" actId="403"/>
          <ac:spMkLst>
            <pc:docMk/>
            <pc:sldMk cId="1420634422" sldId="409"/>
            <ac:spMk id="5" creationId="{E98FD9C7-79C4-7852-4B62-21D74F95E439}"/>
          </ac:spMkLst>
        </pc:spChg>
      </pc:sldChg>
      <pc:sldChg chg="add del">
        <pc:chgData name="Mariana Rocha" userId="0a3173bd-d0ed-4c32-8e4c-b90c820606c5" providerId="ADAL" clId="{DCC3A51D-31E8-5BC6-970B-354B54D5302A}" dt="2025-10-08T10:48:56.502" v="2635" actId="2696"/>
        <pc:sldMkLst>
          <pc:docMk/>
          <pc:sldMk cId="2839397152" sldId="410"/>
        </pc:sldMkLst>
      </pc:sldChg>
      <pc:sldChg chg="addSp delSp modSp add mod">
        <pc:chgData name="Mariana Rocha" userId="0a3173bd-d0ed-4c32-8e4c-b90c820606c5" providerId="ADAL" clId="{DCC3A51D-31E8-5BC6-970B-354B54D5302A}" dt="2025-10-08T10:42:44.876" v="2578" actId="20577"/>
        <pc:sldMkLst>
          <pc:docMk/>
          <pc:sldMk cId="2639378462" sldId="411"/>
        </pc:sldMkLst>
        <pc:spChg chg="del">
          <ac:chgData name="Mariana Rocha" userId="0a3173bd-d0ed-4c32-8e4c-b90c820606c5" providerId="ADAL" clId="{DCC3A51D-31E8-5BC6-970B-354B54D5302A}" dt="2025-10-08T10:42:15.549" v="2569" actId="478"/>
          <ac:spMkLst>
            <pc:docMk/>
            <pc:sldMk cId="2639378462" sldId="411"/>
            <ac:spMk id="5" creationId="{662B7BE7-5591-0F58-581F-66D812CA032E}"/>
          </ac:spMkLst>
        </pc:spChg>
        <pc:spChg chg="add mod">
          <ac:chgData name="Mariana Rocha" userId="0a3173bd-d0ed-4c32-8e4c-b90c820606c5" providerId="ADAL" clId="{DCC3A51D-31E8-5BC6-970B-354B54D5302A}" dt="2025-10-08T10:42:44.876" v="2578" actId="20577"/>
          <ac:spMkLst>
            <pc:docMk/>
            <pc:sldMk cId="2639378462" sldId="411"/>
            <ac:spMk id="8" creationId="{B2998140-B987-9375-6E5D-13DE1C952E91}"/>
          </ac:spMkLst>
        </pc:spChg>
        <pc:picChg chg="del">
          <ac:chgData name="Mariana Rocha" userId="0a3173bd-d0ed-4c32-8e4c-b90c820606c5" providerId="ADAL" clId="{DCC3A51D-31E8-5BC6-970B-354B54D5302A}" dt="2025-10-08T10:42:15.549" v="2569" actId="478"/>
          <ac:picMkLst>
            <pc:docMk/>
            <pc:sldMk cId="2639378462" sldId="411"/>
            <ac:picMk id="6" creationId="{08C2C54C-E30D-109F-47BB-E16255C7AC29}"/>
          </ac:picMkLst>
        </pc:picChg>
      </pc:sldChg>
      <pc:sldMasterChg chg="del">
        <pc:chgData name="Mariana Rocha" userId="0a3173bd-d0ed-4c32-8e4c-b90c820606c5" providerId="ADAL" clId="{DCC3A51D-31E8-5BC6-970B-354B54D5302A}" dt="2025-10-08T08:16:14.991" v="204" actId="2696"/>
        <pc:sldMasterMkLst>
          <pc:docMk/>
          <pc:sldMasterMk cId="2047818050" sldId="2147483667"/>
        </pc:sldMasterMkLst>
      </pc:sldMasterChg>
      <pc:sldMasterChg chg="del">
        <pc:chgData name="Mariana Rocha" userId="0a3173bd-d0ed-4c32-8e4c-b90c820606c5" providerId="ADAL" clId="{DCC3A51D-31E8-5BC6-970B-354B54D5302A}" dt="2025-10-08T08:16:18.179" v="205" actId="2696"/>
        <pc:sldMasterMkLst>
          <pc:docMk/>
          <pc:sldMasterMk cId="335611879" sldId="2147483694"/>
        </pc:sldMasterMkLst>
      </pc:sldMasterChg>
      <pc:sldMasterChg chg="modSldLayout">
        <pc:chgData name="Mariana Rocha" userId="0a3173bd-d0ed-4c32-8e4c-b90c820606c5" providerId="ADAL" clId="{DCC3A51D-31E8-5BC6-970B-354B54D5302A}" dt="2025-10-08T08:19:12.107" v="232"/>
        <pc:sldMasterMkLst>
          <pc:docMk/>
          <pc:sldMasterMk cId="1982445215" sldId="2147483755"/>
        </pc:sldMasterMkLst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372889259" sldId="2147483757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372889259" sldId="2147483757"/>
              <ac:spMk id="7" creationId="{766F9BA5-13E7-320A-EF65-1206A0B7114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2708773331" sldId="2147483759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2708773331" sldId="2147483759"/>
              <ac:spMk id="8" creationId="{85C12186-BAC4-140B-E96C-B597E7DB990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2978691284" sldId="2147483760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2978691284" sldId="2147483760"/>
              <ac:spMk id="10" creationId="{FCFD0328-DF6D-1432-9638-9AAA7B91C05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2497596881" sldId="2147483761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2497596881" sldId="2147483761"/>
              <ac:spMk id="6" creationId="{B4C5BACB-6BDB-834E-003B-8C782BB5C83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1003164658" sldId="2147483763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1003164658" sldId="2147483763"/>
              <ac:spMk id="8" creationId="{9308ADA9-6C94-9F96-D0D1-0DF45399464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3012904100" sldId="2147483764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3012904100" sldId="2147483764"/>
              <ac:spMk id="8" creationId="{FA4B906C-E717-1479-5174-99B47A2CC7F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4275653909" sldId="2147483765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4275653909" sldId="2147483765"/>
              <ac:spMk id="7" creationId="{6300D762-EA82-5659-CEBD-357555BE9C7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12.107" v="232"/>
          <pc:sldLayoutMkLst>
            <pc:docMk/>
            <pc:sldMasterMk cId="1982445215" sldId="2147483755"/>
            <pc:sldLayoutMk cId="2009257789" sldId="2147483766"/>
          </pc:sldLayoutMkLst>
          <pc:spChg chg="add">
            <ac:chgData name="Mariana Rocha" userId="0a3173bd-d0ed-4c32-8e4c-b90c820606c5" providerId="ADAL" clId="{DCC3A51D-31E8-5BC6-970B-354B54D5302A}" dt="2025-10-08T08:19:12.107" v="232"/>
            <ac:spMkLst>
              <pc:docMk/>
              <pc:sldMasterMk cId="1982445215" sldId="2147483755"/>
              <pc:sldLayoutMk cId="2009257789" sldId="2147483766"/>
              <ac:spMk id="7" creationId="{A15EDAB6-DA1F-797D-34E8-075C4B3BE826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19:25.060" v="234"/>
        <pc:sldMasterMkLst>
          <pc:docMk/>
          <pc:sldMasterMk cId="503862027" sldId="2147483768"/>
        </pc:sldMasterMkLst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323516027" sldId="2147483770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323516027" sldId="2147483770"/>
              <ac:spMk id="7" creationId="{FF85A087-69DB-4DCB-3529-6E67D9E8248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481408444" sldId="2147483772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481408444" sldId="2147483772"/>
              <ac:spMk id="8" creationId="{66D2BB57-5996-708A-1ADD-F2EDAA7305A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721771195" sldId="2147483773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721771195" sldId="2147483773"/>
              <ac:spMk id="10" creationId="{3BFC774C-C102-9691-0317-A7CF7D1CE7E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175595305" sldId="2147483774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175595305" sldId="2147483774"/>
              <ac:spMk id="6" creationId="{F7D556B6-A892-ACD5-7A96-879B74ECA1C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726988972" sldId="2147483776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726988972" sldId="2147483776"/>
              <ac:spMk id="8" creationId="{079AB15B-6CAB-B43B-598F-531C0EF657C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3486963033" sldId="2147483777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3486963033" sldId="2147483777"/>
              <ac:spMk id="8" creationId="{647F0D15-DE6A-1407-1372-EB209F72EE8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54241929" sldId="2147483778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54241929" sldId="2147483778"/>
              <ac:spMk id="7" creationId="{29102AC5-4DB8-BE49-40EA-781310A9A9F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19:25.060" v="234"/>
          <pc:sldLayoutMkLst>
            <pc:docMk/>
            <pc:sldMasterMk cId="503862027" sldId="2147483768"/>
            <pc:sldLayoutMk cId="2699906188" sldId="2147483779"/>
          </pc:sldLayoutMkLst>
          <pc:spChg chg="add">
            <ac:chgData name="Mariana Rocha" userId="0a3173bd-d0ed-4c32-8e4c-b90c820606c5" providerId="ADAL" clId="{DCC3A51D-31E8-5BC6-970B-354B54D5302A}" dt="2025-10-08T08:19:25.060" v="234"/>
            <ac:spMkLst>
              <pc:docMk/>
              <pc:sldMasterMk cId="503862027" sldId="2147483768"/>
              <pc:sldLayoutMk cId="2699906188" sldId="2147483779"/>
              <ac:spMk id="7" creationId="{656A97E4-F08E-1A78-CE28-37D84C6C3937}"/>
            </ac:spMkLst>
          </pc:spChg>
        </pc:sldLayoutChg>
      </pc:sldMasterChg>
      <pc:sldMasterChg chg="new del mod addSldLayout">
        <pc:chgData name="Mariana Rocha" userId="0a3173bd-d0ed-4c32-8e4c-b90c820606c5" providerId="ADAL" clId="{DCC3A51D-31E8-5BC6-970B-354B54D5302A}" dt="2025-10-08T08:20:09.951" v="238" actId="2696"/>
        <pc:sldMasterMkLst>
          <pc:docMk/>
          <pc:sldMasterMk cId="2555500794" sldId="2147483781"/>
        </pc:sldMasterMkLst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2394474466" sldId="2147483782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2396739445" sldId="2147483783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1794943618" sldId="2147483784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2679047353" sldId="2147483785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226858627" sldId="2147483786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3655010714" sldId="2147483787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2531725231" sldId="2147483788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1606962063" sldId="2147483789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4275715814" sldId="2147483790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731963604" sldId="2147483791"/>
          </pc:sldLayoutMkLst>
        </pc:sldLayoutChg>
        <pc:sldLayoutChg chg="new replId">
          <pc:chgData name="Mariana Rocha" userId="0a3173bd-d0ed-4c32-8e4c-b90c820606c5" providerId="ADAL" clId="{DCC3A51D-31E8-5BC6-970B-354B54D5302A}" dt="2025-10-08T08:20:07.151" v="237" actId="6938"/>
          <pc:sldLayoutMkLst>
            <pc:docMk/>
            <pc:sldMasterMk cId="2555500794" sldId="2147483781"/>
            <pc:sldLayoutMk cId="94999571" sldId="2147483792"/>
          </pc:sldLayoutMkLst>
        </pc:sldLayoutChg>
      </pc:sldMasterChg>
      <pc:sldMasterChg chg="modSldLayout">
        <pc:chgData name="Mariana Rocha" userId="0a3173bd-d0ed-4c32-8e4c-b90c820606c5" providerId="ADAL" clId="{DCC3A51D-31E8-5BC6-970B-354B54D5302A}" dt="2025-10-08T08:20:45.270" v="240"/>
        <pc:sldMasterMkLst>
          <pc:docMk/>
          <pc:sldMasterMk cId="3331823319" sldId="2147483781"/>
        </pc:sldMasterMkLst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4059652007" sldId="2147483783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4059652007" sldId="2147483783"/>
              <ac:spMk id="7" creationId="{612317CE-056E-5DEA-863A-4EDC0457451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244196089" sldId="2147483785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244196089" sldId="2147483785"/>
              <ac:spMk id="8" creationId="{67C5801E-6FA6-F9F1-879A-46C2F3A6913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3204294223" sldId="2147483786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3204294223" sldId="2147483786"/>
              <ac:spMk id="10" creationId="{1541E3D2-CF12-5E62-602A-CB6E5F9EEF3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1029313984" sldId="2147483787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1029313984" sldId="2147483787"/>
              <ac:spMk id="6" creationId="{1FBBEF2F-908F-B974-CFDA-DE7B666C106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1937191300" sldId="2147483789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1937191300" sldId="2147483789"/>
              <ac:spMk id="8" creationId="{7BD09AA1-0555-82B3-8F54-B48588B0B54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1084554055" sldId="2147483790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1084554055" sldId="2147483790"/>
              <ac:spMk id="8" creationId="{43441D1D-BE91-A29E-2127-550A5A4BA7E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2851982327" sldId="2147483791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2851982327" sldId="2147483791"/>
              <ac:spMk id="7" creationId="{48D1ACF6-EE3E-30AB-CFDC-E535495946A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5.270" v="240"/>
          <pc:sldLayoutMkLst>
            <pc:docMk/>
            <pc:sldMasterMk cId="3331823319" sldId="2147483781"/>
            <pc:sldLayoutMk cId="4084450582" sldId="2147483792"/>
          </pc:sldLayoutMkLst>
          <pc:spChg chg="add">
            <ac:chgData name="Mariana Rocha" userId="0a3173bd-d0ed-4c32-8e4c-b90c820606c5" providerId="ADAL" clId="{DCC3A51D-31E8-5BC6-970B-354B54D5302A}" dt="2025-10-08T08:20:45.270" v="240"/>
            <ac:spMkLst>
              <pc:docMk/>
              <pc:sldMasterMk cId="3331823319" sldId="2147483781"/>
              <pc:sldLayoutMk cId="4084450582" sldId="2147483792"/>
              <ac:spMk id="7" creationId="{79096774-FFF0-0F58-4B82-FF38AF908CA4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0:47.012" v="241"/>
        <pc:sldMasterMkLst>
          <pc:docMk/>
          <pc:sldMasterMk cId="3438553507" sldId="2147483794"/>
        </pc:sldMasterMkLst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1086065988" sldId="2147483796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1086065988" sldId="2147483796"/>
              <ac:spMk id="7" creationId="{C253DC3E-F9E7-4BB9-EFF5-EF588F15DE6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636425276" sldId="2147483798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636425276" sldId="2147483798"/>
              <ac:spMk id="8" creationId="{B3F32DC1-F62F-5EC6-EE92-471EEC8508C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3832305212" sldId="2147483799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3832305212" sldId="2147483799"/>
              <ac:spMk id="10" creationId="{25E26C7E-F1CA-5914-5ECF-0593097AFC5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408342014" sldId="2147483800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408342014" sldId="2147483800"/>
              <ac:spMk id="6" creationId="{DD3E0C76-FDCF-9A07-D037-1B983B0132F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2741315614" sldId="2147483802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2741315614" sldId="2147483802"/>
              <ac:spMk id="8" creationId="{DF37C632-FFF3-D6DF-AB66-EA9368109E3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4104761401" sldId="2147483803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4104761401" sldId="2147483803"/>
              <ac:spMk id="8" creationId="{CAAA22E2-F5E5-BAC2-C465-498F0892F93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3892319175" sldId="2147483804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3892319175" sldId="2147483804"/>
              <ac:spMk id="7" creationId="{C54C1AA0-5BE4-B0EF-0E1A-7D4508AC02B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0:47.012" v="241"/>
          <pc:sldLayoutMkLst>
            <pc:docMk/>
            <pc:sldMasterMk cId="3438553507" sldId="2147483794"/>
            <pc:sldLayoutMk cId="2276189650" sldId="2147483805"/>
          </pc:sldLayoutMkLst>
          <pc:spChg chg="add">
            <ac:chgData name="Mariana Rocha" userId="0a3173bd-d0ed-4c32-8e4c-b90c820606c5" providerId="ADAL" clId="{DCC3A51D-31E8-5BC6-970B-354B54D5302A}" dt="2025-10-08T08:20:47.012" v="241"/>
            <ac:spMkLst>
              <pc:docMk/>
              <pc:sldMasterMk cId="3438553507" sldId="2147483794"/>
              <pc:sldLayoutMk cId="2276189650" sldId="2147483805"/>
              <ac:spMk id="7" creationId="{939BF05D-A195-B6EC-09C4-878C992913EF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15.182" v="243"/>
        <pc:sldMasterMkLst>
          <pc:docMk/>
          <pc:sldMasterMk cId="703974165" sldId="2147483807"/>
        </pc:sldMasterMkLst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1325205159" sldId="2147483809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1325205159" sldId="2147483809"/>
              <ac:spMk id="7" creationId="{126622C2-1C60-89EE-CA87-8938A1CA266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3955394202" sldId="2147483811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3955394202" sldId="2147483811"/>
              <ac:spMk id="8" creationId="{36303AE3-8CD4-691D-5E58-12CE808616D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3823735801" sldId="2147483812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3823735801" sldId="2147483812"/>
              <ac:spMk id="10" creationId="{DC741A28-BB94-3F1E-E68C-3C9F6A6AE94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1854140830" sldId="2147483813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1854140830" sldId="2147483813"/>
              <ac:spMk id="6" creationId="{7BF1E79B-B437-9B13-2896-815F7099AEB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770665981" sldId="2147483815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770665981" sldId="2147483815"/>
              <ac:spMk id="8" creationId="{5CD4A55A-7EB5-3901-3E58-CD87F87CD22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818901978" sldId="2147483816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818901978" sldId="2147483816"/>
              <ac:spMk id="8" creationId="{C145044F-0D1B-F26C-ACE1-C27AC4C0793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3930485872" sldId="2147483817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3930485872" sldId="2147483817"/>
              <ac:spMk id="7" creationId="{D7DB63AD-4783-5C57-0FF4-A8F1DEDE937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5.182" v="243"/>
          <pc:sldLayoutMkLst>
            <pc:docMk/>
            <pc:sldMasterMk cId="703974165" sldId="2147483807"/>
            <pc:sldLayoutMk cId="37923370" sldId="2147483818"/>
          </pc:sldLayoutMkLst>
          <pc:spChg chg="add">
            <ac:chgData name="Mariana Rocha" userId="0a3173bd-d0ed-4c32-8e4c-b90c820606c5" providerId="ADAL" clId="{DCC3A51D-31E8-5BC6-970B-354B54D5302A}" dt="2025-10-08T08:21:15.182" v="243"/>
            <ac:spMkLst>
              <pc:docMk/>
              <pc:sldMasterMk cId="703974165" sldId="2147483807"/>
              <pc:sldLayoutMk cId="37923370" sldId="2147483818"/>
              <ac:spMk id="7" creationId="{D62F901C-C7B4-778F-3B8F-109869D6C284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17.969" v="244"/>
        <pc:sldMasterMkLst>
          <pc:docMk/>
          <pc:sldMasterMk cId="140131771" sldId="2147483820"/>
        </pc:sldMasterMkLst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1527493789" sldId="2147483822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1527493789" sldId="2147483822"/>
              <ac:spMk id="7" creationId="{7799FECF-BDBC-DD18-8428-01FED088E70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2151263342" sldId="2147483824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2151263342" sldId="2147483824"/>
              <ac:spMk id="8" creationId="{5B3CE403-2FF5-1C6D-CEE7-21E95216398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479088455" sldId="2147483825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479088455" sldId="2147483825"/>
              <ac:spMk id="10" creationId="{938CA9E8-1942-1E0E-681D-B1FED104F82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4261464731" sldId="2147483826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4261464731" sldId="2147483826"/>
              <ac:spMk id="6" creationId="{EB0836A9-6DC6-6CA0-B084-362561F88CD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119237957" sldId="2147483828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119237957" sldId="2147483828"/>
              <ac:spMk id="8" creationId="{504AD8D8-6A4F-5A5D-047A-1F430AD5E9F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3434534934" sldId="2147483829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3434534934" sldId="2147483829"/>
              <ac:spMk id="8" creationId="{37E4C540-B5DA-5C2E-A160-DF84652BB18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3199491409" sldId="2147483830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3199491409" sldId="2147483830"/>
              <ac:spMk id="7" creationId="{E8107A66-FF05-A96E-7626-BC345485D7A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17.969" v="244"/>
          <pc:sldLayoutMkLst>
            <pc:docMk/>
            <pc:sldMasterMk cId="140131771" sldId="2147483820"/>
            <pc:sldLayoutMk cId="3890450633" sldId="2147483831"/>
          </pc:sldLayoutMkLst>
          <pc:spChg chg="add">
            <ac:chgData name="Mariana Rocha" userId="0a3173bd-d0ed-4c32-8e4c-b90c820606c5" providerId="ADAL" clId="{DCC3A51D-31E8-5BC6-970B-354B54D5302A}" dt="2025-10-08T08:21:17.969" v="244"/>
            <ac:spMkLst>
              <pc:docMk/>
              <pc:sldMasterMk cId="140131771" sldId="2147483820"/>
              <pc:sldLayoutMk cId="3890450633" sldId="2147483831"/>
              <ac:spMk id="7" creationId="{6395F76E-460D-2609-6143-D38C002A1FAC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25.204" v="246"/>
        <pc:sldMasterMkLst>
          <pc:docMk/>
          <pc:sldMasterMk cId="2325298916" sldId="2147483833"/>
        </pc:sldMasterMkLst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1648238232" sldId="2147483835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1648238232" sldId="2147483835"/>
              <ac:spMk id="7" creationId="{47BDC563-7268-470D-3C2E-4865E21BF74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4201311186" sldId="2147483837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4201311186" sldId="2147483837"/>
              <ac:spMk id="8" creationId="{5C6BEC96-5BC1-3562-3F3D-0390820BE7C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1480044222" sldId="2147483838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1480044222" sldId="2147483838"/>
              <ac:spMk id="10" creationId="{14BB1FF1-0CFB-CF8D-D4FD-C872F3A545C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2746023076" sldId="2147483839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2746023076" sldId="2147483839"/>
              <ac:spMk id="6" creationId="{ED3C42A7-6DD2-DAC4-30EF-56AF4FE77C6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3751424222" sldId="2147483841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3751424222" sldId="2147483841"/>
              <ac:spMk id="8" creationId="{F7104150-A7D2-4E49-0832-22F4C774D69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3332938731" sldId="2147483842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3332938731" sldId="2147483842"/>
              <ac:spMk id="8" creationId="{20918611-1428-E12E-0865-D669D36ED87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1140161946" sldId="2147483843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1140161946" sldId="2147483843"/>
              <ac:spMk id="7" creationId="{BC9F5CCC-46FB-D2A0-4B5B-0A3F48BD12E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5.204" v="246"/>
          <pc:sldLayoutMkLst>
            <pc:docMk/>
            <pc:sldMasterMk cId="2325298916" sldId="2147483833"/>
            <pc:sldLayoutMk cId="2352737594" sldId="2147483844"/>
          </pc:sldLayoutMkLst>
          <pc:spChg chg="add">
            <ac:chgData name="Mariana Rocha" userId="0a3173bd-d0ed-4c32-8e4c-b90c820606c5" providerId="ADAL" clId="{DCC3A51D-31E8-5BC6-970B-354B54D5302A}" dt="2025-10-08T08:21:25.204" v="246"/>
            <ac:spMkLst>
              <pc:docMk/>
              <pc:sldMasterMk cId="2325298916" sldId="2147483833"/>
              <pc:sldLayoutMk cId="2352737594" sldId="2147483844"/>
              <ac:spMk id="7" creationId="{E9ABB252-C6CF-75EB-48AB-EE8104F742CD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26.863" v="247"/>
        <pc:sldMasterMkLst>
          <pc:docMk/>
          <pc:sldMasterMk cId="231413312" sldId="2147483846"/>
        </pc:sldMasterMkLst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782541386" sldId="2147483848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782541386" sldId="2147483848"/>
              <ac:spMk id="7" creationId="{9652AACC-35A6-176D-B09E-8603BEFE223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2754786463" sldId="2147483850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2754786463" sldId="2147483850"/>
              <ac:spMk id="8" creationId="{5A4599E0-6D3E-01F5-2604-89E12968F20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2793796290" sldId="2147483851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2793796290" sldId="2147483851"/>
              <ac:spMk id="10" creationId="{16662C1B-5E79-E95F-E093-16DB4B49621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3326675358" sldId="2147483852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3326675358" sldId="2147483852"/>
              <ac:spMk id="6" creationId="{DCCBC0CD-D00D-0F98-7A80-E9E45227212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113939232" sldId="2147483854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113939232" sldId="2147483854"/>
              <ac:spMk id="8" creationId="{B3D88E38-4CE9-770F-6C5D-769B46B253E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4214348131" sldId="2147483855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4214348131" sldId="2147483855"/>
              <ac:spMk id="8" creationId="{735AA765-EC17-87E6-B049-BB1562ACD13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4052884976" sldId="2147483856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4052884976" sldId="2147483856"/>
              <ac:spMk id="7" creationId="{4F76BA48-6FC2-301E-91B6-4BC908ECA7B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26.863" v="247"/>
          <pc:sldLayoutMkLst>
            <pc:docMk/>
            <pc:sldMasterMk cId="231413312" sldId="2147483846"/>
            <pc:sldLayoutMk cId="1993358391" sldId="2147483857"/>
          </pc:sldLayoutMkLst>
          <pc:spChg chg="add">
            <ac:chgData name="Mariana Rocha" userId="0a3173bd-d0ed-4c32-8e4c-b90c820606c5" providerId="ADAL" clId="{DCC3A51D-31E8-5BC6-970B-354B54D5302A}" dt="2025-10-08T08:21:26.863" v="247"/>
            <ac:spMkLst>
              <pc:docMk/>
              <pc:sldMasterMk cId="231413312" sldId="2147483846"/>
              <pc:sldLayoutMk cId="1993358391" sldId="2147483857"/>
              <ac:spMk id="7" creationId="{252E9457-245B-C1FD-D467-7675FBE91D85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31.219" v="249"/>
        <pc:sldMasterMkLst>
          <pc:docMk/>
          <pc:sldMasterMk cId="3961167014" sldId="2147483859"/>
        </pc:sldMasterMkLst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2473962394" sldId="2147483861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2473962394" sldId="2147483861"/>
              <ac:spMk id="7" creationId="{D59D3E99-1747-49DC-5E88-E2BA2469AB8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3368169311" sldId="2147483863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3368169311" sldId="2147483863"/>
              <ac:spMk id="8" creationId="{0C4F4AF8-2528-1C2F-840F-6EBC713C564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3776167986" sldId="2147483864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3776167986" sldId="2147483864"/>
              <ac:spMk id="10" creationId="{C56A071C-6B9D-4055-FB3D-FE90CC3FBD7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2597512510" sldId="2147483865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2597512510" sldId="2147483865"/>
              <ac:spMk id="6" creationId="{660487A5-63B9-8B9E-2F8E-7EB07D44150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1075807464" sldId="2147483867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1075807464" sldId="2147483867"/>
              <ac:spMk id="8" creationId="{6D0DB771-DDA1-0A24-8DB3-1BD50D7496F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1479710395" sldId="2147483868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1479710395" sldId="2147483868"/>
              <ac:spMk id="8" creationId="{8AF441D7-1EC1-E0E1-6C14-78D3E4C1A51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724585491" sldId="2147483869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724585491" sldId="2147483869"/>
              <ac:spMk id="7" creationId="{3055DCF1-64FC-3AD6-E70C-AC2CDA978F6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1.219" v="249"/>
          <pc:sldLayoutMkLst>
            <pc:docMk/>
            <pc:sldMasterMk cId="3961167014" sldId="2147483859"/>
            <pc:sldLayoutMk cId="669369532" sldId="2147483870"/>
          </pc:sldLayoutMkLst>
          <pc:spChg chg="add">
            <ac:chgData name="Mariana Rocha" userId="0a3173bd-d0ed-4c32-8e4c-b90c820606c5" providerId="ADAL" clId="{DCC3A51D-31E8-5BC6-970B-354B54D5302A}" dt="2025-10-08T08:21:31.219" v="249"/>
            <ac:spMkLst>
              <pc:docMk/>
              <pc:sldMasterMk cId="3961167014" sldId="2147483859"/>
              <pc:sldLayoutMk cId="669369532" sldId="2147483870"/>
              <ac:spMk id="7" creationId="{A79B1CCC-9138-68D8-A77B-CEAE9CBEC64E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39.561" v="251"/>
        <pc:sldMasterMkLst>
          <pc:docMk/>
          <pc:sldMasterMk cId="1541287478" sldId="2147483872"/>
        </pc:sldMasterMkLst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524396150" sldId="2147483874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524396150" sldId="2147483874"/>
              <ac:spMk id="7" creationId="{A1E62744-622E-0904-6851-E5EDA9D8CD5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35182457" sldId="2147483876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35182457" sldId="2147483876"/>
              <ac:spMk id="8" creationId="{CEBD5DA1-B065-695A-4406-31CC37D1AA9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2648264516" sldId="2147483877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2648264516" sldId="2147483877"/>
              <ac:spMk id="10" creationId="{B63F2CA4-1143-9D60-764C-D31EC19F79D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2453669241" sldId="2147483878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2453669241" sldId="2147483878"/>
              <ac:spMk id="6" creationId="{C35EE5D6-1A01-84B6-EC1D-ABC9DB15061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1965170155" sldId="2147483880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1965170155" sldId="2147483880"/>
              <ac:spMk id="8" creationId="{904C97C9-F2A6-E59C-E09A-9E44D6D713C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854711098" sldId="2147483881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854711098" sldId="2147483881"/>
              <ac:spMk id="8" creationId="{C373689B-937B-C374-ABC1-97A0240F421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2011159808" sldId="2147483882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2011159808" sldId="2147483882"/>
              <ac:spMk id="7" creationId="{0D699C1A-534D-1B21-85DE-8AFA6591446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39.561" v="251"/>
          <pc:sldLayoutMkLst>
            <pc:docMk/>
            <pc:sldMasterMk cId="1541287478" sldId="2147483872"/>
            <pc:sldLayoutMk cId="171471529" sldId="2147483883"/>
          </pc:sldLayoutMkLst>
          <pc:spChg chg="add">
            <ac:chgData name="Mariana Rocha" userId="0a3173bd-d0ed-4c32-8e4c-b90c820606c5" providerId="ADAL" clId="{DCC3A51D-31E8-5BC6-970B-354B54D5302A}" dt="2025-10-08T08:21:39.561" v="251"/>
            <ac:spMkLst>
              <pc:docMk/>
              <pc:sldMasterMk cId="1541287478" sldId="2147483872"/>
              <pc:sldLayoutMk cId="171471529" sldId="2147483883"/>
              <ac:spMk id="7" creationId="{26D19093-94BA-8DFD-6F58-46254AD9C471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41.210" v="252"/>
        <pc:sldMasterMkLst>
          <pc:docMk/>
          <pc:sldMasterMk cId="1515297798" sldId="2147483885"/>
        </pc:sldMasterMkLst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2879240754" sldId="2147483887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2879240754" sldId="2147483887"/>
              <ac:spMk id="7" creationId="{87A51F50-B938-034E-4B23-8CEA331F97C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3508681269" sldId="2147483889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3508681269" sldId="2147483889"/>
              <ac:spMk id="8" creationId="{4582376B-68F4-80AB-2F6D-C4044E879EF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902055716" sldId="2147483890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902055716" sldId="2147483890"/>
              <ac:spMk id="10" creationId="{ACF4EBFD-C298-CC56-FA7D-0C32E1EB377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977603401" sldId="2147483891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977603401" sldId="2147483891"/>
              <ac:spMk id="6" creationId="{0D10577F-14A2-4ACE-12F2-986D1D34561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2420497945" sldId="2147483893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2420497945" sldId="2147483893"/>
              <ac:spMk id="8" creationId="{2F4A6621-B3E7-3EAA-7792-C6BF7447F2B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1004591250" sldId="2147483894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1004591250" sldId="2147483894"/>
              <ac:spMk id="8" creationId="{46924B8E-EF76-7006-08C6-DAECF1A2768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427357493" sldId="2147483895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427357493" sldId="2147483895"/>
              <ac:spMk id="7" creationId="{E57B1F5F-D03B-F51C-C35F-805BEA646E9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1.210" v="252"/>
          <pc:sldLayoutMkLst>
            <pc:docMk/>
            <pc:sldMasterMk cId="1515297798" sldId="2147483885"/>
            <pc:sldLayoutMk cId="612951111" sldId="2147483896"/>
          </pc:sldLayoutMkLst>
          <pc:spChg chg="add">
            <ac:chgData name="Mariana Rocha" userId="0a3173bd-d0ed-4c32-8e4c-b90c820606c5" providerId="ADAL" clId="{DCC3A51D-31E8-5BC6-970B-354B54D5302A}" dt="2025-10-08T08:21:41.210" v="252"/>
            <ac:spMkLst>
              <pc:docMk/>
              <pc:sldMasterMk cId="1515297798" sldId="2147483885"/>
              <pc:sldLayoutMk cId="612951111" sldId="2147483896"/>
              <ac:spMk id="7" creationId="{48C693A1-1B8E-2489-703A-4593F0B9F088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42.302" v="253"/>
        <pc:sldMasterMkLst>
          <pc:docMk/>
          <pc:sldMasterMk cId="728086654" sldId="2147483898"/>
        </pc:sldMasterMkLst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74575609" sldId="2147483900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74575609" sldId="2147483900"/>
              <ac:spMk id="7" creationId="{9B3804F8-5C0B-A966-CAAE-447E07DFB4B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1031314325" sldId="2147483902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1031314325" sldId="2147483902"/>
              <ac:spMk id="8" creationId="{10FCE936-AE1E-4D3F-AE52-B7F9740AF6A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1342802100" sldId="2147483903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1342802100" sldId="2147483903"/>
              <ac:spMk id="10" creationId="{0FD6E794-14A1-76BF-D9F4-F4BEA6FD91F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2832905293" sldId="2147483904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2832905293" sldId="2147483904"/>
              <ac:spMk id="6" creationId="{0FB5DB6E-85D8-E024-C84B-FC4B56A9CCC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1318799079" sldId="2147483906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1318799079" sldId="2147483906"/>
              <ac:spMk id="8" creationId="{D99F19EE-0EA7-3486-DE52-26CACFB61E3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1793898264" sldId="2147483907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1793898264" sldId="2147483907"/>
              <ac:spMk id="8" creationId="{E6FCE1D6-35CE-4EF4-29EA-79503317BF2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1743767199" sldId="2147483908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1743767199" sldId="2147483908"/>
              <ac:spMk id="7" creationId="{281EADB6-7E99-6AD9-2749-18BD324106C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2.302" v="253"/>
          <pc:sldLayoutMkLst>
            <pc:docMk/>
            <pc:sldMasterMk cId="728086654" sldId="2147483898"/>
            <pc:sldLayoutMk cId="4018968953" sldId="2147483909"/>
          </pc:sldLayoutMkLst>
          <pc:spChg chg="add">
            <ac:chgData name="Mariana Rocha" userId="0a3173bd-d0ed-4c32-8e4c-b90c820606c5" providerId="ADAL" clId="{DCC3A51D-31E8-5BC6-970B-354B54D5302A}" dt="2025-10-08T08:21:42.302" v="253"/>
            <ac:spMkLst>
              <pc:docMk/>
              <pc:sldMasterMk cId="728086654" sldId="2147483898"/>
              <pc:sldLayoutMk cId="4018968953" sldId="2147483909"/>
              <ac:spMk id="7" creationId="{0E16E503-4959-FAE3-C1FD-567DCD56AEE8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8:21:45.483" v="255"/>
        <pc:sldMasterMkLst>
          <pc:docMk/>
          <pc:sldMasterMk cId="3443075339" sldId="2147483911"/>
        </pc:sldMasterMkLst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3604358122" sldId="2147483913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3604358122" sldId="2147483913"/>
              <ac:spMk id="7" creationId="{4ABD8189-B42C-C459-B464-5E8AE96320A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1852913718" sldId="2147483915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1852913718" sldId="2147483915"/>
              <ac:spMk id="8" creationId="{6E7272D3-B745-5B26-0AC7-E4C0F372FBC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2081012314" sldId="2147483916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2081012314" sldId="2147483916"/>
              <ac:spMk id="10" creationId="{A99A484F-0A29-08A6-1EF5-F7C89E9D3E4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3933930226" sldId="2147483917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3933930226" sldId="2147483917"/>
              <ac:spMk id="6" creationId="{7DC29F96-1B89-22AA-8492-EA151CE488E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2861937334" sldId="2147483919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2861937334" sldId="2147483919"/>
              <ac:spMk id="8" creationId="{70E68C1A-04E0-BB9B-3D96-A56C4E32E41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1945502537" sldId="2147483920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1945502537" sldId="2147483920"/>
              <ac:spMk id="8" creationId="{F8C4C12E-9691-9E1F-B1F9-BE7CCDE1379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3124245620" sldId="2147483921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3124245620" sldId="2147483921"/>
              <ac:spMk id="7" creationId="{01617C3A-AC22-5AEC-3AA4-8314E7C1747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8:21:45.483" v="255"/>
          <pc:sldLayoutMkLst>
            <pc:docMk/>
            <pc:sldMasterMk cId="3443075339" sldId="2147483911"/>
            <pc:sldLayoutMk cId="2578936874" sldId="2147483922"/>
          </pc:sldLayoutMkLst>
          <pc:spChg chg="add">
            <ac:chgData name="Mariana Rocha" userId="0a3173bd-d0ed-4c32-8e4c-b90c820606c5" providerId="ADAL" clId="{DCC3A51D-31E8-5BC6-970B-354B54D5302A}" dt="2025-10-08T08:21:45.483" v="255"/>
            <ac:spMkLst>
              <pc:docMk/>
              <pc:sldMasterMk cId="3443075339" sldId="2147483911"/>
              <pc:sldLayoutMk cId="2578936874" sldId="2147483922"/>
              <ac:spMk id="7" creationId="{8191615A-343C-2C35-692B-5005EF26942B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01.037" v="1346"/>
        <pc:sldMasterMkLst>
          <pc:docMk/>
          <pc:sldMasterMk cId="3767677029" sldId="2147483924"/>
        </pc:sldMasterMkLst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1507393010" sldId="2147483926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1507393010" sldId="2147483926"/>
              <ac:spMk id="7" creationId="{BF2477AB-2FEF-50CC-C3E6-E4CCFA1EA60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685460077" sldId="2147483928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685460077" sldId="2147483928"/>
              <ac:spMk id="8" creationId="{C572E839-362E-AD21-23EB-CF9A78C84FF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1451596061" sldId="2147483929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1451596061" sldId="2147483929"/>
              <ac:spMk id="10" creationId="{20EF2F88-D801-A8E1-6A38-89398E042D7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4233795940" sldId="2147483930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4233795940" sldId="2147483930"/>
              <ac:spMk id="6" creationId="{49BC223F-7EC3-8103-E8CF-07C11649B3E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2791284425" sldId="2147483932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2791284425" sldId="2147483932"/>
              <ac:spMk id="8" creationId="{D45EECBF-D8DE-BAA9-7F6E-3FEF9BC58A1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3253855617" sldId="2147483933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3253855617" sldId="2147483933"/>
              <ac:spMk id="8" creationId="{53DEC48E-C26C-F04F-BCEF-529CA82A03B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1203852121" sldId="2147483934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1203852121" sldId="2147483934"/>
              <ac:spMk id="7" creationId="{972B9E73-7F12-1F5D-EC1B-731AD4001FA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1.037" v="1346"/>
          <pc:sldLayoutMkLst>
            <pc:docMk/>
            <pc:sldMasterMk cId="3767677029" sldId="2147483924"/>
            <pc:sldLayoutMk cId="717067722" sldId="2147483935"/>
          </pc:sldLayoutMkLst>
          <pc:spChg chg="add">
            <ac:chgData name="Mariana Rocha" userId="0a3173bd-d0ed-4c32-8e4c-b90c820606c5" providerId="ADAL" clId="{DCC3A51D-31E8-5BC6-970B-354B54D5302A}" dt="2025-10-08T09:14:01.037" v="1346"/>
            <ac:spMkLst>
              <pc:docMk/>
              <pc:sldMasterMk cId="3767677029" sldId="2147483924"/>
              <pc:sldLayoutMk cId="717067722" sldId="2147483935"/>
              <ac:spMk id="7" creationId="{95A42E02-9D87-09CA-FB56-ADEBBB201EF9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02.129" v="1347"/>
        <pc:sldMasterMkLst>
          <pc:docMk/>
          <pc:sldMasterMk cId="1949351977" sldId="2147483937"/>
        </pc:sldMasterMkLst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1536704923" sldId="2147483939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1536704923" sldId="2147483939"/>
              <ac:spMk id="7" creationId="{CC839244-FF03-E1C1-91F1-3C0CC7A5A59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2997368200" sldId="2147483941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2997368200" sldId="2147483941"/>
              <ac:spMk id="8" creationId="{48D777D6-7D7D-DD65-692D-73D8DC91E94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3429425305" sldId="2147483942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3429425305" sldId="2147483942"/>
              <ac:spMk id="10" creationId="{08C96A74-627E-13AF-42F0-E65B9159448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2143589287" sldId="2147483943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2143589287" sldId="2147483943"/>
              <ac:spMk id="6" creationId="{42DB6D88-C520-4784-980C-DAB5ABB63CC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3832431535" sldId="2147483945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3832431535" sldId="2147483945"/>
              <ac:spMk id="8" creationId="{459D311E-F762-7012-10E4-718B6D6DCBF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4065221242" sldId="2147483946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4065221242" sldId="2147483946"/>
              <ac:spMk id="8" creationId="{051AD653-BE29-D01D-9979-ADB3169E08E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4225747839" sldId="2147483947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4225747839" sldId="2147483947"/>
              <ac:spMk id="7" creationId="{3A91EDA6-89E5-F53C-9995-BF916E5A782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2.129" v="1347"/>
          <pc:sldLayoutMkLst>
            <pc:docMk/>
            <pc:sldMasterMk cId="1949351977" sldId="2147483937"/>
            <pc:sldLayoutMk cId="1971151486" sldId="2147483948"/>
          </pc:sldLayoutMkLst>
          <pc:spChg chg="add">
            <ac:chgData name="Mariana Rocha" userId="0a3173bd-d0ed-4c32-8e4c-b90c820606c5" providerId="ADAL" clId="{DCC3A51D-31E8-5BC6-970B-354B54D5302A}" dt="2025-10-08T09:14:02.129" v="1347"/>
            <ac:spMkLst>
              <pc:docMk/>
              <pc:sldMasterMk cId="1949351977" sldId="2147483937"/>
              <pc:sldLayoutMk cId="1971151486" sldId="2147483948"/>
              <ac:spMk id="7" creationId="{135B2CCF-F06B-3823-6277-3484F2ABD8CF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03.824" v="1348"/>
        <pc:sldMasterMkLst>
          <pc:docMk/>
          <pc:sldMasterMk cId="2376937089" sldId="2147483950"/>
        </pc:sldMasterMkLst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1732895277" sldId="2147483952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1732895277" sldId="2147483952"/>
              <ac:spMk id="7" creationId="{47D2DDF6-6991-0167-9D72-B8D13D28F00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1460739756" sldId="2147483954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1460739756" sldId="2147483954"/>
              <ac:spMk id="8" creationId="{BB38970A-B066-FA2A-383C-F56004BA33B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645466205" sldId="2147483955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645466205" sldId="2147483955"/>
              <ac:spMk id="10" creationId="{D2EE7F8B-BAA0-86E6-F1B2-0B3B3D8E017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1433822993" sldId="2147483956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1433822993" sldId="2147483956"/>
              <ac:spMk id="6" creationId="{1AB35AFC-19E4-7A2D-A9E6-6CF19D34AEB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3183964054" sldId="2147483958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3183964054" sldId="2147483958"/>
              <ac:spMk id="8" creationId="{D50E6FE2-C33A-C879-16E2-D70F04AD5BE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164438240" sldId="2147483959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164438240" sldId="2147483959"/>
              <ac:spMk id="8" creationId="{C57DEBF3-F144-F2B0-49CB-62692DD602A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2127688227" sldId="2147483960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2127688227" sldId="2147483960"/>
              <ac:spMk id="7" creationId="{4ED1131A-86FB-B035-6E3B-FA330198E66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3.824" v="1348"/>
          <pc:sldLayoutMkLst>
            <pc:docMk/>
            <pc:sldMasterMk cId="2376937089" sldId="2147483950"/>
            <pc:sldLayoutMk cId="2476892438" sldId="2147483961"/>
          </pc:sldLayoutMkLst>
          <pc:spChg chg="add">
            <ac:chgData name="Mariana Rocha" userId="0a3173bd-d0ed-4c32-8e4c-b90c820606c5" providerId="ADAL" clId="{DCC3A51D-31E8-5BC6-970B-354B54D5302A}" dt="2025-10-08T09:14:03.824" v="1348"/>
            <ac:spMkLst>
              <pc:docMk/>
              <pc:sldMasterMk cId="2376937089" sldId="2147483950"/>
              <pc:sldLayoutMk cId="2476892438" sldId="2147483961"/>
              <ac:spMk id="7" creationId="{65843022-253E-7A42-089E-B7CC07BA713A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05.133" v="1349"/>
        <pc:sldMasterMkLst>
          <pc:docMk/>
          <pc:sldMasterMk cId="1342711791" sldId="2147483963"/>
        </pc:sldMasterMkLst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2779673201" sldId="2147483965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2779673201" sldId="2147483965"/>
              <ac:spMk id="7" creationId="{7734DCE3-614E-E0B1-A4D7-021E1354ABA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2189750053" sldId="2147483967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2189750053" sldId="2147483967"/>
              <ac:spMk id="8" creationId="{2BB08544-499F-A2F0-45A2-9A449F1655F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3958028049" sldId="2147483968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3958028049" sldId="2147483968"/>
              <ac:spMk id="10" creationId="{FE170348-B1B8-F329-C42B-3D9974371F1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740379011" sldId="2147483969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740379011" sldId="2147483969"/>
              <ac:spMk id="6" creationId="{8C06E60C-378C-7A50-AFC7-7DBABF2AC74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1228753163" sldId="2147483971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1228753163" sldId="2147483971"/>
              <ac:spMk id="8" creationId="{EEE81433-5EA9-AA3D-C97C-5D4E0C47E89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1756264433" sldId="2147483972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1756264433" sldId="2147483972"/>
              <ac:spMk id="8" creationId="{75F62542-1777-E326-E9B8-5A4726FE0EF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2198047778" sldId="2147483973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2198047778" sldId="2147483973"/>
              <ac:spMk id="7" creationId="{77BA440F-6529-CDB4-B141-FD8AFB53404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5.133" v="1349"/>
          <pc:sldLayoutMkLst>
            <pc:docMk/>
            <pc:sldMasterMk cId="1342711791" sldId="2147483963"/>
            <pc:sldLayoutMk cId="2143107110" sldId="2147483974"/>
          </pc:sldLayoutMkLst>
          <pc:spChg chg="add">
            <ac:chgData name="Mariana Rocha" userId="0a3173bd-d0ed-4c32-8e4c-b90c820606c5" providerId="ADAL" clId="{DCC3A51D-31E8-5BC6-970B-354B54D5302A}" dt="2025-10-08T09:14:05.133" v="1349"/>
            <ac:spMkLst>
              <pc:docMk/>
              <pc:sldMasterMk cId="1342711791" sldId="2147483963"/>
              <pc:sldLayoutMk cId="2143107110" sldId="2147483974"/>
              <ac:spMk id="7" creationId="{A012308A-E826-662A-401F-DA620FD7DC9C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07.987" v="1350"/>
        <pc:sldMasterMkLst>
          <pc:docMk/>
          <pc:sldMasterMk cId="162309176" sldId="2147483976"/>
        </pc:sldMasterMkLst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1100258955" sldId="2147483978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1100258955" sldId="2147483978"/>
              <ac:spMk id="7" creationId="{057F2265-5D20-624E-9C38-4B5BDF15570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1028214300" sldId="2147483980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1028214300" sldId="2147483980"/>
              <ac:spMk id="8" creationId="{5E163F71-50E8-62A1-E82B-6F228DF6B6F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375956592" sldId="2147483981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375956592" sldId="2147483981"/>
              <ac:spMk id="10" creationId="{0945DB2C-AE6C-1CD6-9D33-C4DE7D9B0BD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2081177779" sldId="2147483982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2081177779" sldId="2147483982"/>
              <ac:spMk id="6" creationId="{5245EB2C-191E-3EDB-916A-F52E4040F13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2889379825" sldId="2147483984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2889379825" sldId="2147483984"/>
              <ac:spMk id="8" creationId="{4B865AA6-A2C0-52CA-19AA-FAFDE6E9B13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1001374670" sldId="2147483985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1001374670" sldId="2147483985"/>
              <ac:spMk id="8" creationId="{D4447729-29A3-901C-307C-133993004E4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2605166732" sldId="2147483986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2605166732" sldId="2147483986"/>
              <ac:spMk id="7" creationId="{6301673E-385E-7A94-BB6B-3911D25A7C2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07.987" v="1350"/>
          <pc:sldLayoutMkLst>
            <pc:docMk/>
            <pc:sldMasterMk cId="162309176" sldId="2147483976"/>
            <pc:sldLayoutMk cId="3563117423" sldId="2147483987"/>
          </pc:sldLayoutMkLst>
          <pc:spChg chg="add">
            <ac:chgData name="Mariana Rocha" userId="0a3173bd-d0ed-4c32-8e4c-b90c820606c5" providerId="ADAL" clId="{DCC3A51D-31E8-5BC6-970B-354B54D5302A}" dt="2025-10-08T09:14:07.987" v="1350"/>
            <ac:spMkLst>
              <pc:docMk/>
              <pc:sldMasterMk cId="162309176" sldId="2147483976"/>
              <pc:sldLayoutMk cId="3563117423" sldId="2147483987"/>
              <ac:spMk id="7" creationId="{5D78B4CD-BA36-A25C-43A4-891EF08DF545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11.920" v="1352"/>
        <pc:sldMasterMkLst>
          <pc:docMk/>
          <pc:sldMasterMk cId="192362241" sldId="2147483989"/>
        </pc:sldMasterMkLst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2932026173" sldId="2147483991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2932026173" sldId="2147483991"/>
              <ac:spMk id="7" creationId="{7F65217D-5F87-E1D5-B1FA-044D36AE107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3630730411" sldId="2147483993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3630730411" sldId="2147483993"/>
              <ac:spMk id="8" creationId="{F0416F2D-AAA5-2717-171D-A7F29059FC6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177599654" sldId="2147483994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177599654" sldId="2147483994"/>
              <ac:spMk id="10" creationId="{39EC144A-7698-47A0-D668-0FFA8491F27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3338833353" sldId="2147483995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3338833353" sldId="2147483995"/>
              <ac:spMk id="6" creationId="{4B97D2F0-709D-5253-9323-00CBBAC8D52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2393396238" sldId="2147483997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2393396238" sldId="2147483997"/>
              <ac:spMk id="8" creationId="{D93718C1-DDD9-7054-263D-5E01D13D96C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3961952097" sldId="2147483998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3961952097" sldId="2147483998"/>
              <ac:spMk id="8" creationId="{C1D481AB-C6C0-9CED-22AF-746EA13E975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1385623250" sldId="2147483999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1385623250" sldId="2147483999"/>
              <ac:spMk id="7" creationId="{6AA4C1CE-F1F6-D9D3-535D-232D59120EB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1.920" v="1352"/>
          <pc:sldLayoutMkLst>
            <pc:docMk/>
            <pc:sldMasterMk cId="192362241" sldId="2147483989"/>
            <pc:sldLayoutMk cId="3062028504" sldId="2147484000"/>
          </pc:sldLayoutMkLst>
          <pc:spChg chg="add">
            <ac:chgData name="Mariana Rocha" userId="0a3173bd-d0ed-4c32-8e4c-b90c820606c5" providerId="ADAL" clId="{DCC3A51D-31E8-5BC6-970B-354B54D5302A}" dt="2025-10-08T09:14:11.920" v="1352"/>
            <ac:spMkLst>
              <pc:docMk/>
              <pc:sldMasterMk cId="192362241" sldId="2147483989"/>
              <pc:sldLayoutMk cId="3062028504" sldId="2147484000"/>
              <ac:spMk id="7" creationId="{9153DE99-CB97-65EF-2792-9248C826B986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13.872" v="1353"/>
        <pc:sldMasterMkLst>
          <pc:docMk/>
          <pc:sldMasterMk cId="3189515393" sldId="2147484002"/>
        </pc:sldMasterMkLst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2342601588" sldId="2147484004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2342601588" sldId="2147484004"/>
              <ac:spMk id="7" creationId="{59F2F5AD-CF5D-E341-ECE5-0AB7B55CA98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3343392084" sldId="2147484006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3343392084" sldId="2147484006"/>
              <ac:spMk id="8" creationId="{7FE74B2A-A7FB-0286-822A-375AFA37F04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2101976499" sldId="2147484007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2101976499" sldId="2147484007"/>
              <ac:spMk id="10" creationId="{EFC8F0F2-37FB-239B-A60C-7E83B662FEC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2930308829" sldId="2147484008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2930308829" sldId="2147484008"/>
              <ac:spMk id="6" creationId="{40AFC037-11AE-27FB-B121-6FC4A7496B1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1121067007" sldId="2147484010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1121067007" sldId="2147484010"/>
              <ac:spMk id="8" creationId="{499E833E-6F78-3A67-E164-A508AD05E1E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3012613955" sldId="2147484011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3012613955" sldId="2147484011"/>
              <ac:spMk id="8" creationId="{E8245B16-C3CC-6780-09E9-3A252675B3B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1151389644" sldId="2147484012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1151389644" sldId="2147484012"/>
              <ac:spMk id="7" creationId="{E63F8E56-9015-9084-5461-ABAAEF05B7C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3.872" v="1353"/>
          <pc:sldLayoutMkLst>
            <pc:docMk/>
            <pc:sldMasterMk cId="3189515393" sldId="2147484002"/>
            <pc:sldLayoutMk cId="2618685625" sldId="2147484013"/>
          </pc:sldLayoutMkLst>
          <pc:spChg chg="add">
            <ac:chgData name="Mariana Rocha" userId="0a3173bd-d0ed-4c32-8e4c-b90c820606c5" providerId="ADAL" clId="{DCC3A51D-31E8-5BC6-970B-354B54D5302A}" dt="2025-10-08T09:14:13.872" v="1353"/>
            <ac:spMkLst>
              <pc:docMk/>
              <pc:sldMasterMk cId="3189515393" sldId="2147484002"/>
              <pc:sldLayoutMk cId="2618685625" sldId="2147484013"/>
              <ac:spMk id="7" creationId="{4F0384E5-4C91-64E7-4593-480E04815213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14.896" v="1354"/>
        <pc:sldMasterMkLst>
          <pc:docMk/>
          <pc:sldMasterMk cId="579918133" sldId="2147484015"/>
        </pc:sldMasterMkLst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2338403377" sldId="2147484017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2338403377" sldId="2147484017"/>
              <ac:spMk id="8" creationId="{E932A506-B656-C7A7-061C-BD1A029804D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1906540796" sldId="2147484019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1906540796" sldId="2147484019"/>
              <ac:spMk id="8" creationId="{46517CAC-E3A9-3175-AE52-F169D5CFC21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1934003480" sldId="2147484020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1934003480" sldId="2147484020"/>
              <ac:spMk id="10" creationId="{B7B2CD16-FB10-6157-325B-3818DB35029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2491792327" sldId="2147484021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2491792327" sldId="2147484021"/>
              <ac:spMk id="6" creationId="{CB03352A-E2AE-2FA3-78AA-2B677540A7E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832415852" sldId="2147484023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832415852" sldId="2147484023"/>
              <ac:spMk id="8" creationId="{2EA310C4-80DD-C214-E26E-F45507A9360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4031963942" sldId="2147484024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4031963942" sldId="2147484024"/>
              <ac:spMk id="8" creationId="{73A1E31F-C923-420A-2BDA-EB32F0DA738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2405330288" sldId="2147484025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2405330288" sldId="2147484025"/>
              <ac:spMk id="7" creationId="{16AFB40C-DC28-E350-02F0-9EB23E7929B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4.896" v="1354"/>
          <pc:sldLayoutMkLst>
            <pc:docMk/>
            <pc:sldMasterMk cId="579918133" sldId="2147484015"/>
            <pc:sldLayoutMk cId="3097343216" sldId="2147484026"/>
          </pc:sldLayoutMkLst>
          <pc:spChg chg="add">
            <ac:chgData name="Mariana Rocha" userId="0a3173bd-d0ed-4c32-8e4c-b90c820606c5" providerId="ADAL" clId="{DCC3A51D-31E8-5BC6-970B-354B54D5302A}" dt="2025-10-08T09:14:14.896" v="1354"/>
            <ac:spMkLst>
              <pc:docMk/>
              <pc:sldMasterMk cId="579918133" sldId="2147484015"/>
              <pc:sldLayoutMk cId="3097343216" sldId="2147484026"/>
              <ac:spMk id="7" creationId="{CE949A86-5174-A038-B9A5-BD5E6A1699DC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18.819" v="1355"/>
        <pc:sldMasterMkLst>
          <pc:docMk/>
          <pc:sldMasterMk cId="2138842483" sldId="2147484028"/>
        </pc:sldMasterMkLst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3926524397" sldId="2147484030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3926524397" sldId="2147484030"/>
              <ac:spMk id="7" creationId="{FFA038B8-3753-E325-2187-FD91C9D5DAC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4016262594" sldId="2147484032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4016262594" sldId="2147484032"/>
              <ac:spMk id="9" creationId="{A908C7AD-43EE-0934-1A01-CB1EE11DD7E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1165564387" sldId="2147484033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1165564387" sldId="2147484033"/>
              <ac:spMk id="11" creationId="{C150E678-8D49-4FF0-10DB-11280BCBF4E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3321126047" sldId="2147484034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3321126047" sldId="2147484034"/>
              <ac:spMk id="7" creationId="{B3019F4F-A450-3CBF-6A1D-588AEF01647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954225682" sldId="2147484036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954225682" sldId="2147484036"/>
              <ac:spMk id="8" creationId="{06230FE9-5D51-C3A8-DE9A-D3635B2A724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2480928567" sldId="2147484041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2480928567" sldId="2147484041"/>
              <ac:spMk id="8" creationId="{3CA61166-369C-6710-5C48-DC231C02E34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18.819" v="1355"/>
          <pc:sldLayoutMkLst>
            <pc:docMk/>
            <pc:sldMasterMk cId="2138842483" sldId="2147484028"/>
            <pc:sldLayoutMk cId="2600184830" sldId="2147484042"/>
          </pc:sldLayoutMkLst>
          <pc:spChg chg="add">
            <ac:chgData name="Mariana Rocha" userId="0a3173bd-d0ed-4c32-8e4c-b90c820606c5" providerId="ADAL" clId="{DCC3A51D-31E8-5BC6-970B-354B54D5302A}" dt="2025-10-08T09:14:18.819" v="1355"/>
            <ac:spMkLst>
              <pc:docMk/>
              <pc:sldMasterMk cId="2138842483" sldId="2147484028"/>
              <pc:sldLayoutMk cId="2600184830" sldId="2147484042"/>
              <ac:spMk id="7" creationId="{E1D94952-ED02-A59C-31E7-F4F414E956FC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22.251" v="1356"/>
        <pc:sldMasterMkLst>
          <pc:docMk/>
          <pc:sldMasterMk cId="4189819721" sldId="2147484044"/>
        </pc:sldMasterMkLst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4282414779" sldId="2147484046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4282414779" sldId="2147484046"/>
              <ac:spMk id="8" creationId="{544737A6-2F77-CAA9-324A-4176A0AF259C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1677003735" sldId="2147484048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1677003735" sldId="2147484048"/>
              <ac:spMk id="9" creationId="{92D4BFAF-FD23-F33D-45C2-78359077535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3536215625" sldId="2147484049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3536215625" sldId="2147484049"/>
              <ac:spMk id="11" creationId="{EDE6BE05-4F9F-2C38-D669-86617FD001A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3070483224" sldId="2147484050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3070483224" sldId="2147484050"/>
              <ac:spMk id="7" creationId="{D1BCD8FB-858D-BCBD-F522-19499E5BE24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2271999020" sldId="2147484052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2271999020" sldId="2147484052"/>
              <ac:spMk id="8" creationId="{238CB0C3-6C50-3262-B32E-5BB2C0F2F30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2357964610" sldId="2147484054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2357964610" sldId="2147484054"/>
              <ac:spMk id="8" creationId="{76063713-201C-F820-09E0-84108AA2BD6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251" v="1356"/>
          <pc:sldLayoutMkLst>
            <pc:docMk/>
            <pc:sldMasterMk cId="4189819721" sldId="2147484044"/>
            <pc:sldLayoutMk cId="2567593914" sldId="2147484055"/>
          </pc:sldLayoutMkLst>
          <pc:spChg chg="add">
            <ac:chgData name="Mariana Rocha" userId="0a3173bd-d0ed-4c32-8e4c-b90c820606c5" providerId="ADAL" clId="{DCC3A51D-31E8-5BC6-970B-354B54D5302A}" dt="2025-10-08T09:14:22.251" v="1356"/>
            <ac:spMkLst>
              <pc:docMk/>
              <pc:sldMasterMk cId="4189819721" sldId="2147484044"/>
              <pc:sldLayoutMk cId="2567593914" sldId="2147484055"/>
              <ac:spMk id="8" creationId="{39FAA7B0-B8E2-5D55-C64E-1B5C07F044E0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22.791" v="1357"/>
        <pc:sldMasterMkLst>
          <pc:docMk/>
          <pc:sldMasterMk cId="136251952" sldId="2147484057"/>
        </pc:sldMasterMkLst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2424509777" sldId="2147484059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2424509777" sldId="2147484059"/>
              <ac:spMk id="7" creationId="{E4369663-9B6A-E020-1EFD-6B1E9387555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3373360048" sldId="2147484061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3373360048" sldId="2147484061"/>
              <ac:spMk id="8" creationId="{553AC742-D222-9E0C-B04E-0FECA67FB94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1925803258" sldId="2147484062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1925803258" sldId="2147484062"/>
              <ac:spMk id="10" creationId="{0D91A800-C41C-2CBB-8821-5B44F5ED631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3880335304" sldId="2147484063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3880335304" sldId="2147484063"/>
              <ac:spMk id="7" creationId="{E3DB5B7B-251F-CDFA-7759-F8EDA2CBECD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2415481637" sldId="2147484065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2415481637" sldId="2147484065"/>
              <ac:spMk id="8" creationId="{1C969414-087A-D984-1B3F-E7BA9E57032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1022139155" sldId="2147484073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1022139155" sldId="2147484073"/>
              <ac:spMk id="2" creationId="{938D67C1-A635-6133-AD15-3078F347543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22.791" v="1357"/>
          <pc:sldLayoutMkLst>
            <pc:docMk/>
            <pc:sldMasterMk cId="136251952" sldId="2147484057"/>
            <pc:sldLayoutMk cId="1521481819" sldId="2147484074"/>
          </pc:sldLayoutMkLst>
          <pc:spChg chg="add">
            <ac:chgData name="Mariana Rocha" userId="0a3173bd-d0ed-4c32-8e4c-b90c820606c5" providerId="ADAL" clId="{DCC3A51D-31E8-5BC6-970B-354B54D5302A}" dt="2025-10-08T09:14:22.791" v="1357"/>
            <ac:spMkLst>
              <pc:docMk/>
              <pc:sldMasterMk cId="136251952" sldId="2147484057"/>
              <pc:sldLayoutMk cId="1521481819" sldId="2147484074"/>
              <ac:spMk id="8" creationId="{49AA8EB6-59FA-2231-C29F-D4AF7DAC83EB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30.099" v="1359"/>
        <pc:sldMasterMkLst>
          <pc:docMk/>
          <pc:sldMasterMk cId="725705511" sldId="2147484076"/>
        </pc:sldMasterMkLst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2156441993" sldId="2147484078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2156441993" sldId="2147484078"/>
              <ac:spMk id="7" creationId="{6B07974F-B85C-06C0-96B7-9977E9CDCE5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1919575248" sldId="2147484080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1919575248" sldId="2147484080"/>
              <ac:spMk id="8" creationId="{4E89427E-5591-BC7B-3C9A-B0FFC926E7AF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2565231940" sldId="2147484081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2565231940" sldId="2147484081"/>
              <ac:spMk id="10" creationId="{604E8F47-1022-34C4-4249-B3B7E1335BA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2033908897" sldId="2147484082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2033908897" sldId="2147484082"/>
              <ac:spMk id="6" creationId="{D8B7FEC0-5DD7-18C3-8EE8-D79C005BCEA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1568401111" sldId="2147484084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1568401111" sldId="2147484084"/>
              <ac:spMk id="8" creationId="{86CA9AD9-0CE4-9D42-0D27-93735B4A5992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343234885" sldId="2147484085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343234885" sldId="2147484085"/>
              <ac:spMk id="8" creationId="{E952059F-C710-98D9-5952-E07F26414A7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3315634590" sldId="2147484086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3315634590" sldId="2147484086"/>
              <ac:spMk id="7" creationId="{45D7DC59-AAFC-6426-EAD5-878F97FD4A1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0.099" v="1359"/>
          <pc:sldLayoutMkLst>
            <pc:docMk/>
            <pc:sldMasterMk cId="725705511" sldId="2147484076"/>
            <pc:sldLayoutMk cId="2821418515" sldId="2147484087"/>
          </pc:sldLayoutMkLst>
          <pc:spChg chg="add">
            <ac:chgData name="Mariana Rocha" userId="0a3173bd-d0ed-4c32-8e4c-b90c820606c5" providerId="ADAL" clId="{DCC3A51D-31E8-5BC6-970B-354B54D5302A}" dt="2025-10-08T09:14:30.099" v="1359"/>
            <ac:spMkLst>
              <pc:docMk/>
              <pc:sldMasterMk cId="725705511" sldId="2147484076"/>
              <pc:sldLayoutMk cId="2821418515" sldId="2147484087"/>
              <ac:spMk id="7" creationId="{2F2C3AA2-C36D-6537-905A-A6B0A92B7C8C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32.249" v="1360"/>
        <pc:sldMasterMkLst>
          <pc:docMk/>
          <pc:sldMasterMk cId="2859211628" sldId="2147484089"/>
        </pc:sldMasterMkLst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1611003459" sldId="2147484091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1611003459" sldId="2147484091"/>
              <ac:spMk id="7" creationId="{5BBAADE2-1091-5E4F-9A18-79073352A6F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1609134708" sldId="2147484093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1609134708" sldId="2147484093"/>
              <ac:spMk id="8" creationId="{C7A49A4B-B08B-871F-D087-7E772E77E65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2966834011" sldId="2147484094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2966834011" sldId="2147484094"/>
              <ac:spMk id="10" creationId="{CA680292-1279-7FAF-3F31-7EDF0F23167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3725845449" sldId="2147484095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3725845449" sldId="2147484095"/>
              <ac:spMk id="6" creationId="{6F81CFB8-9B85-B2CC-5C33-3C8691E60603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2371950458" sldId="2147484097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2371950458" sldId="2147484097"/>
              <ac:spMk id="8" creationId="{9ACA98C3-E0F6-9E40-1769-8F990C0D96A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511356323" sldId="2147484098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511356323" sldId="2147484098"/>
              <ac:spMk id="8" creationId="{DD821C97-73D0-EFCF-02AD-37A83132FAF5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2026845387" sldId="2147484099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2026845387" sldId="2147484099"/>
              <ac:spMk id="7" creationId="{BD7D1B56-7FF3-3196-B03D-712A04CC8058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2.249" v="1360"/>
          <pc:sldLayoutMkLst>
            <pc:docMk/>
            <pc:sldMasterMk cId="2859211628" sldId="2147484089"/>
            <pc:sldLayoutMk cId="2968049762" sldId="2147484100"/>
          </pc:sldLayoutMkLst>
          <pc:spChg chg="add">
            <ac:chgData name="Mariana Rocha" userId="0a3173bd-d0ed-4c32-8e4c-b90c820606c5" providerId="ADAL" clId="{DCC3A51D-31E8-5BC6-970B-354B54D5302A}" dt="2025-10-08T09:14:32.249" v="1360"/>
            <ac:spMkLst>
              <pc:docMk/>
              <pc:sldMasterMk cId="2859211628" sldId="2147484089"/>
              <pc:sldLayoutMk cId="2968049762" sldId="2147484100"/>
              <ac:spMk id="7" creationId="{73987C1F-7DD4-8581-FF96-BBB0380A57CA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34.631" v="1362"/>
        <pc:sldMasterMkLst>
          <pc:docMk/>
          <pc:sldMasterMk cId="1858895385" sldId="2147484102"/>
        </pc:sldMasterMkLst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1824116174" sldId="2147484104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1824116174" sldId="2147484104"/>
              <ac:spMk id="7" creationId="{C9C442E9-7A7A-AA4A-3C80-2DD0176D0310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3495929888" sldId="2147484106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3495929888" sldId="2147484106"/>
              <ac:spMk id="8" creationId="{9CB06CEA-1054-8160-CE3F-8FB7D2FBFFB4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4280515812" sldId="2147484107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4280515812" sldId="2147484107"/>
              <ac:spMk id="10" creationId="{5AEAA84A-28C3-9534-C3B3-6F7D479F9A2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1088455008" sldId="2147484108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1088455008" sldId="2147484108"/>
              <ac:spMk id="6" creationId="{8F658E5C-D78C-388D-4513-DB4F6B2450C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72915510" sldId="2147484110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72915510" sldId="2147484110"/>
              <ac:spMk id="8" creationId="{42AE595E-8C8F-1795-5D91-EC18213C8E3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1274464307" sldId="2147484111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1274464307" sldId="2147484111"/>
              <ac:spMk id="8" creationId="{D513D9F1-7417-3D54-AC02-702D1366412D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3432300779" sldId="2147484112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3432300779" sldId="2147484112"/>
              <ac:spMk id="7" creationId="{70699C01-F5BF-7044-BE3A-17B99426B52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4.631" v="1362"/>
          <pc:sldLayoutMkLst>
            <pc:docMk/>
            <pc:sldMasterMk cId="1858895385" sldId="2147484102"/>
            <pc:sldLayoutMk cId="3838010250" sldId="2147484113"/>
          </pc:sldLayoutMkLst>
          <pc:spChg chg="add">
            <ac:chgData name="Mariana Rocha" userId="0a3173bd-d0ed-4c32-8e4c-b90c820606c5" providerId="ADAL" clId="{DCC3A51D-31E8-5BC6-970B-354B54D5302A}" dt="2025-10-08T09:14:34.631" v="1362"/>
            <ac:spMkLst>
              <pc:docMk/>
              <pc:sldMasterMk cId="1858895385" sldId="2147484102"/>
              <pc:sldLayoutMk cId="3838010250" sldId="2147484113"/>
              <ac:spMk id="7" creationId="{11253FA0-C43C-E0C0-109D-2D6EC351B3EB}"/>
            </ac:spMkLst>
          </pc:spChg>
        </pc:sldLayoutChg>
      </pc:sldMasterChg>
      <pc:sldMasterChg chg="modSldLayout">
        <pc:chgData name="Mariana Rocha" userId="0a3173bd-d0ed-4c32-8e4c-b90c820606c5" providerId="ADAL" clId="{DCC3A51D-31E8-5BC6-970B-354B54D5302A}" dt="2025-10-08T09:14:35.835" v="1363"/>
        <pc:sldMasterMkLst>
          <pc:docMk/>
          <pc:sldMasterMk cId="2267507929" sldId="2147484115"/>
        </pc:sldMasterMkLst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2352663984" sldId="2147484117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2352663984" sldId="2147484117"/>
              <ac:spMk id="7" creationId="{4275C485-4DBC-7D2F-D979-E3D8AA8EC239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2608718332" sldId="2147484119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2608718332" sldId="2147484119"/>
              <ac:spMk id="8" creationId="{8DB6F6BF-8719-9249-58C5-F90CAE5BF8B7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2461276103" sldId="2147484120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2461276103" sldId="2147484120"/>
              <ac:spMk id="10" creationId="{1A9FB99A-0F9D-E7D7-DA8D-861E9FE1884E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2056585113" sldId="2147484121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2056585113" sldId="2147484121"/>
              <ac:spMk id="6" creationId="{7CC686FC-50EB-5C44-5E14-B1D26BDDFDEB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334785476" sldId="2147484123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334785476" sldId="2147484123"/>
              <ac:spMk id="8" creationId="{FD7C7EC3-5024-E937-C392-698E5107C396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3853346925" sldId="2147484124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3853346925" sldId="2147484124"/>
              <ac:spMk id="8" creationId="{3FF2047E-9547-6254-32DD-7D1F3E665B9A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1687175102" sldId="2147484125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1687175102" sldId="2147484125"/>
              <ac:spMk id="7" creationId="{E54158C5-5685-1E92-BD30-B11C53516AE1}"/>
            </ac:spMkLst>
          </pc:spChg>
        </pc:sldLayoutChg>
        <pc:sldLayoutChg chg="addSp">
          <pc:chgData name="Mariana Rocha" userId="0a3173bd-d0ed-4c32-8e4c-b90c820606c5" providerId="ADAL" clId="{DCC3A51D-31E8-5BC6-970B-354B54D5302A}" dt="2025-10-08T09:14:35.835" v="1363"/>
          <pc:sldLayoutMkLst>
            <pc:docMk/>
            <pc:sldMasterMk cId="2267507929" sldId="2147484115"/>
            <pc:sldLayoutMk cId="424377809" sldId="2147484126"/>
          </pc:sldLayoutMkLst>
          <pc:spChg chg="add">
            <ac:chgData name="Mariana Rocha" userId="0a3173bd-d0ed-4c32-8e4c-b90c820606c5" providerId="ADAL" clId="{DCC3A51D-31E8-5BC6-970B-354B54D5302A}" dt="2025-10-08T09:14:35.835" v="1363"/>
            <ac:spMkLst>
              <pc:docMk/>
              <pc:sldMasterMk cId="2267507929" sldId="2147484115"/>
              <pc:sldLayoutMk cId="424377809" sldId="2147484126"/>
              <ac:spMk id="7" creationId="{F0A0EBA3-5E18-25BE-DF56-9D0D90B4392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8FE22-301E-7B49-8114-E82A7EEE8F59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1CE08-32D5-204E-BE41-095E277A39D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112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1CE08-32D5-204E-BE41-095E277A39D9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8573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B44E-3B92-3276-CF40-9A2035D9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77BA6-A298-EC63-5988-F43E6AA2B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02E85-993A-743C-58B1-4D409520A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713B-2162-632D-1B1C-7406A367E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1CE08-32D5-204E-BE41-095E277A39D9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0088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A93F-5B26-A867-8122-7E1F7D1C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33308-7F6A-6387-CF2F-0B4821369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4FF8B-B987-F02C-C945-8EC261126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BF43D-F1F5-C4F9-9486-27934024F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1CE08-32D5-204E-BE41-095E277A39D9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817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D9719-609E-EF68-BF40-F18D0B4E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320CC-417E-ABC5-AE16-D0DD761D8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61FA2-6832-FCDF-B0F9-74F1DF23C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43B26-B54E-F2C3-5F3B-638321E40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1CE08-32D5-204E-BE41-095E277A39D9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617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5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5"/>
          </a:xfrm>
        </p:spPr>
        <p:txBody>
          <a:bodyPr/>
          <a:lstStyle>
            <a:lvl1pPr marL="0" indent="0" algn="ctr">
              <a:buNone/>
              <a:defRPr sz="2103"/>
            </a:lvl1pPr>
            <a:lvl2pPr marL="400689" indent="0" algn="ctr">
              <a:buNone/>
              <a:defRPr sz="1753"/>
            </a:lvl2pPr>
            <a:lvl3pPr marL="801378" indent="0" algn="ctr">
              <a:buNone/>
              <a:defRPr sz="1578"/>
            </a:lvl3pPr>
            <a:lvl4pPr marL="1202068" indent="0" algn="ctr">
              <a:buNone/>
              <a:defRPr sz="1402"/>
            </a:lvl4pPr>
            <a:lvl5pPr marL="1602757" indent="0" algn="ctr">
              <a:buNone/>
              <a:defRPr sz="1402"/>
            </a:lvl5pPr>
            <a:lvl6pPr marL="2003447" indent="0" algn="ctr">
              <a:buNone/>
              <a:defRPr sz="1402"/>
            </a:lvl6pPr>
            <a:lvl7pPr marL="2404136" indent="0" algn="ctr">
              <a:buNone/>
              <a:defRPr sz="1402"/>
            </a:lvl7pPr>
            <a:lvl8pPr marL="2804825" indent="0" algn="ctr">
              <a:buNone/>
              <a:defRPr sz="1402"/>
            </a:lvl8pPr>
            <a:lvl9pPr marL="3205515" indent="0" algn="ctr">
              <a:buNone/>
              <a:defRPr sz="1402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66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70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12" y="2011569"/>
            <a:ext cx="1828160" cy="229665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6655"/>
            <a:ext cx="7552214" cy="41823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6625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3879"/>
            <a:ext cx="9223058" cy="3143294"/>
          </a:xfrm>
        </p:spPr>
        <p:txBody>
          <a:bodyPr anchor="b"/>
          <a:lstStyle>
            <a:lvl1pPr>
              <a:defRPr sz="5259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3">
                <a:solidFill>
                  <a:schemeClr val="tx1">
                    <a:tint val="75000"/>
                  </a:schemeClr>
                </a:solidFill>
              </a:defRPr>
            </a:lvl1pPr>
            <a:lvl2pPr marL="400689" indent="0">
              <a:buNone/>
              <a:defRPr sz="1753">
                <a:solidFill>
                  <a:schemeClr val="tx1">
                    <a:tint val="75000"/>
                  </a:schemeClr>
                </a:solidFill>
              </a:defRPr>
            </a:lvl2pPr>
            <a:lvl3pPr marL="801378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3pPr>
            <a:lvl4pPr marL="12020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602757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003447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404136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2804825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205515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49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07122"/>
            <a:ext cx="9223058" cy="1348503"/>
          </a:xfrm>
        </p:spPr>
        <p:txBody>
          <a:bodyPr anchor="b">
            <a:normAutofit/>
          </a:bodyPr>
          <a:lstStyle>
            <a:lvl1pPr algn="ctr">
              <a:defRPr sz="4732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2" y="785388"/>
            <a:ext cx="5959343" cy="45217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919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5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09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6" y="1852392"/>
            <a:ext cx="4523809" cy="907829"/>
          </a:xfrm>
        </p:spPr>
        <p:txBody>
          <a:bodyPr anchor="b"/>
          <a:lstStyle>
            <a:lvl1pPr marL="0" indent="0">
              <a:buNone/>
              <a:defRPr sz="2103" b="1"/>
            </a:lvl1pPr>
            <a:lvl2pPr marL="400689" indent="0">
              <a:buNone/>
              <a:defRPr sz="1753" b="1"/>
            </a:lvl2pPr>
            <a:lvl3pPr marL="801378" indent="0">
              <a:buNone/>
              <a:defRPr sz="1578" b="1"/>
            </a:lvl3pPr>
            <a:lvl4pPr marL="1202068" indent="0">
              <a:buNone/>
              <a:defRPr sz="1402" b="1"/>
            </a:lvl4pPr>
            <a:lvl5pPr marL="1602757" indent="0">
              <a:buNone/>
              <a:defRPr sz="1402" b="1"/>
            </a:lvl5pPr>
            <a:lvl6pPr marL="2003447" indent="0">
              <a:buNone/>
              <a:defRPr sz="1402" b="1"/>
            </a:lvl6pPr>
            <a:lvl7pPr marL="2404136" indent="0">
              <a:buNone/>
              <a:defRPr sz="1402" b="1"/>
            </a:lvl7pPr>
            <a:lvl8pPr marL="2804825" indent="0">
              <a:buNone/>
              <a:defRPr sz="1402" b="1"/>
            </a:lvl8pPr>
            <a:lvl9pPr marL="3205515" indent="0">
              <a:buNone/>
              <a:defRPr sz="140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6" y="2760222"/>
            <a:ext cx="4523809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2392"/>
            <a:ext cx="4546088" cy="907829"/>
          </a:xfrm>
        </p:spPr>
        <p:txBody>
          <a:bodyPr anchor="b"/>
          <a:lstStyle>
            <a:lvl1pPr marL="0" indent="0">
              <a:buNone/>
              <a:defRPr sz="2103" b="1"/>
            </a:lvl1pPr>
            <a:lvl2pPr marL="400689" indent="0">
              <a:buNone/>
              <a:defRPr sz="1753" b="1"/>
            </a:lvl2pPr>
            <a:lvl3pPr marL="801378" indent="0">
              <a:buNone/>
              <a:defRPr sz="1578" b="1"/>
            </a:lvl3pPr>
            <a:lvl4pPr marL="1202068" indent="0">
              <a:buNone/>
              <a:defRPr sz="1402" b="1"/>
            </a:lvl4pPr>
            <a:lvl5pPr marL="1602757" indent="0">
              <a:buNone/>
              <a:defRPr sz="1402" b="1"/>
            </a:lvl5pPr>
            <a:lvl6pPr marL="2003447" indent="0">
              <a:buNone/>
              <a:defRPr sz="1402" b="1"/>
            </a:lvl6pPr>
            <a:lvl7pPr marL="2404136" indent="0">
              <a:buNone/>
              <a:defRPr sz="1402" b="1"/>
            </a:lvl7pPr>
            <a:lvl8pPr marL="2804825" indent="0">
              <a:buNone/>
              <a:defRPr sz="1402" b="1"/>
            </a:lvl8pPr>
            <a:lvl9pPr marL="3205515" indent="0">
              <a:buNone/>
              <a:defRPr sz="140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91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73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18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145521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3149577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1627617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2279128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507650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3936828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2511181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2388954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3804819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1348877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35993125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</p:spTree>
    <p:extLst>
      <p:ext uri="{BB962C8B-B14F-4D97-AF65-F5344CB8AC3E}">
        <p14:creationId xmlns:p14="http://schemas.microsoft.com/office/powerpoint/2010/main" val="524946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800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7997"/>
            <a:ext cx="5413534" cy="5370012"/>
          </a:xfrm>
        </p:spPr>
        <p:txBody>
          <a:bodyPr/>
          <a:lstStyle>
            <a:lvl1pPr>
              <a:defRPr sz="2805"/>
            </a:lvl1pPr>
            <a:lvl2pPr>
              <a:defRPr sz="2454"/>
            </a:lvl2pPr>
            <a:lvl3pPr>
              <a:defRPr sz="2103"/>
            </a:lvl3pPr>
            <a:lvl4pPr>
              <a:defRPr sz="1753"/>
            </a:lvl4pPr>
            <a:lvl5pPr>
              <a:defRPr sz="1753"/>
            </a:lvl5pPr>
            <a:lvl6pPr>
              <a:defRPr sz="1753"/>
            </a:lvl6pPr>
            <a:lvl7pPr>
              <a:defRPr sz="1753"/>
            </a:lvl7pPr>
            <a:lvl8pPr>
              <a:defRPr sz="1753"/>
            </a:lvl8pPr>
            <a:lvl9pPr>
              <a:defRPr sz="17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6"/>
          </a:xfrm>
        </p:spPr>
        <p:txBody>
          <a:bodyPr/>
          <a:lstStyle>
            <a:lvl1pPr marL="0" indent="0">
              <a:buNone/>
              <a:defRPr sz="1402"/>
            </a:lvl1pPr>
            <a:lvl2pPr marL="400689" indent="0">
              <a:buNone/>
              <a:defRPr sz="1227"/>
            </a:lvl2pPr>
            <a:lvl3pPr marL="801378" indent="0">
              <a:buNone/>
              <a:defRPr sz="1052"/>
            </a:lvl3pPr>
            <a:lvl4pPr marL="1202068" indent="0">
              <a:buNone/>
              <a:defRPr sz="876"/>
            </a:lvl4pPr>
            <a:lvl5pPr marL="1602757" indent="0">
              <a:buNone/>
              <a:defRPr sz="876"/>
            </a:lvl5pPr>
            <a:lvl6pPr marL="2003447" indent="0">
              <a:buNone/>
              <a:defRPr sz="876"/>
            </a:lvl6pPr>
            <a:lvl7pPr marL="2404136" indent="0">
              <a:buNone/>
              <a:defRPr sz="876"/>
            </a:lvl7pPr>
            <a:lvl8pPr marL="2804825" indent="0">
              <a:buNone/>
              <a:defRPr sz="876"/>
            </a:lvl8pPr>
            <a:lvl9pPr marL="3205515" indent="0">
              <a:buNone/>
              <a:defRPr sz="8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39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7997"/>
            <a:ext cx="5413534" cy="5370012"/>
          </a:xfrm>
        </p:spPr>
        <p:txBody>
          <a:bodyPr/>
          <a:lstStyle>
            <a:lvl1pPr marL="0" indent="0">
              <a:buNone/>
              <a:defRPr sz="2805"/>
            </a:lvl1pPr>
            <a:lvl2pPr marL="400689" indent="0">
              <a:buNone/>
              <a:defRPr sz="2454"/>
            </a:lvl2pPr>
            <a:lvl3pPr marL="801378" indent="0">
              <a:buNone/>
              <a:defRPr sz="2103"/>
            </a:lvl3pPr>
            <a:lvl4pPr marL="1202068" indent="0">
              <a:buNone/>
              <a:defRPr sz="1753"/>
            </a:lvl4pPr>
            <a:lvl5pPr marL="1602757" indent="0">
              <a:buNone/>
              <a:defRPr sz="1753"/>
            </a:lvl5pPr>
            <a:lvl6pPr marL="2003447" indent="0">
              <a:buNone/>
              <a:defRPr sz="1753"/>
            </a:lvl6pPr>
            <a:lvl7pPr marL="2404136" indent="0">
              <a:buNone/>
              <a:defRPr sz="1753"/>
            </a:lvl7pPr>
            <a:lvl8pPr marL="2804825" indent="0">
              <a:buNone/>
              <a:defRPr sz="1753"/>
            </a:lvl8pPr>
            <a:lvl9pPr marL="3205515" indent="0">
              <a:buNone/>
              <a:defRPr sz="1753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6"/>
          </a:xfrm>
        </p:spPr>
        <p:txBody>
          <a:bodyPr/>
          <a:lstStyle>
            <a:lvl1pPr marL="0" indent="0">
              <a:buNone/>
              <a:defRPr sz="1402"/>
            </a:lvl1pPr>
            <a:lvl2pPr marL="400689" indent="0">
              <a:buNone/>
              <a:defRPr sz="1227"/>
            </a:lvl2pPr>
            <a:lvl3pPr marL="801378" indent="0">
              <a:buNone/>
              <a:defRPr sz="1052"/>
            </a:lvl3pPr>
            <a:lvl4pPr marL="1202068" indent="0">
              <a:buNone/>
              <a:defRPr sz="876"/>
            </a:lvl4pPr>
            <a:lvl5pPr marL="1602757" indent="0">
              <a:buNone/>
              <a:defRPr sz="876"/>
            </a:lvl5pPr>
            <a:lvl6pPr marL="2003447" indent="0">
              <a:buNone/>
              <a:defRPr sz="876"/>
            </a:lvl6pPr>
            <a:lvl7pPr marL="2404136" indent="0">
              <a:buNone/>
              <a:defRPr sz="876"/>
            </a:lvl7pPr>
            <a:lvl8pPr marL="2804825" indent="0">
              <a:buNone/>
              <a:defRPr sz="876"/>
            </a:lvl8pPr>
            <a:lvl9pPr marL="3205515" indent="0">
              <a:buNone/>
              <a:defRPr sz="8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362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867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799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482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518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0" y="315976"/>
            <a:ext cx="8408161" cy="5232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79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91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453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927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06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024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0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1569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2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90" y="7038904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5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2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99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666" r:id="rId28"/>
    <p:sldLayoutId id="2147483767" r:id="rId29"/>
    <p:sldLayoutId id="2147483780" r:id="rId30"/>
    <p:sldLayoutId id="2147483871" r:id="rId31"/>
    <p:sldLayoutId id="2147483988" r:id="rId32"/>
    <p:sldLayoutId id="2147484075" r:id="rId33"/>
    <p:sldLayoutId id="2147484101" r:id="rId34"/>
    <p:sldLayoutId id="2147484127" r:id="rId35"/>
  </p:sldLayoutIdLst>
  <p:hf hdr="0" ftr="0" dt="0"/>
  <p:txStyles>
    <p:titleStyle>
      <a:lvl1pPr algn="l" defTabSz="801378" rtl="0" eaLnBrk="1" latinLnBrk="0" hangingPunct="1">
        <a:lnSpc>
          <a:spcPct val="90000"/>
        </a:lnSpc>
        <a:spcBef>
          <a:spcPct val="0"/>
        </a:spcBef>
        <a:buNone/>
        <a:defRPr sz="3856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00345" indent="-200345" algn="l" defTabSz="801378" rtl="0" eaLnBrk="1" latinLnBrk="0" hangingPunct="1">
        <a:lnSpc>
          <a:spcPct val="150000"/>
        </a:lnSpc>
        <a:spcBef>
          <a:spcPts val="876"/>
        </a:spcBef>
        <a:buFont typeface="Arial" panose="020B0604020202020204" pitchFamily="34" charset="0"/>
        <a:buChar char="•"/>
        <a:defRPr sz="2454" kern="1200">
          <a:solidFill>
            <a:schemeClr val="tx1"/>
          </a:solidFill>
          <a:latin typeface="+mn-lt"/>
          <a:ea typeface="+mn-ea"/>
          <a:cs typeface="+mn-cs"/>
        </a:defRPr>
      </a:lvl1pPr>
      <a:lvl2pPr marL="601034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454" kern="1200">
          <a:solidFill>
            <a:schemeClr val="tx1"/>
          </a:solidFill>
          <a:latin typeface="+mn-lt"/>
          <a:ea typeface="+mn-ea"/>
          <a:cs typeface="+mn-cs"/>
        </a:defRPr>
      </a:lvl2pPr>
      <a:lvl3pPr marL="1001723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103" kern="1200">
          <a:solidFill>
            <a:schemeClr val="tx1"/>
          </a:solidFill>
          <a:latin typeface="+mn-lt"/>
          <a:ea typeface="+mn-ea"/>
          <a:cs typeface="+mn-cs"/>
        </a:defRPr>
      </a:lvl3pPr>
      <a:lvl4pPr marL="1402412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4pPr>
      <a:lvl5pPr marL="1803102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5pPr>
      <a:lvl6pPr marL="2203792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604481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3005170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405859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689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378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068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2757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3447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136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4825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5515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05" y="2845689"/>
            <a:ext cx="8682679" cy="1375605"/>
          </a:xfrm>
        </p:spPr>
        <p:txBody>
          <a:bodyPr vert="horz" wrap="square" lIns="86082" tIns="43042" rIns="86082" bIns="43042" rtlCol="0" anchor="ctr">
            <a:normAutofit fontScale="90000"/>
          </a:bodyPr>
          <a:lstStyle/>
          <a:p>
            <a:r>
              <a:rPr lang="en-IE" sz="4142" dirty="0">
                <a:latin typeface="Helvetica" pitchFamily="2" charset="0"/>
              </a:rPr>
              <a:t>Set operations</a:t>
            </a:r>
            <a:br>
              <a:rPr lang="en-IE" sz="4142" dirty="0">
                <a:latin typeface="Helvetica" pitchFamily="2" charset="0"/>
              </a:rPr>
            </a:br>
            <a:br>
              <a:rPr lang="en-IE" sz="3766" dirty="0">
                <a:latin typeface="Helvetica" pitchFamily="2" charset="0"/>
              </a:rPr>
            </a:br>
            <a:r>
              <a:rPr lang="en-IE" sz="3389" dirty="0">
                <a:latin typeface="Helvetica" pitchFamily="2" charset="0"/>
              </a:rPr>
              <a:t>Dr Mariana Rocha</a:t>
            </a:r>
            <a:br>
              <a:rPr lang="en-IE" sz="3389" dirty="0">
                <a:latin typeface="Helvetica" pitchFamily="2" charset="0"/>
              </a:rPr>
            </a:br>
            <a:r>
              <a:rPr lang="en-IE" sz="3389" dirty="0">
                <a:latin typeface="Helvetica" pitchFamily="2" charset="0"/>
              </a:rPr>
              <a:t>School of Computer Science</a:t>
            </a:r>
            <a:endParaRPr lang="en-IE" sz="3766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1005361" y="5786844"/>
            <a:ext cx="5212084" cy="463631"/>
          </a:xfrm>
          <a:prstGeom prst="rect">
            <a:avLst/>
          </a:prstGeom>
          <a:noFill/>
        </p:spPr>
        <p:txBody>
          <a:bodyPr wrap="none" lIns="86082" tIns="43042" rIns="86082" bIns="43042" rtlCol="0" anchor="t">
            <a:spAutoFit/>
          </a:bodyPr>
          <a:lstStyle/>
          <a:p>
            <a:r>
              <a:rPr lang="en-US" sz="2448" dirty="0">
                <a:latin typeface="Helvetica" pitchFamily="2" charset="0"/>
                <a:cs typeface="Open sans"/>
              </a:rPr>
              <a:t>CPMU 2007 Databases 1, Lecture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6F39B-F046-9691-802A-3BAADF41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A0A434E-64D2-4318-DE5E-649AB89AF2D6}"/>
              </a:ext>
            </a:extLst>
          </p:cNvPr>
          <p:cNvSpPr txBox="1"/>
          <p:nvPr/>
        </p:nvSpPr>
        <p:spPr>
          <a:xfrm>
            <a:off x="588336" y="1797050"/>
            <a:ext cx="9345136" cy="2742793"/>
          </a:xfrm>
          <a:prstGeom prst="rect">
            <a:avLst/>
          </a:prstGeom>
        </p:spPr>
        <p:txBody>
          <a:bodyPr vert="horz" wrap="square" lIns="0" tIns="69968" rIns="0" bIns="0" rtlCol="0">
            <a:spAutoFit/>
          </a:bodyPr>
          <a:lstStyle/>
          <a:p>
            <a:pPr marR="5598" indent="-251888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r>
              <a:rPr lang="en-GB" sz="2400" dirty="0"/>
              <a:t>We’ve learned how to combine related tables by matching keys. That’s a </a:t>
            </a:r>
            <a:r>
              <a:rPr lang="en-GB" sz="2400" b="1" dirty="0"/>
              <a:t>horizontal combination </a:t>
            </a:r>
            <a:r>
              <a:rPr lang="en-GB" sz="2400" dirty="0"/>
              <a:t>(results displayed side by side).</a:t>
            </a:r>
          </a:p>
          <a:p>
            <a:pPr marR="5598" indent="-251888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r>
              <a:rPr lang="en-GB" sz="2400" dirty="0"/>
              <a:t>But what if you want to merge or compare results that have the same structure but no connection?</a:t>
            </a:r>
          </a:p>
          <a:p>
            <a:pPr marR="5598" indent="-251888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r>
              <a:rPr lang="en-GB" sz="2400" dirty="0"/>
              <a:t>That’s where SET operations come in, providing a </a:t>
            </a:r>
            <a:r>
              <a:rPr lang="en-GB" sz="2400" b="1" dirty="0"/>
              <a:t>vertical combination</a:t>
            </a:r>
            <a:r>
              <a:rPr lang="en-GB" sz="2400" dirty="0"/>
              <a:t>, as the resulting output will be tables stacked. 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2EB31AE-BD4D-8BA0-88AE-725891C32C32}"/>
              </a:ext>
            </a:extLst>
          </p:cNvPr>
          <p:cNvSpPr txBox="1">
            <a:spLocks/>
          </p:cNvSpPr>
          <p:nvPr/>
        </p:nvSpPr>
        <p:spPr>
          <a:xfrm>
            <a:off x="624227" y="577850"/>
            <a:ext cx="9215315" cy="67107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>
            <a:defPPr>
              <a:defRPr lang="en-US"/>
            </a:defPPr>
            <a:lvl1pPr marL="154825" defTabSz="801425">
              <a:lnSpc>
                <a:spcPct val="100000"/>
              </a:lnSpc>
              <a:spcBef>
                <a:spcPts val="96"/>
              </a:spcBef>
              <a:buNone/>
              <a:defRPr sz="3857" b="1" spc="-10">
                <a:solidFill>
                  <a:srgbClr val="004C6C"/>
                </a:solidFill>
                <a:latin typeface="Helvetica"/>
                <a:ea typeface="+mj-ea"/>
                <a:cs typeface="+mj-cs"/>
              </a:defRPr>
            </a:lvl1pPr>
          </a:lstStyle>
          <a:p>
            <a:r>
              <a:rPr lang="pt-BR" dirty="0" err="1"/>
              <a:t>Combining</a:t>
            </a:r>
            <a:r>
              <a:rPr lang="pt-BR" dirty="0"/>
              <a:t> </a:t>
            </a:r>
            <a:r>
              <a:rPr lang="pt-BR" dirty="0" err="1"/>
              <a:t>tables</a:t>
            </a:r>
            <a:endParaRPr lang="pt-B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E75CA-2594-FB9C-DA2E-AC8974B9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88336" y="1797050"/>
            <a:ext cx="9345136" cy="3263833"/>
          </a:xfrm>
          <a:prstGeom prst="rect">
            <a:avLst/>
          </a:prstGeom>
        </p:spPr>
        <p:txBody>
          <a:bodyPr vert="horz" wrap="square" lIns="0" tIns="69968" rIns="0" bIns="0" rtlCol="0">
            <a:spAutoFit/>
          </a:bodyPr>
          <a:lstStyle/>
          <a:p>
            <a:pPr marL="13994" marR="5598" defTabSz="1007577">
              <a:lnSpc>
                <a:spcPts val="3306"/>
              </a:lnSpc>
              <a:spcBef>
                <a:spcPts val="551"/>
              </a:spcBef>
              <a:tabLst>
                <a:tab pos="265882" algn="l"/>
              </a:tabLst>
            </a:pPr>
            <a:endParaRPr lang="en-GB" sz="3085" kern="0" spc="-72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65882" marR="5598" indent="-251888" defTabSz="1007577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r>
              <a:rPr lang="en-GB" sz="2500" dirty="0"/>
              <a:t>While joins combine rows based on related columns, set operations work on entire result sets, connected or not.</a:t>
            </a:r>
          </a:p>
          <a:p>
            <a:pPr marL="265882" marR="5598" indent="-251888" defTabSz="1007577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endParaRPr lang="en-GB" sz="2500" dirty="0"/>
          </a:p>
          <a:p>
            <a:pPr marL="265882" marR="5598" indent="-251888" defTabSz="1007577">
              <a:lnSpc>
                <a:spcPts val="3306"/>
              </a:lnSpc>
              <a:spcBef>
                <a:spcPts val="551"/>
              </a:spcBef>
              <a:buFont typeface="Arial"/>
              <a:buChar char="•"/>
              <a:tabLst>
                <a:tab pos="265882" algn="l"/>
              </a:tabLst>
            </a:pPr>
            <a:r>
              <a:rPr lang="en-GB" sz="2500" dirty="0"/>
              <a:t>Joins are used to retrieve related data from multiple tables, whereas set operations are used to manipulate the entire sets of data from queries.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C643BBB1-6000-9386-8C5F-D0C4A552BA7A}"/>
              </a:ext>
            </a:extLst>
          </p:cNvPr>
          <p:cNvSpPr txBox="1">
            <a:spLocks/>
          </p:cNvSpPr>
          <p:nvPr/>
        </p:nvSpPr>
        <p:spPr>
          <a:xfrm>
            <a:off x="564593" y="654050"/>
            <a:ext cx="9215315" cy="67107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>
            <a:lvl1pPr algn="l" defTabSz="7273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4825" defTabSz="801425">
              <a:lnSpc>
                <a:spcPct val="100000"/>
              </a:lnSpc>
              <a:spcBef>
                <a:spcPts val="96"/>
              </a:spcBef>
              <a:defRPr/>
            </a:pPr>
            <a:r>
              <a:rPr lang="pt-BR" sz="3857" spc="-10" dirty="0">
                <a:latin typeface="Helvetica"/>
              </a:rPr>
              <a:t>JOINS </a:t>
            </a:r>
            <a:r>
              <a:rPr lang="pt-BR" sz="3857" spc="-10" dirty="0" err="1">
                <a:latin typeface="Helvetica"/>
              </a:rPr>
              <a:t>x</a:t>
            </a:r>
            <a:r>
              <a:rPr lang="pt-BR" sz="3857" spc="-10" dirty="0">
                <a:latin typeface="Helvetica"/>
              </a:rPr>
              <a:t> SET </a:t>
            </a:r>
            <a:r>
              <a:rPr lang="pt-BR" sz="3857" spc="-10" dirty="0" err="1">
                <a:latin typeface="Helvetica"/>
              </a:rPr>
              <a:t>operations</a:t>
            </a:r>
            <a:endParaRPr lang="pt-BR" sz="3857" spc="-10" dirty="0">
              <a:latin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B68272-01AA-4BCD-F42C-08E784DA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3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30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A80FA1-224B-5AC3-10A6-6E137BE0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83BFCEC-6E05-5DCD-C32A-B207F51DB32C}"/>
              </a:ext>
            </a:extLst>
          </p:cNvPr>
          <p:cNvSpPr txBox="1"/>
          <p:nvPr/>
        </p:nvSpPr>
        <p:spPr>
          <a:xfrm>
            <a:off x="588336" y="1797050"/>
            <a:ext cx="9345136" cy="1763422"/>
          </a:xfrm>
          <a:prstGeom prst="rect">
            <a:avLst/>
          </a:prstGeom>
        </p:spPr>
        <p:txBody>
          <a:bodyPr vert="horz" wrap="square" lIns="0" tIns="69968" rIns="0" bIns="0" rtlCol="0">
            <a:spAutoFit/>
          </a:bodyPr>
          <a:lstStyle/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2500" dirty="0"/>
              <a:t>To run a SET operation between two entities, these entities must have:</a:t>
            </a:r>
          </a:p>
          <a:p>
            <a:pPr marL="928394" marR="5598" lvl="1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2500" dirty="0"/>
              <a:t>Same number of columns</a:t>
            </a:r>
          </a:p>
          <a:p>
            <a:pPr marL="928394" marR="5598" lvl="1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2500" dirty="0"/>
              <a:t>Compatible data types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891BEA8-B1B2-EB12-73C2-61D018E209EA}"/>
              </a:ext>
            </a:extLst>
          </p:cNvPr>
          <p:cNvSpPr txBox="1">
            <a:spLocks/>
          </p:cNvSpPr>
          <p:nvPr/>
        </p:nvSpPr>
        <p:spPr>
          <a:xfrm>
            <a:off x="564593" y="654050"/>
            <a:ext cx="9215315" cy="67107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>
            <a:lvl1pPr algn="l" defTabSz="7273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4825" defTabSz="801425">
              <a:lnSpc>
                <a:spcPct val="100000"/>
              </a:lnSpc>
              <a:spcBef>
                <a:spcPts val="96"/>
              </a:spcBef>
              <a:defRPr/>
            </a:pPr>
            <a:r>
              <a:rPr lang="pt-BR" sz="3857" spc="-10" dirty="0">
                <a:latin typeface="Helvetica"/>
              </a:rPr>
              <a:t>Basic </a:t>
            </a:r>
            <a:r>
              <a:rPr lang="pt-BR" sz="3857" spc="-10" dirty="0" err="1">
                <a:latin typeface="Helvetica"/>
              </a:rPr>
              <a:t>requirements</a:t>
            </a:r>
            <a:r>
              <a:rPr lang="pt-BR" sz="3857" spc="-10" dirty="0">
                <a:latin typeface="Helvetica"/>
              </a:rPr>
              <a:t> for SET </a:t>
            </a:r>
            <a:r>
              <a:rPr lang="pt-BR" sz="3857" spc="-10" dirty="0" err="1">
                <a:latin typeface="Helvetica"/>
              </a:rPr>
              <a:t>operations</a:t>
            </a:r>
            <a:endParaRPr lang="pt-BR" sz="3857" spc="-10" dirty="0">
              <a:latin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A9C89-1E7D-AC11-F5E8-FE0BB032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4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85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F99DCC-1835-D99E-DD65-DC008F57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6D000A5-FA6E-0DFE-92A6-3DB19AD4434B}"/>
              </a:ext>
            </a:extLst>
          </p:cNvPr>
          <p:cNvSpPr txBox="1"/>
          <p:nvPr/>
        </p:nvSpPr>
        <p:spPr>
          <a:xfrm>
            <a:off x="588336" y="1797050"/>
            <a:ext cx="9345136" cy="2675210"/>
          </a:xfrm>
          <a:prstGeom prst="rect">
            <a:avLst/>
          </a:prstGeom>
        </p:spPr>
        <p:txBody>
          <a:bodyPr vert="horz" wrap="square" lIns="0" tIns="69968" rIns="0" bIns="0" rtlCol="0">
            <a:spAutoFit/>
          </a:bodyPr>
          <a:lstStyle/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3085" kern="0" spc="-7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UNION: Combines results and removes duplicates</a:t>
            </a:r>
          </a:p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3085" kern="0" spc="-7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UNION ALL: Combines results and keeps duplicates</a:t>
            </a:r>
          </a:p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3085" kern="0" spc="-7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INTERSECT: Returns common rows</a:t>
            </a:r>
          </a:p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3085" kern="0" spc="-7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EXCEPT: Returns rows in the first query not in the second query.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CEA77108-810C-247D-43FE-A4FF5ACD5A79}"/>
              </a:ext>
            </a:extLst>
          </p:cNvPr>
          <p:cNvSpPr txBox="1">
            <a:spLocks/>
          </p:cNvSpPr>
          <p:nvPr/>
        </p:nvSpPr>
        <p:spPr>
          <a:xfrm>
            <a:off x="564593" y="654050"/>
            <a:ext cx="9215315" cy="67107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>
            <a:lvl1pPr algn="l" defTabSz="7273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4825" defTabSz="801425">
              <a:lnSpc>
                <a:spcPct val="100000"/>
              </a:lnSpc>
              <a:spcBef>
                <a:spcPts val="96"/>
              </a:spcBef>
              <a:defRPr/>
            </a:pPr>
            <a:r>
              <a:rPr lang="pt-BR" sz="3857" spc="-10" dirty="0">
                <a:latin typeface="Helvetica"/>
              </a:rPr>
              <a:t>Overview </a:t>
            </a:r>
            <a:r>
              <a:rPr lang="pt-BR" sz="3857" spc="-10" dirty="0" err="1">
                <a:latin typeface="Helvetica"/>
              </a:rPr>
              <a:t>of</a:t>
            </a:r>
            <a:r>
              <a:rPr lang="pt-BR" sz="3857" spc="-10" dirty="0">
                <a:latin typeface="Helvetica"/>
              </a:rPr>
              <a:t> SET </a:t>
            </a:r>
            <a:r>
              <a:rPr lang="pt-BR" sz="3857" spc="-10" dirty="0" err="1">
                <a:latin typeface="Helvetica"/>
              </a:rPr>
              <a:t>operations</a:t>
            </a:r>
            <a:endParaRPr lang="pt-BR" sz="3857" spc="-10" dirty="0">
              <a:latin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7FEF9-3F01-C9DE-9152-CA9807C0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5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0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724B7F-6F7B-18BE-EE5B-1A450767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D892D85-956E-DC48-1EFE-DB89631AFD4B}"/>
              </a:ext>
            </a:extLst>
          </p:cNvPr>
          <p:cNvSpPr txBox="1"/>
          <p:nvPr/>
        </p:nvSpPr>
        <p:spPr>
          <a:xfrm>
            <a:off x="615854" y="1492250"/>
            <a:ext cx="9345136" cy="545397"/>
          </a:xfrm>
          <a:prstGeom prst="rect">
            <a:avLst/>
          </a:prstGeom>
        </p:spPr>
        <p:txBody>
          <a:bodyPr vert="horz" wrap="square" lIns="0" tIns="69968" rIns="0" bIns="0" rtlCol="0">
            <a:spAutoFit/>
          </a:bodyPr>
          <a:lstStyle/>
          <a:p>
            <a:pPr marL="471194" marR="5598" indent="-457200" defTabSz="1007577">
              <a:spcBef>
                <a:spcPts val="551"/>
              </a:spcBef>
              <a:buFont typeface="Arial" panose="020B0604020202020204" pitchFamily="34" charset="0"/>
              <a:buChar char="•"/>
              <a:tabLst>
                <a:tab pos="265882" algn="l"/>
              </a:tabLst>
            </a:pPr>
            <a:r>
              <a:rPr lang="en-GB" sz="3085" kern="0" spc="-7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Let’s see some examples considering our football database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81A1463-E277-82A3-117A-6847D4C8E0F1}"/>
              </a:ext>
            </a:extLst>
          </p:cNvPr>
          <p:cNvSpPr txBox="1">
            <a:spLocks/>
          </p:cNvSpPr>
          <p:nvPr/>
        </p:nvSpPr>
        <p:spPr>
          <a:xfrm>
            <a:off x="564593" y="654050"/>
            <a:ext cx="9215315" cy="67107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>
            <a:lvl1pPr algn="l" defTabSz="7273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4825" defTabSz="801425">
              <a:lnSpc>
                <a:spcPct val="100000"/>
              </a:lnSpc>
              <a:spcBef>
                <a:spcPts val="96"/>
              </a:spcBef>
              <a:defRPr/>
            </a:pPr>
            <a:r>
              <a:rPr lang="pt-BR" sz="3857" spc="-10" dirty="0" err="1">
                <a:latin typeface="Helvetica"/>
              </a:rPr>
              <a:t>Implementation</a:t>
            </a:r>
            <a:endParaRPr lang="pt-BR" sz="3857" spc="-10" dirty="0">
              <a:latin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22CA7-6749-F00C-C2F6-B75742FB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6</a:t>
            </a:fld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7FF924-A412-BD44-BE0E-9419B802B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67"/>
          <a:stretch>
            <a:fillRect/>
          </a:stretch>
        </p:blipFill>
        <p:spPr>
          <a:xfrm>
            <a:off x="615854" y="2226028"/>
            <a:ext cx="9323695" cy="450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9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B377-226F-E850-B402-AA11C98D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648F8F2C-50A1-F490-CE08-39FBD23D3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0" y="703794"/>
            <a:ext cx="4958589" cy="6063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825" defTabSz="801425">
              <a:lnSpc>
                <a:spcPct val="100000"/>
              </a:lnSpc>
              <a:spcBef>
                <a:spcPts val="96"/>
              </a:spcBef>
              <a:defRPr/>
            </a:pPr>
            <a:r>
              <a:rPr sz="3857" b="1" spc="-10" dirty="0">
                <a:solidFill>
                  <a:srgbClr val="004C6C"/>
                </a:solidFill>
                <a:latin typeface="Helvetica"/>
              </a:rPr>
              <a:t>UNION Operator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D65C649-7A01-2F57-D4F1-D73E86C920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871DB2CC-044D-9050-EADC-6BDE04A603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120" y="2630068"/>
            <a:ext cx="5510227" cy="3169254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7F0DB191-C341-4128-D3E0-760252771B11}"/>
              </a:ext>
            </a:extLst>
          </p:cNvPr>
          <p:cNvSpPr txBox="1"/>
          <p:nvPr/>
        </p:nvSpPr>
        <p:spPr>
          <a:xfrm>
            <a:off x="3989095" y="2114191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54C13F3-9929-A3CC-F5E8-04CD0D910B1B}"/>
              </a:ext>
            </a:extLst>
          </p:cNvPr>
          <p:cNvSpPr txBox="1"/>
          <p:nvPr/>
        </p:nvSpPr>
        <p:spPr>
          <a:xfrm>
            <a:off x="6435472" y="2114191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B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4754C07A-E7EC-FBA4-328E-1657C15BF684}"/>
              </a:ext>
            </a:extLst>
          </p:cNvPr>
          <p:cNvSpPr txBox="1"/>
          <p:nvPr/>
        </p:nvSpPr>
        <p:spPr>
          <a:xfrm>
            <a:off x="1693927" y="6065981"/>
            <a:ext cx="7057429" cy="7202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 b="1"/>
            </a:lvl1pPr>
          </a:lstStyle>
          <a:p>
            <a:r>
              <a:rPr lang="en-IE" dirty="0"/>
              <a:t>The UNION operator returns a union of two select statements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2E34067B-366A-4F07-E868-D795938FFE0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43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2A5E9C-AE2D-DF62-C94E-35EFEC963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315"/>
            <a:ext cx="9223058" cy="1166135"/>
          </a:xfrm>
        </p:spPr>
        <p:txBody>
          <a:bodyPr>
            <a:normAutofit/>
          </a:bodyPr>
          <a:lstStyle/>
          <a:p>
            <a:r>
              <a:rPr lang="en-IE" sz="4300" b="1" spc="-10" dirty="0">
                <a:solidFill>
                  <a:srgbClr val="004C6C"/>
                </a:solidFill>
                <a:latin typeface="Helvetica"/>
              </a:rPr>
              <a:t>Syntax</a:t>
            </a:r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974AED4-6C4A-BC99-8DCB-52A4402752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178F5-B02C-8275-D4F3-70EF2757A791}"/>
              </a:ext>
            </a:extLst>
          </p:cNvPr>
          <p:cNvSpPr txBox="1"/>
          <p:nvPr/>
        </p:nvSpPr>
        <p:spPr>
          <a:xfrm>
            <a:off x="927100" y="2406650"/>
            <a:ext cx="85344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sz="3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3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column_list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3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table1</a:t>
            </a:r>
          </a:p>
          <a:p>
            <a:pPr>
              <a:buNone/>
            </a:pPr>
            <a:r>
              <a:rPr lang="en-IE" sz="3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</a:t>
            </a:r>
            <a:endParaRPr lang="en-IE" sz="3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sz="3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3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column_list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3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3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table2;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28A8354-C488-45A7-721C-3ECD1BF1CB4B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5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A4F7-502E-F26C-0688-FA214B13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90C422E-5309-11E2-29AC-B14BAC020A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2CD1476-7FFD-14AB-C6C3-911F37A74BF3}"/>
              </a:ext>
            </a:extLst>
          </p:cNvPr>
          <p:cNvSpPr txBox="1">
            <a:spLocks/>
          </p:cNvSpPr>
          <p:nvPr/>
        </p:nvSpPr>
        <p:spPr>
          <a:xfrm>
            <a:off x="1073911" y="701133"/>
            <a:ext cx="71683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E" sz="4300" spc="-10" dirty="0">
                <a:latin typeface="Helvetica"/>
              </a:rPr>
              <a:t>Using the UNION Operator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724015-9B1E-907B-555F-C6630E894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08" y="3333750"/>
            <a:ext cx="4872525" cy="1968500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D37A5D-300C-C06C-082F-83C76B955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720" y="3333749"/>
            <a:ext cx="4647583" cy="19685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16E868-3FB1-7A75-4C80-859DEFD7FC5A}"/>
              </a:ext>
            </a:extLst>
          </p:cNvPr>
          <p:cNvSpPr txBox="1"/>
          <p:nvPr/>
        </p:nvSpPr>
        <p:spPr>
          <a:xfrm>
            <a:off x="651808" y="2728594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Project</a:t>
            </a:r>
            <a:endParaRPr lang="pt-PT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BA911-0A8F-F88F-04C1-39F4C3517F58}"/>
              </a:ext>
            </a:extLst>
          </p:cNvPr>
          <p:cNvSpPr txBox="1"/>
          <p:nvPr/>
        </p:nvSpPr>
        <p:spPr>
          <a:xfrm>
            <a:off x="5789288" y="2728594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Employees</a:t>
            </a:r>
            <a:endParaRPr lang="pt-PT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166CC-B292-49E7-1C59-171879118805}"/>
              </a:ext>
            </a:extLst>
          </p:cNvPr>
          <p:cNvSpPr txBox="1"/>
          <p:nvPr/>
        </p:nvSpPr>
        <p:spPr>
          <a:xfrm>
            <a:off x="651808" y="1456329"/>
            <a:ext cx="9739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Consider the following tables. They have the same column department, but they are not connected.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B6646F0B-2576-0DFC-9FB7-E27EF4D1B8FA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60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CFB65-E5AE-8FB1-434B-847F7123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C1204C2-9804-7333-B1F6-D076D28422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06C141C-E8BE-6323-4574-B2CEE042CC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9500" y="585528"/>
            <a:ext cx="88447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 UNION Operator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B231C-9919-1AED-BD30-32F9AD5B3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" y="3497029"/>
            <a:ext cx="7772400" cy="3473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3A6AE0-6E32-79EB-1E1C-ED25953D42C1}"/>
              </a:ext>
            </a:extLst>
          </p:cNvPr>
          <p:cNvSpPr txBox="1"/>
          <p:nvPr/>
        </p:nvSpPr>
        <p:spPr>
          <a:xfrm>
            <a:off x="1990926" y="1649021"/>
            <a:ext cx="7268244" cy="1200329"/>
          </a:xfrm>
          <a:prstGeom prst="rect">
            <a:avLst/>
          </a:prstGeom>
          <a:solidFill>
            <a:srgbClr val="FAFBFC"/>
          </a:solidFill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Hack"/>
              </a:rPr>
              <a:t>SELECT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778899"/>
                </a:solidFill>
                <a:effectLst/>
                <a:latin typeface="Hack"/>
              </a:rPr>
              <a:t>department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FROM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project </a:t>
            </a:r>
          </a:p>
          <a:p>
            <a:r>
              <a:rPr lang="en-GB" sz="2400" b="0" dirty="0">
                <a:solidFill>
                  <a:srgbClr val="778899"/>
                </a:solidFill>
                <a:effectLst/>
                <a:latin typeface="Hack"/>
              </a:rPr>
              <a:t>UNION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</a:p>
          <a:p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SELECT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dirty="0">
                <a:solidFill>
                  <a:srgbClr val="778899"/>
                </a:solidFill>
                <a:latin typeface="Hack"/>
              </a:rPr>
              <a:t>department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FROM 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employee;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7741AB4F-179D-9512-6E61-76B3E3AB8B8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860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351B-4D4D-D271-3BE0-FE50B28A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ABE66C8-C2A1-1CC8-DD88-0C559B6B5E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A1D94169-2879-FEE1-0EBF-0B9951FD8851}"/>
              </a:ext>
            </a:extLst>
          </p:cNvPr>
          <p:cNvSpPr txBox="1">
            <a:spLocks/>
          </p:cNvSpPr>
          <p:nvPr/>
        </p:nvSpPr>
        <p:spPr>
          <a:xfrm>
            <a:off x="1073911" y="701133"/>
            <a:ext cx="80065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E" sz="4300" spc="-10">
                <a:latin typeface="Helvetica"/>
              </a:rPr>
              <a:t>Using the UNION Operator</a:t>
            </a:r>
            <a:endParaRPr lang="en-IE" sz="4300" spc="-10" dirty="0">
              <a:latin typeface="Helvetic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6C1A3-D47C-CC7B-13F3-D56F04DD3CA5}"/>
              </a:ext>
            </a:extLst>
          </p:cNvPr>
          <p:cNvSpPr txBox="1"/>
          <p:nvPr/>
        </p:nvSpPr>
        <p:spPr>
          <a:xfrm>
            <a:off x="885825" y="1492250"/>
            <a:ext cx="8921750" cy="507408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defPPr>
              <a:defRPr lang="en-US"/>
            </a:defPPr>
            <a:lvl1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Char char="►"/>
              <a:tabLst>
                <a:tab pos="300990" algn="l"/>
                <a:tab pos="301625" algn="l"/>
              </a:tabLst>
              <a:defRPr sz="2700">
                <a:latin typeface="Arial"/>
                <a:cs typeface="Arial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itchFamily="2" charset="0"/>
              </a:rPr>
              <a:t>Every SELECT statement within a UNION must have the same number of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itchFamily="2" charset="0"/>
              </a:rPr>
              <a:t>Having columns with the same data types across different SELECT statements within a UNION is also mandatory.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itchFamily="2" charset="0"/>
              </a:rPr>
              <a:t>PostgreSQL can convert data types, but not always. Situations where one attribute is </a:t>
            </a:r>
            <a:r>
              <a:rPr lang="en-GB" sz="2200" b="1" dirty="0">
                <a:latin typeface="Helvetica" pitchFamily="2" charset="0"/>
              </a:rPr>
              <a:t>numeric </a:t>
            </a:r>
            <a:r>
              <a:rPr lang="en-GB" sz="2200" dirty="0">
                <a:latin typeface="Helvetica" pitchFamily="2" charset="0"/>
              </a:rPr>
              <a:t>and the other is </a:t>
            </a:r>
            <a:r>
              <a:rPr lang="en-GB" sz="2200" b="1" dirty="0">
                <a:latin typeface="Helvetica" pitchFamily="2" charset="0"/>
              </a:rPr>
              <a:t>int</a:t>
            </a:r>
            <a:r>
              <a:rPr lang="en-GB" sz="2200" dirty="0">
                <a:latin typeface="Helvetica" pitchFamily="2" charset="0"/>
              </a:rPr>
              <a:t>, for example, are allowed. But </a:t>
            </a:r>
            <a:r>
              <a:rPr lang="en-GB" sz="2200" b="1" dirty="0">
                <a:latin typeface="Helvetica" pitchFamily="2" charset="0"/>
              </a:rPr>
              <a:t>text </a:t>
            </a:r>
            <a:r>
              <a:rPr lang="en-GB" sz="2200" dirty="0">
                <a:latin typeface="Helvetica" pitchFamily="2" charset="0"/>
              </a:rPr>
              <a:t>and </a:t>
            </a:r>
            <a:r>
              <a:rPr lang="en-GB" sz="2200" b="1" dirty="0">
                <a:latin typeface="Helvetica" pitchFamily="2" charset="0"/>
              </a:rPr>
              <a:t>int </a:t>
            </a:r>
            <a:r>
              <a:rPr lang="en-GB" sz="2200" dirty="0">
                <a:latin typeface="Helvetica" pitchFamily="2" charset="0"/>
              </a:rPr>
              <a:t>won’t 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itchFamily="2" charset="0"/>
              </a:rPr>
              <a:t>Also, if you want the results to be ordered, you must use </a:t>
            </a:r>
            <a:r>
              <a:rPr lang="en-GB" sz="2200" b="1" dirty="0">
                <a:latin typeface="Helvetica" pitchFamily="2" charset="0"/>
              </a:rPr>
              <a:t>ORDER BY</a:t>
            </a:r>
            <a:r>
              <a:rPr lang="en-GB" sz="2200" dirty="0">
                <a:latin typeface="Helvetica" pitchFamily="2" charset="0"/>
              </a:rPr>
              <a:t>. Otherwise, PostgreSQL will display in whatever order is cheaper to the system.</a:t>
            </a:r>
            <a:r>
              <a:rPr lang="en-GB" sz="2200" b="1" dirty="0">
                <a:latin typeface="Helvetica" pitchFamily="2" charset="0"/>
              </a:rPr>
              <a:t> </a:t>
            </a:r>
            <a:endParaRPr lang="en-GB" sz="2200" dirty="0">
              <a:latin typeface="Helvetica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8E7319A-1835-0FCD-04F4-D25D039E9D00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213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61D8-100A-F6D7-6946-92C2A38B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BE2A3CE-B01A-6A22-EB6C-F91DF5C4BB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FED05B5-53EE-EF12-6502-4EEE1821D017}"/>
              </a:ext>
            </a:extLst>
          </p:cNvPr>
          <p:cNvSpPr txBox="1">
            <a:spLocks/>
          </p:cNvSpPr>
          <p:nvPr/>
        </p:nvSpPr>
        <p:spPr>
          <a:xfrm>
            <a:off x="1056500" y="349250"/>
            <a:ext cx="93019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GB" sz="4300" spc="-10">
                <a:latin typeface="Helvetica"/>
              </a:rPr>
              <a:t>Example using the Football schema</a:t>
            </a:r>
            <a:endParaRPr lang="en-GB" sz="4300" spc="-10" dirty="0">
              <a:latin typeface="Helvetic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B6649B2-EFD3-9B6C-031C-3FC7885AFD47}"/>
              </a:ext>
            </a:extLst>
          </p:cNvPr>
          <p:cNvSpPr txBox="1">
            <a:spLocks/>
          </p:cNvSpPr>
          <p:nvPr/>
        </p:nvSpPr>
        <p:spPr>
          <a:xfrm>
            <a:off x="7552215" y="7038904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12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425FA-6791-FCF6-9175-170A6788A484}"/>
              </a:ext>
            </a:extLst>
          </p:cNvPr>
          <p:cNvSpPr txBox="1"/>
          <p:nvPr/>
        </p:nvSpPr>
        <p:spPr>
          <a:xfrm>
            <a:off x="986609" y="1104797"/>
            <a:ext cx="9292896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--Check the data types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 DISTINCT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pg_typeof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players;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 DISTINCT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pg_typeof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clubs;</a:t>
            </a:r>
          </a:p>
          <a:p>
            <a:pPr>
              <a:buNone/>
            </a:pPr>
            <a:b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--Will result in an error as data types are different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'players'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--we manually create another column with the name of the table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'clubs'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clubs;</a:t>
            </a:r>
          </a:p>
          <a:p>
            <a:pPr>
              <a:buNone/>
            </a:pPr>
            <a:b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--Casting to make it work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'players'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'clubs'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clubs;</a:t>
            </a:r>
          </a:p>
        </p:txBody>
      </p:sp>
    </p:spTree>
    <p:extLst>
      <p:ext uri="{BB962C8B-B14F-4D97-AF65-F5344CB8AC3E}">
        <p14:creationId xmlns:p14="http://schemas.microsoft.com/office/powerpoint/2010/main" val="2090598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7C06-5972-DDA3-82B5-15C0A1F3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6F3C7C0-4B04-ADAB-A20B-C975775F07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84051A-579A-960A-62E4-4A44A7A1AA6B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13</a:t>
            </a:fld>
            <a:endParaRPr lang="en-GB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AC8B7EC-124A-0102-C84D-9A1C901A2B81}"/>
              </a:ext>
            </a:extLst>
          </p:cNvPr>
          <p:cNvSpPr txBox="1">
            <a:spLocks/>
          </p:cNvSpPr>
          <p:nvPr/>
        </p:nvSpPr>
        <p:spPr>
          <a:xfrm>
            <a:off x="1056500" y="349250"/>
            <a:ext cx="93019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GB" sz="4300" spc="-10" dirty="0">
                <a:latin typeface="Helvetica"/>
              </a:rPr>
              <a:t>Using ORDER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365EC-74FD-645D-441D-2DB2215D3669}"/>
              </a:ext>
            </a:extLst>
          </p:cNvPr>
          <p:cNvSpPr txBox="1"/>
          <p:nvPr/>
        </p:nvSpPr>
        <p:spPr>
          <a:xfrm>
            <a:off x="88900" y="1516092"/>
            <a:ext cx="6858000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--We can order by the first attribute selected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dirty="0">
                <a:solidFill>
                  <a:srgbClr val="CE9178"/>
                </a:solidFill>
                <a:latin typeface="Menlo" panose="020B0609030804020204" pitchFamily="49" charset="0"/>
              </a:rPr>
              <a:t>'players’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“Source table” 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dirty="0">
                <a:solidFill>
                  <a:srgbClr val="CE9178"/>
                </a:solidFill>
                <a:latin typeface="Menlo" panose="020B0609030804020204" pitchFamily="49" charset="0"/>
              </a:rPr>
              <a:t>'clubs’ “Source table”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clubs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ORDER BY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--If we try to order by the second attribute, we get an error as it no longer exists -- it was merged with the first one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dirty="0">
                <a:solidFill>
                  <a:srgbClr val="CE9178"/>
                </a:solidFill>
                <a:latin typeface="Menlo" panose="020B0609030804020204" pitchFamily="49" charset="0"/>
              </a:rPr>
              <a:t>'players’ “Source table”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dirty="0">
                <a:solidFill>
                  <a:srgbClr val="CE9178"/>
                </a:solidFill>
                <a:latin typeface="Menlo" panose="020B0609030804020204" pitchFamily="49" charset="0"/>
              </a:rPr>
              <a:t>'clubs’ “Source table”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clubs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ORDER BY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BCC8E-10C3-6702-2EA8-E9C66A9CDC1D}"/>
              </a:ext>
            </a:extLst>
          </p:cNvPr>
          <p:cNvSpPr txBox="1"/>
          <p:nvPr/>
        </p:nvSpPr>
        <p:spPr>
          <a:xfrm>
            <a:off x="7134639" y="1720850"/>
            <a:ext cx="34361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This example shows that ordering by </a:t>
            </a:r>
            <a:r>
              <a:rPr lang="en-GB" sz="2000" dirty="0" err="1"/>
              <a:t>player_id</a:t>
            </a:r>
            <a:r>
              <a:rPr lang="en-GB" sz="2000" dirty="0"/>
              <a:t> works, but by </a:t>
            </a:r>
            <a:r>
              <a:rPr lang="en-GB" sz="2000" dirty="0" err="1"/>
              <a:t>club_id</a:t>
            </a:r>
            <a:r>
              <a:rPr lang="en-GB" sz="2000" dirty="0"/>
              <a:t> doesn’t as </a:t>
            </a:r>
            <a:r>
              <a:rPr lang="en-GB" sz="2000" dirty="0" err="1"/>
              <a:t>club_id</a:t>
            </a:r>
            <a:r>
              <a:rPr lang="en-GB" sz="2000" dirty="0"/>
              <a:t> was already merged to </a:t>
            </a:r>
            <a:r>
              <a:rPr lang="en-GB" sz="2000" dirty="0" err="1"/>
              <a:t>player_id</a:t>
            </a:r>
            <a:r>
              <a:rPr lang="en-GB" sz="2000" dirty="0"/>
              <a:t> when we ORDER BY.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However, we can use ORDER BY 2 instead – no errors and ordinal ordering is more efficient. </a:t>
            </a:r>
          </a:p>
        </p:txBody>
      </p:sp>
    </p:spTree>
    <p:extLst>
      <p:ext uri="{BB962C8B-B14F-4D97-AF65-F5344CB8AC3E}">
        <p14:creationId xmlns:p14="http://schemas.microsoft.com/office/powerpoint/2010/main" val="1363615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731E-6ED4-7B7D-65E3-7CE7230C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E10F148-538C-C360-1396-459A65D372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7E83EF8-F88A-F938-6A3D-9DA4F2CD2758}"/>
              </a:ext>
            </a:extLst>
          </p:cNvPr>
          <p:cNvSpPr txBox="1">
            <a:spLocks/>
          </p:cNvSpPr>
          <p:nvPr/>
        </p:nvSpPr>
        <p:spPr>
          <a:xfrm>
            <a:off x="1073911" y="701133"/>
            <a:ext cx="80065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E" sz="4300" spc="-10" dirty="0">
                <a:latin typeface="Helvetica"/>
              </a:rPr>
              <a:t>UNION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CA69E-1C79-5890-7C03-769E9BDBE048}"/>
              </a:ext>
            </a:extLst>
          </p:cNvPr>
          <p:cNvSpPr txBox="1"/>
          <p:nvPr/>
        </p:nvSpPr>
        <p:spPr>
          <a:xfrm>
            <a:off x="850900" y="1720850"/>
            <a:ext cx="8915400" cy="197496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defPPr>
              <a:defRPr lang="en-US"/>
            </a:defPPr>
            <a:lvl1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Char char="►"/>
              <a:tabLst>
                <a:tab pos="300990" algn="l"/>
                <a:tab pos="301625" algn="l"/>
              </a:tabLst>
              <a:defRPr sz="2700">
                <a:latin typeface="Arial"/>
                <a:cs typeface="Arial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itchFamily="2" charset="0"/>
              </a:rPr>
              <a:t>UNION ALL will output data from both tables, including possible duplicates. In the schema we are using, both tables </a:t>
            </a:r>
            <a:r>
              <a:rPr lang="en-GB" sz="2200" b="1" dirty="0" err="1">
                <a:latin typeface="Helvetica" pitchFamily="2" charset="0"/>
              </a:rPr>
              <a:t>player_attributes</a:t>
            </a:r>
            <a:r>
              <a:rPr lang="en-GB" sz="2200" dirty="0">
                <a:latin typeface="Helvetica" pitchFamily="2" charset="0"/>
              </a:rPr>
              <a:t> and </a:t>
            </a:r>
            <a:r>
              <a:rPr lang="en-GB" sz="2200" b="1" dirty="0" err="1">
                <a:latin typeface="Helvetica" pitchFamily="2" charset="0"/>
              </a:rPr>
              <a:t>player_contracts</a:t>
            </a:r>
            <a:r>
              <a:rPr lang="en-GB" sz="2200" dirty="0">
                <a:latin typeface="Helvetica" pitchFamily="2" charset="0"/>
              </a:rPr>
              <a:t> have the attributes </a:t>
            </a:r>
            <a:r>
              <a:rPr lang="en-GB" sz="2200" b="1" dirty="0" err="1">
                <a:latin typeface="Helvetica" pitchFamily="2" charset="0"/>
              </a:rPr>
              <a:t>jersey_number</a:t>
            </a:r>
            <a:r>
              <a:rPr lang="en-GB" sz="2200" dirty="0">
                <a:latin typeface="Helvetica" pitchFamily="2" charset="0"/>
              </a:rPr>
              <a:t>. Let’s check the duplicates:</a:t>
            </a:r>
            <a:r>
              <a:rPr lang="en-GB" sz="2200" b="1" dirty="0">
                <a:latin typeface="Helvetica" pitchFamily="2" charset="0"/>
              </a:rPr>
              <a:t> </a:t>
            </a:r>
            <a:endParaRPr lang="en-GB" sz="2200" dirty="0">
              <a:latin typeface="Helvetica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CB868A6-8482-45F0-389E-2109A40CED53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14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9328A-0ADD-C1F7-D8E9-B8F584E98AEC}"/>
              </a:ext>
            </a:extLst>
          </p:cNvPr>
          <p:cNvSpPr txBox="1"/>
          <p:nvPr/>
        </p:nvSpPr>
        <p:spPr>
          <a:xfrm>
            <a:off x="1155700" y="4006850"/>
            <a:ext cx="8382000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jersey_number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"Source table"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player_attributes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UNION ALL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jersey_number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"Source table"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ORDER BY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3010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50C9-F3E8-D01A-6EF7-7B80D9B3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B8A122C-216C-57DA-F840-60D0917F9F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A18A8-7D47-2F69-2728-CD90C020CFF6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15</a:t>
            </a:fld>
            <a:endParaRPr lang="en-GB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1B1CAEB-5D87-70DF-29AD-AA5CF8834D05}"/>
              </a:ext>
            </a:extLst>
          </p:cNvPr>
          <p:cNvSpPr txBox="1">
            <a:spLocks/>
          </p:cNvSpPr>
          <p:nvPr/>
        </p:nvSpPr>
        <p:spPr>
          <a:xfrm>
            <a:off x="1073910" y="701133"/>
            <a:ext cx="5872989" cy="61170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IE" sz="4300" spc="-10" dirty="0">
                <a:latin typeface="Helvetica"/>
              </a:rPr>
              <a:t>INTERSECT Operator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1577B69-4505-A4EB-7DD6-EA312632794A}"/>
              </a:ext>
            </a:extLst>
          </p:cNvPr>
          <p:cNvSpPr txBox="1"/>
          <p:nvPr/>
        </p:nvSpPr>
        <p:spPr>
          <a:xfrm>
            <a:off x="3989095" y="2114191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CE0D3978-B5B6-A1E8-9878-0A3B898E2A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120" y="2630068"/>
            <a:ext cx="5510227" cy="3169254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4F61B360-78E7-C78A-5A6E-05134ACE6590}"/>
              </a:ext>
            </a:extLst>
          </p:cNvPr>
          <p:cNvSpPr txBox="1"/>
          <p:nvPr/>
        </p:nvSpPr>
        <p:spPr>
          <a:xfrm>
            <a:off x="6435472" y="2114191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B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604D44A-E72D-2765-5DFE-3A759553C348}"/>
              </a:ext>
            </a:extLst>
          </p:cNvPr>
          <p:cNvSpPr txBox="1"/>
          <p:nvPr/>
        </p:nvSpPr>
        <p:spPr>
          <a:xfrm>
            <a:off x="2041052" y="5955664"/>
            <a:ext cx="7191848" cy="7059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 b="1"/>
            </a:lvl1pPr>
          </a:lstStyle>
          <a:p>
            <a:r>
              <a:rPr lang="en-IE" dirty="0"/>
              <a:t>The INTERSECT operator returns rows that have common values to both queries.</a:t>
            </a:r>
          </a:p>
        </p:txBody>
      </p:sp>
    </p:spTree>
    <p:extLst>
      <p:ext uri="{BB962C8B-B14F-4D97-AF65-F5344CB8AC3E}">
        <p14:creationId xmlns:p14="http://schemas.microsoft.com/office/powerpoint/2010/main" val="42269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C26A-69BF-453A-8E9B-DED46D81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59A7276-B5D0-88FF-44AB-2B4AC3F587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0427A-AA9C-9179-F1DD-E44AB8C212F0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16</a:t>
            </a:fld>
            <a:endParaRPr lang="en-GB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970DB13-476D-AD68-6953-1C5076E8F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884318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</a:t>
            </a:r>
            <a:r>
              <a:rPr lang="en-SI" sz="4300" spc="-10">
                <a:latin typeface="Helvetica"/>
              </a:rPr>
              <a:t> </a:t>
            </a:r>
            <a:r>
              <a:rPr lang="pt-BR" sz="4300" spc="-10" dirty="0">
                <a:latin typeface="Helvetica"/>
              </a:rPr>
              <a:t>INTERSECT </a:t>
            </a:r>
            <a:r>
              <a:rPr sz="4300" spc="-10" dirty="0">
                <a:latin typeface="Helvetica"/>
              </a:rPr>
              <a:t>Operator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8A6E0-9F92-FF7D-546D-01AA492CAE5A}"/>
              </a:ext>
            </a:extLst>
          </p:cNvPr>
          <p:cNvSpPr txBox="1"/>
          <p:nvPr/>
        </p:nvSpPr>
        <p:spPr>
          <a:xfrm>
            <a:off x="677370" y="1797050"/>
            <a:ext cx="9677400" cy="30712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defPPr>
              <a:defRPr lang="en-US"/>
            </a:defPPr>
            <a:lvl1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Char char="►"/>
              <a:tabLst>
                <a:tab pos="300990" algn="l"/>
                <a:tab pos="301625" algn="l"/>
              </a:tabLst>
              <a:defRPr sz="2700">
                <a:latin typeface="Arial"/>
                <a:cs typeface="Arial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Every SELECT statement within INTERSECT must have the same number of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columns should also have the same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columns in every SELECT statement must also be in the same order</a:t>
            </a:r>
          </a:p>
        </p:txBody>
      </p:sp>
    </p:spTree>
    <p:extLst>
      <p:ext uri="{BB962C8B-B14F-4D97-AF65-F5344CB8AC3E}">
        <p14:creationId xmlns:p14="http://schemas.microsoft.com/office/powerpoint/2010/main" val="2816646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5A8C-1A77-A8BD-B2A1-0C99DC70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7B73885-1FA2-3034-60C4-D1A419269D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305AB-B293-2457-4121-9AA7E638528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17</a:t>
            </a:fld>
            <a:endParaRPr lang="en-GB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66CBA28-C8B7-D8DF-393D-48A219297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884318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</a:t>
            </a:r>
            <a:r>
              <a:rPr lang="en-SI" sz="4300" spc="-10">
                <a:latin typeface="Helvetica"/>
              </a:rPr>
              <a:t> </a:t>
            </a:r>
            <a:r>
              <a:rPr lang="pt-BR" sz="4300" spc="-10" dirty="0">
                <a:latin typeface="Helvetica"/>
              </a:rPr>
              <a:t>INTERSECT </a:t>
            </a:r>
            <a:r>
              <a:rPr sz="4300" spc="-10" dirty="0">
                <a:latin typeface="Helvetica"/>
              </a:rPr>
              <a:t>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02D9B-33A1-65D4-6316-3FB0FD2D8485}"/>
              </a:ext>
            </a:extLst>
          </p:cNvPr>
          <p:cNvSpPr txBox="1"/>
          <p:nvPr/>
        </p:nvSpPr>
        <p:spPr>
          <a:xfrm>
            <a:off x="1073911" y="2393255"/>
            <a:ext cx="7168874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sz="2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8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column_list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table1</a:t>
            </a:r>
          </a:p>
          <a:p>
            <a:pPr>
              <a:buNone/>
            </a:pP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INTERSECT</a:t>
            </a:r>
          </a:p>
          <a:p>
            <a:pPr>
              <a:buNone/>
            </a:pPr>
            <a:r>
              <a:rPr lang="en-IE" sz="2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8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column_list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table2;</a:t>
            </a:r>
          </a:p>
        </p:txBody>
      </p:sp>
    </p:spTree>
    <p:extLst>
      <p:ext uri="{BB962C8B-B14F-4D97-AF65-F5344CB8AC3E}">
        <p14:creationId xmlns:p14="http://schemas.microsoft.com/office/powerpoint/2010/main" val="290535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B41A-7D5A-7C03-3FCF-5AFA9B58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1CF6E4E-74B8-892D-6CF2-2417747535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18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8E5D62-68FF-56D5-81B1-F124C71C7091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18</a:t>
            </a:fld>
            <a:endParaRPr lang="en-GB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0745AD0-F7D7-771F-B142-4BFC55ED6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6161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 </a:t>
            </a:r>
            <a:r>
              <a:rPr lang="pt-BR" sz="4300" spc="-10" dirty="0">
                <a:latin typeface="Helvetica"/>
              </a:rPr>
              <a:t>INTERSECT</a:t>
            </a:r>
            <a:r>
              <a:rPr sz="4300" spc="-10" dirty="0">
                <a:latin typeface="Helvetica"/>
              </a:rPr>
              <a:t> Operator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64E906-8962-E113-C3DF-A1FF95703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1" y="2436218"/>
            <a:ext cx="4872525" cy="1968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DD480A-4892-59FB-F5B1-251081E9863D}"/>
              </a:ext>
            </a:extLst>
          </p:cNvPr>
          <p:cNvSpPr txBox="1"/>
          <p:nvPr/>
        </p:nvSpPr>
        <p:spPr>
          <a:xfrm>
            <a:off x="651808" y="1873250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Project</a:t>
            </a:r>
            <a:endParaRPr lang="pt-PT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FDED6-5666-23ED-444C-9CD6AF57C97C}"/>
              </a:ext>
            </a:extLst>
          </p:cNvPr>
          <p:cNvSpPr txBox="1"/>
          <p:nvPr/>
        </p:nvSpPr>
        <p:spPr>
          <a:xfrm>
            <a:off x="5789288" y="1873250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Employees</a:t>
            </a:r>
            <a:endParaRPr lang="pt-PT" sz="2400" dirty="0"/>
          </a:p>
        </p:txBody>
      </p:sp>
      <p:pic>
        <p:nvPicPr>
          <p:cNvPr id="13" name="Picture 12" descr="Graphical user interface, application, table&#10;&#10;Description automatically generated with medium confidence">
            <a:extLst>
              <a:ext uri="{FF2B5EF4-FFF2-40B4-BE49-F238E27FC236}">
                <a16:creationId xmlns:a16="http://schemas.microsoft.com/office/drawing/2014/main" id="{8B3E9F09-B272-3B85-6071-B65B70987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79" y="2436218"/>
            <a:ext cx="5437316" cy="1968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7EF966-464A-4BB4-CE73-43BCC7DAC950}"/>
              </a:ext>
            </a:extLst>
          </p:cNvPr>
          <p:cNvSpPr txBox="1"/>
          <p:nvPr/>
        </p:nvSpPr>
        <p:spPr>
          <a:xfrm>
            <a:off x="669727" y="4975364"/>
            <a:ext cx="9535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>
                <a:latin typeface="Helvetica" pitchFamily="2" charset="0"/>
                <a:cs typeface="Arial"/>
              </a:rPr>
              <a:t>Suppose the employee Patrick Delaney changed to the HR department. Now, the employees table has a department that the project table does not have.</a:t>
            </a:r>
            <a:endParaRPr lang="pt-PT" sz="2400" dirty="0">
              <a:latin typeface="Helvetica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F2CF21-39CE-BE70-1D93-F25237CC2B50}"/>
              </a:ext>
            </a:extLst>
          </p:cNvPr>
          <p:cNvSpPr/>
          <p:nvPr/>
        </p:nvSpPr>
        <p:spPr>
          <a:xfrm>
            <a:off x="7861300" y="3982417"/>
            <a:ext cx="914400" cy="422301"/>
          </a:xfrm>
          <a:prstGeom prst="rect">
            <a:avLst/>
          </a:prstGeom>
          <a:solidFill>
            <a:srgbClr val="FFFF00">
              <a:alpha val="293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8990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F78B-CC7D-71C0-3715-A68300E3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149313B-2700-AB58-998D-72AEAD9530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8DDAA4-04A2-B9F1-B885-6F7F069269D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19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83AF4-CA6A-3379-DF6E-E683A8AB28BF}"/>
              </a:ext>
            </a:extLst>
          </p:cNvPr>
          <p:cNvSpPr txBox="1"/>
          <p:nvPr/>
        </p:nvSpPr>
        <p:spPr>
          <a:xfrm>
            <a:off x="1990926" y="2025650"/>
            <a:ext cx="72682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Hack"/>
              </a:rPr>
              <a:t>SELECT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778899"/>
                </a:solidFill>
                <a:effectLst/>
                <a:latin typeface="Hack"/>
              </a:rPr>
              <a:t>department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FROM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project </a:t>
            </a:r>
          </a:p>
          <a:p>
            <a:r>
              <a:rPr lang="en-GB" sz="2400" dirty="0">
                <a:solidFill>
                  <a:srgbClr val="778899"/>
                </a:solidFill>
                <a:latin typeface="Hack"/>
              </a:rPr>
              <a:t>INTERSECT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</a:p>
          <a:p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SELECT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dirty="0">
                <a:solidFill>
                  <a:srgbClr val="778899"/>
                </a:solidFill>
                <a:latin typeface="Hack"/>
              </a:rPr>
              <a:t>department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400" b="0" dirty="0">
                <a:solidFill>
                  <a:srgbClr val="0000FF"/>
                </a:solidFill>
                <a:effectLst/>
                <a:latin typeface="Hack"/>
              </a:rPr>
              <a:t>FROM </a:t>
            </a:r>
            <a:r>
              <a:rPr lang="en-GB" sz="2400" b="0" dirty="0">
                <a:solidFill>
                  <a:srgbClr val="000000"/>
                </a:solidFill>
                <a:effectLst/>
                <a:latin typeface="Hack"/>
              </a:rPr>
              <a:t>employee;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CAE1BCB-2290-702E-AC45-C122D8C6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00" y="3773879"/>
            <a:ext cx="3634909" cy="2275911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6D1A29D1-D52A-6BF3-E881-2C1798282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6161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 </a:t>
            </a:r>
            <a:r>
              <a:rPr lang="pt-BR" sz="4300" spc="-10" dirty="0">
                <a:latin typeface="Helvetica"/>
              </a:rPr>
              <a:t>INTERSECT</a:t>
            </a:r>
            <a:r>
              <a:rPr sz="4300" spc="-10" dirty="0">
                <a:latin typeface="Helvetica"/>
              </a:rPr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3759597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D126-4C1D-A9B8-A91B-7FBE2BEF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CC964679-4E42-AFB2-23A6-E42D06BC51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20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A7E5AB-570D-7058-A16A-978733F8FC37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20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61280-7F18-C111-999B-01D3D025E3E6}"/>
              </a:ext>
            </a:extLst>
          </p:cNvPr>
          <p:cNvSpPr txBox="1"/>
          <p:nvPr/>
        </p:nvSpPr>
        <p:spPr>
          <a:xfrm>
            <a:off x="1460500" y="3930650"/>
            <a:ext cx="4876800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INTERSECT ALL</a:t>
            </a:r>
          </a:p>
          <a:p>
            <a:pPr>
              <a:buNone/>
            </a:pPr>
            <a:r>
              <a:rPr lang="en-IE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352EC88-AA14-5683-06D3-A6231560B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6161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 </a:t>
            </a:r>
            <a:r>
              <a:rPr lang="pt-BR" sz="4300" spc="-10" dirty="0">
                <a:latin typeface="Helvetica"/>
              </a:rPr>
              <a:t>INTERSECT</a:t>
            </a:r>
            <a:r>
              <a:rPr sz="4300" spc="-10" dirty="0">
                <a:latin typeface="Helvetica"/>
              </a:rPr>
              <a:t> Operator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12D7B-AE48-9C4E-7A71-D68294FDF86B}"/>
              </a:ext>
            </a:extLst>
          </p:cNvPr>
          <p:cNvSpPr txBox="1"/>
          <p:nvPr/>
        </p:nvSpPr>
        <p:spPr>
          <a:xfrm>
            <a:off x="1225274" y="1686858"/>
            <a:ext cx="84648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The intersect will show the unique values shared by </a:t>
            </a:r>
            <a:r>
              <a:rPr lang="en-GB" sz="2400" dirty="0" err="1"/>
              <a:t>player_id</a:t>
            </a:r>
            <a:r>
              <a:rPr lang="en-GB" sz="2400" dirty="0"/>
              <a:t> in both tables.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In this case, we won’t be able to know the source table as only one value is shown.</a:t>
            </a:r>
          </a:p>
        </p:txBody>
      </p:sp>
    </p:spTree>
    <p:extLst>
      <p:ext uri="{BB962C8B-B14F-4D97-AF65-F5344CB8AC3E}">
        <p14:creationId xmlns:p14="http://schemas.microsoft.com/office/powerpoint/2010/main" val="3950354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5013-C555-9348-873A-E101FB94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D8F680F-34B4-8667-DDD0-B26E61BE17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06CD2D-3FB1-E74A-F75B-00602E30E90E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21</a:t>
            </a:fld>
            <a:endParaRPr lang="en-GB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5485E5B-2A5D-6BE8-9F42-337E96DA1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0" y="697057"/>
            <a:ext cx="7625590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lang="pt-BR" sz="4300" spc="-10" dirty="0">
                <a:latin typeface="Helvetica"/>
              </a:rPr>
              <a:t>EXCEPT </a:t>
            </a:r>
            <a:r>
              <a:rPr sz="4300" spc="-10" dirty="0">
                <a:latin typeface="Helvetica"/>
              </a:rPr>
              <a:t>Operator</a:t>
            </a: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31386CD3-71CB-2336-3D30-2C2DFF9457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100" y="2193623"/>
            <a:ext cx="5510227" cy="3169254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312C6184-6233-87EC-4F22-736859478D80}"/>
              </a:ext>
            </a:extLst>
          </p:cNvPr>
          <p:cNvSpPr txBox="1"/>
          <p:nvPr/>
        </p:nvSpPr>
        <p:spPr>
          <a:xfrm>
            <a:off x="3883075" y="1677746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27AE145-F8F9-358A-AAAD-BC71AC78E23F}"/>
              </a:ext>
            </a:extLst>
          </p:cNvPr>
          <p:cNvSpPr txBox="1"/>
          <p:nvPr/>
        </p:nvSpPr>
        <p:spPr>
          <a:xfrm>
            <a:off x="6329452" y="1677746"/>
            <a:ext cx="200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Arial"/>
                <a:cs typeface="Arial"/>
              </a:rPr>
              <a:t>B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CD52E-87C1-78DB-E186-CE2459D236C5}"/>
              </a:ext>
            </a:extLst>
          </p:cNvPr>
          <p:cNvSpPr txBox="1"/>
          <p:nvPr/>
        </p:nvSpPr>
        <p:spPr>
          <a:xfrm>
            <a:off x="1689100" y="5901050"/>
            <a:ext cx="7772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500" b="1" dirty="0"/>
              <a:t>The EXCEPT operator returns rows in the first query that are not present in the second query.</a:t>
            </a:r>
          </a:p>
        </p:txBody>
      </p:sp>
    </p:spTree>
    <p:extLst>
      <p:ext uri="{BB962C8B-B14F-4D97-AF65-F5344CB8AC3E}">
        <p14:creationId xmlns:p14="http://schemas.microsoft.com/office/powerpoint/2010/main" val="846102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CA08-1EA9-EE4F-3AA9-7C3BDA5D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BE76E94-94DE-1746-785F-1C4C8D9D62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629049-48A9-3212-6FBA-A65267A7464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22</a:t>
            </a:fld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5181CD97-8C25-0545-E334-9248E073B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697058"/>
            <a:ext cx="83875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Using the</a:t>
            </a:r>
            <a:r>
              <a:rPr lang="en-SI" sz="4300" spc="-10">
                <a:latin typeface="Helvetica"/>
              </a:rPr>
              <a:t> </a:t>
            </a:r>
            <a:r>
              <a:rPr lang="pt-BR" sz="4300" spc="-10" dirty="0">
                <a:latin typeface="Helvetica"/>
              </a:rPr>
              <a:t>EXCEPT o</a:t>
            </a:r>
            <a:r>
              <a:rPr sz="4300" spc="-10" dirty="0" err="1">
                <a:latin typeface="Helvetica"/>
              </a:rPr>
              <a:t>perator</a:t>
            </a:r>
            <a:endParaRPr sz="4300" spc="-10" dirty="0">
              <a:latin typeface="Helvetic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81330D-052A-E9FF-9268-D490E5A57265}"/>
              </a:ext>
            </a:extLst>
          </p:cNvPr>
          <p:cNvSpPr txBox="1"/>
          <p:nvPr/>
        </p:nvSpPr>
        <p:spPr>
          <a:xfrm>
            <a:off x="698500" y="2025650"/>
            <a:ext cx="9677400" cy="30712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defPPr>
              <a:defRPr lang="en-US"/>
            </a:defPPr>
            <a:lvl1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Char char="►"/>
              <a:tabLst>
                <a:tab pos="300990" algn="l"/>
                <a:tab pos="301625" algn="l"/>
              </a:tabLst>
              <a:defRPr sz="2700">
                <a:latin typeface="Arial"/>
                <a:cs typeface="Arial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" pitchFamily="2" charset="0"/>
              </a:rPr>
              <a:t>Every SELECT statement within EXCEPT must have the same number of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" pitchFamily="2" charset="0"/>
              </a:rPr>
              <a:t>The columns must also have the same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" pitchFamily="2" charset="0"/>
              </a:rPr>
              <a:t>The columns in every SELECT statement must also be in the same order</a:t>
            </a:r>
          </a:p>
        </p:txBody>
      </p:sp>
    </p:spTree>
    <p:extLst>
      <p:ext uri="{BB962C8B-B14F-4D97-AF65-F5344CB8AC3E}">
        <p14:creationId xmlns:p14="http://schemas.microsoft.com/office/powerpoint/2010/main" val="1267085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6167-DF11-AAE7-6AF3-58AC20D3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C131504-0996-8913-57D4-5C97568971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D5447-0F89-C659-DB9A-A1F25A186845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16FA2-AE82-6190-9475-4D140ACE6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1" y="2436218"/>
            <a:ext cx="4872525" cy="1968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5CF97B-002B-9D76-E52F-336C004FEB67}"/>
              </a:ext>
            </a:extLst>
          </p:cNvPr>
          <p:cNvSpPr txBox="1"/>
          <p:nvPr/>
        </p:nvSpPr>
        <p:spPr>
          <a:xfrm>
            <a:off x="651808" y="1873250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Project</a:t>
            </a:r>
            <a:endParaRPr lang="pt-PT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8E289-A3A2-E8BB-1282-524C0549B78A}"/>
              </a:ext>
            </a:extLst>
          </p:cNvPr>
          <p:cNvSpPr txBox="1"/>
          <p:nvPr/>
        </p:nvSpPr>
        <p:spPr>
          <a:xfrm>
            <a:off x="5789288" y="1873250"/>
            <a:ext cx="534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  <a:cs typeface="Arial"/>
              </a:rPr>
              <a:t>Employees</a:t>
            </a:r>
            <a:endParaRPr lang="pt-PT" sz="2400" dirty="0"/>
          </a:p>
        </p:txBody>
      </p:sp>
      <p:pic>
        <p:nvPicPr>
          <p:cNvPr id="10" name="Picture 9" descr="Graphical user interface, application, table&#10;&#10;Description automatically generated with medium confidence">
            <a:extLst>
              <a:ext uri="{FF2B5EF4-FFF2-40B4-BE49-F238E27FC236}">
                <a16:creationId xmlns:a16="http://schemas.microsoft.com/office/drawing/2014/main" id="{329B2C74-CB1E-0376-7584-64CCC103B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79" y="2436218"/>
            <a:ext cx="5437316" cy="1968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25128A-2672-1AF9-FB49-EC57DB8A6BC1}"/>
              </a:ext>
            </a:extLst>
          </p:cNvPr>
          <p:cNvSpPr txBox="1"/>
          <p:nvPr/>
        </p:nvSpPr>
        <p:spPr>
          <a:xfrm>
            <a:off x="669727" y="4975364"/>
            <a:ext cx="9535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2400" dirty="0">
                <a:latin typeface="Arial"/>
                <a:cs typeface="Arial"/>
              </a:rPr>
              <a:t>If we want to select the department attribute from the table Project MINUS the department attribute from the table Employees, what result would we get?</a:t>
            </a:r>
            <a:endParaRPr lang="pt-PT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218798-BA07-79CF-9A40-DE54A5E75FE5}"/>
              </a:ext>
            </a:extLst>
          </p:cNvPr>
          <p:cNvSpPr/>
          <p:nvPr/>
        </p:nvSpPr>
        <p:spPr>
          <a:xfrm>
            <a:off x="7861300" y="3982417"/>
            <a:ext cx="914400" cy="422301"/>
          </a:xfrm>
          <a:prstGeom prst="rect">
            <a:avLst/>
          </a:prstGeom>
          <a:solidFill>
            <a:srgbClr val="FFFF00">
              <a:alpha val="293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6A4FC535-5681-03E1-3565-59CC3041FE15}"/>
              </a:ext>
            </a:extLst>
          </p:cNvPr>
          <p:cNvSpPr txBox="1">
            <a:spLocks/>
          </p:cNvSpPr>
          <p:nvPr/>
        </p:nvSpPr>
        <p:spPr>
          <a:xfrm>
            <a:off x="1073911" y="734888"/>
            <a:ext cx="83875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464653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defTabSz="801378">
              <a:lnSpc>
                <a:spcPct val="90000"/>
              </a:lnSpc>
              <a:spcBef>
                <a:spcPct val="0"/>
              </a:spcBef>
            </a:pPr>
            <a:r>
              <a:rPr lang="en-GB" sz="4300" b="1" spc="-10" dirty="0">
                <a:solidFill>
                  <a:srgbClr val="004C6C"/>
                </a:solidFill>
                <a:latin typeface="Helvetica"/>
                <a:cs typeface="+mj-cs"/>
              </a:rPr>
              <a:t>Using the EXCEPT operator</a:t>
            </a:r>
          </a:p>
        </p:txBody>
      </p:sp>
    </p:spTree>
    <p:extLst>
      <p:ext uri="{BB962C8B-B14F-4D97-AF65-F5344CB8AC3E}">
        <p14:creationId xmlns:p14="http://schemas.microsoft.com/office/powerpoint/2010/main" val="257907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CAF5-A1DE-F0ED-04BA-652D9CFE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04A6EB9-4EE4-BD39-6085-98F978AE24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008906-E4FC-A3FE-7DAF-B931060C7978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24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E1168-D5BC-4297-C671-A917067B5DCB}"/>
              </a:ext>
            </a:extLst>
          </p:cNvPr>
          <p:cNvSpPr txBox="1"/>
          <p:nvPr/>
        </p:nvSpPr>
        <p:spPr>
          <a:xfrm>
            <a:off x="1109802" y="1873250"/>
            <a:ext cx="72682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Hack"/>
              </a:rPr>
              <a:t>SELECT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778899"/>
                </a:solidFill>
                <a:effectLst/>
                <a:latin typeface="Hack"/>
              </a:rPr>
              <a:t>department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FROM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Hack"/>
              </a:rPr>
              <a:t>employee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</a:p>
          <a:p>
            <a:r>
              <a:rPr lang="en-GB" sz="2800" b="0" dirty="0">
                <a:solidFill>
                  <a:srgbClr val="778899"/>
                </a:solidFill>
                <a:effectLst/>
                <a:latin typeface="Hack"/>
              </a:rPr>
              <a:t>EXCEPT</a:t>
            </a:r>
            <a:endParaRPr lang="en-GB" sz="2800" b="0" dirty="0">
              <a:solidFill>
                <a:srgbClr val="000000"/>
              </a:solidFill>
              <a:effectLst/>
              <a:latin typeface="Hack"/>
            </a:endParaRPr>
          </a:p>
          <a:p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SELECT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dirty="0">
                <a:solidFill>
                  <a:srgbClr val="778899"/>
                </a:solidFill>
                <a:latin typeface="Hack"/>
              </a:rPr>
              <a:t>department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FROM </a:t>
            </a:r>
            <a:r>
              <a:rPr lang="en-GB" sz="2800" dirty="0">
                <a:solidFill>
                  <a:srgbClr val="000000"/>
                </a:solidFill>
                <a:latin typeface="Hack"/>
              </a:rPr>
              <a:t>project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;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D43846C-EA1F-B582-1B45-BA4ECDFDE155}"/>
              </a:ext>
            </a:extLst>
          </p:cNvPr>
          <p:cNvSpPr txBox="1">
            <a:spLocks/>
          </p:cNvSpPr>
          <p:nvPr/>
        </p:nvSpPr>
        <p:spPr>
          <a:xfrm>
            <a:off x="1073911" y="734888"/>
            <a:ext cx="83875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464653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defTabSz="801378">
              <a:lnSpc>
                <a:spcPct val="90000"/>
              </a:lnSpc>
              <a:spcBef>
                <a:spcPct val="0"/>
              </a:spcBef>
            </a:pPr>
            <a:r>
              <a:rPr lang="en-GB" sz="4300" b="1" spc="-10" dirty="0">
                <a:solidFill>
                  <a:srgbClr val="004C6C"/>
                </a:solidFill>
                <a:latin typeface="Helvetica"/>
                <a:cs typeface="+mj-cs"/>
              </a:rPr>
              <a:t>Using the EXCEPT operator</a:t>
            </a:r>
          </a:p>
        </p:txBody>
      </p:sp>
    </p:spTree>
    <p:extLst>
      <p:ext uri="{BB962C8B-B14F-4D97-AF65-F5344CB8AC3E}">
        <p14:creationId xmlns:p14="http://schemas.microsoft.com/office/powerpoint/2010/main" val="1429558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BE4D-4A2B-BFAD-125F-A90F6458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AFF9016-F8C0-2506-236D-D066654120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84B7A6-97DD-6D62-F3CF-009A752DB59B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25</a:t>
            </a:fld>
            <a:endParaRPr lang="en-GB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6A37534-4A26-E463-B8B8-DBA81586AFDF}"/>
              </a:ext>
            </a:extLst>
          </p:cNvPr>
          <p:cNvSpPr txBox="1">
            <a:spLocks/>
          </p:cNvSpPr>
          <p:nvPr/>
        </p:nvSpPr>
        <p:spPr>
          <a:xfrm>
            <a:off x="1073911" y="734888"/>
            <a:ext cx="83875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464653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defTabSz="801378">
              <a:lnSpc>
                <a:spcPct val="90000"/>
              </a:lnSpc>
              <a:spcBef>
                <a:spcPct val="0"/>
              </a:spcBef>
            </a:pPr>
            <a:r>
              <a:rPr lang="en-GB" sz="4300" b="1" spc="-10" dirty="0">
                <a:solidFill>
                  <a:srgbClr val="004C6C"/>
                </a:solidFill>
                <a:latin typeface="Helvetica"/>
                <a:cs typeface="+mj-cs"/>
              </a:rPr>
              <a:t>Using the EXCEPT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3D09E-BE18-BF9B-0522-9CA739638C6B}"/>
              </a:ext>
            </a:extLst>
          </p:cNvPr>
          <p:cNvSpPr txBox="1"/>
          <p:nvPr/>
        </p:nvSpPr>
        <p:spPr>
          <a:xfrm>
            <a:off x="1109802" y="1873250"/>
            <a:ext cx="72682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Hack"/>
              </a:rPr>
              <a:t>SELECT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778899"/>
                </a:solidFill>
                <a:effectLst/>
                <a:latin typeface="Hack"/>
              </a:rPr>
              <a:t>department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FROM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Hack"/>
              </a:rPr>
              <a:t>employee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</a:p>
          <a:p>
            <a:r>
              <a:rPr lang="en-GB" sz="2800" b="0" dirty="0">
                <a:solidFill>
                  <a:srgbClr val="778899"/>
                </a:solidFill>
                <a:effectLst/>
                <a:latin typeface="Hack"/>
              </a:rPr>
              <a:t>EXCEPT</a:t>
            </a:r>
            <a:endParaRPr lang="en-GB" sz="2800" b="0" dirty="0">
              <a:solidFill>
                <a:srgbClr val="000000"/>
              </a:solidFill>
              <a:effectLst/>
              <a:latin typeface="Hack"/>
            </a:endParaRPr>
          </a:p>
          <a:p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SELECT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dirty="0">
                <a:solidFill>
                  <a:srgbClr val="778899"/>
                </a:solidFill>
                <a:latin typeface="Hack"/>
              </a:rPr>
              <a:t>department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 </a:t>
            </a:r>
            <a:r>
              <a:rPr lang="en-GB" sz="2800" b="0" dirty="0">
                <a:solidFill>
                  <a:srgbClr val="0000FF"/>
                </a:solidFill>
                <a:effectLst/>
                <a:latin typeface="Hack"/>
              </a:rPr>
              <a:t>FROM </a:t>
            </a:r>
            <a:r>
              <a:rPr lang="en-GB" sz="2800" dirty="0">
                <a:solidFill>
                  <a:srgbClr val="000000"/>
                </a:solidFill>
                <a:latin typeface="Hack"/>
              </a:rPr>
              <a:t>project</a:t>
            </a:r>
            <a:r>
              <a:rPr lang="en-GB" sz="2800" b="0" dirty="0">
                <a:solidFill>
                  <a:srgbClr val="000000"/>
                </a:solidFill>
                <a:effectLst/>
                <a:latin typeface="Hack"/>
              </a:rPr>
              <a:t>;</a:t>
            </a:r>
          </a:p>
        </p:txBody>
      </p:sp>
      <p:pic>
        <p:nvPicPr>
          <p:cNvPr id="6" name="Picture 5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332F59BF-5BFC-EBF2-FBDD-C5BE69CC7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00" y="3778250"/>
            <a:ext cx="42100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30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9058-5B3D-4C0E-E963-E3E6A891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0B0CB7E-8BB0-B5F1-9748-F3908DFB94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26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C9B64C-5DCA-C8EF-412B-24BC52323D3E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26</a:t>
            </a:fld>
            <a:endParaRPr lang="en-GB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66048C6-2E88-893E-D009-90BE579DA5CF}"/>
              </a:ext>
            </a:extLst>
          </p:cNvPr>
          <p:cNvSpPr txBox="1">
            <a:spLocks/>
          </p:cNvSpPr>
          <p:nvPr/>
        </p:nvSpPr>
        <p:spPr>
          <a:xfrm>
            <a:off x="1073911" y="734888"/>
            <a:ext cx="83875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464653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defTabSz="801378">
              <a:lnSpc>
                <a:spcPct val="90000"/>
              </a:lnSpc>
              <a:spcBef>
                <a:spcPct val="0"/>
              </a:spcBef>
            </a:pPr>
            <a:r>
              <a:rPr lang="en-GB" sz="4300" b="1" spc="-10" dirty="0">
                <a:solidFill>
                  <a:srgbClr val="004C6C"/>
                </a:solidFill>
                <a:latin typeface="Helvetica"/>
                <a:cs typeface="+mj-cs"/>
              </a:rPr>
              <a:t>Using the EXCEPT 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98140-B987-9375-6E5D-13DE1C952E91}"/>
              </a:ext>
            </a:extLst>
          </p:cNvPr>
          <p:cNvSpPr txBox="1"/>
          <p:nvPr/>
        </p:nvSpPr>
        <p:spPr>
          <a:xfrm>
            <a:off x="716835" y="1492250"/>
            <a:ext cx="9259729" cy="36933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--EXCEPT: Players that have data on attributes but no contract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EXCEPT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--We can confirm the number using count in a join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COUNT(*)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players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LEFT JOIN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player_contracts.player_id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39378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00814-FC32-0261-EA6E-461ED0AD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946519F-D802-1478-B3F0-CD23FBFF76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27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17BE9-5A32-A49A-A573-848B7954EBBB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27</a:t>
            </a:fld>
            <a:endParaRPr lang="en-GB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E5992EA-8AC1-2CDC-8461-E7F80CEA6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206" y="398475"/>
            <a:ext cx="8844789" cy="611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z="4300" spc="-10" dirty="0">
                <a:latin typeface="Helvetica"/>
              </a:rPr>
              <a:t>UNION, INTERSECT and</a:t>
            </a:r>
            <a:r>
              <a:rPr lang="en-GB" sz="4300" spc="-10" dirty="0">
                <a:latin typeface="Helvetica"/>
              </a:rPr>
              <a:t> EXCEPT</a:t>
            </a:r>
            <a:endParaRPr sz="4300" spc="-10" dirty="0">
              <a:latin typeface="Helvetic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487F30D-15E7-975E-2A18-E3D73063EB88}"/>
              </a:ext>
            </a:extLst>
          </p:cNvPr>
          <p:cNvSpPr txBox="1"/>
          <p:nvPr/>
        </p:nvSpPr>
        <p:spPr>
          <a:xfrm>
            <a:off x="1073911" y="1466954"/>
            <a:ext cx="8844789" cy="386509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sz="2700" dirty="0">
                <a:latin typeface="Helvetica" pitchFamily="2" charset="0"/>
                <a:cs typeface="Arial"/>
              </a:rPr>
              <a:t>Treat the tables as sets and are the usual set operators of  union, intersection, and </a:t>
            </a:r>
            <a:r>
              <a:rPr lang="en-GB" sz="2700" dirty="0">
                <a:latin typeface="Helvetica" pitchFamily="2" charset="0"/>
                <a:cs typeface="Arial"/>
              </a:rPr>
              <a:t>difference</a:t>
            </a:r>
            <a:endParaRPr sz="2700" dirty="0">
              <a:latin typeface="Helvetica" pitchFamily="2" charset="0"/>
              <a:cs typeface="Arial"/>
            </a:endParaRPr>
          </a:p>
          <a:p>
            <a:pPr marL="469265" indent="-457200">
              <a:lnSpc>
                <a:spcPct val="150000"/>
              </a:lnSpc>
              <a:spcBef>
                <a:spcPts val="77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sz="2700" dirty="0">
                <a:latin typeface="Helvetica" pitchFamily="2" charset="0"/>
                <a:cs typeface="Arial"/>
              </a:rPr>
              <a:t>They all combine the results from two select statements</a:t>
            </a:r>
          </a:p>
          <a:p>
            <a:pPr marL="469265" marR="1040765" indent="-457200">
              <a:lnSpc>
                <a:spcPct val="150000"/>
              </a:lnSpc>
              <a:spcBef>
                <a:spcPts val="575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sz="2700" dirty="0">
                <a:latin typeface="Helvetica" pitchFamily="2" charset="0"/>
                <a:cs typeface="Arial"/>
              </a:rPr>
              <a:t>The results of the two selects must have the same  columns and data types</a:t>
            </a:r>
          </a:p>
        </p:txBody>
      </p:sp>
    </p:spTree>
    <p:extLst>
      <p:ext uri="{BB962C8B-B14F-4D97-AF65-F5344CB8AC3E}">
        <p14:creationId xmlns:p14="http://schemas.microsoft.com/office/powerpoint/2010/main" val="348407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CB39-5631-CA57-228F-50936C0C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1DA651C-C18B-7540-989A-6B546FB545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86750" y="7004050"/>
            <a:ext cx="2406650" cy="401638"/>
          </a:xfrm>
        </p:spPr>
        <p:txBody>
          <a:bodyPr/>
          <a:lstStyle/>
          <a:p>
            <a:pPr>
              <a:spcAft>
                <a:spcPts val="600"/>
              </a:spcAft>
            </a:pPr>
            <a:fld id="{1AE971F0-0CD2-4C47-8087-EBCE9716EA84}" type="slidenum">
              <a:rPr lang="en-GB" smtClean="0"/>
              <a:pPr>
                <a:spcAft>
                  <a:spcPts val="600"/>
                </a:spcAft>
              </a:pPr>
              <a:t>28</a:t>
            </a:fld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61C1B-B3DB-CEF3-31B3-BEB851850DC5}"/>
              </a:ext>
            </a:extLst>
          </p:cNvPr>
          <p:cNvSpPr txBox="1">
            <a:spLocks/>
          </p:cNvSpPr>
          <p:nvPr/>
        </p:nvSpPr>
        <p:spPr>
          <a:xfrm>
            <a:off x="7552214" y="7003758"/>
            <a:ext cx="2406015" cy="4023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E971F0-0CD2-4C47-8087-EBCE9716EA84}" type="slidenum">
              <a:rPr lang="en-GB" smtClean="0"/>
              <a:pPr algn="r"/>
              <a:t>28</a:t>
            </a:fld>
            <a:endParaRPr lang="en-GB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26BAA85-2FD2-9744-E866-86114170F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1" y="759271"/>
            <a:ext cx="6974840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125" dirty="0" err="1"/>
              <a:t>Joins</a:t>
            </a:r>
            <a:r>
              <a:rPr lang="pt-BR" spc="125" dirty="0"/>
              <a:t> </a:t>
            </a:r>
            <a:r>
              <a:rPr lang="pt-BR" spc="125" dirty="0" err="1"/>
              <a:t>x</a:t>
            </a:r>
            <a:r>
              <a:rPr lang="pt-BR" spc="125" dirty="0"/>
              <a:t> Set </a:t>
            </a:r>
            <a:r>
              <a:rPr lang="pt-BR" spc="125" dirty="0" err="1"/>
              <a:t>Operations</a:t>
            </a:r>
            <a:endParaRPr spc="13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8FD9C7-79C4-7852-4B62-21D74F95E439}"/>
              </a:ext>
            </a:extLst>
          </p:cNvPr>
          <p:cNvSpPr txBox="1"/>
          <p:nvPr/>
        </p:nvSpPr>
        <p:spPr>
          <a:xfrm>
            <a:off x="1073911" y="1466954"/>
            <a:ext cx="8844789" cy="49772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lang="en-GB" sz="2400" dirty="0">
                <a:latin typeface="Helvetica" pitchFamily="2" charset="0"/>
                <a:cs typeface="Arial"/>
              </a:rPr>
              <a:t>In certain scenarios, joins can be more efficient, particularly when working with </a:t>
            </a:r>
            <a:r>
              <a:rPr lang="en-GB" sz="2400" b="1" dirty="0">
                <a:latin typeface="Helvetica" pitchFamily="2" charset="0"/>
                <a:cs typeface="Arial"/>
              </a:rPr>
              <a:t>large datasets.</a:t>
            </a:r>
          </a:p>
          <a:p>
            <a: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lang="en-GB" sz="2400" dirty="0">
                <a:latin typeface="Helvetica" pitchFamily="2" charset="0"/>
                <a:cs typeface="Arial"/>
              </a:rPr>
              <a:t>Joins offer more customisation in specifying how tables should be combined based on </a:t>
            </a:r>
            <a:r>
              <a:rPr lang="en-GB" sz="2400" b="1" dirty="0">
                <a:latin typeface="Helvetica" pitchFamily="2" charset="0"/>
                <a:cs typeface="Arial"/>
              </a:rPr>
              <a:t>specific criteria</a:t>
            </a:r>
            <a:r>
              <a:rPr lang="en-GB" sz="2400" dirty="0">
                <a:latin typeface="Helvetica" pitchFamily="2" charset="0"/>
                <a:cs typeface="Arial"/>
              </a:rPr>
              <a:t>.</a:t>
            </a:r>
          </a:p>
          <a:p>
            <a: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lang="en-GB" sz="2400" dirty="0">
                <a:latin typeface="Helvetica" pitchFamily="2" charset="0"/>
                <a:cs typeface="Arial"/>
              </a:rPr>
              <a:t>Use Joins when you need data from different tables based on their relationships and want a more complex, context-rich result set.</a:t>
            </a:r>
          </a:p>
          <a:p>
            <a:pPr marL="300990" marR="5080" indent="-288925">
              <a:lnSpc>
                <a:spcPct val="150000"/>
              </a:lnSpc>
              <a:spcBef>
                <a:spcPts val="50"/>
              </a:spcBef>
              <a:buClr>
                <a:srgbClr val="727CA3"/>
              </a:buClr>
              <a:buSzPct val="77777"/>
              <a:buFont typeface="Arial" panose="020B0604020202020204" pitchFamily="34" charset="0"/>
              <a:buChar char="•"/>
              <a:tabLst>
                <a:tab pos="300990" algn="l"/>
                <a:tab pos="301625" algn="l"/>
              </a:tabLst>
            </a:pPr>
            <a:r>
              <a:rPr lang="en-GB" sz="2400" dirty="0">
                <a:latin typeface="Helvetica" pitchFamily="2" charset="0"/>
                <a:cs typeface="Arial"/>
              </a:rPr>
              <a:t>Use Set Operations when you want to combine results from tables that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1420634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86609" y="6954225"/>
            <a:ext cx="127635" cy="201930"/>
          </a:xfrm>
          <a:custGeom>
            <a:avLst/>
            <a:gdLst/>
            <a:ahLst/>
            <a:cxnLst/>
            <a:rect l="l" t="t" r="r" b="b"/>
            <a:pathLst>
              <a:path w="127634" h="201929">
                <a:moveTo>
                  <a:pt x="0" y="0"/>
                </a:moveTo>
                <a:lnTo>
                  <a:pt x="0" y="201436"/>
                </a:lnTo>
                <a:lnTo>
                  <a:pt x="127520" y="100718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Vevox | The #1 rated Polling and Q&amp;A platform for hybrid">
            <a:extLst>
              <a:ext uri="{FF2B5EF4-FFF2-40B4-BE49-F238E27FC236}">
                <a16:creationId xmlns:a16="http://schemas.microsoft.com/office/drawing/2014/main" id="{E391E151-D0BF-E995-7568-1387A5C51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0"/>
            <a:ext cx="10288587" cy="755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5159E5-549B-14BE-3F92-160167D3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441524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11276</TotalTime>
  <Words>1282</Words>
  <Application>Microsoft Macintosh PowerPoint</Application>
  <PresentationFormat>Custom</PresentationFormat>
  <Paragraphs>209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Hack</vt:lpstr>
      <vt:lpstr>Aptos</vt:lpstr>
      <vt:lpstr>Arial</vt:lpstr>
      <vt:lpstr>Helvetica</vt:lpstr>
      <vt:lpstr>Menlo</vt:lpstr>
      <vt:lpstr>Times New Roman</vt:lpstr>
      <vt:lpstr>4_Office Theme</vt:lpstr>
      <vt:lpstr>Set operations  Dr Mariana Rocha School of Computer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UNION Operator</vt:lpstr>
      <vt:lpstr>Syntax</vt:lpstr>
      <vt:lpstr>PowerPoint Presentation</vt:lpstr>
      <vt:lpstr>Using the UNION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the INTERSECT Operator</vt:lpstr>
      <vt:lpstr>Using the INTERSECT Operator</vt:lpstr>
      <vt:lpstr>Using the INTERSECT Operator</vt:lpstr>
      <vt:lpstr>Using the INTERSECT Operator</vt:lpstr>
      <vt:lpstr>Using the INTERSECT Operator</vt:lpstr>
      <vt:lpstr>EXCEPT Operator</vt:lpstr>
      <vt:lpstr>Using the EXCEPT operator</vt:lpstr>
      <vt:lpstr>PowerPoint Presentation</vt:lpstr>
      <vt:lpstr>PowerPoint Presentation</vt:lpstr>
      <vt:lpstr>PowerPoint Presentation</vt:lpstr>
      <vt:lpstr>PowerPoint Presentation</vt:lpstr>
      <vt:lpstr>UNION, INTERSECT and EXCEPT</vt:lpstr>
      <vt:lpstr>Joins x Set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L8-Outer Joins+Sets</dc:title>
  <dc:creator>Emma Murphy</dc:creator>
  <cp:lastModifiedBy>Mariana Rocha</cp:lastModifiedBy>
  <cp:revision>40</cp:revision>
  <dcterms:created xsi:type="dcterms:W3CDTF">2021-11-19T12:11:07Z</dcterms:created>
  <dcterms:modified xsi:type="dcterms:W3CDTF">2025-10-08T10:50:04Z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2021-11-19T00:00:00Z</vt:filetime>
  </property>
</Properties>
</file>