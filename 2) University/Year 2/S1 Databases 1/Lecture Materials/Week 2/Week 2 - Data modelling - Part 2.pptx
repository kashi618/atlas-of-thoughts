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bookmarkIdSeed="2">
  <p:sldMasterIdLst>
    <p:sldMasterId id="2147483692" r:id="rId1"/>
  </p:sldMasterIdLst>
  <p:notesMasterIdLst>
    <p:notesMasterId r:id="rId23"/>
  </p:notesMasterIdLst>
  <p:handoutMasterIdLst>
    <p:handoutMasterId r:id="rId24"/>
  </p:handoutMasterIdLst>
  <p:sldIdLst>
    <p:sldId id="256" r:id="rId2"/>
    <p:sldId id="580" r:id="rId3"/>
    <p:sldId id="581" r:id="rId4"/>
    <p:sldId id="582" r:id="rId5"/>
    <p:sldId id="371" r:id="rId6"/>
    <p:sldId id="368" r:id="rId7"/>
    <p:sldId id="372" r:id="rId8"/>
    <p:sldId id="370" r:id="rId9"/>
    <p:sldId id="574" r:id="rId10"/>
    <p:sldId id="493" r:id="rId11"/>
    <p:sldId id="373" r:id="rId12"/>
    <p:sldId id="490" r:id="rId13"/>
    <p:sldId id="374" r:id="rId14"/>
    <p:sldId id="610" r:id="rId15"/>
    <p:sldId id="296" r:id="rId16"/>
    <p:sldId id="573" r:id="rId17"/>
    <p:sldId id="611" r:id="rId18"/>
    <p:sldId id="612" r:id="rId19"/>
    <p:sldId id="575" r:id="rId20"/>
    <p:sldId id="576" r:id="rId21"/>
    <p:sldId id="613" r:id="rId22"/>
  </p:sldIdLst>
  <p:sldSz cx="9144000" cy="6858000" type="screen4x3"/>
  <p:notesSz cx="6797675" cy="9928225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45">
          <p15:clr>
            <a:srgbClr val="A4A3A4"/>
          </p15:clr>
        </p15:guide>
        <p15:guide id="2" pos="285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4B2EC3-6E6B-9046-ADBB-7C62EECF0C2E}" v="13" dt="2025-09-03T11:20:04.468"/>
  </p1510:revLst>
</p1510:revInfo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0"/>
    <p:restoredTop sz="96197" autoAdjust="0"/>
  </p:normalViewPr>
  <p:slideViewPr>
    <p:cSldViewPr>
      <p:cViewPr varScale="1">
        <p:scale>
          <a:sx n="118" d="100"/>
          <a:sy n="118" d="100"/>
        </p:scale>
        <p:origin x="198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531"/>
    </p:cViewPr>
  </p:sorterViewPr>
  <p:notesViewPr>
    <p:cSldViewPr>
      <p:cViewPr>
        <p:scale>
          <a:sx n="66" d="100"/>
          <a:sy n="66" d="100"/>
        </p:scale>
        <p:origin x="-1906" y="-58"/>
      </p:cViewPr>
      <p:guideLst>
        <p:guide orient="horz" pos="2345"/>
        <p:guide pos="285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a Rocha" userId="0a3173bd-d0ed-4c32-8e4c-b90c820606c5" providerId="ADAL" clId="{DCC3A51D-31E8-5BC6-970B-354B54D5302A}"/>
    <pc:docChg chg="undo custSel addSld delSld modSld">
      <pc:chgData name="Mariana Rocha" userId="0a3173bd-d0ed-4c32-8e4c-b90c820606c5" providerId="ADAL" clId="{DCC3A51D-31E8-5BC6-970B-354B54D5302A}" dt="2025-09-03T11:20:19.839" v="183" actId="20577"/>
      <pc:docMkLst>
        <pc:docMk/>
      </pc:docMkLst>
      <pc:sldChg chg="modSp add mod">
        <pc:chgData name="Mariana Rocha" userId="0a3173bd-d0ed-4c32-8e4c-b90c820606c5" providerId="ADAL" clId="{DCC3A51D-31E8-5BC6-970B-354B54D5302A}" dt="2025-09-03T11:11:31.888" v="9" actId="20577"/>
        <pc:sldMkLst>
          <pc:docMk/>
          <pc:sldMk cId="0" sldId="256"/>
        </pc:sldMkLst>
        <pc:spChg chg="mod">
          <ac:chgData name="Mariana Rocha" userId="0a3173bd-d0ed-4c32-8e4c-b90c820606c5" providerId="ADAL" clId="{DCC3A51D-31E8-5BC6-970B-354B54D5302A}" dt="2025-09-03T11:11:31.888" v="9" actId="20577"/>
          <ac:spMkLst>
            <pc:docMk/>
            <pc:sldMk cId="0" sldId="256"/>
            <ac:spMk id="26" creationId="{2ABE34C9-C9F3-88B9-7DC7-48B60D3134CC}"/>
          </ac:spMkLst>
        </pc:spChg>
      </pc:sldChg>
      <pc:sldChg chg="modSp del">
        <pc:chgData name="Mariana Rocha" userId="0a3173bd-d0ed-4c32-8e4c-b90c820606c5" providerId="ADAL" clId="{DCC3A51D-31E8-5BC6-970B-354B54D5302A}" dt="2025-09-03T11:11:29.709" v="7" actId="2696"/>
        <pc:sldMkLst>
          <pc:docMk/>
          <pc:sldMk cId="0" sldId="258"/>
        </pc:sldMkLst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0" sldId="258"/>
            <ac:spMk id="2" creationId="{166AF764-7540-6EAD-CDDC-CCE87D37D435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0" sldId="258"/>
            <ac:spMk id="9218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0" sldId="258"/>
            <ac:spMk id="111619" creationId="{00000000-0000-0000-0000-000000000000}"/>
          </ac:spMkLst>
        </pc:spChg>
      </pc:sldChg>
      <pc:sldChg chg="modSp mod">
        <pc:chgData name="Mariana Rocha" userId="0a3173bd-d0ed-4c32-8e4c-b90c820606c5" providerId="ADAL" clId="{DCC3A51D-31E8-5BC6-970B-354B54D5302A}" dt="2025-09-03T11:18:08.984" v="46" actId="1076"/>
        <pc:sldMkLst>
          <pc:docMk/>
          <pc:sldMk cId="0" sldId="296"/>
        </pc:sldMkLst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0" sldId="296"/>
            <ac:spMk id="2" creationId="{87D188B2-4315-B3F3-71DE-230A20C0BE33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0" sldId="296"/>
            <ac:spMk id="36866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8:08.984" v="46" actId="1076"/>
          <ac:spMkLst>
            <pc:docMk/>
            <pc:sldMk cId="0" sldId="296"/>
            <ac:spMk id="36867" creationId="{00000000-0000-0000-0000-000000000000}"/>
          </ac:spMkLst>
        </pc:spChg>
      </pc:sldChg>
      <pc:sldChg chg="modSp">
        <pc:chgData name="Mariana Rocha" userId="0a3173bd-d0ed-4c32-8e4c-b90c820606c5" providerId="ADAL" clId="{DCC3A51D-31E8-5BC6-970B-354B54D5302A}" dt="2025-09-03T11:11:08.868" v="0"/>
        <pc:sldMkLst>
          <pc:docMk/>
          <pc:sldMk cId="182738176" sldId="368"/>
        </pc:sldMkLst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182738176" sldId="368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182738176" sldId="368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182738176" sldId="368"/>
            <ac:spMk id="4" creationId="{C1BC3D20-F052-B2F1-3B73-82CD34C4C26E}"/>
          </ac:spMkLst>
        </pc:spChg>
      </pc:sldChg>
      <pc:sldChg chg="modSp mod">
        <pc:chgData name="Mariana Rocha" userId="0a3173bd-d0ed-4c32-8e4c-b90c820606c5" providerId="ADAL" clId="{DCC3A51D-31E8-5BC6-970B-354B54D5302A}" dt="2025-09-03T11:15:30.050" v="14" actId="14100"/>
        <pc:sldMkLst>
          <pc:docMk/>
          <pc:sldMk cId="147665278" sldId="370"/>
        </pc:sldMkLst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147665278" sldId="370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5:30.050" v="14" actId="14100"/>
          <ac:spMkLst>
            <pc:docMk/>
            <pc:sldMk cId="147665278" sldId="370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147665278" sldId="370"/>
            <ac:spMk id="4" creationId="{C73FABB2-A64F-19F0-FC0A-E7A88BC92F05}"/>
          </ac:spMkLst>
        </pc:spChg>
      </pc:sldChg>
      <pc:sldChg chg="modSp mod">
        <pc:chgData name="Mariana Rocha" userId="0a3173bd-d0ed-4c32-8e4c-b90c820606c5" providerId="ADAL" clId="{DCC3A51D-31E8-5BC6-970B-354B54D5302A}" dt="2025-09-03T11:12:08.376" v="13"/>
        <pc:sldMkLst>
          <pc:docMk/>
          <pc:sldMk cId="316096324" sldId="371"/>
        </pc:sldMkLst>
        <pc:spChg chg="mod">
          <ac:chgData name="Mariana Rocha" userId="0a3173bd-d0ed-4c32-8e4c-b90c820606c5" providerId="ADAL" clId="{DCC3A51D-31E8-5BC6-970B-354B54D5302A}" dt="2025-09-03T11:11:54.809" v="11" actId="404"/>
          <ac:spMkLst>
            <pc:docMk/>
            <pc:sldMk cId="316096324" sldId="371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2:08.376" v="13"/>
          <ac:spMkLst>
            <pc:docMk/>
            <pc:sldMk cId="316096324" sldId="371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316096324" sldId="371"/>
            <ac:spMk id="4" creationId="{E67365E0-2EDC-7A72-1799-403CD787566F}"/>
          </ac:spMkLst>
        </pc:spChg>
      </pc:sldChg>
      <pc:sldChg chg="modSp">
        <pc:chgData name="Mariana Rocha" userId="0a3173bd-d0ed-4c32-8e4c-b90c820606c5" providerId="ADAL" clId="{DCC3A51D-31E8-5BC6-970B-354B54D5302A}" dt="2025-09-03T11:11:08.868" v="0"/>
        <pc:sldMkLst>
          <pc:docMk/>
          <pc:sldMk cId="3809821963" sldId="372"/>
        </pc:sldMkLst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3809821963" sldId="372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3809821963" sldId="372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3809821963" sldId="372"/>
            <ac:spMk id="4" creationId="{3EFF1825-69F7-8F38-B149-14D3DE6B4100}"/>
          </ac:spMkLst>
        </pc:spChg>
      </pc:sldChg>
      <pc:sldChg chg="modSp mod">
        <pc:chgData name="Mariana Rocha" userId="0a3173bd-d0ed-4c32-8e4c-b90c820606c5" providerId="ADAL" clId="{DCC3A51D-31E8-5BC6-970B-354B54D5302A}" dt="2025-09-03T11:15:58.349" v="18" actId="1076"/>
        <pc:sldMkLst>
          <pc:docMk/>
          <pc:sldMk cId="1830530691" sldId="373"/>
        </pc:sldMkLst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1830530691" sldId="373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5:58.349" v="18" actId="1076"/>
          <ac:spMkLst>
            <pc:docMk/>
            <pc:sldMk cId="1830530691" sldId="373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1830530691" sldId="373"/>
            <ac:spMk id="4" creationId="{45B89299-B25E-B53B-2EB1-C486DD79A65B}"/>
          </ac:spMkLst>
        </pc:spChg>
      </pc:sldChg>
      <pc:sldChg chg="addSp delSp modSp mod">
        <pc:chgData name="Mariana Rocha" userId="0a3173bd-d0ed-4c32-8e4c-b90c820606c5" providerId="ADAL" clId="{DCC3A51D-31E8-5BC6-970B-354B54D5302A}" dt="2025-09-03T11:18:02.073" v="45" actId="478"/>
        <pc:sldMkLst>
          <pc:docMk/>
          <pc:sldMk cId="437373247" sldId="374"/>
        </pc:sldMkLst>
        <pc:spChg chg="add del">
          <ac:chgData name="Mariana Rocha" userId="0a3173bd-d0ed-4c32-8e4c-b90c820606c5" providerId="ADAL" clId="{DCC3A51D-31E8-5BC6-970B-354B54D5302A}" dt="2025-09-03T11:18:01.024" v="42" actId="478"/>
          <ac:spMkLst>
            <pc:docMk/>
            <pc:sldMk cId="437373247" sldId="374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437373247" sldId="374"/>
            <ac:spMk id="3" creationId="{DBEB4E64-723C-4804-5F8E-6C123A3395B3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437373247" sldId="374"/>
            <ac:spMk id="4" creationId="{00000000-0000-0000-0000-000000000000}"/>
          </ac:spMkLst>
        </pc:spChg>
        <pc:picChg chg="add mod modCrop">
          <ac:chgData name="Mariana Rocha" userId="0a3173bd-d0ed-4c32-8e4c-b90c820606c5" providerId="ADAL" clId="{DCC3A51D-31E8-5BC6-970B-354B54D5302A}" dt="2025-09-03T11:18:02.073" v="45" actId="478"/>
          <ac:picMkLst>
            <pc:docMk/>
            <pc:sldMk cId="437373247" sldId="374"/>
            <ac:picMk id="6" creationId="{6376F6A9-7701-B2E2-17F6-61CB6715C7FF}"/>
          </ac:picMkLst>
        </pc:picChg>
        <pc:picChg chg="add del">
          <ac:chgData name="Mariana Rocha" userId="0a3173bd-d0ed-4c32-8e4c-b90c820606c5" providerId="ADAL" clId="{DCC3A51D-31E8-5BC6-970B-354B54D5302A}" dt="2025-09-03T11:18:02.073" v="45" actId="478"/>
          <ac:picMkLst>
            <pc:docMk/>
            <pc:sldMk cId="437373247" sldId="374"/>
            <ac:picMk id="6146" creationId="{00000000-0000-0000-0000-000000000000}"/>
          </ac:picMkLst>
        </pc:picChg>
      </pc:sldChg>
      <pc:sldChg chg="modSp">
        <pc:chgData name="Mariana Rocha" userId="0a3173bd-d0ed-4c32-8e4c-b90c820606c5" providerId="ADAL" clId="{DCC3A51D-31E8-5BC6-970B-354B54D5302A}" dt="2025-09-03T11:11:08.868" v="0"/>
        <pc:sldMkLst>
          <pc:docMk/>
          <pc:sldMk cId="2520933155" sldId="490"/>
        </pc:sldMkLst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2520933155" sldId="490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2520933155" sldId="490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2520933155" sldId="490"/>
            <ac:spMk id="4" creationId="{385B2B63-599F-A4DA-C028-83A030E1F6BA}"/>
          </ac:spMkLst>
        </pc:spChg>
      </pc:sldChg>
      <pc:sldChg chg="modSp">
        <pc:chgData name="Mariana Rocha" userId="0a3173bd-d0ed-4c32-8e4c-b90c820606c5" providerId="ADAL" clId="{DCC3A51D-31E8-5BC6-970B-354B54D5302A}" dt="2025-09-03T11:11:08.868" v="0"/>
        <pc:sldMkLst>
          <pc:docMk/>
          <pc:sldMk cId="1789918001" sldId="493"/>
        </pc:sldMkLst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1789918001" sldId="493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1789918001" sldId="493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1789918001" sldId="493"/>
            <ac:spMk id="4" creationId="{8BEEB87E-922F-299E-7A06-34CFFAB3C5C8}"/>
          </ac:spMkLst>
        </pc:spChg>
      </pc:sldChg>
      <pc:sldChg chg="addSp delSp modSp mod setBg">
        <pc:chgData name="Mariana Rocha" userId="0a3173bd-d0ed-4c32-8e4c-b90c820606c5" providerId="ADAL" clId="{DCC3A51D-31E8-5BC6-970B-354B54D5302A}" dt="2025-09-03T11:18:54.849" v="71" actId="1076"/>
        <pc:sldMkLst>
          <pc:docMk/>
          <pc:sldMk cId="1579789609" sldId="573"/>
        </pc:sldMkLst>
        <pc:spChg chg="add mod">
          <ac:chgData name="Mariana Rocha" userId="0a3173bd-d0ed-4c32-8e4c-b90c820606c5" providerId="ADAL" clId="{DCC3A51D-31E8-5BC6-970B-354B54D5302A}" dt="2025-09-03T11:18:54.849" v="71" actId="1076"/>
          <ac:spMkLst>
            <pc:docMk/>
            <pc:sldMk cId="1579789609" sldId="573"/>
            <ac:spMk id="2" creationId="{6C91E703-0AF2-BAC0-E191-F0CB9EB44F9A}"/>
          </ac:spMkLst>
        </pc:spChg>
        <pc:spChg chg="mod">
          <ac:chgData name="Mariana Rocha" userId="0a3173bd-d0ed-4c32-8e4c-b90c820606c5" providerId="ADAL" clId="{DCC3A51D-31E8-5BC6-970B-354B54D5302A}" dt="2025-09-03T11:11:09.292" v="5" actId="27636"/>
          <ac:spMkLst>
            <pc:docMk/>
            <pc:sldMk cId="1579789609" sldId="573"/>
            <ac:spMk id="3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09-03T11:18:43.529" v="48" actId="478"/>
          <ac:spMkLst>
            <pc:docMk/>
            <pc:sldMk cId="1579789609" sldId="573"/>
            <ac:spMk id="4" creationId="{8AD6D761-CF5D-0C3E-0A00-A63AE60DD73F}"/>
          </ac:spMkLst>
        </pc:spChg>
      </pc:sldChg>
      <pc:sldChg chg="modSp">
        <pc:chgData name="Mariana Rocha" userId="0a3173bd-d0ed-4c32-8e4c-b90c820606c5" providerId="ADAL" clId="{DCC3A51D-31E8-5BC6-970B-354B54D5302A}" dt="2025-09-03T11:11:08.868" v="0"/>
        <pc:sldMkLst>
          <pc:docMk/>
          <pc:sldMk cId="2954389509" sldId="574"/>
        </pc:sldMkLst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2954389509" sldId="574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2954389509" sldId="574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2954389509" sldId="574"/>
            <ac:spMk id="4" creationId="{51200235-9D84-658B-D4F6-5035A59740D4}"/>
          </ac:spMkLst>
        </pc:spChg>
      </pc:sldChg>
      <pc:sldChg chg="addSp delSp modSp mod">
        <pc:chgData name="Mariana Rocha" userId="0a3173bd-d0ed-4c32-8e4c-b90c820606c5" providerId="ADAL" clId="{DCC3A51D-31E8-5BC6-970B-354B54D5302A}" dt="2025-09-03T11:20:19.839" v="183" actId="20577"/>
        <pc:sldMkLst>
          <pc:docMk/>
          <pc:sldMk cId="2873453111" sldId="575"/>
        </pc:sldMkLst>
        <pc:spChg chg="add mod">
          <ac:chgData name="Mariana Rocha" userId="0a3173bd-d0ed-4c32-8e4c-b90c820606c5" providerId="ADAL" clId="{DCC3A51D-31E8-5BC6-970B-354B54D5302A}" dt="2025-09-03T11:20:19.839" v="183" actId="20577"/>
          <ac:spMkLst>
            <pc:docMk/>
            <pc:sldMk cId="2873453111" sldId="575"/>
            <ac:spMk id="2" creationId="{435923EE-9204-9F2D-31EB-C9CD82AF9FB7}"/>
          </ac:spMkLst>
        </pc:spChg>
        <pc:spChg chg="del mod">
          <ac:chgData name="Mariana Rocha" userId="0a3173bd-d0ed-4c32-8e4c-b90c820606c5" providerId="ADAL" clId="{DCC3A51D-31E8-5BC6-970B-354B54D5302A}" dt="2025-09-03T11:20:03.690" v="131" actId="478"/>
          <ac:spMkLst>
            <pc:docMk/>
            <pc:sldMk cId="2873453111" sldId="575"/>
            <ac:spMk id="4" creationId="{8AD6D761-CF5D-0C3E-0A00-A63AE60DD73F}"/>
          </ac:spMkLst>
        </pc:spChg>
      </pc:sldChg>
      <pc:sldChg chg="modSp">
        <pc:chgData name="Mariana Rocha" userId="0a3173bd-d0ed-4c32-8e4c-b90c820606c5" providerId="ADAL" clId="{DCC3A51D-31E8-5BC6-970B-354B54D5302A}" dt="2025-09-03T11:11:08.868" v="0"/>
        <pc:sldMkLst>
          <pc:docMk/>
          <pc:sldMk cId="3253268415" sldId="580"/>
        </pc:sldMkLst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3253268415" sldId="580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3253268415" sldId="580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3253268415" sldId="580"/>
            <ac:spMk id="4" creationId="{7EE2E9B5-5EE0-63CD-0BE7-28DDFF1D1D32}"/>
          </ac:spMkLst>
        </pc:spChg>
      </pc:sldChg>
      <pc:sldChg chg="modSp">
        <pc:chgData name="Mariana Rocha" userId="0a3173bd-d0ed-4c32-8e4c-b90c820606c5" providerId="ADAL" clId="{DCC3A51D-31E8-5BC6-970B-354B54D5302A}" dt="2025-09-03T11:11:08.868" v="0"/>
        <pc:sldMkLst>
          <pc:docMk/>
          <pc:sldMk cId="22698297" sldId="581"/>
        </pc:sldMkLst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22698297" sldId="581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22698297" sldId="581"/>
            <ac:spMk id="4" creationId="{EDA8361A-CC05-CAF1-11D5-C6F4CA69E214}"/>
          </ac:spMkLst>
        </pc:spChg>
      </pc:sldChg>
      <pc:sldChg chg="modSp mod">
        <pc:chgData name="Mariana Rocha" userId="0a3173bd-d0ed-4c32-8e4c-b90c820606c5" providerId="ADAL" clId="{DCC3A51D-31E8-5BC6-970B-354B54D5302A}" dt="2025-09-03T11:11:47.212" v="10" actId="1076"/>
        <pc:sldMkLst>
          <pc:docMk/>
          <pc:sldMk cId="2681523598" sldId="582"/>
        </pc:sldMkLst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2681523598" sldId="582"/>
            <ac:spMk id="2" creationId="{B34F711A-775E-C650-AE15-5F0E8FA52491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2681523598" sldId="582"/>
            <ac:spMk id="5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1:11:47.212" v="10" actId="1076"/>
          <ac:spMkLst>
            <pc:docMk/>
            <pc:sldMk cId="2681523598" sldId="582"/>
            <ac:spMk id="6" creationId="{00000000-0000-0000-0000-000000000000}"/>
          </ac:spMkLst>
        </pc:spChg>
      </pc:sldChg>
      <pc:sldChg chg="modSp">
        <pc:chgData name="Mariana Rocha" userId="0a3173bd-d0ed-4c32-8e4c-b90c820606c5" providerId="ADAL" clId="{DCC3A51D-31E8-5BC6-970B-354B54D5302A}" dt="2025-09-03T11:11:08.868" v="0"/>
        <pc:sldMkLst>
          <pc:docMk/>
          <pc:sldMk cId="2173427369" sldId="610"/>
        </pc:sldMkLst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2173427369" sldId="610"/>
            <ac:spMk id="2" creationId="{CFF30FBC-F1DA-6345-316F-8797261919EA}"/>
          </ac:spMkLst>
        </pc:spChg>
        <pc:spChg chg="mod">
          <ac:chgData name="Mariana Rocha" userId="0a3173bd-d0ed-4c32-8e4c-b90c820606c5" providerId="ADAL" clId="{DCC3A51D-31E8-5BC6-970B-354B54D5302A}" dt="2025-09-03T11:11:08.868" v="0"/>
          <ac:spMkLst>
            <pc:docMk/>
            <pc:sldMk cId="2173427369" sldId="610"/>
            <ac:spMk id="4" creationId="{00000000-0000-0000-0000-000000000000}"/>
          </ac:spMkLst>
        </pc:spChg>
      </pc:sldChg>
      <pc:sldChg chg="addSp delSp modSp mod">
        <pc:chgData name="Mariana Rocha" userId="0a3173bd-d0ed-4c32-8e4c-b90c820606c5" providerId="ADAL" clId="{DCC3A51D-31E8-5BC6-970B-354B54D5302A}" dt="2025-09-03T11:20:00.889" v="129" actId="20577"/>
        <pc:sldMkLst>
          <pc:docMk/>
          <pc:sldMk cId="1753289557" sldId="611"/>
        </pc:sldMkLst>
        <pc:spChg chg="add mod">
          <ac:chgData name="Mariana Rocha" userId="0a3173bd-d0ed-4c32-8e4c-b90c820606c5" providerId="ADAL" clId="{DCC3A51D-31E8-5BC6-970B-354B54D5302A}" dt="2025-09-03T11:20:00.889" v="129" actId="20577"/>
          <ac:spMkLst>
            <pc:docMk/>
            <pc:sldMk cId="1753289557" sldId="611"/>
            <ac:spMk id="2" creationId="{89BFBB62-58E7-C0AA-A5CB-721A0E26A25D}"/>
          </ac:spMkLst>
        </pc:spChg>
        <pc:spChg chg="mod">
          <ac:chgData name="Mariana Rocha" userId="0a3173bd-d0ed-4c32-8e4c-b90c820606c5" providerId="ADAL" clId="{DCC3A51D-31E8-5BC6-970B-354B54D5302A}" dt="2025-09-03T11:19:43.283" v="104" actId="20577"/>
          <ac:spMkLst>
            <pc:docMk/>
            <pc:sldMk cId="1753289557" sldId="611"/>
            <ac:spMk id="3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09-03T11:19:29.191" v="72" actId="478"/>
          <ac:spMkLst>
            <pc:docMk/>
            <pc:sldMk cId="1753289557" sldId="611"/>
            <ac:spMk id="4" creationId="{8AD6D761-CF5D-0C3E-0A00-A63AE60DD73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6510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 b="1" smtClean="0">
                <a:latin typeface="Arial" charset="0"/>
              </a:defRPr>
            </a:lvl1pPr>
          </a:lstStyle>
          <a:p>
            <a:pPr>
              <a:defRPr/>
            </a:pPr>
            <a:r>
              <a:rPr lang="en-GB" altLang="en-US" dirty="0"/>
              <a:t>K268/1 BSc Information Technology - Information Systems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16510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 b="1" smtClean="0">
                <a:latin typeface="Arial" charset="0"/>
              </a:defRPr>
            </a:lvl1pPr>
          </a:lstStyle>
          <a:p>
            <a:pPr>
              <a:defRPr/>
            </a:pPr>
            <a:fld id="{CA0BA55E-588D-5C41-B199-ADCD788B7AC7}" type="datetime3">
              <a:rPr lang="en-US" altLang="en-US" smtClean="0"/>
              <a:t>3 September 2025</a:t>
            </a:fld>
            <a:endParaRPr lang="en-GB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50813" y="9267825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GB" altLang="en-US" dirty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267825"/>
            <a:ext cx="294481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E0902D66-5517-49B6-B853-4F5461235F18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1814305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 i="1" smtClean="0">
                <a:latin typeface="Arial" charset="0"/>
              </a:defRPr>
            </a:lvl1pPr>
          </a:lstStyle>
          <a:p>
            <a:pPr>
              <a:defRPr/>
            </a:pPr>
            <a:r>
              <a:rPr lang="en-GB" altLang="en-US" dirty="0"/>
              <a:t>K268/1 BSc Information Technology - Information Systems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i="1" smtClean="0">
                <a:latin typeface="Arial" charset="0"/>
              </a:defRPr>
            </a:lvl1pPr>
          </a:lstStyle>
          <a:p>
            <a:pPr>
              <a:defRPr/>
            </a:pPr>
            <a:fld id="{6F1C7607-B062-6B4A-BE5D-8754B9E9F29A}" type="datetime3">
              <a:rPr lang="en-US" altLang="en-US" smtClean="0"/>
              <a:t>3 September 2025</a:t>
            </a:fld>
            <a:endParaRPr lang="en-GB" altLang="en-US" dirty="0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5513" y="750888"/>
            <a:ext cx="4946650" cy="37099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/>
              <a:t>Click to edit Master text styles</a:t>
            </a:r>
          </a:p>
          <a:p>
            <a:pPr lvl="1"/>
            <a:r>
              <a:rPr lang="en-GB" altLang="en-US" noProof="0"/>
              <a:t>Second level</a:t>
            </a:r>
          </a:p>
          <a:p>
            <a:pPr lvl="2"/>
            <a:r>
              <a:rPr lang="en-GB" altLang="en-US" noProof="0"/>
              <a:t>Third level</a:t>
            </a:r>
          </a:p>
          <a:p>
            <a:pPr lvl="3"/>
            <a:r>
              <a:rPr lang="en-GB" altLang="en-US" noProof="0"/>
              <a:t>Fourth level</a:t>
            </a:r>
          </a:p>
          <a:p>
            <a:pPr lvl="4"/>
            <a:r>
              <a:rPr lang="en-GB" alt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000" i="1" smtClean="0">
                <a:latin typeface="Arial" charset="0"/>
              </a:defRPr>
            </a:lvl1pPr>
          </a:lstStyle>
          <a:p>
            <a:pPr>
              <a:defRPr/>
            </a:pPr>
            <a:endParaRPr lang="en-GB" altLang="en-US" dirty="0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i="1" smtClean="0">
                <a:latin typeface="Arial" charset="0"/>
              </a:defRPr>
            </a:lvl1pPr>
          </a:lstStyle>
          <a:p>
            <a:pPr>
              <a:defRPr/>
            </a:pPr>
            <a:fld id="{C5484AF1-1D12-4674-9EBF-8A2EF05D5570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976149368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GB" altLang="en-US" sz="1000" dirty="0">
                <a:latin typeface="Arial" pitchFamily="34" charset="0"/>
              </a:rPr>
              <a:t>K268/1 BSc Information Technology - Information Systems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2E5684C6-CA91-C746-B97A-0751E9FA9C70}" type="datetime3">
              <a:rPr lang="en-US" altLang="en-US" sz="1000" smtClean="0">
                <a:latin typeface="Arial" pitchFamily="34" charset="0"/>
              </a:rPr>
              <a:t>3 September 2025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542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5288161-B2E9-4FF0-90F1-A1FBF125EC1F}" type="slidenum">
              <a:rPr lang="en-GB" altLang="en-US" sz="1000">
                <a:latin typeface="Arial" pitchFamily="34" charset="0"/>
              </a:rPr>
              <a:pPr/>
              <a:t>15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542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solidFill>
            <a:srgbClr val="FFFFFF"/>
          </a:solidFill>
          <a:ln/>
        </p:spPr>
      </p:sp>
      <p:sp>
        <p:nvSpPr>
          <p:cNvPr id="5427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317E-4B72-DDFC-3395-0AFCCE2FD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926A8-BE5E-DB34-24F4-F8937FEFA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4" indent="0" algn="ctr">
              <a:buNone/>
              <a:defRPr sz="1500"/>
            </a:lvl2pPr>
            <a:lvl3pPr marL="685807" indent="0" algn="ctr">
              <a:buNone/>
              <a:defRPr sz="1350"/>
            </a:lvl3pPr>
            <a:lvl4pPr marL="1028711" indent="0" algn="ctr">
              <a:buNone/>
              <a:defRPr sz="1200"/>
            </a:lvl4pPr>
            <a:lvl5pPr marL="1371615" indent="0" algn="ctr">
              <a:buNone/>
              <a:defRPr sz="1200"/>
            </a:lvl5pPr>
            <a:lvl6pPr marL="1714519" indent="0" algn="ctr">
              <a:buNone/>
              <a:defRPr sz="1200"/>
            </a:lvl6pPr>
            <a:lvl7pPr marL="2057423" indent="0" algn="ctr">
              <a:buNone/>
              <a:defRPr sz="1200"/>
            </a:lvl7pPr>
            <a:lvl8pPr marL="2400326" indent="0" algn="ctr">
              <a:buNone/>
              <a:defRPr sz="1200"/>
            </a:lvl8pPr>
            <a:lvl9pPr marL="274323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AE87C-D5AB-C13D-F314-AE2B2F130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E1232-B827-66CE-45E4-0AC0EE01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97826-01BA-CB0F-0792-6716C480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196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6B007DB-BAC0-B5F7-CD3D-D722F4B0FC67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5A55-EFF2-43B6-B7BF-52DAEFC6D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152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Graphic 7" descr="The following is a quote: ">
            <a:extLst>
              <a:ext uri="{FF2B5EF4-FFF2-40B4-BE49-F238E27FC236}">
                <a16:creationId xmlns:a16="http://schemas.microsoft.com/office/drawing/2014/main" id="{BBC1D34B-9075-8D03-3A5C-E7D33712D6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545" y="1825626"/>
            <a:ext cx="1563272" cy="208436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1D05262-A873-B471-8864-15D00174DE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7400" y="2147888"/>
            <a:ext cx="6457950" cy="37957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31868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D4156-1D08-F755-3CB7-F04B4CB23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1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1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2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3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4971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4816548"/>
            <a:ext cx="7886700" cy="1223851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9A2BA5-1AB5-DB59-3C54-16713B4E42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65735" y="712789"/>
            <a:ext cx="5095875" cy="41037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3381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0BE543-0448-3A4C-5F33-EAD956CEEC4F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FF7AA-B49C-D561-FA47-CB24D2FB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61E7E-A789-0692-DCFA-73EB3A13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6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CDC2F-840C-693F-493D-EB4B70B82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1" y="1825626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13D37-E198-0C87-31DE-C825CE01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55D9D-23CD-C2B7-2CB9-63A7B666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84A3F-2DEF-A695-73CD-C8A79EDD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9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557A7C-8356-9C4D-0FD4-A2809BBA22A6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23E5D6-F819-DF80-8C6A-FE0FD236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34751-4015-7A9E-A494-E4825F6D8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4" indent="0">
              <a:buNone/>
              <a:defRPr sz="1500" b="1"/>
            </a:lvl2pPr>
            <a:lvl3pPr marL="685807" indent="0">
              <a:buNone/>
              <a:defRPr sz="1350" b="1"/>
            </a:lvl3pPr>
            <a:lvl4pPr marL="1028711" indent="0">
              <a:buNone/>
              <a:defRPr sz="1200" b="1"/>
            </a:lvl4pPr>
            <a:lvl5pPr marL="1371615" indent="0">
              <a:buNone/>
              <a:defRPr sz="1200" b="1"/>
            </a:lvl5pPr>
            <a:lvl6pPr marL="1714519" indent="0">
              <a:buNone/>
              <a:defRPr sz="1200" b="1"/>
            </a:lvl6pPr>
            <a:lvl7pPr marL="2057423" indent="0">
              <a:buNone/>
              <a:defRPr sz="1200" b="1"/>
            </a:lvl7pPr>
            <a:lvl8pPr marL="2400326" indent="0">
              <a:buNone/>
              <a:defRPr sz="1200" b="1"/>
            </a:lvl8pPr>
            <a:lvl9pPr marL="274323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0E5A5-4B18-9989-88ED-D6B31265D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85D65-C667-2456-E06F-F0E68B2E5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4" indent="0">
              <a:buNone/>
              <a:defRPr sz="1500" b="1"/>
            </a:lvl2pPr>
            <a:lvl3pPr marL="685807" indent="0">
              <a:buNone/>
              <a:defRPr sz="1350" b="1"/>
            </a:lvl3pPr>
            <a:lvl4pPr marL="1028711" indent="0">
              <a:buNone/>
              <a:defRPr sz="1200" b="1"/>
            </a:lvl4pPr>
            <a:lvl5pPr marL="1371615" indent="0">
              <a:buNone/>
              <a:defRPr sz="1200" b="1"/>
            </a:lvl5pPr>
            <a:lvl6pPr marL="1714519" indent="0">
              <a:buNone/>
              <a:defRPr sz="1200" b="1"/>
            </a:lvl6pPr>
            <a:lvl7pPr marL="2057423" indent="0">
              <a:buNone/>
              <a:defRPr sz="1200" b="1"/>
            </a:lvl7pPr>
            <a:lvl8pPr marL="2400326" indent="0">
              <a:buNone/>
              <a:defRPr sz="1200" b="1"/>
            </a:lvl8pPr>
            <a:lvl9pPr marL="274323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4F890-33E6-BD4B-978A-E4B20968B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6AA7C-81D8-7C95-3E01-76956024F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830B1-02EA-A7DB-8FCF-32C06C3E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80A6F-5EBE-2DCC-8CCB-9F05EA66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70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C00E1A-F73B-4343-8C36-A161A0EDF3C9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CD2DC0-0D4F-4B0E-7C43-380735648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78B6D-6F61-EF5E-B5CC-F72AA235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A9D98-33BD-A8E4-155E-07D8B622B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4C4ED-AE87-B167-6C8F-8D62A01C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425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93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208556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2956034" y="0"/>
            <a:ext cx="323193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148163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6267893" y="0"/>
            <a:ext cx="287019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1057174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2402761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2956034" y="0"/>
            <a:ext cx="3231933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18584715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6267893" y="0"/>
            <a:ext cx="2870194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31076378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23106607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2956034" y="0"/>
            <a:ext cx="323193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2633471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6267893" y="0"/>
            <a:ext cx="287019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17110523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34000604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2956034" y="0"/>
            <a:ext cx="3231933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40123733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6267893" y="0"/>
            <a:ext cx="2870194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36769471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w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4223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3F2E4F-D69A-C303-0281-6BB8BC65FA1A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483EC-461E-3DF8-7723-85858B620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0BA06-04AB-09B5-645C-2091343E9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91B3F-7C7C-73B9-77CB-A11B1FCF8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0"/>
            </a:lvl2pPr>
            <a:lvl3pPr marL="685807" indent="0">
              <a:buNone/>
              <a:defRPr sz="900"/>
            </a:lvl3pPr>
            <a:lvl4pPr marL="1028711" indent="0">
              <a:buNone/>
              <a:defRPr sz="750"/>
            </a:lvl4pPr>
            <a:lvl5pPr marL="1371615" indent="0">
              <a:buNone/>
              <a:defRPr sz="750"/>
            </a:lvl5pPr>
            <a:lvl6pPr marL="1714519" indent="0">
              <a:buNone/>
              <a:defRPr sz="750"/>
            </a:lvl6pPr>
            <a:lvl7pPr marL="2057423" indent="0">
              <a:buNone/>
              <a:defRPr sz="750"/>
            </a:lvl7pPr>
            <a:lvl8pPr marL="2400326" indent="0">
              <a:buNone/>
              <a:defRPr sz="750"/>
            </a:lvl8pPr>
            <a:lvl9pPr marL="274323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7F290-2545-0C2B-78A6-D50CE3D0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E117D-2169-6E39-149C-5FBECD5E7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3838A-4F66-F529-E239-3AE7FBED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0900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4395A0-EB10-01E3-39B4-075A8ACEABC7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FAE3E-C2EA-DDE4-4229-9EB50F2F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131BBD-51CD-4DC2-4A60-8A48EA6C6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4" indent="0">
              <a:buNone/>
              <a:defRPr sz="2100"/>
            </a:lvl2pPr>
            <a:lvl3pPr marL="685807" indent="0">
              <a:buNone/>
              <a:defRPr sz="1800"/>
            </a:lvl3pPr>
            <a:lvl4pPr marL="1028711" indent="0">
              <a:buNone/>
              <a:defRPr sz="1500"/>
            </a:lvl4pPr>
            <a:lvl5pPr marL="1371615" indent="0">
              <a:buNone/>
              <a:defRPr sz="1500"/>
            </a:lvl5pPr>
            <a:lvl6pPr marL="1714519" indent="0">
              <a:buNone/>
              <a:defRPr sz="1500"/>
            </a:lvl6pPr>
            <a:lvl7pPr marL="2057423" indent="0">
              <a:buNone/>
              <a:defRPr sz="1500"/>
            </a:lvl7pPr>
            <a:lvl8pPr marL="2400326" indent="0">
              <a:buNone/>
              <a:defRPr sz="1500"/>
            </a:lvl8pPr>
            <a:lvl9pPr marL="2743230" indent="0">
              <a:buNone/>
              <a:defRPr sz="15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B0D01-09EF-1E92-D338-9CD0EBA94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0"/>
            </a:lvl2pPr>
            <a:lvl3pPr marL="685807" indent="0">
              <a:buNone/>
              <a:defRPr sz="900"/>
            </a:lvl3pPr>
            <a:lvl4pPr marL="1028711" indent="0">
              <a:buNone/>
              <a:defRPr sz="750"/>
            </a:lvl4pPr>
            <a:lvl5pPr marL="1371615" indent="0">
              <a:buNone/>
              <a:defRPr sz="750"/>
            </a:lvl5pPr>
            <a:lvl6pPr marL="1714519" indent="0">
              <a:buNone/>
              <a:defRPr sz="750"/>
            </a:lvl6pPr>
            <a:lvl7pPr marL="2057423" indent="0">
              <a:buNone/>
              <a:defRPr sz="750"/>
            </a:lvl7pPr>
            <a:lvl8pPr marL="2400326" indent="0">
              <a:buNone/>
              <a:defRPr sz="750"/>
            </a:lvl8pPr>
            <a:lvl9pPr marL="274323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20126-F846-16D0-EBDD-34D48607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4FC57-C801-AEF4-1D0A-E095B6450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51B0C-275C-33D2-9A96-4D0314E6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7637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A1A4EC-146B-3381-63D1-52F3C15CB004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EF132-B0C4-CEBA-D9BB-A90CC2A6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F3702-713A-C951-9CCF-955488BC6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4A4F3-ECB2-56FC-3055-08125781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849C6-D413-92F0-6B5F-27BB8AC7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A6DE-F917-5ECB-80DB-4C5C9924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6028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213BEA-D64A-CDAB-CB01-CACA6AEFB654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FD24A-02C7-3C15-C6A2-2FE1816ED4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E5EB9-6E42-B9D7-5671-A15D13E20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BCAA2-15B7-B922-2788-5986E5EE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D40C5-A7B5-0CB8-7A77-77280AC6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6257-1CC9-8C66-1C48-A645172DC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45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776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94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0A642-ABE6-FE0E-2BD1-AB0BC48CE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47573-978D-7FA9-0D26-40779E976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6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31032-3BBA-DDD8-39F1-68FB671B8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8824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0B08B-CD62-82DF-7BC9-CCDE7E5B6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1" y="6388249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53A8-267C-532B-1CCE-A59D105FD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1" y="638824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007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</p:sldLayoutIdLst>
  <p:hf sldNum="0" hdr="0" ftr="0" dt="0"/>
  <p:txStyles>
    <p:titleStyle>
      <a:lvl1pPr algn="l" defTabSz="685807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rgbClr val="004C6C"/>
          </a:solidFill>
          <a:latin typeface="+mj-lt"/>
          <a:ea typeface="+mj-ea"/>
          <a:cs typeface="+mj-cs"/>
        </a:defRPr>
      </a:lvl1pPr>
    </p:titleStyle>
    <p:bodyStyle>
      <a:lvl1pPr marL="171452" indent="-171452" algn="l" defTabSz="685807" rtl="0" eaLnBrk="1" latinLnBrk="0" hangingPunct="1">
        <a:lnSpc>
          <a:spcPct val="15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5" indent="-171452" algn="l" defTabSz="685807" rtl="0" eaLnBrk="1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9" indent="-171452" algn="l" defTabSz="685807" rtl="0" eaLnBrk="1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63" indent="-171452" algn="l" defTabSz="685807" rtl="0" eaLnBrk="1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67" indent="-171452" algn="l" defTabSz="685807" rtl="0" eaLnBrk="1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71" indent="-171452" algn="l" defTabSz="68580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75" indent="-171452" algn="l" defTabSz="68580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78" indent="-171452" algn="l" defTabSz="68580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82" indent="-171452" algn="l" defTabSz="68580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4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7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1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15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19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23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26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30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2ABE34C9-C9F3-88B9-7DC7-48B60D313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790" y="1800022"/>
            <a:ext cx="7886700" cy="2031406"/>
          </a:xfrm>
        </p:spPr>
        <p:txBody>
          <a:bodyPr vert="horz" wrap="square" lIns="78191" tIns="39095" rIns="78191" bIns="39095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IE" sz="3762" b="1" dirty="0">
                <a:solidFill>
                  <a:srgbClr val="002060"/>
                </a:solidFill>
                <a:latin typeface="Helvetica" pitchFamily="2" charset="0"/>
              </a:rPr>
              <a:t>Data modelling – Part 2</a:t>
            </a:r>
            <a:br>
              <a:rPr lang="en-IE" sz="3762" b="1" dirty="0">
                <a:solidFill>
                  <a:srgbClr val="002060"/>
                </a:solidFill>
                <a:latin typeface="Helvetica" pitchFamily="2" charset="0"/>
              </a:rPr>
            </a:br>
            <a:br>
              <a:rPr lang="en-IE" sz="3420" b="1" dirty="0">
                <a:solidFill>
                  <a:srgbClr val="002060"/>
                </a:solidFill>
                <a:latin typeface="Helvetica" pitchFamily="2" charset="0"/>
              </a:rPr>
            </a:br>
            <a:r>
              <a:rPr lang="en-IE" sz="3078" b="1" dirty="0">
                <a:solidFill>
                  <a:srgbClr val="002060"/>
                </a:solidFill>
                <a:latin typeface="Helvetica" pitchFamily="2" charset="0"/>
              </a:rPr>
              <a:t>Dr Mariana Rocha</a:t>
            </a:r>
            <a:br>
              <a:rPr lang="en-IE" sz="3078" b="1" dirty="0">
                <a:solidFill>
                  <a:srgbClr val="002060"/>
                </a:solidFill>
                <a:latin typeface="Helvetica" pitchFamily="2" charset="0"/>
              </a:rPr>
            </a:br>
            <a:r>
              <a:rPr lang="en-IE" sz="3078" b="1" dirty="0">
                <a:solidFill>
                  <a:srgbClr val="002060"/>
                </a:solidFill>
                <a:latin typeface="Helvetica" pitchFamily="2" charset="0"/>
              </a:rPr>
              <a:t>School of Computer Science</a:t>
            </a:r>
            <a:endParaRPr lang="en-IE" sz="3420" b="1" dirty="0">
              <a:solidFill>
                <a:srgbClr val="002060"/>
              </a:solidFill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E066B0-7223-D5C8-AC47-4AE5F2157F6E}"/>
              </a:ext>
            </a:extLst>
          </p:cNvPr>
          <p:cNvSpPr txBox="1"/>
          <p:nvPr/>
        </p:nvSpPr>
        <p:spPr>
          <a:xfrm>
            <a:off x="628650" y="5253456"/>
            <a:ext cx="4732880" cy="421035"/>
          </a:xfrm>
          <a:prstGeom prst="rect">
            <a:avLst/>
          </a:prstGeom>
          <a:noFill/>
        </p:spPr>
        <p:txBody>
          <a:bodyPr wrap="none" lIns="78191" tIns="39095" rIns="78191" bIns="39095" rtlCol="0" anchor="t">
            <a:spAutoFit/>
          </a:bodyPr>
          <a:lstStyle/>
          <a:p>
            <a:r>
              <a:rPr lang="en-US" sz="2223" dirty="0">
                <a:latin typeface="Helvetica" pitchFamily="2" charset="0"/>
                <a:cs typeface="Open sans"/>
              </a:rPr>
              <a:t>CMPU 2007 Databases 1, Lecture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sz="2400" dirty="0"/>
              <a:t>Difference between Logical and Physical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000" dirty="0"/>
              <a:t>Logical Modelling</a:t>
            </a:r>
          </a:p>
          <a:p>
            <a:pPr lvl="1"/>
            <a:r>
              <a:rPr lang="en-IE" sz="2000" dirty="0"/>
              <a:t>Conceptual</a:t>
            </a:r>
          </a:p>
          <a:p>
            <a:pPr lvl="1"/>
            <a:r>
              <a:rPr lang="en-IE" sz="2000" dirty="0"/>
              <a:t>Revolves around the needs of the business, not the database, although the needs of the business are used to establish the needs of the database. </a:t>
            </a:r>
          </a:p>
          <a:p>
            <a:pPr lvl="1"/>
            <a:r>
              <a:rPr lang="en-IE" sz="2000" dirty="0"/>
              <a:t>Involves gathering information about business processes, business entities (categories of data), and organizational units</a:t>
            </a:r>
          </a:p>
          <a:p>
            <a:pPr lvl="1"/>
            <a:r>
              <a:rPr lang="en-IE" sz="2000" dirty="0"/>
              <a:t>It is ok to have many to many relationships</a:t>
            </a:r>
          </a:p>
          <a:p>
            <a:pPr lvl="1"/>
            <a:endParaRPr lang="en-IE" sz="2000" dirty="0"/>
          </a:p>
          <a:p>
            <a:pPr lvl="1"/>
            <a:endParaRPr lang="en-IE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2E9B5-5EE0-63CD-0BE7-28DDFF1D1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253268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sz="2400" dirty="0"/>
              <a:t>Difference between Logical and Physical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638800"/>
          </a:xfrm>
        </p:spPr>
        <p:txBody>
          <a:bodyPr/>
          <a:lstStyle/>
          <a:p>
            <a:r>
              <a:rPr lang="en-IE" sz="2400" dirty="0"/>
              <a:t>Physical </a:t>
            </a:r>
          </a:p>
          <a:p>
            <a:pPr lvl="1"/>
            <a:r>
              <a:rPr lang="en-IE" sz="2000" dirty="0"/>
              <a:t>Involves the actual design of a database according to the requirements that were established during logical modelling</a:t>
            </a:r>
          </a:p>
          <a:p>
            <a:pPr lvl="1"/>
            <a:r>
              <a:rPr lang="en-IE" sz="2000" dirty="0"/>
              <a:t>Needs to be implementable in the type of database you are working with so we are converting our logical model to a relational data model</a:t>
            </a:r>
          </a:p>
          <a:p>
            <a:pPr lvl="1"/>
            <a:r>
              <a:rPr lang="en-IE" sz="2000" dirty="0"/>
              <a:t>Need to resolve the many to many into a series of one to many introducing a weak entity</a:t>
            </a:r>
          </a:p>
          <a:p>
            <a:pPr lvl="1"/>
            <a:endParaRPr lang="en-IE" sz="2000" dirty="0"/>
          </a:p>
          <a:p>
            <a:pPr lvl="1"/>
            <a:endParaRPr lang="en-IE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8361A-CC05-CAF1-11D5-C6F4CA69E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2698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Our Example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8650" y="1484784"/>
            <a:ext cx="7886700" cy="4351338"/>
          </a:xfrm>
        </p:spPr>
        <p:txBody>
          <a:bodyPr>
            <a:normAutofit fontScale="92500"/>
          </a:bodyPr>
          <a:lstStyle/>
          <a:p>
            <a:r>
              <a:rPr lang="en-IE" dirty="0"/>
              <a:t>What relationships exist between entities?</a:t>
            </a:r>
          </a:p>
          <a:p>
            <a:pPr lvl="0"/>
            <a:r>
              <a:rPr lang="en-IE" dirty="0"/>
              <a:t>A council can have many competitions.</a:t>
            </a:r>
          </a:p>
          <a:p>
            <a:pPr lvl="0"/>
            <a:r>
              <a:rPr lang="en-IE" dirty="0"/>
              <a:t>A competitions is run by a single council.</a:t>
            </a:r>
          </a:p>
          <a:p>
            <a:pPr lvl="0"/>
            <a:r>
              <a:rPr lang="en-IE" dirty="0"/>
              <a:t>Teams enrol in competitions.  </a:t>
            </a:r>
          </a:p>
          <a:p>
            <a:pPr lvl="0"/>
            <a:r>
              <a:rPr lang="en-IE" dirty="0"/>
              <a:t>A team can enrol in many competitions.</a:t>
            </a:r>
          </a:p>
          <a:p>
            <a:pPr lvl="0"/>
            <a:r>
              <a:rPr lang="en-IE" dirty="0"/>
              <a:t>A competition can have many teams.</a:t>
            </a:r>
          </a:p>
          <a:p>
            <a:pPr lvl="0"/>
            <a:r>
              <a:rPr lang="en-IE" dirty="0"/>
              <a:t>What are the relationships at logical level?</a:t>
            </a:r>
          </a:p>
          <a:p>
            <a:pPr lvl="0"/>
            <a:r>
              <a:rPr lang="en-IE" dirty="0"/>
              <a:t>How do we resolve the Logical to a Physical Design?</a:t>
            </a:r>
          </a:p>
          <a:p>
            <a:pPr marL="0" lvl="0" indent="0">
              <a:buNone/>
            </a:pPr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4F711A-775E-C650-AE15-5F0E8FA5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681523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200" dirty="0"/>
              <a:t>Another example – let’s build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E" dirty="0"/>
              <a:t>A college contains many departments</a:t>
            </a:r>
          </a:p>
          <a:p>
            <a:r>
              <a:rPr lang="en-IE" dirty="0"/>
              <a:t>Each department can offer any number of courses</a:t>
            </a:r>
          </a:p>
          <a:p>
            <a:r>
              <a:rPr lang="en-IE" dirty="0"/>
              <a:t>Many instructors can work in a department</a:t>
            </a:r>
          </a:p>
          <a:p>
            <a:r>
              <a:rPr lang="en-IE" dirty="0"/>
              <a:t>An instructor can work only in one department</a:t>
            </a:r>
          </a:p>
          <a:p>
            <a:r>
              <a:rPr lang="en-IE" dirty="0"/>
              <a:t>For each department, there is a Manager</a:t>
            </a:r>
          </a:p>
          <a:p>
            <a:r>
              <a:rPr lang="en-IE" dirty="0"/>
              <a:t>Each manager can manage only one department</a:t>
            </a:r>
          </a:p>
          <a:p>
            <a:r>
              <a:rPr lang="en-IE" dirty="0"/>
              <a:t>Each instructor can take any number of courses</a:t>
            </a:r>
          </a:p>
          <a:p>
            <a:r>
              <a:rPr lang="en-IE" dirty="0"/>
              <a:t>A course can be taught by only one instructor</a:t>
            </a:r>
          </a:p>
          <a:p>
            <a:r>
              <a:rPr lang="en-IE" dirty="0"/>
              <a:t>A student can enrol for any number of courses</a:t>
            </a:r>
          </a:p>
          <a:p>
            <a:r>
              <a:rPr lang="en-IE" dirty="0"/>
              <a:t>Each course can have any number of students </a:t>
            </a:r>
          </a:p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365E0-2EDC-7A72-1799-403CD7875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16096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Identify the 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What are the entities here?</a:t>
            </a:r>
          </a:p>
          <a:p>
            <a:r>
              <a:rPr lang="en-IE" dirty="0"/>
              <a:t>From the statements given, the entities are</a:t>
            </a:r>
          </a:p>
          <a:p>
            <a:pPr lvl="1"/>
            <a:r>
              <a:rPr lang="en-IE" dirty="0"/>
              <a:t>College</a:t>
            </a:r>
          </a:p>
          <a:p>
            <a:pPr lvl="1"/>
            <a:r>
              <a:rPr lang="en-IE" dirty="0"/>
              <a:t>Department</a:t>
            </a:r>
          </a:p>
          <a:p>
            <a:pPr lvl="1"/>
            <a:r>
              <a:rPr lang="en-IE" dirty="0"/>
              <a:t>Course</a:t>
            </a:r>
          </a:p>
          <a:p>
            <a:pPr lvl="1"/>
            <a:r>
              <a:rPr lang="en-IE" dirty="0"/>
              <a:t>Instructor</a:t>
            </a:r>
          </a:p>
          <a:p>
            <a:pPr lvl="1"/>
            <a:r>
              <a:rPr lang="en-IE" dirty="0"/>
              <a:t>Student</a:t>
            </a:r>
          </a:p>
          <a:p>
            <a:pPr lvl="1"/>
            <a:r>
              <a:rPr lang="en-IE" dirty="0"/>
              <a:t>Manager</a:t>
            </a:r>
          </a:p>
          <a:p>
            <a:pPr lvl="1"/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C3D20-F052-B2F1-3B73-82CD34C4C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82738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Additional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Each department has a unique identifier, a name and a location associated with it</a:t>
            </a:r>
          </a:p>
          <a:p>
            <a:r>
              <a:rPr lang="en-IE" dirty="0"/>
              <a:t>Each course has a name and a duration</a:t>
            </a:r>
          </a:p>
          <a:p>
            <a:r>
              <a:rPr lang="en-IE" dirty="0"/>
              <a:t>Instructors and Students and Managers have first names, last names and phone numbers</a:t>
            </a:r>
          </a:p>
          <a:p>
            <a:r>
              <a:rPr lang="en-IE" dirty="0"/>
              <a:t>Each department, course, instructor, manager, and student have a unique id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F1825-69F7-8F38-B149-14D3DE6B4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809821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are the attributes and datatypes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8840"/>
            <a:ext cx="7571184" cy="4168120"/>
          </a:xfrm>
        </p:spPr>
        <p:txBody>
          <a:bodyPr/>
          <a:lstStyle/>
          <a:p>
            <a:r>
              <a:rPr lang="en-IE" dirty="0"/>
              <a:t>For the department entity, attributes are id, name, location</a:t>
            </a:r>
          </a:p>
          <a:p>
            <a:r>
              <a:rPr lang="en-IE" dirty="0"/>
              <a:t>For course entity, attributes are id, course_name, duration</a:t>
            </a:r>
          </a:p>
          <a:p>
            <a:r>
              <a:rPr lang="en-IE" dirty="0"/>
              <a:t>For instructor entity, attributes are id, first_name, last_name, phone</a:t>
            </a:r>
          </a:p>
          <a:p>
            <a:r>
              <a:rPr lang="en-IE" dirty="0"/>
              <a:t>For student entity, attributes are id, first_name, last_name, phone</a:t>
            </a:r>
          </a:p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FABB2-A64F-19F0-FC0A-E7A88BC92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47665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are the primary keys?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ID can identify a department uniquely. Hence Department_ID is the key attribute for the Entity "Department".</a:t>
            </a:r>
          </a:p>
          <a:p>
            <a:r>
              <a:rPr lang="en-IE" dirty="0"/>
              <a:t>Course_ID is the key attribute for "Course" Entity.</a:t>
            </a:r>
          </a:p>
          <a:p>
            <a:r>
              <a:rPr lang="en-IE" dirty="0"/>
              <a:t>Student_ID is the key attribute for "Student" Entity.</a:t>
            </a:r>
          </a:p>
          <a:p>
            <a:r>
              <a:rPr lang="en-IE" dirty="0"/>
              <a:t>Instructor_ID is the key attribute for "Instructor" Entity.</a:t>
            </a:r>
          </a:p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00235-9D84-658B-D4F6-5035A5974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9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954389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are the constraints?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Each department must have a name and a location associated with it</a:t>
            </a:r>
          </a:p>
          <a:p>
            <a:r>
              <a:rPr lang="en-IE" dirty="0"/>
              <a:t>Each course must have a name and a duration</a:t>
            </a:r>
          </a:p>
          <a:p>
            <a:r>
              <a:rPr lang="en-IE" dirty="0"/>
              <a:t>Instructors and Students and Managers must have first names, last names and phone numbers</a:t>
            </a:r>
          </a:p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EB87E-922F-299E-7A06-34CFFAB3C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10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789918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are the relationships?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2"/>
            <a:ext cx="8544559" cy="4351338"/>
          </a:xfrm>
        </p:spPr>
        <p:txBody>
          <a:bodyPr>
            <a:noAutofit/>
          </a:bodyPr>
          <a:lstStyle/>
          <a:p>
            <a:r>
              <a:rPr lang="en-IE" sz="1800" dirty="0"/>
              <a:t>One department offers many courses. But one particular course can be offered by only one department. </a:t>
            </a:r>
          </a:p>
          <a:p>
            <a:pPr lvl="1"/>
            <a:r>
              <a:rPr lang="en-IE" sz="1800" dirty="0"/>
              <a:t>Hence the cardinality between department and course is One to Many (1:N)</a:t>
            </a:r>
          </a:p>
          <a:p>
            <a:r>
              <a:rPr lang="en-IE" sz="1800" dirty="0"/>
              <a:t>One department has multiple instructors . But instructor belongs to only one department. </a:t>
            </a:r>
          </a:p>
          <a:p>
            <a:pPr lvl="1"/>
            <a:r>
              <a:rPr lang="en-IE" sz="1800" dirty="0"/>
              <a:t>Hence the cardinality between department and instructor is One to Many (1:N)</a:t>
            </a:r>
          </a:p>
          <a:p>
            <a:r>
              <a:rPr lang="en-IE" sz="1800" dirty="0"/>
              <a:t>One department has only one manager and one manager can manage only one department. </a:t>
            </a:r>
          </a:p>
          <a:p>
            <a:pPr lvl="1"/>
            <a:r>
              <a:rPr lang="en-IE" sz="1800" dirty="0"/>
              <a:t>Hence the cardinality is one to one. (1:1)</a:t>
            </a:r>
          </a:p>
          <a:p>
            <a:pPr lvl="1"/>
            <a:endParaRPr lang="en-IE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89299-B25E-B53B-2EB1-C486DD79A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11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830530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are the relationships?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One course can enrol many students and one student can enrol for many courses. </a:t>
            </a:r>
          </a:p>
          <a:p>
            <a:pPr lvl="1"/>
            <a:r>
              <a:rPr lang="en-IE" dirty="0"/>
              <a:t>Hence the cardinality between course and student is Many to Many (M:N)</a:t>
            </a:r>
          </a:p>
          <a:p>
            <a:r>
              <a:rPr lang="en-IE" dirty="0"/>
              <a:t>One course is taught by only one instructor. But one instructor teaches many courses. </a:t>
            </a:r>
          </a:p>
          <a:p>
            <a:pPr lvl="1"/>
            <a:r>
              <a:rPr lang="en-IE" dirty="0"/>
              <a:t>Hence the cardinality between course and instructor is Many to One (N :1)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B2B63-599F-A4DA-C028-83A030E1F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12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20933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EB4E64-723C-4804-5F8E-6C123A33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0D4B94-C6FB-4103-8348-86B39EDF9166}" type="slidenum">
              <a:rPr lang="en-GB" altLang="en-US" smtClean="0"/>
              <a:pPr>
                <a:defRPr/>
              </a:pPr>
              <a:t>13</a:t>
            </a:fld>
            <a:endParaRPr lang="en-GB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6947" y="1452351"/>
            <a:ext cx="6159853" cy="4445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7504" y="2636912"/>
            <a:ext cx="198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College is not shown but could be</a:t>
            </a:r>
          </a:p>
        </p:txBody>
      </p:sp>
    </p:spTree>
    <p:extLst>
      <p:ext uri="{BB962C8B-B14F-4D97-AF65-F5344CB8AC3E}">
        <p14:creationId xmlns:p14="http://schemas.microsoft.com/office/powerpoint/2010/main" val="437373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model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F30FBC-F1DA-6345-316F-879726191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0D4B94-C6FB-4103-8348-86B39EDF9166}" type="slidenum">
              <a:rPr lang="en-GB" altLang="en-US" smtClean="0"/>
              <a:pPr>
                <a:defRPr/>
              </a:pPr>
              <a:t>14</a:t>
            </a:fld>
            <a:endParaRPr lang="en-GB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163" y="1375311"/>
            <a:ext cx="6159853" cy="4445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7504" y="1988840"/>
            <a:ext cx="30635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800" dirty="0"/>
              <a:t>Primary keys are shown above the link</a:t>
            </a:r>
          </a:p>
          <a:p>
            <a:r>
              <a:rPr lang="en-IE" sz="1800" dirty="0"/>
              <a:t>Foreign Keys indicated by (FK) beside the column</a:t>
            </a:r>
          </a:p>
        </p:txBody>
      </p:sp>
    </p:spTree>
    <p:extLst>
      <p:ext uri="{BB962C8B-B14F-4D97-AF65-F5344CB8AC3E}">
        <p14:creationId xmlns:p14="http://schemas.microsoft.com/office/powerpoint/2010/main" val="2173427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Summary</a:t>
            </a:r>
          </a:p>
        </p:txBody>
      </p:sp>
      <p:sp>
        <p:nvSpPr>
          <p:cNvPr id="36867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28650" y="1556792"/>
            <a:ext cx="78867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A good data model is simple.</a:t>
            </a:r>
          </a:p>
          <a:p>
            <a:pPr lvl="1"/>
            <a:r>
              <a:rPr lang="en-US" altLang="en-US" dirty="0"/>
              <a:t>Data attributes that describe any given entity should describe only that entity.</a:t>
            </a:r>
          </a:p>
          <a:p>
            <a:pPr lvl="1"/>
            <a:r>
              <a:rPr lang="en-US" altLang="en-US" dirty="0"/>
              <a:t>Each attribute of an entity instance can have only one value.</a:t>
            </a:r>
          </a:p>
          <a:p>
            <a:r>
              <a:rPr lang="en-US" altLang="en-US" dirty="0"/>
              <a:t>A good data model is essentially non-redundant.</a:t>
            </a:r>
          </a:p>
          <a:p>
            <a:pPr lvl="1"/>
            <a:r>
              <a:rPr lang="en-US" altLang="en-US" dirty="0"/>
              <a:t>Each data attribute describes at most one entity.</a:t>
            </a:r>
          </a:p>
          <a:p>
            <a:pPr lvl="1"/>
            <a:r>
              <a:rPr lang="en-US" altLang="en-US" dirty="0"/>
              <a:t>Look for the same attribute recorded more than once under different names.</a:t>
            </a:r>
          </a:p>
          <a:p>
            <a:r>
              <a:rPr lang="en-US" altLang="en-US" dirty="0"/>
              <a:t>A good data model should be flexible and adaptable to future needs.</a:t>
            </a:r>
          </a:p>
          <a:p>
            <a:endParaRPr lang="en-GB" altLang="en-US" dirty="0"/>
          </a:p>
          <a:p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D188B2-4315-B3F3-71DE-230A20C0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15</a:t>
            </a:fld>
            <a:endParaRPr lang="en-GB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556792"/>
            <a:ext cx="8229600" cy="4464496"/>
          </a:xfrm>
        </p:spPr>
        <p:txBody>
          <a:bodyPr>
            <a:normAutofit fontScale="70000" lnSpcReduction="20000"/>
          </a:bodyPr>
          <a:lstStyle/>
          <a:p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create</a:t>
            </a:r>
            <a:r>
              <a:rPr lang="pt-BR" dirty="0"/>
              <a:t> </a:t>
            </a:r>
            <a:r>
              <a:rPr lang="pt-BR" dirty="0" err="1"/>
              <a:t>an</a:t>
            </a:r>
            <a:r>
              <a:rPr lang="pt-BR" dirty="0"/>
              <a:t> </a:t>
            </a:r>
            <a:r>
              <a:rPr lang="pt-BR" dirty="0" err="1"/>
              <a:t>Entity</a:t>
            </a:r>
            <a:r>
              <a:rPr lang="pt-BR" dirty="0"/>
              <a:t> </a:t>
            </a:r>
            <a:r>
              <a:rPr lang="pt-BR" dirty="0" err="1"/>
              <a:t>Relationship</a:t>
            </a:r>
            <a:r>
              <a:rPr lang="pt-BR" dirty="0"/>
              <a:t> </a:t>
            </a:r>
            <a:r>
              <a:rPr lang="pt-BR" dirty="0" err="1"/>
              <a:t>Diagram</a:t>
            </a:r>
            <a:r>
              <a:rPr lang="pt-BR" dirty="0"/>
              <a:t>, </a:t>
            </a:r>
            <a:r>
              <a:rPr lang="pt-BR" dirty="0" err="1"/>
              <a:t>you</a:t>
            </a:r>
            <a:r>
              <a:rPr lang="pt-BR" dirty="0"/>
              <a:t> </a:t>
            </a:r>
            <a:r>
              <a:rPr lang="pt-BR" dirty="0" err="1"/>
              <a:t>can</a:t>
            </a:r>
            <a:r>
              <a:rPr lang="pt-BR" dirty="0"/>
              <a:t> use:</a:t>
            </a:r>
          </a:p>
          <a:p>
            <a:pPr marL="0" indent="0">
              <a:buNone/>
            </a:pPr>
            <a:r>
              <a:rPr lang="en-US" altLang="en-US" b="1" dirty="0"/>
              <a:t>Reverse Engineering: </a:t>
            </a:r>
          </a:p>
          <a:p>
            <a:pPr marL="0" indent="0">
              <a:buNone/>
            </a:pPr>
            <a:r>
              <a:rPr lang="en-US" altLang="en-US" dirty="0"/>
              <a:t>	- process of creating an ERD from an existing database system. It's essentially the reverse of the typical database design process.</a:t>
            </a:r>
          </a:p>
          <a:p>
            <a:pPr marL="0" indent="0">
              <a:buNone/>
            </a:pPr>
            <a:r>
              <a:rPr lang="en-US" altLang="en-US" dirty="0"/>
              <a:t>	- used when you have an operational database but lack formal documentation or a clear understanding of its structure.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b="1" dirty="0"/>
              <a:t>Forward Engineering:</a:t>
            </a:r>
          </a:p>
          <a:p>
            <a:pPr marL="0" indent="0">
              <a:buNone/>
            </a:pPr>
            <a:r>
              <a:rPr lang="en-US" altLang="en-US" dirty="0"/>
              <a:t>	- process of designing a database from scratch or making significant changes to an existing database system based on a well-defined data model.</a:t>
            </a:r>
          </a:p>
          <a:p>
            <a:pPr marL="0" indent="0">
              <a:buNone/>
            </a:pPr>
            <a:r>
              <a:rPr lang="en-US" altLang="en-US" dirty="0"/>
              <a:t>	- we start with an ERD or a data model that represents the structure of the database you want to create. This model includes entities, attributes, and their relationships.</a:t>
            </a:r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C91E703-0AF2-BAC0-E191-F0CB9EB44F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520" y="231229"/>
            <a:ext cx="7886700" cy="1325563"/>
          </a:xfrm>
        </p:spPr>
        <p:txBody>
          <a:bodyPr/>
          <a:lstStyle/>
          <a:p>
            <a:r>
              <a:rPr lang="en-GB" altLang="en-US" dirty="0"/>
              <a:t>How to create an ERD?</a:t>
            </a:r>
          </a:p>
        </p:txBody>
      </p:sp>
    </p:spTree>
    <p:extLst>
      <p:ext uri="{BB962C8B-B14F-4D97-AF65-F5344CB8AC3E}">
        <p14:creationId xmlns:p14="http://schemas.microsoft.com/office/powerpoint/2010/main" val="15797896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556792"/>
            <a:ext cx="8229600" cy="4464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The community (free version) of </a:t>
            </a:r>
            <a:r>
              <a:rPr lang="en-US" altLang="en-US" dirty="0" err="1"/>
              <a:t>DBeaver</a:t>
            </a:r>
            <a:r>
              <a:rPr lang="en-US" altLang="en-US" dirty="0"/>
              <a:t> only allows us to work with reverse engineering. </a:t>
            </a:r>
          </a:p>
          <a:p>
            <a:pPr marL="0" indent="0">
              <a:buNone/>
            </a:pPr>
            <a:r>
              <a:rPr lang="en-US" altLang="en-US" dirty="0"/>
              <a:t>To create the ERD using reverse engineering:</a:t>
            </a:r>
          </a:p>
          <a:p>
            <a:pPr marL="0" indent="0">
              <a:buNone/>
            </a:pPr>
            <a:r>
              <a:rPr lang="en-US" altLang="en-US" dirty="0"/>
              <a:t>	- Run the code for your database creation (DDL)</a:t>
            </a:r>
          </a:p>
          <a:p>
            <a:pPr marL="0" indent="0">
              <a:buNone/>
            </a:pPr>
            <a:r>
              <a:rPr lang="en-US" altLang="en-US" dirty="0"/>
              <a:t>	- Dropdown the menu on the left until you can see the list of tables (if you run the code and still cannot see any table, right-click and click on </a:t>
            </a:r>
            <a:r>
              <a:rPr lang="en-US" altLang="en-US" b="1" dirty="0"/>
              <a:t>Refresh</a:t>
            </a:r>
            <a:r>
              <a:rPr lang="en-US" altLang="en-US" dirty="0"/>
              <a:t>)</a:t>
            </a:r>
          </a:p>
          <a:p>
            <a:pPr marL="0" indent="0">
              <a:buNone/>
            </a:pPr>
            <a:r>
              <a:rPr lang="en-US" altLang="en-US" dirty="0"/>
              <a:t>	- Right-click on </a:t>
            </a:r>
            <a:r>
              <a:rPr lang="en-US" altLang="en-US" b="1" dirty="0"/>
              <a:t>Tables</a:t>
            </a:r>
            <a:r>
              <a:rPr lang="en-US" altLang="en-US" dirty="0"/>
              <a:t> and click on </a:t>
            </a:r>
            <a:r>
              <a:rPr lang="en-US" altLang="en-US" b="1" dirty="0"/>
              <a:t>View Diagram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9BFBB62-58E7-C0AA-A5CB-721A0E26A2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520" y="246442"/>
            <a:ext cx="7886700" cy="1325563"/>
          </a:xfrm>
        </p:spPr>
        <p:txBody>
          <a:bodyPr/>
          <a:lstStyle/>
          <a:p>
            <a:r>
              <a:rPr lang="en-GB" altLang="en-US" dirty="0"/>
              <a:t>Using </a:t>
            </a:r>
            <a:r>
              <a:rPr lang="en-GB" altLang="en-US" dirty="0" err="1"/>
              <a:t>Dbeaver</a:t>
            </a:r>
            <a:r>
              <a:rPr lang="en-GB" altLang="en-US" dirty="0"/>
              <a:t> – Reverse engineering</a:t>
            </a:r>
          </a:p>
        </p:txBody>
      </p:sp>
    </p:spTree>
    <p:extLst>
      <p:ext uri="{BB962C8B-B14F-4D97-AF65-F5344CB8AC3E}">
        <p14:creationId xmlns:p14="http://schemas.microsoft.com/office/powerpoint/2010/main" val="1753289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CFE291C-26D4-7F00-962E-192F686BF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0" y="1031473"/>
            <a:ext cx="8993080" cy="449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008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556792"/>
            <a:ext cx="4853140" cy="4464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You can use reverse and forward engineering on </a:t>
            </a:r>
            <a:r>
              <a:rPr lang="en-US" altLang="en-US" dirty="0" err="1"/>
              <a:t>pgAdmin</a:t>
            </a:r>
            <a:r>
              <a:rPr lang="en-US" altLang="en-US" dirty="0"/>
              <a:t> 4 (free, open-source). To do that:</a:t>
            </a:r>
          </a:p>
          <a:p>
            <a:pPr marL="0" indent="0">
              <a:buNone/>
            </a:pPr>
            <a:r>
              <a:rPr lang="en-US" altLang="en-US" dirty="0"/>
              <a:t>- connect to the server (we will be using localhost) </a:t>
            </a:r>
          </a:p>
          <a:p>
            <a:pPr marL="0" indent="0">
              <a:buNone/>
            </a:pPr>
            <a:r>
              <a:rPr lang="en-US" altLang="en-US" b="1" dirty="0"/>
              <a:t>- </a:t>
            </a:r>
            <a:r>
              <a:rPr lang="en-US" altLang="en-US" dirty="0"/>
              <a:t>click on </a:t>
            </a:r>
            <a:r>
              <a:rPr lang="en-US" altLang="en-US" b="1" dirty="0"/>
              <a:t>Tools </a:t>
            </a:r>
            <a:r>
              <a:rPr lang="en-US" altLang="en-US" dirty="0"/>
              <a:t>and choose </a:t>
            </a:r>
            <a:r>
              <a:rPr lang="en-US" altLang="en-US" b="1" dirty="0"/>
              <a:t>ERD Tool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b="1" dirty="0"/>
              <a:t>- </a:t>
            </a:r>
            <a:r>
              <a:rPr lang="en-US" altLang="en-US" dirty="0"/>
              <a:t>Click on the + sign to add a table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408DE363-9F22-8DB1-2F70-B32936604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571" y="2028671"/>
            <a:ext cx="3149600" cy="302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90EC1B-8673-B501-6E1F-9C6A595F6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680" y="5523150"/>
            <a:ext cx="5003800" cy="1231900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435923EE-9204-9F2D-31EB-C9CD82AF9F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520" y="231229"/>
            <a:ext cx="8784976" cy="1325563"/>
          </a:xfrm>
        </p:spPr>
        <p:txBody>
          <a:bodyPr/>
          <a:lstStyle/>
          <a:p>
            <a:r>
              <a:rPr lang="en-GB" altLang="en-US" dirty="0"/>
              <a:t>Using </a:t>
            </a:r>
            <a:r>
              <a:rPr lang="en-GB" altLang="en-US" dirty="0" err="1"/>
              <a:t>pgAdmin</a:t>
            </a:r>
            <a:r>
              <a:rPr lang="en-GB" altLang="en-US" dirty="0"/>
              <a:t> 4 – </a:t>
            </a:r>
            <a:r>
              <a:rPr lang="en-GB" altLang="en-US"/>
              <a:t>Forward engineering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873453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D6C8359-5661-7957-0AF4-C5A2A5C78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62" y="716070"/>
            <a:ext cx="8771939" cy="514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958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6F0E9-630E-8B22-3627-559E0BA1F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evox | #1 rated Polling and Q&amp;A platform for unmissable classes">
            <a:extLst>
              <a:ext uri="{FF2B5EF4-FFF2-40B4-BE49-F238E27FC236}">
                <a16:creationId xmlns:a16="http://schemas.microsoft.com/office/drawing/2014/main" id="{91710CF8-2878-DFAA-731A-67A85F9AA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425"/>
            <a:ext cx="9144000" cy="589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154545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TU D SoC">
      <a:dk1>
        <a:sysClr val="windowText" lastClr="000000"/>
      </a:dk1>
      <a:lt1>
        <a:srgbClr val="FAFBFD"/>
      </a:lt1>
      <a:dk2>
        <a:srgbClr val="004C6C"/>
      </a:dk2>
      <a:lt2>
        <a:srgbClr val="FAFBFD"/>
      </a:lt2>
      <a:accent1>
        <a:srgbClr val="00A9B7"/>
      </a:accent1>
      <a:accent2>
        <a:srgbClr val="EB5793"/>
      </a:accent2>
      <a:accent3>
        <a:srgbClr val="B60057"/>
      </a:accent3>
      <a:accent4>
        <a:srgbClr val="CFC600"/>
      </a:accent4>
      <a:accent5>
        <a:srgbClr val="F49D6C"/>
      </a:accent5>
      <a:accent6>
        <a:srgbClr val="E94A41"/>
      </a:accent6>
      <a:hlink>
        <a:srgbClr val="6359A6"/>
      </a:hlink>
      <a:folHlink>
        <a:srgbClr val="837EBA"/>
      </a:folHlink>
    </a:clrScheme>
    <a:fontScheme name="Custom 3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ssibleTemplate.pptx" id="{1030AF13-11A2-4D30-B9C0-58BDD3310C62}" vid="{869673E2-E34F-41F3-930E-D246E221063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TU D SoC">
    <a:dk1>
      <a:sysClr val="windowText" lastClr="000000"/>
    </a:dk1>
    <a:lt1>
      <a:srgbClr val="FAFBFD"/>
    </a:lt1>
    <a:dk2>
      <a:srgbClr val="004C6C"/>
    </a:dk2>
    <a:lt2>
      <a:srgbClr val="FAFBFD"/>
    </a:lt2>
    <a:accent1>
      <a:srgbClr val="00A9B7"/>
    </a:accent1>
    <a:accent2>
      <a:srgbClr val="EB5793"/>
    </a:accent2>
    <a:accent3>
      <a:srgbClr val="B60057"/>
    </a:accent3>
    <a:accent4>
      <a:srgbClr val="CFC600"/>
    </a:accent4>
    <a:accent5>
      <a:srgbClr val="F49D6C"/>
    </a:accent5>
    <a:accent6>
      <a:srgbClr val="E94A41"/>
    </a:accent6>
    <a:hlink>
      <a:srgbClr val="6359A6"/>
    </a:hlink>
    <a:folHlink>
      <a:srgbClr val="837EBA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3430</TotalTime>
  <Words>1107</Words>
  <Application>Microsoft Macintosh PowerPoint</Application>
  <PresentationFormat>On-screen Show (4:3)</PresentationFormat>
  <Paragraphs>123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Helvetica</vt:lpstr>
      <vt:lpstr>Tahoma</vt:lpstr>
      <vt:lpstr>1_Office Theme</vt:lpstr>
      <vt:lpstr>Data modelling – Part 2  Dr Mariana Rocha School of Computer Science</vt:lpstr>
      <vt:lpstr>Difference between Logical and Physical Design</vt:lpstr>
      <vt:lpstr>Difference between Logical and Physical Design</vt:lpstr>
      <vt:lpstr>Our Example</vt:lpstr>
      <vt:lpstr>Another example – let’s build the model</vt:lpstr>
      <vt:lpstr>Identify the entities</vt:lpstr>
      <vt:lpstr>Additional Information</vt:lpstr>
      <vt:lpstr>What are the attributes and datatypes</vt:lpstr>
      <vt:lpstr>What are the primary keys?</vt:lpstr>
      <vt:lpstr>What are the constraints?</vt:lpstr>
      <vt:lpstr>What are the relationships?</vt:lpstr>
      <vt:lpstr>What are the relationships?</vt:lpstr>
      <vt:lpstr>The model</vt:lpstr>
      <vt:lpstr>The model</vt:lpstr>
      <vt:lpstr>Summary</vt:lpstr>
      <vt:lpstr>How to create an ERD?</vt:lpstr>
      <vt:lpstr>Using Dbeaver – Reverse engineering</vt:lpstr>
      <vt:lpstr>PowerPoint Presentation</vt:lpstr>
      <vt:lpstr>Using pgAdmin 4 – Forward engineering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K268 1 - Information Systems</dc:title>
  <dc:subject>Data Modelling</dc:subject>
  <dc:creator>Deirdre Lawless</dc:creator>
  <cp:lastModifiedBy>Mariana Rocha</cp:lastModifiedBy>
  <cp:revision>314</cp:revision>
  <cp:lastPrinted>1998-10-28T17:56:43Z</cp:lastPrinted>
  <dcterms:created xsi:type="dcterms:W3CDTF">1995-05-28T16:29:18Z</dcterms:created>
  <dcterms:modified xsi:type="dcterms:W3CDTF">2025-09-03T11:20:19Z</dcterms:modified>
</cp:coreProperties>
</file>